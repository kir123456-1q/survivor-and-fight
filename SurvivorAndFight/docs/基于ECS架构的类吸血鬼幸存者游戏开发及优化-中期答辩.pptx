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69" userDrawn="1">
          <p15:clr>
            <a:srgbClr val="747775"/>
          </p15:clr>
        </p15:guide>
        <p15:guide id="2" pos="286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69"/>
        <p:guide pos="286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是刘瀚文，我的毕业设计课题是“基于ECS架构的类吸血鬼幸存者游戏开发及优化”。今天我将从项目概述、技术方案、当前进展以及下一步计划四个方面，向各位老师汇报我的中期研究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首先，我会介绍项目的研究背景和意义。其次，详细阐述我们采用的ECS技术方案和系统架构。接着，展示目前项目的进展和已经完成的工作。最后，分析当前存在的问题并提出下一步的计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首先，我们来看第一部分：项目概述与研究背景。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项目的核心目标是开发一个基于ECS架构的类吸血鬼幸存者游戏，并进行性能优化。选择这个课题的背景在于，传统的OOP模式在处理这类高并发实体游戏时存在性能瓶颈，而ECS架构以其数据驱动和高并行性的特点，为解决这一问题提供了新的思路。因此，本课题的意义不仅在于技术探索，更在于工程沉淀和特定场景的验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总体技术路线是以ECS架构为核心。如这张图所示，整个游戏由LayaAir引擎驱动，核心是EcsWorld。EcsWorld内部通过EntityManager、ComponentStore和SystemScheduler三大模块，分别管理实体、组件和系统。实体通过挂载不同的组件来拥有数据和行为，而系统则负责处理这些数据，实现具体的游戏逻辑。通过这种架构，我们实现了数据与逻辑的高效解耦，这对于游戏后期的功能扩展和性能优化都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接下来进入第二部分，我将详细介绍我们的技术方案和系统架构。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当前代码落地的系统架构。可以看到，EcsWorld作为核心，管理着实体、组件和系统三大模块。我们定义了Player、Monster等实体，并为它们赋予了Position、Attribute等不同的组件。同时，我们也实现了SkillSystem、MonsterSystem等多个逻辑系统来处理游戏行为。整个架构清晰，职责分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大家更直观地理解ECS，我用一张图快速讲解它一帧的执行流程。简单来说，游戏引擎每帧驱动EcsWorld更新，SystemScheduler会调度各个系统依次运行。每个系统通过查询特定组件来找到需要处理的实体，然后更新它们的数据。最后，渲染系统会将这些数据变化同步到屏幕上。整个过程是数据驱动的，系统之间解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第三部分，我将汇报项目的当前进展和已经完成的工作。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进度甘特图。目前是第8周，我们已经完成了前期的准备工作和ECS核心框架的开发，正处于游戏实例开发的阶段，进度大约完成了70%。核心的玩法闭环已经打通，接下来的主要任务是完善UI交互和进行性能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框架层面，我们已经完成了ECS的核心能力开发，包括高效的实体、组件和系统管理。同时，我们也实现了与LayaAir引擎的绑定，确保了数据状态的同步。在UI方面，我们搭建了基础的MVC框架，并成功实现了复活面板等UI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玩法层面，我们已经实现了完整的战斗链路闭环，从玩家自动施法到子弹碰撞伤害，整个流程都已打通。怪物系统也实现了自动刷怪和对象池复用。成长系统方面，玩家可以通过击杀怪物获得经验并升级，升级时能获得随机的属性奖励，增加了游戏的可玩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这张页面详细展示了游戏从战斗触发到角色成长的完整逻辑闭环，这也是我们ECS架构应用的核心场景。</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大家请看屏幕中间的流程，整个逻辑链由EcsWorld作为总指挥，按固定的更新频率驱动所有系统运转。</a:t>
            </a:r>
            <a:endParaRPr lang="en-US" sz="1400" b="0" i="0" u="none" strike="noStrike">
              <a:solidFill>
                <a:srgbClr val="000000"/>
              </a:solidFill>
            </a:endParaRPr>
          </a:p>
          <a:p>
            <a:pPr indent="0" algn="l">
              <a:lnSpc>
                <a:spcPct val="100000"/>
              </a:lnSpc>
            </a:pPr>
            <a:r>
              <a:rPr lang="en-US" sz="1400" b="0" i="0" u="none" strike="noStrike">
                <a:solidFill>
                  <a:srgbClr val="000000"/>
                </a:solidFill>
              </a:rPr>
              <a:t>流程从左侧的“PlayerAutoCastSystem”玩家自动施法开始，把数据写入技能组件。随后技能系统读取组件数据，调用子弹系统生成子弹。当子弹命中怪物后，子弹系统直接修改怪物的生命值组件。怪物回收系统检测到生命值归零后，负责销毁实体并发放经验值。最后，经验系统完成升级判定，由奖励系统应用属性成长，并同步给UI系统更新界面。</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可以注意到，这一长串流程里，所有的系统之间是没有直接调用的，它们互不相识，完全是通过读写“ComponentStore”中的组件数据来协同工作的。这正是ECS架构最大的优势——逻辑与数据解耦，极大降低了系统复杂度，也让我们后续扩展技能效果、增加怪物类型变得非常容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最后，我们来谈谈当前面临的问题以及下一步的计划。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目前，项目还存在一些问题，主要集中在功能完善度、性能测试和文档一致性上。针对这些问题，我们制定了下一步的详细计划：第9周将完成核心功能的收口，特别是升级UI和怪物行为；第10到11周将重点进行性能优化和压力测试；第12周则进行全面的测试和优化，确保项目质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我的汇报到此结束，感谢各位老师的聆听。欢迎各位老师提问。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Freeform 3"/>
          <p:cNvSpPr/>
          <p:nvPr/>
        </p:nvSpPr>
        <p:spPr>
          <a:xfrm>
            <a:off x="0" y="0"/>
            <a:ext cx="12192000" cy="6857999"/>
          </a:xfrm>
          <a:custGeom>
            <a:avLst/>
            <a:gdLst/>
            <a:ahLst/>
            <a:cxnLst/>
            <a:rect l="l" t="t" r="r" b="b"/>
            <a:pathLst>
              <a:path w="12192000" h="6857999">
                <a:moveTo>
                  <a:pt x="373694" y="254634"/>
                </a:moveTo>
                <a:cubicBezTo>
                  <a:pt x="327130" y="254634"/>
                  <a:pt x="289383" y="292381"/>
                  <a:pt x="289383" y="338945"/>
                </a:cubicBezTo>
                <a:lnTo>
                  <a:pt x="289383" y="6519056"/>
                </a:lnTo>
                <a:cubicBezTo>
                  <a:pt x="289383" y="6565621"/>
                  <a:pt x="327130" y="6603368"/>
                  <a:pt x="373694" y="6603368"/>
                </a:cubicBezTo>
                <a:lnTo>
                  <a:pt x="11818308" y="6603368"/>
                </a:lnTo>
                <a:cubicBezTo>
                  <a:pt x="11864871" y="6603368"/>
                  <a:pt x="11902618" y="6565621"/>
                  <a:pt x="11902618" y="6519056"/>
                </a:cubicBezTo>
                <a:lnTo>
                  <a:pt x="11902618" y="338945"/>
                </a:lnTo>
                <a:cubicBezTo>
                  <a:pt x="11902618" y="292381"/>
                  <a:pt x="11864871" y="254634"/>
                  <a:pt x="11818308" y="254634"/>
                </a:cubicBezTo>
                <a:close/>
                <a:moveTo>
                  <a:pt x="0" y="0"/>
                </a:moveTo>
                <a:lnTo>
                  <a:pt x="12192000" y="0"/>
                </a:lnTo>
                <a:lnTo>
                  <a:pt x="12192000" y="6857999"/>
                </a:lnTo>
                <a:lnTo>
                  <a:pt x="0" y="6857999"/>
                </a:lnTo>
                <a:close/>
              </a:path>
            </a:pathLst>
          </a:cu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92100" y="254000"/>
            <a:ext cx="11607800" cy="6350000"/>
          </a:xfrm>
          <a:prstGeom prst="roundRect">
            <a:avLst>
              <a:gd name="adj" fmla="val 1400"/>
            </a:avLst>
          </a:prstGeom>
          <a:solidFill>
            <a:srgbClr val="FFFFFF">
              <a:alpha val="90000"/>
            </a:srgbClr>
          </a:solidFill>
          <a:ln w="25400" cap="flat" cmpd="sng">
            <a:noFill/>
            <a:prstDash val="solid"/>
            <a:round/>
          </a:ln>
          <a:effectLst>
            <a:outerShdw blurRad="76200" algn="ctr" rotWithShape="0">
              <a:srgbClr val="000000">
                <a:alpha val="33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195" b="195"/>
          <a:stretch>
            <a:fillRect/>
          </a:stretch>
        </p:blipFill>
        <p:spPr>
          <a:xfrm>
            <a:off x="4559300" y="1130300"/>
            <a:ext cx="3073400" cy="762000"/>
          </a:xfrm>
          <a:prstGeom prst="rect">
            <a:avLst/>
          </a:prstGeom>
          <a:noFill/>
          <a:ln w="25400" cap="flat" cmpd="sng">
            <a:noFill/>
            <a:prstDash val="solid"/>
            <a:round/>
          </a:ln>
        </p:spPr>
      </p:pic>
      <p:cxnSp>
        <p:nvCxnSpPr>
          <p:cNvPr id="6" name="Connector 6"/>
          <p:cNvCxnSpPr/>
          <p:nvPr/>
        </p:nvCxnSpPr>
        <p:spPr>
          <a:xfrm>
            <a:off x="5181600" y="3898900"/>
            <a:ext cx="1828844" cy="12700"/>
          </a:xfrm>
          <a:prstGeom prst="line">
            <a:avLst/>
          </a:prstGeom>
          <a:solidFill>
            <a:srgbClr val="DEE0E3">
              <a:alpha val="100000"/>
            </a:srgbClr>
          </a:solidFill>
          <a:ln w="12700" cap="flat" cmpd="sng">
            <a:solidFill>
              <a:srgbClr val="003778">
                <a:alpha val="100000"/>
              </a:srgbClr>
            </a:solidFill>
            <a:prstDash val="solid"/>
            <a:miter lim="10000000"/>
            <a:headEnd type="none" w="med" len="med"/>
            <a:tailEnd type="none" w="med" len="med"/>
          </a:ln>
        </p:spPr>
      </p:cxnSp>
      <p:sp>
        <p:nvSpPr>
          <p:cNvPr id="7" name="AutoShape 7"/>
          <p:cNvSpPr/>
          <p:nvPr/>
        </p:nvSpPr>
        <p:spPr>
          <a:xfrm rot="2700000">
            <a:off x="5956300" y="5524500"/>
            <a:ext cx="292100" cy="292100"/>
          </a:xfrm>
          <a:prstGeom prst="plus">
            <a:avLst>
              <a:gd name="adj" fmla="val 45863"/>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159000"/>
            <a:ext cx="10160000" cy="889000"/>
          </a:xfrm>
          <a:prstGeom prst="rect">
            <a:avLst/>
          </a:prstGeom>
          <a:noFill/>
          <a:ln w="12700" cap="flat" cmpd="sng">
            <a:noFill/>
            <a:prstDash val="solid"/>
            <a:round/>
          </a:ln>
        </p:spPr>
        <p:txBody>
          <a:bodyPr vert="horz" wrap="square" lIns="0" tIns="50800" rIns="0" bIns="0" rtlCol="0" anchor="b" anchorCtr="0"/>
          <a:lstStyle/>
          <a:p>
            <a:pPr indent="0" algn="ctr">
              <a:lnSpc>
                <a:spcPct val="92000"/>
              </a:lnSpc>
              <a:defRPr/>
            </a:pPr>
            <a:r>
              <a:rPr lang="en-US" sz="36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基于ECS架构的类吸血鬼幸存者游戏开发及优化</a:t>
            </a:r>
            <a:endParaRPr lang="en-US" sz="1100"/>
          </a:p>
        </p:txBody>
      </p:sp>
      <p:sp>
        <p:nvSpPr>
          <p:cNvPr id="9" name="AutoShape 9"/>
          <p:cNvSpPr/>
          <p:nvPr/>
        </p:nvSpPr>
        <p:spPr>
          <a:xfrm>
            <a:off x="2006600" y="3175000"/>
            <a:ext cx="8191500" cy="571500"/>
          </a:xfrm>
          <a:prstGeom prst="rect">
            <a:avLst/>
          </a:prstGeom>
          <a:noFill/>
          <a:ln w="12700" cap="flat" cmpd="sng">
            <a:noFill/>
            <a:prstDash val="solid"/>
            <a:round/>
          </a:ln>
        </p:spPr>
        <p:txBody>
          <a:bodyPr vert="horz" wrap="square" lIns="0" tIns="50800" rIns="0" bIns="50800" rtlCol="0" anchor="t" anchorCtr="0"/>
          <a:lstStyle/>
          <a:p>
            <a:pPr indent="0" algn="ctr">
              <a:lnSpc>
                <a:spcPct val="92000"/>
              </a:lnSpc>
              <a:defRPr/>
            </a:pPr>
            <a:r>
              <a:rPr lang="en-US" sz="2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中期答辩</a:t>
            </a:r>
            <a:endParaRPr lang="en-US" sz="1100"/>
          </a:p>
        </p:txBody>
      </p:sp>
      <p:sp>
        <p:nvSpPr>
          <p:cNvPr id="10" name="AutoShape 10"/>
          <p:cNvSpPr/>
          <p:nvPr/>
        </p:nvSpPr>
        <p:spPr>
          <a:xfrm>
            <a:off x="2286000" y="4191000"/>
            <a:ext cx="7620000" cy="571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指导老师：[</a:t>
            </a:r>
            <a:r>
              <a:rPr lang="zh-CN" altLang="en-US" sz="2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董玉坤</a:t>
            </a:r>
            <a:r>
              <a:rPr lang="en-US" sz="2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 汇报人：刘瀚文</a:t>
            </a:r>
            <a:endParaRPr lang="en-US" sz="1100"/>
          </a:p>
        </p:txBody>
      </p:sp>
      <p:sp>
        <p:nvSpPr>
          <p:cNvPr id="11" name="AutoShape 11"/>
          <p:cNvSpPr/>
          <p:nvPr/>
        </p:nvSpPr>
        <p:spPr>
          <a:xfrm>
            <a:off x="3975100" y="5842000"/>
            <a:ext cx="4254500" cy="381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92000"/>
              </a:lnSpc>
              <a:defRPr/>
            </a:pPr>
            <a:r>
              <a:rPr lang="en-US" sz="1600" b="0" i="0" u="none" strike="noStrike">
                <a:solidFill>
                  <a:srgbClr val="646A73"/>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2026年5月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130300"/>
            <a:ext cx="12192000" cy="53594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0"/>
            <a:ext cx="12192000" cy="11430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33400" y="304800"/>
            <a:ext cx="3251200" cy="9271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5400" b="1" i="0" u="none" strike="noStrike">
                <a:solidFill>
                  <a:srgbClr val="FFFFFF">
                    <a:alpha val="30980"/>
                  </a:srgbClr>
                </a:solidFill>
                <a:latin typeface="Segoe UI" panose="020B0502040204020203"/>
                <a:ea typeface="Segoe UI" panose="020B0502040204020203"/>
                <a:cs typeface="Segoe UI" panose="020B0502040204020203"/>
                <a:sym typeface="Segoe UI" panose="020B0502040204020203"/>
              </a:rPr>
              <a:t>Contents</a:t>
            </a:r>
            <a:endParaRPr lang="en-US" sz="1100"/>
          </a:p>
        </p:txBody>
      </p:sp>
      <p:sp>
        <p:nvSpPr>
          <p:cNvPr id="6" name="AutoShape 6"/>
          <p:cNvSpPr/>
          <p:nvPr/>
        </p:nvSpPr>
        <p:spPr>
          <a:xfrm>
            <a:off x="495300" y="177800"/>
            <a:ext cx="1498600" cy="8255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4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1100"/>
          </a:p>
        </p:txBody>
      </p:sp>
      <p:sp>
        <p:nvSpPr>
          <p:cNvPr id="7" name="AutoShape 7"/>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9" name="Picture 9"/>
          <p:cNvPicPr>
            <a:picLocks noChangeAspect="1"/>
          </p:cNvPicPr>
          <p:nvPr/>
        </p:nvPicPr>
        <p:blipFill>
          <a:blip r:embed="rId3"/>
          <a:srcRect l="3549" r="3549"/>
          <a:stretch>
            <a:fillRect/>
          </a:stretch>
        </p:blipFill>
        <p:spPr>
          <a:xfrm>
            <a:off x="8610600" y="6629400"/>
            <a:ext cx="2908300" cy="114300"/>
          </a:xfrm>
          <a:prstGeom prst="rect">
            <a:avLst/>
          </a:prstGeom>
          <a:noFill/>
          <a:ln w="25400" cap="flat" cmpd="sng">
            <a:noFill/>
            <a:prstDash val="solid"/>
            <a:round/>
          </a:ln>
        </p:spPr>
      </p:pic>
      <p:pic>
        <p:nvPicPr>
          <p:cNvPr id="10" name="Picture 10"/>
          <p:cNvPicPr>
            <a:picLocks noChangeAspect="1"/>
          </p:cNvPicPr>
          <p:nvPr/>
        </p:nvPicPr>
        <p:blipFill>
          <a:blip r:embed="rId4"/>
          <a:srcRect l="328" r="328"/>
          <a:stretch>
            <a:fillRect/>
          </a:stretch>
        </p:blipFill>
        <p:spPr>
          <a:xfrm>
            <a:off x="9550400" y="546100"/>
            <a:ext cx="1968500" cy="469900"/>
          </a:xfrm>
          <a:prstGeom prst="rect">
            <a:avLst/>
          </a:prstGeom>
          <a:noFill/>
          <a:ln w="25400" cap="flat" cmpd="sng">
            <a:noFill/>
            <a:prstDash val="solid"/>
            <a:round/>
          </a:ln>
        </p:spPr>
      </p:pic>
      <p:sp>
        <p:nvSpPr>
          <p:cNvPr id="11" name="AutoShape 11"/>
          <p:cNvSpPr/>
          <p:nvPr/>
        </p:nvSpPr>
        <p:spPr>
          <a:xfrm>
            <a:off x="1701800" y="2019300"/>
            <a:ext cx="723900" cy="762000"/>
          </a:xfrm>
          <a:prstGeom prst="rect">
            <a:avLst/>
          </a:prstGeom>
          <a:solidFill>
            <a:srgbClr val="003778">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a:solidFill>
                  <a:srgbClr val="FFFFFF"/>
                </a:solidFill>
                <a:latin typeface="Impact" panose="020B0806030902050204"/>
                <a:ea typeface="Impact" panose="020B0806030902050204"/>
                <a:cs typeface="Impact" panose="020B0806030902050204"/>
                <a:sym typeface="Impact" panose="020B0806030902050204"/>
              </a:rPr>
              <a:t>01</a:t>
            </a:r>
            <a:endParaRPr lang="en-US" sz="1100"/>
          </a:p>
        </p:txBody>
      </p:sp>
      <p:sp>
        <p:nvSpPr>
          <p:cNvPr id="12" name="AutoShape 12"/>
          <p:cNvSpPr/>
          <p:nvPr/>
        </p:nvSpPr>
        <p:spPr>
          <a:xfrm>
            <a:off x="2667000" y="1930400"/>
            <a:ext cx="3302000" cy="508000"/>
          </a:xfrm>
          <a:prstGeom prst="rect">
            <a:avLst/>
          </a:prstGeom>
          <a:noFill/>
          <a:ln w="12700" cap="flat" cmpd="sng">
            <a:noFill/>
            <a:prstDash val="solid"/>
            <a:round/>
          </a:ln>
        </p:spPr>
        <p:txBody>
          <a:bodyPr vert="horz" wrap="square" lIns="63500" tIns="0" rIns="0" bIns="0" rtlCol="0" anchor="b" anchorCtr="0"/>
          <a:lstStyle/>
          <a:p>
            <a:pPr indent="0" algn="l">
              <a:lnSpc>
                <a:spcPct val="125000"/>
              </a:lnSpc>
              <a:defRPr/>
            </a:pPr>
            <a:r>
              <a:rPr lang="en-US" sz="2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课题背景</a:t>
            </a:r>
            <a:endParaRPr lang="en-US" sz="1100"/>
          </a:p>
        </p:txBody>
      </p:sp>
      <p:sp>
        <p:nvSpPr>
          <p:cNvPr id="13" name="AutoShape 13"/>
          <p:cNvSpPr/>
          <p:nvPr/>
        </p:nvSpPr>
        <p:spPr>
          <a:xfrm>
            <a:off x="2667000" y="2603500"/>
            <a:ext cx="3302000" cy="635000"/>
          </a:xfrm>
          <a:prstGeom prst="rect">
            <a:avLst/>
          </a:prstGeom>
          <a:noFill/>
          <a:ln w="12700" cap="flat" cmpd="sng">
            <a:noFill/>
            <a:prstDash val="solid"/>
            <a:round/>
          </a:ln>
        </p:spPr>
        <p:txBody>
          <a:bodyPr vert="horz" wrap="square" lIns="63500" tIns="0" rIns="0" bIns="0" rtlCol="0" anchor="t" anchorCtr="0"/>
          <a:lstStyle/>
          <a:p>
            <a:pPr indent="0" algn="l">
              <a:lnSpc>
                <a:spcPct val="125000"/>
              </a:lnSpc>
              <a:defRPr/>
            </a:pPr>
            <a:r>
              <a:rPr lang="en-US" sz="15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研究背景与课题意义</a:t>
            </a:r>
            <a:endParaRPr lang="en-US" sz="1100"/>
          </a:p>
        </p:txBody>
      </p:sp>
      <p:sp>
        <p:nvSpPr>
          <p:cNvPr id="14" name="AutoShape 14"/>
          <p:cNvSpPr/>
          <p:nvPr/>
        </p:nvSpPr>
        <p:spPr>
          <a:xfrm>
            <a:off x="6286500" y="2019300"/>
            <a:ext cx="723900" cy="762000"/>
          </a:xfrm>
          <a:prstGeom prst="rect">
            <a:avLst/>
          </a:prstGeom>
          <a:solidFill>
            <a:srgbClr val="003778">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a:solidFill>
                  <a:srgbClr val="FFFFFF"/>
                </a:solidFill>
                <a:latin typeface="Impact" panose="020B0806030902050204"/>
                <a:ea typeface="Impact" panose="020B0806030902050204"/>
                <a:cs typeface="Impact" panose="020B0806030902050204"/>
                <a:sym typeface="Impact" panose="020B0806030902050204"/>
              </a:rPr>
              <a:t>02</a:t>
            </a:r>
            <a:endParaRPr lang="en-US" sz="1100"/>
          </a:p>
        </p:txBody>
      </p:sp>
      <p:sp>
        <p:nvSpPr>
          <p:cNvPr id="15" name="AutoShape 15"/>
          <p:cNvSpPr/>
          <p:nvPr/>
        </p:nvSpPr>
        <p:spPr>
          <a:xfrm>
            <a:off x="7239000" y="1930400"/>
            <a:ext cx="3302000" cy="508000"/>
          </a:xfrm>
          <a:prstGeom prst="rect">
            <a:avLst/>
          </a:prstGeom>
          <a:noFill/>
          <a:ln w="12700" cap="flat" cmpd="sng">
            <a:noFill/>
            <a:prstDash val="solid"/>
            <a:round/>
          </a:ln>
        </p:spPr>
        <p:txBody>
          <a:bodyPr vert="horz" wrap="square" lIns="63500" tIns="0" rIns="0" bIns="0" rtlCol="0" anchor="b" anchorCtr="0"/>
          <a:lstStyle/>
          <a:p>
            <a:pPr indent="0" algn="l">
              <a:lnSpc>
                <a:spcPct val="125000"/>
              </a:lnSpc>
              <a:defRPr/>
            </a:pPr>
            <a:r>
              <a:rPr lang="en-US" sz="2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课题概述</a:t>
            </a:r>
            <a:endParaRPr lang="en-US" sz="1100"/>
          </a:p>
        </p:txBody>
      </p:sp>
      <p:sp>
        <p:nvSpPr>
          <p:cNvPr id="16" name="AutoShape 16"/>
          <p:cNvSpPr/>
          <p:nvPr/>
        </p:nvSpPr>
        <p:spPr>
          <a:xfrm>
            <a:off x="7239000" y="2603500"/>
            <a:ext cx="3302000" cy="635000"/>
          </a:xfrm>
          <a:prstGeom prst="rect">
            <a:avLst/>
          </a:prstGeom>
          <a:noFill/>
          <a:ln w="12700" cap="flat" cmpd="sng">
            <a:noFill/>
            <a:prstDash val="solid"/>
            <a:round/>
          </a:ln>
        </p:spPr>
        <p:txBody>
          <a:bodyPr vert="horz" wrap="square" lIns="63500" tIns="0" rIns="0" bIns="0" rtlCol="0" anchor="t" anchorCtr="0"/>
          <a:lstStyle/>
          <a:p>
            <a:pPr indent="0" algn="l">
              <a:lnSpc>
                <a:spcPct val="125000"/>
              </a:lnSpc>
              <a:defRPr/>
            </a:pPr>
            <a:r>
              <a:rPr lang="en-US" sz="15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技术方案与系统架构</a:t>
            </a:r>
            <a:endParaRPr lang="en-US" sz="1100"/>
          </a:p>
        </p:txBody>
      </p:sp>
      <p:sp>
        <p:nvSpPr>
          <p:cNvPr id="17" name="AutoShape 17"/>
          <p:cNvSpPr/>
          <p:nvPr/>
        </p:nvSpPr>
        <p:spPr>
          <a:xfrm>
            <a:off x="1701800" y="3556000"/>
            <a:ext cx="723900" cy="762000"/>
          </a:xfrm>
          <a:prstGeom prst="rect">
            <a:avLst/>
          </a:prstGeom>
          <a:solidFill>
            <a:srgbClr val="003778">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a:solidFill>
                  <a:srgbClr val="FFFFFF"/>
                </a:solidFill>
                <a:latin typeface="Impact" panose="020B0806030902050204"/>
                <a:ea typeface="Impact" panose="020B0806030902050204"/>
                <a:cs typeface="Impact" panose="020B0806030902050204"/>
                <a:sym typeface="Impact" panose="020B0806030902050204"/>
              </a:rPr>
              <a:t>03</a:t>
            </a:r>
            <a:endParaRPr lang="en-US" sz="1100"/>
          </a:p>
        </p:txBody>
      </p:sp>
      <p:sp>
        <p:nvSpPr>
          <p:cNvPr id="18" name="AutoShape 18"/>
          <p:cNvSpPr/>
          <p:nvPr/>
        </p:nvSpPr>
        <p:spPr>
          <a:xfrm>
            <a:off x="2667000" y="3467100"/>
            <a:ext cx="3302000" cy="508000"/>
          </a:xfrm>
          <a:prstGeom prst="rect">
            <a:avLst/>
          </a:prstGeom>
          <a:noFill/>
          <a:ln w="12700" cap="flat" cmpd="sng">
            <a:noFill/>
            <a:prstDash val="solid"/>
            <a:round/>
          </a:ln>
        </p:spPr>
        <p:txBody>
          <a:bodyPr vert="horz" wrap="square" lIns="63500" tIns="0" rIns="0" bIns="0" rtlCol="0" anchor="b" anchorCtr="0"/>
          <a:lstStyle/>
          <a:p>
            <a:pPr indent="0" algn="l">
              <a:lnSpc>
                <a:spcPct val="125000"/>
              </a:lnSpc>
              <a:defRPr/>
            </a:pPr>
            <a:r>
              <a:rPr lang="en-US" sz="2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研究过程</a:t>
            </a:r>
            <a:endParaRPr lang="en-US" sz="1100"/>
          </a:p>
        </p:txBody>
      </p:sp>
      <p:sp>
        <p:nvSpPr>
          <p:cNvPr id="19" name="AutoShape 19"/>
          <p:cNvSpPr/>
          <p:nvPr/>
        </p:nvSpPr>
        <p:spPr>
          <a:xfrm>
            <a:off x="2667000" y="4140200"/>
            <a:ext cx="3302000" cy="635000"/>
          </a:xfrm>
          <a:prstGeom prst="rect">
            <a:avLst/>
          </a:prstGeom>
          <a:noFill/>
          <a:ln w="12700" cap="flat" cmpd="sng">
            <a:noFill/>
            <a:prstDash val="solid"/>
            <a:round/>
          </a:ln>
        </p:spPr>
        <p:txBody>
          <a:bodyPr vert="horz" wrap="square" lIns="63500" tIns="0" rIns="0" bIns="0" rtlCol="0" anchor="t" anchorCtr="0"/>
          <a:lstStyle/>
          <a:p>
            <a:pPr indent="0" algn="l">
              <a:lnSpc>
                <a:spcPct val="125000"/>
              </a:lnSpc>
              <a:defRPr/>
            </a:pPr>
            <a:r>
              <a:rPr lang="en-US" sz="15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当前进展与已完成工作</a:t>
            </a:r>
            <a:endParaRPr lang="en-US" sz="1100"/>
          </a:p>
        </p:txBody>
      </p:sp>
      <p:sp>
        <p:nvSpPr>
          <p:cNvPr id="20" name="AutoShape 20"/>
          <p:cNvSpPr/>
          <p:nvPr/>
        </p:nvSpPr>
        <p:spPr>
          <a:xfrm>
            <a:off x="6286500" y="3556000"/>
            <a:ext cx="723900" cy="762000"/>
          </a:xfrm>
          <a:prstGeom prst="rect">
            <a:avLst/>
          </a:prstGeom>
          <a:solidFill>
            <a:srgbClr val="003778">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a:solidFill>
                  <a:srgbClr val="FFFFFF"/>
                </a:solidFill>
                <a:latin typeface="Impact" panose="020B0806030902050204"/>
                <a:ea typeface="Impact" panose="020B0806030902050204"/>
                <a:cs typeface="Impact" panose="020B0806030902050204"/>
                <a:sym typeface="Impact" panose="020B0806030902050204"/>
              </a:rPr>
              <a:t>04</a:t>
            </a:r>
            <a:endParaRPr lang="en-US" sz="1100"/>
          </a:p>
        </p:txBody>
      </p:sp>
      <p:sp>
        <p:nvSpPr>
          <p:cNvPr id="21" name="AutoShape 21"/>
          <p:cNvSpPr/>
          <p:nvPr/>
        </p:nvSpPr>
        <p:spPr>
          <a:xfrm>
            <a:off x="7239000" y="3467100"/>
            <a:ext cx="3302000" cy="508000"/>
          </a:xfrm>
          <a:prstGeom prst="rect">
            <a:avLst/>
          </a:prstGeom>
          <a:noFill/>
          <a:ln w="12700" cap="flat" cmpd="sng">
            <a:noFill/>
            <a:prstDash val="solid"/>
            <a:round/>
          </a:ln>
        </p:spPr>
        <p:txBody>
          <a:bodyPr vert="horz" wrap="square" lIns="63500" tIns="0" rIns="0" bIns="0" rtlCol="0" anchor="b" anchorCtr="0"/>
          <a:lstStyle/>
          <a:p>
            <a:pPr indent="0" algn="l">
              <a:lnSpc>
                <a:spcPct val="125000"/>
              </a:lnSpc>
              <a:defRPr/>
            </a:pPr>
            <a:r>
              <a:rPr lang="en-US" sz="2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结论分析</a:t>
            </a:r>
            <a:endParaRPr lang="en-US" sz="1100"/>
          </a:p>
        </p:txBody>
      </p:sp>
      <p:sp>
        <p:nvSpPr>
          <p:cNvPr id="22" name="AutoShape 22"/>
          <p:cNvSpPr/>
          <p:nvPr/>
        </p:nvSpPr>
        <p:spPr>
          <a:xfrm>
            <a:off x="7239000" y="4140200"/>
            <a:ext cx="3302000" cy="635000"/>
          </a:xfrm>
          <a:prstGeom prst="rect">
            <a:avLst/>
          </a:prstGeom>
          <a:noFill/>
          <a:ln w="12700" cap="flat" cmpd="sng">
            <a:noFill/>
            <a:prstDash val="solid"/>
            <a:round/>
          </a:ln>
        </p:spPr>
        <p:txBody>
          <a:bodyPr vert="horz" wrap="square" lIns="63500" tIns="0" rIns="0" bIns="0" rtlCol="0" anchor="t" anchorCtr="0"/>
          <a:lstStyle/>
          <a:p>
            <a:pPr indent="0" algn="l">
              <a:lnSpc>
                <a:spcPct val="125000"/>
              </a:lnSpc>
              <a:defRPr/>
            </a:pPr>
            <a:r>
              <a:rPr lang="en-US" sz="15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问题、风险与下一步计划</a:t>
            </a:r>
            <a:endParaRPr lang="en-US" sz="1100"/>
          </a:p>
        </p:txBody>
      </p:sp>
      <p:sp>
        <p:nvSpPr>
          <p:cNvPr id="23" name="AutoShape 23"/>
          <p:cNvSpPr/>
          <p:nvPr/>
        </p:nvSpPr>
        <p:spPr>
          <a:xfrm>
            <a:off x="103759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5791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7823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9855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11887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11379200" y="6096000"/>
            <a:ext cx="139700" cy="1397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130300"/>
            <a:ext cx="12192000" cy="53594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617200" y="2743200"/>
            <a:ext cx="25400" cy="12700"/>
          </a:xfrm>
          <a:prstGeom prst="roundRect">
            <a:avLst>
              <a:gd name="adj" fmla="val 0"/>
            </a:avLst>
          </a:pr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7772400" y="1384300"/>
            <a:ext cx="3520357" cy="4123326"/>
          </a:xfrm>
          <a:custGeom>
            <a:avLst/>
            <a:gdLst/>
            <a:ahLst/>
            <a:cxnLst/>
            <a:rect l="l" t="t" r="r" b="b"/>
            <a:pathLst>
              <a:path w="3520357" h="4123326">
                <a:moveTo>
                  <a:pt x="2631378" y="2611676"/>
                </a:moveTo>
                <a:cubicBezTo>
                  <a:pt x="2375352" y="2561998"/>
                  <a:pt x="2375352" y="2561998"/>
                  <a:pt x="2375352" y="2561998"/>
                </a:cubicBezTo>
                <a:cubicBezTo>
                  <a:pt x="2062432" y="2625870"/>
                  <a:pt x="2062432" y="2625870"/>
                  <a:pt x="2062432" y="2625870"/>
                </a:cubicBezTo>
                <a:cubicBezTo>
                  <a:pt x="2126438" y="2561998"/>
                  <a:pt x="2126438" y="2561998"/>
                  <a:pt x="2126438" y="2561998"/>
                </a:cubicBezTo>
                <a:cubicBezTo>
                  <a:pt x="2403799" y="2476834"/>
                  <a:pt x="2403799" y="2476834"/>
                  <a:pt x="2403799" y="2476834"/>
                </a:cubicBezTo>
                <a:cubicBezTo>
                  <a:pt x="2681160" y="2569094"/>
                  <a:pt x="2681160" y="2569094"/>
                  <a:pt x="2681160" y="2569094"/>
                </a:cubicBezTo>
                <a:lnTo>
                  <a:pt x="2631378" y="2611676"/>
                </a:lnTo>
                <a:close/>
                <a:moveTo>
                  <a:pt x="2432247" y="3477504"/>
                </a:moveTo>
                <a:cubicBezTo>
                  <a:pt x="2403799" y="3328468"/>
                  <a:pt x="2403799" y="3328468"/>
                  <a:pt x="2403799" y="3328468"/>
                </a:cubicBezTo>
                <a:cubicBezTo>
                  <a:pt x="2489142" y="2994911"/>
                  <a:pt x="2489142" y="2994911"/>
                  <a:pt x="2489142" y="2994911"/>
                </a:cubicBezTo>
                <a:cubicBezTo>
                  <a:pt x="2489142" y="2994911"/>
                  <a:pt x="2489142" y="2994911"/>
                  <a:pt x="2489142" y="2994911"/>
                </a:cubicBezTo>
                <a:cubicBezTo>
                  <a:pt x="2489142" y="2994911"/>
                  <a:pt x="2489142" y="2994911"/>
                  <a:pt x="2489142" y="2994911"/>
                </a:cubicBezTo>
                <a:cubicBezTo>
                  <a:pt x="2595819" y="2980718"/>
                  <a:pt x="2595819" y="2980718"/>
                  <a:pt x="2595819" y="2980718"/>
                </a:cubicBezTo>
                <a:cubicBezTo>
                  <a:pt x="2674048" y="3498794"/>
                  <a:pt x="2674048" y="3498794"/>
                  <a:pt x="2674048" y="3498794"/>
                </a:cubicBezTo>
                <a:cubicBezTo>
                  <a:pt x="2595819" y="3491697"/>
                  <a:pt x="2517588" y="3484601"/>
                  <a:pt x="2432247" y="3477504"/>
                </a:cubicBezTo>
                <a:close/>
                <a:moveTo>
                  <a:pt x="1898860" y="2789100"/>
                </a:moveTo>
                <a:cubicBezTo>
                  <a:pt x="2133549" y="2845876"/>
                  <a:pt x="2133549" y="2845876"/>
                  <a:pt x="2133549" y="2845876"/>
                </a:cubicBezTo>
                <a:cubicBezTo>
                  <a:pt x="2453582" y="2725227"/>
                  <a:pt x="2453582" y="2725227"/>
                  <a:pt x="2453582" y="2725227"/>
                </a:cubicBezTo>
                <a:cubicBezTo>
                  <a:pt x="2631378" y="2810391"/>
                  <a:pt x="2631378" y="2810391"/>
                  <a:pt x="2631378" y="2810391"/>
                </a:cubicBezTo>
                <a:cubicBezTo>
                  <a:pt x="2453582" y="2782004"/>
                  <a:pt x="2453582" y="2782004"/>
                  <a:pt x="2453582" y="2782004"/>
                </a:cubicBezTo>
                <a:cubicBezTo>
                  <a:pt x="2126438" y="2902651"/>
                  <a:pt x="2126438" y="2902651"/>
                  <a:pt x="2126438" y="2902651"/>
                </a:cubicBezTo>
                <a:lnTo>
                  <a:pt x="1898860" y="2789100"/>
                </a:lnTo>
                <a:close/>
                <a:moveTo>
                  <a:pt x="1223235" y="3349758"/>
                </a:moveTo>
                <a:cubicBezTo>
                  <a:pt x="1102335" y="3023300"/>
                  <a:pt x="1102335" y="3023300"/>
                  <a:pt x="1102335" y="3023300"/>
                </a:cubicBezTo>
                <a:cubicBezTo>
                  <a:pt x="938762" y="2973621"/>
                  <a:pt x="938762" y="2973621"/>
                  <a:pt x="938762" y="2973621"/>
                </a:cubicBezTo>
                <a:cubicBezTo>
                  <a:pt x="1216123" y="2888458"/>
                  <a:pt x="1216123" y="2888458"/>
                  <a:pt x="1216123" y="2888458"/>
                </a:cubicBezTo>
                <a:cubicBezTo>
                  <a:pt x="1322800" y="3243304"/>
                  <a:pt x="1322800" y="3243304"/>
                  <a:pt x="1322800" y="3243304"/>
                </a:cubicBezTo>
                <a:cubicBezTo>
                  <a:pt x="1977089" y="3143947"/>
                  <a:pt x="1977089" y="3143947"/>
                  <a:pt x="1977089" y="3143947"/>
                </a:cubicBezTo>
                <a:lnTo>
                  <a:pt x="1223235" y="3349758"/>
                </a:lnTo>
                <a:close/>
                <a:moveTo>
                  <a:pt x="1102335" y="2313605"/>
                </a:moveTo>
                <a:cubicBezTo>
                  <a:pt x="1130781" y="2313605"/>
                  <a:pt x="1130781" y="2313605"/>
                  <a:pt x="1130781" y="2313605"/>
                </a:cubicBezTo>
                <a:cubicBezTo>
                  <a:pt x="1130781" y="2491029"/>
                  <a:pt x="1130781" y="2491029"/>
                  <a:pt x="1130781" y="2491029"/>
                </a:cubicBezTo>
                <a:cubicBezTo>
                  <a:pt x="1102335" y="2491029"/>
                  <a:pt x="1102335" y="2491029"/>
                  <a:pt x="1102335" y="2491029"/>
                </a:cubicBezTo>
                <a:lnTo>
                  <a:pt x="1102335" y="2313605"/>
                </a:lnTo>
                <a:close/>
                <a:moveTo>
                  <a:pt x="1166340" y="2313605"/>
                </a:moveTo>
                <a:cubicBezTo>
                  <a:pt x="1329912" y="2313605"/>
                  <a:pt x="1329912" y="2313605"/>
                  <a:pt x="1329912" y="2313605"/>
                </a:cubicBezTo>
                <a:cubicBezTo>
                  <a:pt x="1329912" y="2491029"/>
                  <a:pt x="1329912" y="2491029"/>
                  <a:pt x="1329912" y="2491029"/>
                </a:cubicBezTo>
                <a:cubicBezTo>
                  <a:pt x="1166340" y="2491029"/>
                  <a:pt x="1166340" y="2491029"/>
                  <a:pt x="1166340" y="2491029"/>
                </a:cubicBezTo>
                <a:lnTo>
                  <a:pt x="1166340" y="2313605"/>
                </a:lnTo>
                <a:close/>
                <a:moveTo>
                  <a:pt x="768078" y="1887788"/>
                </a:moveTo>
                <a:cubicBezTo>
                  <a:pt x="768078" y="1887788"/>
                  <a:pt x="768078" y="1887788"/>
                  <a:pt x="768078" y="1887788"/>
                </a:cubicBezTo>
                <a:cubicBezTo>
                  <a:pt x="561835" y="1887788"/>
                  <a:pt x="561835" y="1887788"/>
                  <a:pt x="561835" y="1887788"/>
                </a:cubicBezTo>
                <a:cubicBezTo>
                  <a:pt x="561835" y="709695"/>
                  <a:pt x="561835" y="709695"/>
                  <a:pt x="561835" y="709695"/>
                </a:cubicBezTo>
                <a:cubicBezTo>
                  <a:pt x="782301" y="709695"/>
                  <a:pt x="782301" y="709695"/>
                  <a:pt x="782301" y="709695"/>
                </a:cubicBezTo>
                <a:cubicBezTo>
                  <a:pt x="782301" y="695500"/>
                  <a:pt x="782301" y="695500"/>
                  <a:pt x="782301" y="695500"/>
                </a:cubicBezTo>
                <a:cubicBezTo>
                  <a:pt x="1059663" y="695500"/>
                  <a:pt x="1059663" y="695500"/>
                  <a:pt x="1059663" y="695500"/>
                </a:cubicBezTo>
                <a:cubicBezTo>
                  <a:pt x="1059663" y="702598"/>
                  <a:pt x="1059663" y="709695"/>
                  <a:pt x="1066775" y="716792"/>
                </a:cubicBezTo>
                <a:cubicBezTo>
                  <a:pt x="839196" y="809052"/>
                  <a:pt x="839196" y="809052"/>
                  <a:pt x="839196" y="809052"/>
                </a:cubicBezTo>
                <a:cubicBezTo>
                  <a:pt x="832085" y="794857"/>
                  <a:pt x="832085" y="794857"/>
                  <a:pt x="832085" y="794857"/>
                </a:cubicBezTo>
                <a:cubicBezTo>
                  <a:pt x="832085" y="794857"/>
                  <a:pt x="832085" y="794857"/>
                  <a:pt x="832085" y="794857"/>
                </a:cubicBezTo>
                <a:cubicBezTo>
                  <a:pt x="803637" y="809052"/>
                  <a:pt x="803637" y="809052"/>
                  <a:pt x="803637" y="809052"/>
                </a:cubicBezTo>
                <a:cubicBezTo>
                  <a:pt x="853420" y="936796"/>
                  <a:pt x="853420" y="936796"/>
                  <a:pt x="853420" y="936796"/>
                </a:cubicBezTo>
                <a:cubicBezTo>
                  <a:pt x="881868" y="922603"/>
                  <a:pt x="881868" y="922603"/>
                  <a:pt x="881868" y="922603"/>
                </a:cubicBezTo>
                <a:cubicBezTo>
                  <a:pt x="874756" y="908409"/>
                  <a:pt x="874756" y="908409"/>
                  <a:pt x="874756" y="908409"/>
                </a:cubicBezTo>
                <a:cubicBezTo>
                  <a:pt x="1102335" y="816149"/>
                  <a:pt x="1102335" y="816149"/>
                  <a:pt x="1102335" y="816149"/>
                </a:cubicBezTo>
                <a:cubicBezTo>
                  <a:pt x="1109445" y="823246"/>
                  <a:pt x="1116557" y="830343"/>
                  <a:pt x="1116557" y="837439"/>
                </a:cubicBezTo>
                <a:cubicBezTo>
                  <a:pt x="952985" y="1007767"/>
                  <a:pt x="952985" y="1007767"/>
                  <a:pt x="952985" y="1007767"/>
                </a:cubicBezTo>
                <a:cubicBezTo>
                  <a:pt x="938762" y="1000670"/>
                  <a:pt x="938762" y="1000670"/>
                  <a:pt x="938762" y="1000670"/>
                </a:cubicBezTo>
                <a:cubicBezTo>
                  <a:pt x="938762" y="1000670"/>
                  <a:pt x="938762" y="1000670"/>
                  <a:pt x="938762" y="1000670"/>
                </a:cubicBezTo>
                <a:cubicBezTo>
                  <a:pt x="917426" y="1021960"/>
                  <a:pt x="917426" y="1021960"/>
                  <a:pt x="917426" y="1021960"/>
                </a:cubicBezTo>
                <a:cubicBezTo>
                  <a:pt x="1016992" y="1121317"/>
                  <a:pt x="1016992" y="1121317"/>
                  <a:pt x="1016992" y="1121317"/>
                </a:cubicBezTo>
                <a:cubicBezTo>
                  <a:pt x="1038328" y="1100027"/>
                  <a:pt x="1038328" y="1100027"/>
                  <a:pt x="1038328" y="1100027"/>
                </a:cubicBezTo>
                <a:cubicBezTo>
                  <a:pt x="1024104" y="1085832"/>
                  <a:pt x="1024104" y="1085832"/>
                  <a:pt x="1024104" y="1085832"/>
                </a:cubicBezTo>
                <a:cubicBezTo>
                  <a:pt x="1194788" y="915506"/>
                  <a:pt x="1194788" y="915506"/>
                  <a:pt x="1194788" y="915506"/>
                </a:cubicBezTo>
                <a:cubicBezTo>
                  <a:pt x="1201900" y="922603"/>
                  <a:pt x="1209012" y="929700"/>
                  <a:pt x="1216123" y="929700"/>
                </a:cubicBezTo>
                <a:cubicBezTo>
                  <a:pt x="1130781" y="1156802"/>
                  <a:pt x="1130781" y="1156802"/>
                  <a:pt x="1130781" y="1156802"/>
                </a:cubicBezTo>
                <a:cubicBezTo>
                  <a:pt x="1116557" y="1149706"/>
                  <a:pt x="1116557" y="1149706"/>
                  <a:pt x="1116557" y="1149706"/>
                </a:cubicBezTo>
                <a:cubicBezTo>
                  <a:pt x="1116557" y="1149706"/>
                  <a:pt x="1116557" y="1149706"/>
                  <a:pt x="1116557" y="1149706"/>
                </a:cubicBezTo>
                <a:cubicBezTo>
                  <a:pt x="1102335" y="1178093"/>
                  <a:pt x="1102335" y="1178093"/>
                  <a:pt x="1102335" y="1178093"/>
                </a:cubicBezTo>
                <a:cubicBezTo>
                  <a:pt x="1230347" y="1227771"/>
                  <a:pt x="1230347" y="1227771"/>
                  <a:pt x="1230347" y="1227771"/>
                </a:cubicBezTo>
                <a:cubicBezTo>
                  <a:pt x="1244571" y="1199384"/>
                  <a:pt x="1244571" y="1199384"/>
                  <a:pt x="1244571" y="1199384"/>
                </a:cubicBezTo>
                <a:cubicBezTo>
                  <a:pt x="1230347" y="1192287"/>
                  <a:pt x="1230347" y="1192287"/>
                  <a:pt x="1230347" y="1192287"/>
                </a:cubicBezTo>
                <a:cubicBezTo>
                  <a:pt x="1315690" y="972282"/>
                  <a:pt x="1315690" y="972282"/>
                  <a:pt x="1315690" y="972282"/>
                </a:cubicBezTo>
                <a:cubicBezTo>
                  <a:pt x="1329912" y="972282"/>
                  <a:pt x="1337024" y="979378"/>
                  <a:pt x="1351248" y="979378"/>
                </a:cubicBezTo>
                <a:cubicBezTo>
                  <a:pt x="1351248" y="1213578"/>
                  <a:pt x="1351248" y="1213578"/>
                  <a:pt x="1351248" y="1213578"/>
                </a:cubicBezTo>
                <a:cubicBezTo>
                  <a:pt x="1329912" y="1213578"/>
                  <a:pt x="1329912" y="1213578"/>
                  <a:pt x="1329912" y="1213578"/>
                </a:cubicBezTo>
                <a:cubicBezTo>
                  <a:pt x="1329912" y="1887788"/>
                  <a:pt x="1329912" y="1887788"/>
                  <a:pt x="1329912" y="1887788"/>
                </a:cubicBezTo>
                <a:lnTo>
                  <a:pt x="768078" y="1887788"/>
                </a:lnTo>
                <a:close/>
                <a:moveTo>
                  <a:pt x="526275" y="1887788"/>
                </a:moveTo>
                <a:cubicBezTo>
                  <a:pt x="483605" y="1887788"/>
                  <a:pt x="483605" y="1887788"/>
                  <a:pt x="483605" y="1887788"/>
                </a:cubicBezTo>
                <a:cubicBezTo>
                  <a:pt x="483605" y="709695"/>
                  <a:pt x="483605" y="709695"/>
                  <a:pt x="483605" y="709695"/>
                </a:cubicBezTo>
                <a:cubicBezTo>
                  <a:pt x="526275" y="709695"/>
                  <a:pt x="526275" y="709695"/>
                  <a:pt x="526275" y="709695"/>
                </a:cubicBezTo>
                <a:lnTo>
                  <a:pt x="526275" y="1887788"/>
                </a:lnTo>
                <a:close/>
                <a:moveTo>
                  <a:pt x="1088111" y="787761"/>
                </a:moveTo>
                <a:cubicBezTo>
                  <a:pt x="1088111" y="794857"/>
                  <a:pt x="1095223" y="794857"/>
                  <a:pt x="1095223" y="801955"/>
                </a:cubicBezTo>
                <a:cubicBezTo>
                  <a:pt x="888978" y="887118"/>
                  <a:pt x="888978" y="887118"/>
                  <a:pt x="888978" y="887118"/>
                </a:cubicBezTo>
                <a:cubicBezTo>
                  <a:pt x="881868" y="872924"/>
                  <a:pt x="881868" y="872924"/>
                  <a:pt x="881868" y="872924"/>
                </a:cubicBezTo>
                <a:lnTo>
                  <a:pt x="1088111" y="787761"/>
                </a:lnTo>
                <a:close/>
                <a:moveTo>
                  <a:pt x="867644" y="404525"/>
                </a:moveTo>
                <a:cubicBezTo>
                  <a:pt x="874756" y="390332"/>
                  <a:pt x="874756" y="390332"/>
                  <a:pt x="874756" y="390332"/>
                </a:cubicBezTo>
                <a:cubicBezTo>
                  <a:pt x="1109445" y="489689"/>
                  <a:pt x="1109445" y="489689"/>
                  <a:pt x="1109445" y="489689"/>
                </a:cubicBezTo>
                <a:cubicBezTo>
                  <a:pt x="1102335" y="496786"/>
                  <a:pt x="1102335" y="496786"/>
                  <a:pt x="1102335" y="496786"/>
                </a:cubicBezTo>
                <a:lnTo>
                  <a:pt x="867644" y="404525"/>
                </a:lnTo>
                <a:close/>
                <a:moveTo>
                  <a:pt x="1180564" y="880021"/>
                </a:moveTo>
                <a:cubicBezTo>
                  <a:pt x="1180564" y="887118"/>
                  <a:pt x="1187676" y="887118"/>
                  <a:pt x="1194788" y="894216"/>
                </a:cubicBezTo>
                <a:cubicBezTo>
                  <a:pt x="1009880" y="1057445"/>
                  <a:pt x="1009880" y="1057445"/>
                  <a:pt x="1009880" y="1057445"/>
                </a:cubicBezTo>
                <a:cubicBezTo>
                  <a:pt x="1002768" y="1050348"/>
                  <a:pt x="1002768" y="1050348"/>
                  <a:pt x="1002768" y="1050348"/>
                </a:cubicBezTo>
                <a:lnTo>
                  <a:pt x="1180564" y="880021"/>
                </a:lnTo>
                <a:close/>
                <a:moveTo>
                  <a:pt x="995657" y="205811"/>
                </a:moveTo>
                <a:cubicBezTo>
                  <a:pt x="1024104" y="212908"/>
                  <a:pt x="1024104" y="212908"/>
                  <a:pt x="1024104" y="212908"/>
                </a:cubicBezTo>
                <a:cubicBezTo>
                  <a:pt x="1194788" y="383235"/>
                  <a:pt x="1194788" y="383235"/>
                  <a:pt x="1194788" y="383235"/>
                </a:cubicBezTo>
                <a:cubicBezTo>
                  <a:pt x="1180564" y="397429"/>
                  <a:pt x="1180564" y="397429"/>
                  <a:pt x="1180564" y="397429"/>
                </a:cubicBezTo>
                <a:lnTo>
                  <a:pt x="995657" y="205811"/>
                </a:lnTo>
                <a:close/>
                <a:moveTo>
                  <a:pt x="1287242" y="943894"/>
                </a:moveTo>
                <a:cubicBezTo>
                  <a:pt x="1294354" y="943894"/>
                  <a:pt x="1294354" y="950991"/>
                  <a:pt x="1301466" y="950991"/>
                </a:cubicBezTo>
                <a:cubicBezTo>
                  <a:pt x="1209012" y="1178093"/>
                  <a:pt x="1209012" y="1178093"/>
                  <a:pt x="1209012" y="1178093"/>
                </a:cubicBezTo>
                <a:cubicBezTo>
                  <a:pt x="1194788" y="1170996"/>
                  <a:pt x="1194788" y="1170996"/>
                  <a:pt x="1194788" y="1170996"/>
                </a:cubicBezTo>
                <a:lnTo>
                  <a:pt x="1287242" y="943894"/>
                </a:lnTo>
                <a:close/>
                <a:moveTo>
                  <a:pt x="1187676" y="70969"/>
                </a:moveTo>
                <a:cubicBezTo>
                  <a:pt x="1216123" y="120647"/>
                  <a:pt x="1216123" y="120647"/>
                  <a:pt x="1216123" y="120647"/>
                </a:cubicBezTo>
                <a:cubicBezTo>
                  <a:pt x="1315690" y="326460"/>
                  <a:pt x="1315690" y="326460"/>
                  <a:pt x="1315690" y="326460"/>
                </a:cubicBezTo>
                <a:cubicBezTo>
                  <a:pt x="1308578" y="326460"/>
                  <a:pt x="1301466" y="333557"/>
                  <a:pt x="1294354" y="333557"/>
                </a:cubicBezTo>
                <a:lnTo>
                  <a:pt x="1187676" y="70969"/>
                </a:lnTo>
                <a:close/>
                <a:moveTo>
                  <a:pt x="1401031" y="2292313"/>
                </a:moveTo>
                <a:cubicBezTo>
                  <a:pt x="1401031" y="2292313"/>
                  <a:pt x="1401031" y="2292313"/>
                  <a:pt x="1401031" y="2292313"/>
                </a:cubicBezTo>
                <a:cubicBezTo>
                  <a:pt x="1429478" y="2327798"/>
                  <a:pt x="1429478" y="2327798"/>
                  <a:pt x="1429478" y="2327798"/>
                </a:cubicBezTo>
                <a:cubicBezTo>
                  <a:pt x="1429478" y="2491029"/>
                  <a:pt x="1429478" y="2491029"/>
                  <a:pt x="1429478" y="2491029"/>
                </a:cubicBezTo>
                <a:cubicBezTo>
                  <a:pt x="1401031" y="2491029"/>
                  <a:pt x="1401031" y="2491029"/>
                  <a:pt x="1401031" y="2491029"/>
                </a:cubicBezTo>
                <a:lnTo>
                  <a:pt x="1401031" y="2292313"/>
                </a:lnTo>
                <a:close/>
                <a:moveTo>
                  <a:pt x="1401031" y="2001338"/>
                </a:moveTo>
                <a:cubicBezTo>
                  <a:pt x="1401031" y="2001338"/>
                  <a:pt x="1401031" y="2001338"/>
                  <a:pt x="1401031" y="2001338"/>
                </a:cubicBezTo>
                <a:cubicBezTo>
                  <a:pt x="1429478" y="2036823"/>
                  <a:pt x="1429478" y="2036823"/>
                  <a:pt x="1429478" y="2036823"/>
                </a:cubicBezTo>
                <a:cubicBezTo>
                  <a:pt x="1429478" y="2178762"/>
                  <a:pt x="1429478" y="2178762"/>
                  <a:pt x="1429478" y="2178762"/>
                </a:cubicBezTo>
                <a:cubicBezTo>
                  <a:pt x="1401031" y="2178762"/>
                  <a:pt x="1401031" y="2178762"/>
                  <a:pt x="1401031" y="2178762"/>
                </a:cubicBezTo>
                <a:lnTo>
                  <a:pt x="1401031" y="2001338"/>
                </a:lnTo>
                <a:close/>
                <a:moveTo>
                  <a:pt x="1401031" y="1213578"/>
                </a:moveTo>
                <a:cubicBezTo>
                  <a:pt x="1415255" y="1213578"/>
                  <a:pt x="1415255" y="1213578"/>
                  <a:pt x="1415255" y="1213578"/>
                </a:cubicBezTo>
                <a:cubicBezTo>
                  <a:pt x="1415255" y="965185"/>
                  <a:pt x="1415255" y="965185"/>
                  <a:pt x="1415255" y="965185"/>
                </a:cubicBezTo>
                <a:cubicBezTo>
                  <a:pt x="1422367" y="965185"/>
                  <a:pt x="1429478" y="965185"/>
                  <a:pt x="1429478" y="965185"/>
                </a:cubicBezTo>
                <a:cubicBezTo>
                  <a:pt x="1429478" y="1213578"/>
                  <a:pt x="1429478" y="1213578"/>
                  <a:pt x="1429478" y="1213578"/>
                </a:cubicBezTo>
                <a:cubicBezTo>
                  <a:pt x="1429478" y="1213578"/>
                  <a:pt x="1429478" y="1213578"/>
                  <a:pt x="1429478" y="1213578"/>
                </a:cubicBezTo>
                <a:cubicBezTo>
                  <a:pt x="1429478" y="1894884"/>
                  <a:pt x="1429478" y="1894884"/>
                  <a:pt x="1429478" y="1894884"/>
                </a:cubicBezTo>
                <a:cubicBezTo>
                  <a:pt x="1401031" y="1894884"/>
                  <a:pt x="1401031" y="1894884"/>
                  <a:pt x="1401031" y="1894884"/>
                </a:cubicBezTo>
                <a:lnTo>
                  <a:pt x="1401031" y="1213578"/>
                </a:lnTo>
                <a:close/>
                <a:moveTo>
                  <a:pt x="1415255" y="35485"/>
                </a:moveTo>
                <a:cubicBezTo>
                  <a:pt x="1429478" y="35485"/>
                  <a:pt x="1429478" y="35485"/>
                  <a:pt x="1429478" y="35485"/>
                </a:cubicBezTo>
                <a:cubicBezTo>
                  <a:pt x="1429478" y="319363"/>
                  <a:pt x="1429478" y="319363"/>
                  <a:pt x="1429478" y="319363"/>
                </a:cubicBezTo>
                <a:cubicBezTo>
                  <a:pt x="1429478" y="319363"/>
                  <a:pt x="1422367" y="319363"/>
                  <a:pt x="1415255" y="312265"/>
                </a:cubicBezTo>
                <a:lnTo>
                  <a:pt x="1415255" y="35485"/>
                </a:lnTo>
                <a:close/>
                <a:moveTo>
                  <a:pt x="1507708" y="432914"/>
                </a:moveTo>
                <a:cubicBezTo>
                  <a:pt x="1543267" y="432914"/>
                  <a:pt x="1578827" y="468399"/>
                  <a:pt x="1578827" y="503883"/>
                </a:cubicBezTo>
                <a:cubicBezTo>
                  <a:pt x="1578827" y="546464"/>
                  <a:pt x="1543267" y="574853"/>
                  <a:pt x="1507708" y="574853"/>
                </a:cubicBezTo>
                <a:cubicBezTo>
                  <a:pt x="1465038" y="574853"/>
                  <a:pt x="1436590" y="546464"/>
                  <a:pt x="1436590" y="503883"/>
                </a:cubicBezTo>
                <a:cubicBezTo>
                  <a:pt x="1436590" y="468399"/>
                  <a:pt x="1465038" y="432914"/>
                  <a:pt x="1507708" y="432914"/>
                </a:cubicBezTo>
                <a:close/>
                <a:moveTo>
                  <a:pt x="1642834" y="1163899"/>
                </a:moveTo>
                <a:cubicBezTo>
                  <a:pt x="1635722" y="1163899"/>
                  <a:pt x="1635722" y="1163899"/>
                  <a:pt x="1635722" y="1163899"/>
                </a:cubicBezTo>
                <a:cubicBezTo>
                  <a:pt x="1543267" y="929700"/>
                  <a:pt x="1543267" y="929700"/>
                  <a:pt x="1543267" y="929700"/>
                </a:cubicBezTo>
                <a:cubicBezTo>
                  <a:pt x="1564603" y="922603"/>
                  <a:pt x="1564603" y="922603"/>
                  <a:pt x="1564603" y="922603"/>
                </a:cubicBezTo>
                <a:lnTo>
                  <a:pt x="1642834" y="1163899"/>
                </a:lnTo>
                <a:close/>
                <a:moveTo>
                  <a:pt x="1657057" y="844536"/>
                </a:moveTo>
                <a:cubicBezTo>
                  <a:pt x="1834853" y="1014863"/>
                  <a:pt x="1834853" y="1014863"/>
                  <a:pt x="1834853" y="1014863"/>
                </a:cubicBezTo>
                <a:cubicBezTo>
                  <a:pt x="1820629" y="1029057"/>
                  <a:pt x="1820629" y="1029057"/>
                  <a:pt x="1820629" y="1029057"/>
                </a:cubicBezTo>
                <a:cubicBezTo>
                  <a:pt x="1642834" y="851634"/>
                  <a:pt x="1642834" y="851634"/>
                  <a:pt x="1642834" y="851634"/>
                </a:cubicBezTo>
                <a:cubicBezTo>
                  <a:pt x="1649945" y="851634"/>
                  <a:pt x="1649945" y="844536"/>
                  <a:pt x="1657057" y="844536"/>
                </a:cubicBezTo>
                <a:close/>
                <a:moveTo>
                  <a:pt x="1713951" y="730985"/>
                </a:moveTo>
                <a:cubicBezTo>
                  <a:pt x="1941530" y="823246"/>
                  <a:pt x="1941530" y="823246"/>
                  <a:pt x="1941530" y="823246"/>
                </a:cubicBezTo>
                <a:cubicBezTo>
                  <a:pt x="1934418" y="837439"/>
                  <a:pt x="1934418" y="837439"/>
                  <a:pt x="1934418" y="837439"/>
                </a:cubicBezTo>
                <a:cubicBezTo>
                  <a:pt x="1706839" y="738082"/>
                  <a:pt x="1706839" y="738082"/>
                  <a:pt x="1706839" y="738082"/>
                </a:cubicBezTo>
                <a:cubicBezTo>
                  <a:pt x="1706839" y="738082"/>
                  <a:pt x="1713951" y="730985"/>
                  <a:pt x="1713951" y="730985"/>
                </a:cubicBezTo>
                <a:close/>
                <a:moveTo>
                  <a:pt x="1984201" y="596143"/>
                </a:moveTo>
                <a:cubicBezTo>
                  <a:pt x="2666936" y="596143"/>
                  <a:pt x="2666936" y="596143"/>
                  <a:pt x="2666936" y="596143"/>
                </a:cubicBezTo>
                <a:cubicBezTo>
                  <a:pt x="2666936" y="624531"/>
                  <a:pt x="2666936" y="624531"/>
                  <a:pt x="2666936" y="624531"/>
                </a:cubicBezTo>
                <a:cubicBezTo>
                  <a:pt x="1984201" y="624531"/>
                  <a:pt x="1984201" y="624531"/>
                  <a:pt x="1984201" y="624531"/>
                </a:cubicBezTo>
                <a:lnTo>
                  <a:pt x="1984201" y="596143"/>
                </a:lnTo>
                <a:close/>
                <a:moveTo>
                  <a:pt x="2553148" y="390332"/>
                </a:moveTo>
                <a:cubicBezTo>
                  <a:pt x="2574483" y="567756"/>
                  <a:pt x="2574483" y="567756"/>
                  <a:pt x="2574483" y="567756"/>
                </a:cubicBezTo>
                <a:cubicBezTo>
                  <a:pt x="2560259" y="567756"/>
                  <a:pt x="2560259" y="567756"/>
                  <a:pt x="2560259" y="567756"/>
                </a:cubicBezTo>
                <a:cubicBezTo>
                  <a:pt x="2546036" y="383235"/>
                  <a:pt x="2546036" y="383235"/>
                  <a:pt x="2546036" y="383235"/>
                </a:cubicBezTo>
                <a:lnTo>
                  <a:pt x="2553148" y="390332"/>
                </a:lnTo>
                <a:close/>
                <a:moveTo>
                  <a:pt x="2631378" y="475496"/>
                </a:moveTo>
                <a:cubicBezTo>
                  <a:pt x="2823398" y="589046"/>
                  <a:pt x="2823398" y="589046"/>
                  <a:pt x="2823398" y="589046"/>
                </a:cubicBezTo>
                <a:cubicBezTo>
                  <a:pt x="2823398" y="603240"/>
                  <a:pt x="2823398" y="603240"/>
                  <a:pt x="2823398" y="603240"/>
                </a:cubicBezTo>
                <a:cubicBezTo>
                  <a:pt x="2631378" y="510981"/>
                  <a:pt x="2631378" y="510981"/>
                  <a:pt x="2631378" y="510981"/>
                </a:cubicBezTo>
                <a:lnTo>
                  <a:pt x="2631378" y="475496"/>
                </a:lnTo>
                <a:close/>
                <a:moveTo>
                  <a:pt x="2922963" y="631628"/>
                </a:moveTo>
                <a:cubicBezTo>
                  <a:pt x="2930075" y="660016"/>
                  <a:pt x="2930075" y="660016"/>
                  <a:pt x="2930075" y="660016"/>
                </a:cubicBezTo>
                <a:cubicBezTo>
                  <a:pt x="2716720" y="702598"/>
                  <a:pt x="2716720" y="702598"/>
                  <a:pt x="2716720" y="702598"/>
                </a:cubicBezTo>
                <a:cubicBezTo>
                  <a:pt x="2688272" y="688403"/>
                  <a:pt x="2688272" y="688403"/>
                  <a:pt x="2688272" y="688403"/>
                </a:cubicBezTo>
                <a:lnTo>
                  <a:pt x="2922963" y="631628"/>
                </a:lnTo>
                <a:close/>
                <a:moveTo>
                  <a:pt x="3065200" y="674210"/>
                </a:moveTo>
                <a:cubicBezTo>
                  <a:pt x="2866069" y="922603"/>
                  <a:pt x="2866069" y="922603"/>
                  <a:pt x="2866069" y="922603"/>
                </a:cubicBezTo>
                <a:cubicBezTo>
                  <a:pt x="2844733" y="901313"/>
                  <a:pt x="2844733" y="901313"/>
                  <a:pt x="2844733" y="901313"/>
                </a:cubicBezTo>
                <a:cubicBezTo>
                  <a:pt x="3043864" y="645822"/>
                  <a:pt x="3043864" y="645822"/>
                  <a:pt x="3043864" y="645822"/>
                </a:cubicBezTo>
                <a:lnTo>
                  <a:pt x="3065200" y="674210"/>
                </a:lnTo>
                <a:close/>
                <a:moveTo>
                  <a:pt x="3178989" y="695500"/>
                </a:moveTo>
                <a:cubicBezTo>
                  <a:pt x="3072312" y="1021960"/>
                  <a:pt x="3072312" y="1021960"/>
                  <a:pt x="3072312" y="1021960"/>
                </a:cubicBezTo>
                <a:cubicBezTo>
                  <a:pt x="3058088" y="1014863"/>
                  <a:pt x="3058088" y="1014863"/>
                  <a:pt x="3058088" y="1014863"/>
                </a:cubicBezTo>
                <a:cubicBezTo>
                  <a:pt x="3164765" y="681307"/>
                  <a:pt x="3164765" y="681307"/>
                  <a:pt x="3164765" y="681307"/>
                </a:cubicBezTo>
                <a:lnTo>
                  <a:pt x="3178989" y="695500"/>
                </a:lnTo>
                <a:close/>
                <a:moveTo>
                  <a:pt x="3278555" y="674210"/>
                </a:moveTo>
                <a:cubicBezTo>
                  <a:pt x="3292779" y="674210"/>
                  <a:pt x="3292779" y="674210"/>
                  <a:pt x="3292779" y="674210"/>
                </a:cubicBezTo>
                <a:cubicBezTo>
                  <a:pt x="3292779" y="1100027"/>
                  <a:pt x="3292779" y="1100027"/>
                  <a:pt x="3292779" y="1100027"/>
                </a:cubicBezTo>
                <a:cubicBezTo>
                  <a:pt x="3278555" y="1100027"/>
                  <a:pt x="3278555" y="1100027"/>
                  <a:pt x="3278555" y="1100027"/>
                </a:cubicBezTo>
                <a:lnTo>
                  <a:pt x="3278555" y="674210"/>
                </a:lnTo>
                <a:close/>
                <a:moveTo>
                  <a:pt x="1472150" y="2029727"/>
                </a:moveTo>
                <a:cubicBezTo>
                  <a:pt x="1543267" y="2029727"/>
                  <a:pt x="1543267" y="2029727"/>
                  <a:pt x="1543267" y="2029727"/>
                </a:cubicBezTo>
                <a:cubicBezTo>
                  <a:pt x="1543267" y="2178762"/>
                  <a:pt x="1543267" y="2178762"/>
                  <a:pt x="1543267" y="2178762"/>
                </a:cubicBezTo>
                <a:cubicBezTo>
                  <a:pt x="1472150" y="2178762"/>
                  <a:pt x="1472150" y="2178762"/>
                  <a:pt x="1472150" y="2178762"/>
                </a:cubicBezTo>
                <a:lnTo>
                  <a:pt x="1472150" y="2029727"/>
                </a:lnTo>
                <a:close/>
                <a:moveTo>
                  <a:pt x="1578827" y="1980048"/>
                </a:moveTo>
                <a:cubicBezTo>
                  <a:pt x="1607274" y="1958758"/>
                  <a:pt x="1607274" y="1958758"/>
                  <a:pt x="1607274" y="1958758"/>
                </a:cubicBezTo>
                <a:cubicBezTo>
                  <a:pt x="1607274" y="2207151"/>
                  <a:pt x="1607274" y="2207151"/>
                  <a:pt x="1607274" y="2207151"/>
                </a:cubicBezTo>
                <a:cubicBezTo>
                  <a:pt x="1578827" y="2192956"/>
                  <a:pt x="1578827" y="2192956"/>
                  <a:pt x="1578827" y="2192956"/>
                </a:cubicBezTo>
                <a:lnTo>
                  <a:pt x="1578827" y="1980048"/>
                </a:lnTo>
                <a:close/>
                <a:moveTo>
                  <a:pt x="2453582" y="1845206"/>
                </a:moveTo>
                <a:cubicBezTo>
                  <a:pt x="2453582" y="1674880"/>
                  <a:pt x="2453582" y="1674880"/>
                  <a:pt x="2453582" y="1674880"/>
                </a:cubicBezTo>
                <a:cubicBezTo>
                  <a:pt x="2474918" y="1674880"/>
                  <a:pt x="2474918" y="1674880"/>
                  <a:pt x="2474918" y="1674880"/>
                </a:cubicBezTo>
                <a:cubicBezTo>
                  <a:pt x="2489142" y="1823916"/>
                  <a:pt x="2489142" y="1823916"/>
                  <a:pt x="2489142" y="1823916"/>
                </a:cubicBezTo>
                <a:cubicBezTo>
                  <a:pt x="2595819" y="2022630"/>
                  <a:pt x="2595819" y="2022630"/>
                  <a:pt x="2595819" y="2022630"/>
                </a:cubicBezTo>
                <a:lnTo>
                  <a:pt x="2453582" y="1845206"/>
                </a:lnTo>
                <a:close/>
                <a:moveTo>
                  <a:pt x="2823398" y="1362613"/>
                </a:moveTo>
                <a:cubicBezTo>
                  <a:pt x="2823398" y="1291645"/>
                  <a:pt x="2823398" y="1291645"/>
                  <a:pt x="2823398" y="1291645"/>
                </a:cubicBezTo>
                <a:cubicBezTo>
                  <a:pt x="2851845" y="1291645"/>
                  <a:pt x="2851845" y="1291645"/>
                  <a:pt x="2851845" y="1291645"/>
                </a:cubicBezTo>
                <a:cubicBezTo>
                  <a:pt x="2908739" y="1348420"/>
                  <a:pt x="2908739" y="1348420"/>
                  <a:pt x="2908739" y="1348420"/>
                </a:cubicBezTo>
                <a:cubicBezTo>
                  <a:pt x="2894515" y="1447777"/>
                  <a:pt x="2894515" y="1447777"/>
                  <a:pt x="2894515" y="1447777"/>
                </a:cubicBezTo>
                <a:cubicBezTo>
                  <a:pt x="2830509" y="1490359"/>
                  <a:pt x="2830509" y="1490359"/>
                  <a:pt x="2830509" y="1490359"/>
                </a:cubicBezTo>
                <a:cubicBezTo>
                  <a:pt x="2809174" y="1490359"/>
                  <a:pt x="2809174" y="1490359"/>
                  <a:pt x="2809174" y="1490359"/>
                </a:cubicBezTo>
                <a:cubicBezTo>
                  <a:pt x="2809174" y="1440680"/>
                  <a:pt x="2809174" y="1440680"/>
                  <a:pt x="2809174" y="1440680"/>
                </a:cubicBezTo>
                <a:cubicBezTo>
                  <a:pt x="2844733" y="1440680"/>
                  <a:pt x="2844733" y="1440680"/>
                  <a:pt x="2844733" y="1440680"/>
                </a:cubicBezTo>
                <a:cubicBezTo>
                  <a:pt x="2844733" y="1426487"/>
                  <a:pt x="2844733" y="1426487"/>
                  <a:pt x="2844733" y="1426487"/>
                </a:cubicBezTo>
                <a:cubicBezTo>
                  <a:pt x="2809174" y="1426487"/>
                  <a:pt x="2809174" y="1426487"/>
                  <a:pt x="2809174" y="1426487"/>
                </a:cubicBezTo>
                <a:cubicBezTo>
                  <a:pt x="2809174" y="1362613"/>
                  <a:pt x="2809174" y="1362613"/>
                  <a:pt x="2809174" y="1362613"/>
                </a:cubicBezTo>
                <a:lnTo>
                  <a:pt x="2823398" y="1362613"/>
                </a:lnTo>
                <a:close/>
                <a:moveTo>
                  <a:pt x="2894515" y="1554231"/>
                </a:moveTo>
                <a:cubicBezTo>
                  <a:pt x="2851845" y="1554231"/>
                  <a:pt x="2851845" y="1554231"/>
                  <a:pt x="2851845" y="1554231"/>
                </a:cubicBezTo>
                <a:cubicBezTo>
                  <a:pt x="2851845" y="1504552"/>
                  <a:pt x="2851845" y="1504552"/>
                  <a:pt x="2851845" y="1504552"/>
                </a:cubicBezTo>
                <a:cubicBezTo>
                  <a:pt x="2930075" y="1461971"/>
                  <a:pt x="2930075" y="1461971"/>
                  <a:pt x="2930075" y="1461971"/>
                </a:cubicBezTo>
                <a:lnTo>
                  <a:pt x="2894515" y="1554231"/>
                </a:lnTo>
                <a:close/>
                <a:moveTo>
                  <a:pt x="2937186" y="3527182"/>
                </a:moveTo>
                <a:cubicBezTo>
                  <a:pt x="3029641" y="3037493"/>
                  <a:pt x="3029641" y="3037493"/>
                  <a:pt x="3029641" y="3037493"/>
                </a:cubicBezTo>
                <a:cubicBezTo>
                  <a:pt x="3008305" y="2860069"/>
                  <a:pt x="3008305" y="2860069"/>
                  <a:pt x="3008305" y="2860069"/>
                </a:cubicBezTo>
                <a:cubicBezTo>
                  <a:pt x="2930075" y="3200723"/>
                  <a:pt x="2930075" y="3200723"/>
                  <a:pt x="2930075" y="3200723"/>
                </a:cubicBezTo>
                <a:cubicBezTo>
                  <a:pt x="2887403" y="3200723"/>
                  <a:pt x="2887403" y="3200723"/>
                  <a:pt x="2887403" y="3200723"/>
                </a:cubicBezTo>
                <a:cubicBezTo>
                  <a:pt x="2887403" y="2895554"/>
                  <a:pt x="2887403" y="2895554"/>
                  <a:pt x="2887403" y="2895554"/>
                </a:cubicBezTo>
                <a:cubicBezTo>
                  <a:pt x="3015417" y="2803294"/>
                  <a:pt x="3015417" y="2803294"/>
                  <a:pt x="3015417" y="2803294"/>
                </a:cubicBezTo>
                <a:cubicBezTo>
                  <a:pt x="3079424" y="2271023"/>
                  <a:pt x="3079424" y="2271023"/>
                  <a:pt x="3079424" y="2271023"/>
                </a:cubicBezTo>
                <a:cubicBezTo>
                  <a:pt x="2830509" y="2838779"/>
                  <a:pt x="2830509" y="2838779"/>
                  <a:pt x="2830509" y="2838779"/>
                </a:cubicBezTo>
                <a:cubicBezTo>
                  <a:pt x="2809174" y="2838779"/>
                  <a:pt x="2809174" y="2838779"/>
                  <a:pt x="2809174" y="2838779"/>
                </a:cubicBezTo>
                <a:cubicBezTo>
                  <a:pt x="2809174" y="2491029"/>
                  <a:pt x="2809174" y="2491029"/>
                  <a:pt x="2809174" y="2491029"/>
                </a:cubicBezTo>
                <a:cubicBezTo>
                  <a:pt x="2887403" y="2271023"/>
                  <a:pt x="2887403" y="2271023"/>
                  <a:pt x="2887403" y="2271023"/>
                </a:cubicBezTo>
                <a:cubicBezTo>
                  <a:pt x="2738055" y="2143277"/>
                  <a:pt x="2738055" y="2143277"/>
                  <a:pt x="2738055" y="2143277"/>
                </a:cubicBezTo>
                <a:cubicBezTo>
                  <a:pt x="2887403" y="1987145"/>
                  <a:pt x="2887403" y="1987145"/>
                  <a:pt x="2887403" y="1987145"/>
                </a:cubicBezTo>
                <a:cubicBezTo>
                  <a:pt x="2937186" y="2015533"/>
                  <a:pt x="2937186" y="2015533"/>
                  <a:pt x="2937186" y="2015533"/>
                </a:cubicBezTo>
                <a:cubicBezTo>
                  <a:pt x="2873181" y="2136181"/>
                  <a:pt x="2873181" y="2136181"/>
                  <a:pt x="2873181" y="2136181"/>
                </a:cubicBezTo>
                <a:cubicBezTo>
                  <a:pt x="3022529" y="2263926"/>
                  <a:pt x="3022529" y="2263926"/>
                  <a:pt x="3022529" y="2263926"/>
                </a:cubicBezTo>
                <a:cubicBezTo>
                  <a:pt x="3242996" y="2100697"/>
                  <a:pt x="3242996" y="2100697"/>
                  <a:pt x="3242996" y="2100697"/>
                </a:cubicBezTo>
                <a:cubicBezTo>
                  <a:pt x="3399456" y="1547134"/>
                  <a:pt x="3399456" y="1547134"/>
                  <a:pt x="3399456" y="1547134"/>
                </a:cubicBezTo>
                <a:cubicBezTo>
                  <a:pt x="3335449" y="1305838"/>
                  <a:pt x="3335449" y="1305838"/>
                  <a:pt x="3335449" y="1305838"/>
                </a:cubicBezTo>
                <a:cubicBezTo>
                  <a:pt x="3427903" y="1227771"/>
                  <a:pt x="3427903" y="1227771"/>
                  <a:pt x="3427903" y="1227771"/>
                </a:cubicBezTo>
                <a:cubicBezTo>
                  <a:pt x="3456351" y="1185191"/>
                  <a:pt x="3456351" y="1185191"/>
                  <a:pt x="3456351" y="1185191"/>
                </a:cubicBezTo>
                <a:cubicBezTo>
                  <a:pt x="3449239" y="1185191"/>
                  <a:pt x="3449239" y="1185191"/>
                  <a:pt x="3449239" y="1185191"/>
                </a:cubicBezTo>
                <a:cubicBezTo>
                  <a:pt x="3449239" y="1185191"/>
                  <a:pt x="3449239" y="1185191"/>
                  <a:pt x="3449239" y="1185191"/>
                </a:cubicBezTo>
                <a:cubicBezTo>
                  <a:pt x="3285667" y="1249063"/>
                  <a:pt x="3285667" y="1249063"/>
                  <a:pt x="3285667" y="1249063"/>
                </a:cubicBezTo>
                <a:cubicBezTo>
                  <a:pt x="3250108" y="1603910"/>
                  <a:pt x="3250108" y="1603910"/>
                  <a:pt x="3250108" y="1603910"/>
                </a:cubicBezTo>
                <a:cubicBezTo>
                  <a:pt x="2965634" y="1618104"/>
                  <a:pt x="2965634" y="1618104"/>
                  <a:pt x="2965634" y="1618104"/>
                </a:cubicBezTo>
                <a:cubicBezTo>
                  <a:pt x="3271443" y="1653588"/>
                  <a:pt x="3271443" y="1653588"/>
                  <a:pt x="3271443" y="1653588"/>
                </a:cubicBezTo>
                <a:cubicBezTo>
                  <a:pt x="2958522" y="1703267"/>
                  <a:pt x="2958522" y="1703267"/>
                  <a:pt x="2958522" y="1703267"/>
                </a:cubicBezTo>
                <a:cubicBezTo>
                  <a:pt x="2994081" y="1809721"/>
                  <a:pt x="2994081" y="1809721"/>
                  <a:pt x="2994081" y="1809721"/>
                </a:cubicBezTo>
                <a:cubicBezTo>
                  <a:pt x="2937186" y="1880691"/>
                  <a:pt x="2937186" y="1880691"/>
                  <a:pt x="2937186" y="1880691"/>
                </a:cubicBezTo>
                <a:cubicBezTo>
                  <a:pt x="2802062" y="1823916"/>
                  <a:pt x="2802062" y="1823916"/>
                  <a:pt x="2802062" y="1823916"/>
                </a:cubicBezTo>
                <a:cubicBezTo>
                  <a:pt x="2681160" y="1887788"/>
                  <a:pt x="2681160" y="1887788"/>
                  <a:pt x="2681160" y="1887788"/>
                </a:cubicBezTo>
                <a:cubicBezTo>
                  <a:pt x="2617154" y="1816819"/>
                  <a:pt x="2617154" y="1816819"/>
                  <a:pt x="2617154" y="1816819"/>
                </a:cubicBezTo>
                <a:cubicBezTo>
                  <a:pt x="2695384" y="1575523"/>
                  <a:pt x="2695384" y="1575523"/>
                  <a:pt x="2695384" y="1575523"/>
                </a:cubicBezTo>
                <a:cubicBezTo>
                  <a:pt x="2730943" y="1575523"/>
                  <a:pt x="2730943" y="1575523"/>
                  <a:pt x="2730943" y="1575523"/>
                </a:cubicBezTo>
                <a:cubicBezTo>
                  <a:pt x="2752279" y="1781334"/>
                  <a:pt x="2752279" y="1781334"/>
                  <a:pt x="2752279" y="1781334"/>
                </a:cubicBezTo>
                <a:cubicBezTo>
                  <a:pt x="2802062" y="1632298"/>
                  <a:pt x="2802062" y="1632298"/>
                  <a:pt x="2802062" y="1632298"/>
                </a:cubicBezTo>
                <a:cubicBezTo>
                  <a:pt x="2922963" y="1639395"/>
                  <a:pt x="2922963" y="1639395"/>
                  <a:pt x="2922963" y="1639395"/>
                </a:cubicBezTo>
                <a:cubicBezTo>
                  <a:pt x="2873181" y="1618104"/>
                  <a:pt x="2873181" y="1618104"/>
                  <a:pt x="2873181" y="1618104"/>
                </a:cubicBezTo>
                <a:cubicBezTo>
                  <a:pt x="2951410" y="1611006"/>
                  <a:pt x="2951410" y="1611006"/>
                  <a:pt x="2951410" y="1611006"/>
                </a:cubicBezTo>
                <a:cubicBezTo>
                  <a:pt x="2930075" y="1561328"/>
                  <a:pt x="2930075" y="1561328"/>
                  <a:pt x="2930075" y="1561328"/>
                </a:cubicBezTo>
                <a:cubicBezTo>
                  <a:pt x="2972746" y="1490359"/>
                  <a:pt x="2972746" y="1490359"/>
                  <a:pt x="2972746" y="1490359"/>
                </a:cubicBezTo>
                <a:cubicBezTo>
                  <a:pt x="2994081" y="1334226"/>
                  <a:pt x="2994081" y="1334226"/>
                  <a:pt x="2994081" y="1334226"/>
                </a:cubicBezTo>
                <a:cubicBezTo>
                  <a:pt x="2887403" y="1241966"/>
                  <a:pt x="2887403" y="1241966"/>
                  <a:pt x="2887403" y="1241966"/>
                </a:cubicBezTo>
                <a:cubicBezTo>
                  <a:pt x="2802062" y="1249063"/>
                  <a:pt x="2802062" y="1249063"/>
                  <a:pt x="2802062" y="1249063"/>
                </a:cubicBezTo>
                <a:cubicBezTo>
                  <a:pt x="2730943" y="1305838"/>
                  <a:pt x="2730943" y="1305838"/>
                  <a:pt x="2730943" y="1305838"/>
                </a:cubicBezTo>
                <a:cubicBezTo>
                  <a:pt x="2709608" y="865828"/>
                  <a:pt x="2709608" y="865828"/>
                  <a:pt x="2709608" y="865828"/>
                </a:cubicBezTo>
                <a:cubicBezTo>
                  <a:pt x="2688272" y="837439"/>
                  <a:pt x="2688272" y="837439"/>
                  <a:pt x="2688272" y="837439"/>
                </a:cubicBezTo>
                <a:cubicBezTo>
                  <a:pt x="2666936" y="1568425"/>
                  <a:pt x="2666936" y="1568425"/>
                  <a:pt x="2666936" y="1568425"/>
                </a:cubicBezTo>
                <a:cubicBezTo>
                  <a:pt x="2610043" y="1653588"/>
                  <a:pt x="2610043" y="1653588"/>
                  <a:pt x="2610043" y="1653588"/>
                </a:cubicBezTo>
                <a:cubicBezTo>
                  <a:pt x="2610043" y="1653588"/>
                  <a:pt x="2602931" y="1646492"/>
                  <a:pt x="2588707" y="1596813"/>
                </a:cubicBezTo>
                <a:cubicBezTo>
                  <a:pt x="2574483" y="1547134"/>
                  <a:pt x="2595819" y="1419389"/>
                  <a:pt x="2595819" y="1419389"/>
                </a:cubicBezTo>
                <a:cubicBezTo>
                  <a:pt x="2652714" y="851634"/>
                  <a:pt x="2652714" y="851634"/>
                  <a:pt x="2652714" y="851634"/>
                </a:cubicBezTo>
                <a:cubicBezTo>
                  <a:pt x="2610043" y="901313"/>
                  <a:pt x="2610043" y="901313"/>
                  <a:pt x="2610043" y="901313"/>
                </a:cubicBezTo>
                <a:cubicBezTo>
                  <a:pt x="2581595" y="1249063"/>
                  <a:pt x="2581595" y="1249063"/>
                  <a:pt x="2581595" y="1249063"/>
                </a:cubicBezTo>
                <a:cubicBezTo>
                  <a:pt x="2453582" y="1341323"/>
                  <a:pt x="2453582" y="1341323"/>
                  <a:pt x="2453582" y="1341323"/>
                </a:cubicBezTo>
                <a:cubicBezTo>
                  <a:pt x="2418023" y="1525844"/>
                  <a:pt x="2418023" y="1525844"/>
                  <a:pt x="2418023" y="1525844"/>
                </a:cubicBezTo>
                <a:cubicBezTo>
                  <a:pt x="2467806" y="1383905"/>
                  <a:pt x="2467806" y="1383905"/>
                  <a:pt x="2467806" y="1383905"/>
                </a:cubicBezTo>
                <a:cubicBezTo>
                  <a:pt x="2567371" y="1334226"/>
                  <a:pt x="2567371" y="1334226"/>
                  <a:pt x="2567371" y="1334226"/>
                </a:cubicBezTo>
                <a:cubicBezTo>
                  <a:pt x="2553148" y="1426487"/>
                  <a:pt x="2553148" y="1426487"/>
                  <a:pt x="2553148" y="1426487"/>
                </a:cubicBezTo>
                <a:cubicBezTo>
                  <a:pt x="2489142" y="1469067"/>
                  <a:pt x="2489142" y="1469067"/>
                  <a:pt x="2489142" y="1469067"/>
                </a:cubicBezTo>
                <a:cubicBezTo>
                  <a:pt x="2361128" y="1632298"/>
                  <a:pt x="2361128" y="1632298"/>
                  <a:pt x="2361128" y="1632298"/>
                </a:cubicBezTo>
                <a:cubicBezTo>
                  <a:pt x="2346904" y="1916176"/>
                  <a:pt x="2346904" y="1916176"/>
                  <a:pt x="2346904" y="1916176"/>
                </a:cubicBezTo>
                <a:cubicBezTo>
                  <a:pt x="2631378" y="2157472"/>
                  <a:pt x="2631378" y="2157472"/>
                  <a:pt x="2631378" y="2157472"/>
                </a:cubicBezTo>
                <a:cubicBezTo>
                  <a:pt x="2567371" y="2320701"/>
                  <a:pt x="2567371" y="2320701"/>
                  <a:pt x="2567371" y="2320701"/>
                </a:cubicBezTo>
                <a:cubicBezTo>
                  <a:pt x="2802062" y="2491029"/>
                  <a:pt x="2802062" y="2491029"/>
                  <a:pt x="2802062" y="2491029"/>
                </a:cubicBezTo>
                <a:cubicBezTo>
                  <a:pt x="2752279" y="2526513"/>
                  <a:pt x="2752279" y="2526513"/>
                  <a:pt x="2752279" y="2526513"/>
                </a:cubicBezTo>
                <a:cubicBezTo>
                  <a:pt x="2489142" y="2391672"/>
                  <a:pt x="2489142" y="2391672"/>
                  <a:pt x="2489142" y="2391672"/>
                </a:cubicBezTo>
                <a:cubicBezTo>
                  <a:pt x="2567371" y="2320701"/>
                  <a:pt x="2567371" y="2320701"/>
                  <a:pt x="2567371" y="2320701"/>
                </a:cubicBezTo>
                <a:cubicBezTo>
                  <a:pt x="2062432" y="2256829"/>
                  <a:pt x="2062432" y="2256829"/>
                  <a:pt x="2062432" y="2256829"/>
                </a:cubicBezTo>
                <a:cubicBezTo>
                  <a:pt x="1799294" y="2384574"/>
                  <a:pt x="1799294" y="2384574"/>
                  <a:pt x="1799294" y="2384574"/>
                </a:cubicBezTo>
                <a:cubicBezTo>
                  <a:pt x="1799294" y="2483931"/>
                  <a:pt x="1799294" y="2483931"/>
                  <a:pt x="1799294" y="2483931"/>
                </a:cubicBezTo>
                <a:cubicBezTo>
                  <a:pt x="1799294" y="2604580"/>
                  <a:pt x="1799294" y="2604580"/>
                  <a:pt x="1799294" y="2604580"/>
                </a:cubicBezTo>
                <a:cubicBezTo>
                  <a:pt x="1628610" y="2604580"/>
                  <a:pt x="1628610" y="2604580"/>
                  <a:pt x="1628610" y="2604580"/>
                </a:cubicBezTo>
                <a:cubicBezTo>
                  <a:pt x="1564603" y="2491029"/>
                  <a:pt x="1564603" y="2491029"/>
                  <a:pt x="1564603" y="2491029"/>
                </a:cubicBezTo>
                <a:cubicBezTo>
                  <a:pt x="1472150" y="2491029"/>
                  <a:pt x="1472150" y="2491029"/>
                  <a:pt x="1472150" y="2491029"/>
                </a:cubicBezTo>
                <a:cubicBezTo>
                  <a:pt x="1472150" y="2313605"/>
                  <a:pt x="1472150" y="2313605"/>
                  <a:pt x="1472150" y="2313605"/>
                </a:cubicBezTo>
                <a:cubicBezTo>
                  <a:pt x="1614386" y="2313605"/>
                  <a:pt x="1614386" y="2313605"/>
                  <a:pt x="1614386" y="2313605"/>
                </a:cubicBezTo>
                <a:cubicBezTo>
                  <a:pt x="1614386" y="2313605"/>
                  <a:pt x="1614386" y="2313605"/>
                  <a:pt x="1614386" y="2313605"/>
                </a:cubicBezTo>
                <a:cubicBezTo>
                  <a:pt x="1649945" y="2313605"/>
                  <a:pt x="1671281" y="2292313"/>
                  <a:pt x="1671281" y="2256829"/>
                </a:cubicBezTo>
                <a:cubicBezTo>
                  <a:pt x="1671281" y="2256829"/>
                  <a:pt x="1671281" y="2256829"/>
                  <a:pt x="1671281" y="2256829"/>
                </a:cubicBezTo>
                <a:cubicBezTo>
                  <a:pt x="1671281" y="2235538"/>
                  <a:pt x="1671281" y="2235538"/>
                  <a:pt x="1671281" y="2235538"/>
                </a:cubicBezTo>
                <a:cubicBezTo>
                  <a:pt x="1678393" y="2235538"/>
                  <a:pt x="1678393" y="2235538"/>
                  <a:pt x="1678393" y="2235538"/>
                </a:cubicBezTo>
                <a:cubicBezTo>
                  <a:pt x="1678393" y="2029727"/>
                  <a:pt x="1678393" y="2029727"/>
                  <a:pt x="1678393" y="2029727"/>
                </a:cubicBezTo>
                <a:cubicBezTo>
                  <a:pt x="1678393" y="2029727"/>
                  <a:pt x="1678393" y="2029727"/>
                  <a:pt x="1678393" y="2029727"/>
                </a:cubicBezTo>
                <a:cubicBezTo>
                  <a:pt x="1678393" y="1951660"/>
                  <a:pt x="1678393" y="1951660"/>
                  <a:pt x="1678393" y="1951660"/>
                </a:cubicBezTo>
                <a:cubicBezTo>
                  <a:pt x="1678393" y="1951660"/>
                  <a:pt x="1678393" y="1951660"/>
                  <a:pt x="1678393" y="1944563"/>
                </a:cubicBezTo>
                <a:cubicBezTo>
                  <a:pt x="1678393" y="1916176"/>
                  <a:pt x="1649945" y="1887788"/>
                  <a:pt x="1621498" y="1887788"/>
                </a:cubicBezTo>
                <a:cubicBezTo>
                  <a:pt x="1614386" y="1887788"/>
                  <a:pt x="1614386" y="1887788"/>
                  <a:pt x="1614386" y="1887788"/>
                </a:cubicBezTo>
                <a:cubicBezTo>
                  <a:pt x="1472150" y="1887788"/>
                  <a:pt x="1472150" y="1887788"/>
                  <a:pt x="1472150" y="1887788"/>
                </a:cubicBezTo>
                <a:cubicBezTo>
                  <a:pt x="1472150" y="1213578"/>
                  <a:pt x="1472150" y="1213578"/>
                  <a:pt x="1472150" y="1213578"/>
                </a:cubicBezTo>
                <a:cubicBezTo>
                  <a:pt x="1457926" y="1213578"/>
                  <a:pt x="1457926" y="1213578"/>
                  <a:pt x="1457926" y="1213578"/>
                </a:cubicBezTo>
                <a:cubicBezTo>
                  <a:pt x="1457926" y="979378"/>
                  <a:pt x="1457926" y="979378"/>
                  <a:pt x="1457926" y="979378"/>
                </a:cubicBezTo>
                <a:cubicBezTo>
                  <a:pt x="1465038" y="972282"/>
                  <a:pt x="1479262" y="972282"/>
                  <a:pt x="1486372" y="972282"/>
                </a:cubicBezTo>
                <a:cubicBezTo>
                  <a:pt x="1571715" y="1192287"/>
                  <a:pt x="1571715" y="1192287"/>
                  <a:pt x="1571715" y="1192287"/>
                </a:cubicBezTo>
                <a:cubicBezTo>
                  <a:pt x="1557491" y="1199384"/>
                  <a:pt x="1557491" y="1199384"/>
                  <a:pt x="1557491" y="1199384"/>
                </a:cubicBezTo>
                <a:cubicBezTo>
                  <a:pt x="1557491" y="1199384"/>
                  <a:pt x="1557491" y="1199384"/>
                  <a:pt x="1557491" y="1199384"/>
                </a:cubicBezTo>
                <a:cubicBezTo>
                  <a:pt x="1564603" y="1227771"/>
                  <a:pt x="1564603" y="1227771"/>
                  <a:pt x="1564603" y="1227771"/>
                </a:cubicBezTo>
                <a:cubicBezTo>
                  <a:pt x="1699727" y="1178093"/>
                  <a:pt x="1699727" y="1178093"/>
                  <a:pt x="1699727" y="1178093"/>
                </a:cubicBezTo>
                <a:cubicBezTo>
                  <a:pt x="1685505" y="1149706"/>
                  <a:pt x="1685505" y="1149706"/>
                  <a:pt x="1685505" y="1149706"/>
                </a:cubicBezTo>
                <a:cubicBezTo>
                  <a:pt x="1671281" y="1156802"/>
                  <a:pt x="1671281" y="1156802"/>
                  <a:pt x="1671281" y="1156802"/>
                </a:cubicBezTo>
                <a:cubicBezTo>
                  <a:pt x="1585939" y="929700"/>
                  <a:pt x="1585939" y="929700"/>
                  <a:pt x="1585939" y="929700"/>
                </a:cubicBezTo>
                <a:cubicBezTo>
                  <a:pt x="1593050" y="922603"/>
                  <a:pt x="1600162" y="915506"/>
                  <a:pt x="1607274" y="915506"/>
                </a:cubicBezTo>
                <a:cubicBezTo>
                  <a:pt x="1777958" y="1085832"/>
                  <a:pt x="1777958" y="1085832"/>
                  <a:pt x="1777958" y="1085832"/>
                </a:cubicBezTo>
                <a:cubicBezTo>
                  <a:pt x="1770846" y="1100027"/>
                  <a:pt x="1770846" y="1100027"/>
                  <a:pt x="1770846" y="1100027"/>
                </a:cubicBezTo>
                <a:cubicBezTo>
                  <a:pt x="1770846" y="1100027"/>
                  <a:pt x="1770846" y="1100027"/>
                  <a:pt x="1770846" y="1100027"/>
                </a:cubicBezTo>
                <a:cubicBezTo>
                  <a:pt x="1792182" y="1121317"/>
                  <a:pt x="1792182" y="1121317"/>
                  <a:pt x="1792182" y="1121317"/>
                </a:cubicBezTo>
                <a:cubicBezTo>
                  <a:pt x="1884636" y="1021960"/>
                  <a:pt x="1884636" y="1021960"/>
                  <a:pt x="1884636" y="1021960"/>
                </a:cubicBezTo>
                <a:cubicBezTo>
                  <a:pt x="1863300" y="1000670"/>
                  <a:pt x="1863300" y="1000670"/>
                  <a:pt x="1863300" y="1000670"/>
                </a:cubicBezTo>
                <a:cubicBezTo>
                  <a:pt x="1856189" y="1007767"/>
                  <a:pt x="1856189" y="1007767"/>
                  <a:pt x="1856189" y="1007767"/>
                </a:cubicBezTo>
                <a:cubicBezTo>
                  <a:pt x="1678393" y="837439"/>
                  <a:pt x="1678393" y="837439"/>
                  <a:pt x="1678393" y="837439"/>
                </a:cubicBezTo>
                <a:cubicBezTo>
                  <a:pt x="1685505" y="830343"/>
                  <a:pt x="1685505" y="823246"/>
                  <a:pt x="1692617" y="816149"/>
                </a:cubicBezTo>
                <a:cubicBezTo>
                  <a:pt x="1927306" y="908409"/>
                  <a:pt x="1927306" y="908409"/>
                  <a:pt x="1927306" y="908409"/>
                </a:cubicBezTo>
                <a:cubicBezTo>
                  <a:pt x="1920194" y="922603"/>
                  <a:pt x="1920194" y="922603"/>
                  <a:pt x="1920194" y="922603"/>
                </a:cubicBezTo>
                <a:cubicBezTo>
                  <a:pt x="1920194" y="922603"/>
                  <a:pt x="1920194" y="922603"/>
                  <a:pt x="1920194" y="922603"/>
                </a:cubicBezTo>
                <a:cubicBezTo>
                  <a:pt x="1948642" y="936796"/>
                  <a:pt x="1948642" y="936796"/>
                  <a:pt x="1948642" y="936796"/>
                </a:cubicBezTo>
                <a:cubicBezTo>
                  <a:pt x="1998425" y="809052"/>
                  <a:pt x="1998425" y="809052"/>
                  <a:pt x="1998425" y="809052"/>
                </a:cubicBezTo>
                <a:cubicBezTo>
                  <a:pt x="1969977" y="794857"/>
                  <a:pt x="1969977" y="794857"/>
                  <a:pt x="1969977" y="794857"/>
                </a:cubicBezTo>
                <a:cubicBezTo>
                  <a:pt x="1969977" y="809052"/>
                  <a:pt x="1969977" y="809052"/>
                  <a:pt x="1969977" y="809052"/>
                </a:cubicBezTo>
                <a:cubicBezTo>
                  <a:pt x="1735287" y="716792"/>
                  <a:pt x="1735287" y="716792"/>
                  <a:pt x="1735287" y="716792"/>
                </a:cubicBezTo>
                <a:cubicBezTo>
                  <a:pt x="1735287" y="709695"/>
                  <a:pt x="1735287" y="702598"/>
                  <a:pt x="1735287" y="695500"/>
                </a:cubicBezTo>
                <a:cubicBezTo>
                  <a:pt x="1984201" y="695500"/>
                  <a:pt x="1984201" y="695500"/>
                  <a:pt x="1984201" y="695500"/>
                </a:cubicBezTo>
                <a:cubicBezTo>
                  <a:pt x="1984201" y="709695"/>
                  <a:pt x="1984201" y="709695"/>
                  <a:pt x="1984201" y="709695"/>
                </a:cubicBezTo>
                <a:cubicBezTo>
                  <a:pt x="2617154" y="709695"/>
                  <a:pt x="2617154" y="709695"/>
                  <a:pt x="2617154" y="709695"/>
                </a:cubicBezTo>
                <a:cubicBezTo>
                  <a:pt x="2624266" y="716792"/>
                  <a:pt x="2624266" y="730985"/>
                  <a:pt x="2631378" y="745179"/>
                </a:cubicBezTo>
                <a:cubicBezTo>
                  <a:pt x="2638490" y="773567"/>
                  <a:pt x="2659826" y="794857"/>
                  <a:pt x="2666936" y="794857"/>
                </a:cubicBezTo>
                <a:cubicBezTo>
                  <a:pt x="2666936" y="794857"/>
                  <a:pt x="2666936" y="794857"/>
                  <a:pt x="2666936" y="794857"/>
                </a:cubicBezTo>
                <a:cubicBezTo>
                  <a:pt x="2666936" y="794857"/>
                  <a:pt x="2666936" y="794857"/>
                  <a:pt x="2666936" y="794857"/>
                </a:cubicBezTo>
                <a:cubicBezTo>
                  <a:pt x="2887403" y="709695"/>
                  <a:pt x="2887403" y="709695"/>
                  <a:pt x="2887403" y="709695"/>
                </a:cubicBezTo>
                <a:cubicBezTo>
                  <a:pt x="2958522" y="709695"/>
                  <a:pt x="2958522" y="709695"/>
                  <a:pt x="2958522" y="709695"/>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794950" y="929700"/>
                  <a:pt x="2809174" y="950991"/>
                  <a:pt x="2837621" y="965185"/>
                </a:cubicBezTo>
                <a:cubicBezTo>
                  <a:pt x="2866069" y="986475"/>
                  <a:pt x="2887403" y="993573"/>
                  <a:pt x="2894515" y="986475"/>
                </a:cubicBezTo>
                <a:cubicBezTo>
                  <a:pt x="2894515" y="986475"/>
                  <a:pt x="2894515" y="986475"/>
                  <a:pt x="2894515" y="986475"/>
                </a:cubicBezTo>
                <a:cubicBezTo>
                  <a:pt x="3114982" y="709695"/>
                  <a:pt x="3114982" y="709695"/>
                  <a:pt x="3114982" y="709695"/>
                </a:cubicBezTo>
                <a:cubicBezTo>
                  <a:pt x="3122094" y="709695"/>
                  <a:pt x="3122094" y="709695"/>
                  <a:pt x="3122094" y="709695"/>
                </a:cubicBezTo>
                <a:cubicBezTo>
                  <a:pt x="3008305" y="1043252"/>
                  <a:pt x="3008305" y="1043252"/>
                  <a:pt x="3008305" y="1043252"/>
                </a:cubicBezTo>
                <a:cubicBezTo>
                  <a:pt x="3008305" y="1043252"/>
                  <a:pt x="3008305" y="1043252"/>
                  <a:pt x="3008305" y="1043252"/>
                </a:cubicBezTo>
                <a:cubicBezTo>
                  <a:pt x="3008305" y="1043252"/>
                  <a:pt x="3008305" y="1043252"/>
                  <a:pt x="3008305" y="1043252"/>
                </a:cubicBezTo>
                <a:cubicBezTo>
                  <a:pt x="3001193" y="1057445"/>
                  <a:pt x="3029641" y="1071639"/>
                  <a:pt x="3058088" y="1085832"/>
                </a:cubicBezTo>
                <a:cubicBezTo>
                  <a:pt x="3086536" y="1092930"/>
                  <a:pt x="3114982" y="1100027"/>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250108" y="709695"/>
                  <a:pt x="3250108" y="709695"/>
                  <a:pt x="3250108" y="709695"/>
                </a:cubicBezTo>
                <a:cubicBezTo>
                  <a:pt x="3250108" y="709695"/>
                  <a:pt x="3250108" y="709695"/>
                  <a:pt x="3250108" y="709695"/>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35512"/>
                  <a:pt x="3278555" y="1142609"/>
                  <a:pt x="3314113" y="1142609"/>
                </a:cubicBezTo>
                <a:cubicBezTo>
                  <a:pt x="3349673" y="1142609"/>
                  <a:pt x="3371008" y="1135512"/>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709695"/>
                  <a:pt x="3378120" y="709695"/>
                  <a:pt x="3378120" y="709695"/>
                </a:cubicBezTo>
                <a:cubicBezTo>
                  <a:pt x="3420791" y="709695"/>
                  <a:pt x="3420791" y="709695"/>
                  <a:pt x="3420791" y="709695"/>
                </a:cubicBezTo>
                <a:cubicBezTo>
                  <a:pt x="3420791" y="624531"/>
                  <a:pt x="3420791" y="624531"/>
                  <a:pt x="3420791" y="624531"/>
                </a:cubicBezTo>
                <a:cubicBezTo>
                  <a:pt x="2930075" y="624531"/>
                  <a:pt x="2930075" y="624531"/>
                  <a:pt x="2930075" y="624531"/>
                </a:cubicBezTo>
                <a:cubicBezTo>
                  <a:pt x="2930075" y="596143"/>
                  <a:pt x="2930075" y="596143"/>
                  <a:pt x="2930075" y="596143"/>
                </a:cubicBezTo>
                <a:cubicBezTo>
                  <a:pt x="3420791" y="596143"/>
                  <a:pt x="3420791" y="596143"/>
                  <a:pt x="3420791" y="596143"/>
                </a:cubicBezTo>
                <a:cubicBezTo>
                  <a:pt x="3420791" y="567756"/>
                  <a:pt x="3420791" y="567756"/>
                  <a:pt x="3420791" y="567756"/>
                </a:cubicBezTo>
                <a:cubicBezTo>
                  <a:pt x="3242996" y="567756"/>
                  <a:pt x="3242996" y="567756"/>
                  <a:pt x="3242996" y="567756"/>
                </a:cubicBezTo>
                <a:cubicBezTo>
                  <a:pt x="3242996" y="567756"/>
                  <a:pt x="3242996" y="567756"/>
                  <a:pt x="3242996" y="567756"/>
                </a:cubicBezTo>
                <a:cubicBezTo>
                  <a:pt x="2922963" y="567756"/>
                  <a:pt x="2922963" y="567756"/>
                  <a:pt x="2922963" y="567756"/>
                </a:cubicBezTo>
                <a:cubicBezTo>
                  <a:pt x="2873181" y="560659"/>
                  <a:pt x="2745167" y="532271"/>
                  <a:pt x="2659826" y="447107"/>
                </a:cubicBezTo>
                <a:cubicBezTo>
                  <a:pt x="2538924" y="326460"/>
                  <a:pt x="2538924" y="241296"/>
                  <a:pt x="2538924" y="241296"/>
                </a:cubicBezTo>
                <a:cubicBezTo>
                  <a:pt x="2517588" y="241296"/>
                  <a:pt x="2517588" y="241296"/>
                  <a:pt x="2517588" y="241296"/>
                </a:cubicBezTo>
                <a:cubicBezTo>
                  <a:pt x="2517588" y="567756"/>
                  <a:pt x="2517588" y="567756"/>
                  <a:pt x="2517588" y="567756"/>
                </a:cubicBezTo>
                <a:cubicBezTo>
                  <a:pt x="2489142" y="567756"/>
                  <a:pt x="2489142" y="567756"/>
                  <a:pt x="2489142" y="567756"/>
                </a:cubicBezTo>
                <a:cubicBezTo>
                  <a:pt x="2489142" y="241296"/>
                  <a:pt x="2489142" y="241296"/>
                  <a:pt x="2489142" y="241296"/>
                </a:cubicBezTo>
                <a:cubicBezTo>
                  <a:pt x="2446471" y="241296"/>
                  <a:pt x="2446471" y="241296"/>
                  <a:pt x="2446471" y="241296"/>
                </a:cubicBezTo>
                <a:cubicBezTo>
                  <a:pt x="2446471" y="567756"/>
                  <a:pt x="2446471" y="567756"/>
                  <a:pt x="2446471" y="567756"/>
                </a:cubicBezTo>
                <a:cubicBezTo>
                  <a:pt x="1984201" y="567756"/>
                  <a:pt x="1984201" y="567756"/>
                  <a:pt x="1984201" y="567756"/>
                </a:cubicBezTo>
                <a:cubicBezTo>
                  <a:pt x="1984201" y="581950"/>
                  <a:pt x="1984201" y="581950"/>
                  <a:pt x="1984201" y="581950"/>
                </a:cubicBezTo>
                <a:cubicBezTo>
                  <a:pt x="1735287" y="581950"/>
                  <a:pt x="1735287" y="581950"/>
                  <a:pt x="1735287" y="581950"/>
                </a:cubicBezTo>
                <a:cubicBezTo>
                  <a:pt x="1713951" y="440011"/>
                  <a:pt x="1600162" y="326460"/>
                  <a:pt x="1457926" y="305168"/>
                </a:cubicBezTo>
                <a:cubicBezTo>
                  <a:pt x="1457926" y="28388"/>
                  <a:pt x="1457926" y="28388"/>
                  <a:pt x="1457926" y="28388"/>
                </a:cubicBezTo>
                <a:cubicBezTo>
                  <a:pt x="1472150" y="28388"/>
                  <a:pt x="1472150" y="28388"/>
                  <a:pt x="1472150" y="28388"/>
                </a:cubicBezTo>
                <a:cubicBezTo>
                  <a:pt x="1472150" y="0"/>
                  <a:pt x="1472150" y="0"/>
                  <a:pt x="1472150" y="0"/>
                </a:cubicBezTo>
                <a:cubicBezTo>
                  <a:pt x="1329912" y="0"/>
                  <a:pt x="1329912" y="0"/>
                  <a:pt x="1329912" y="0"/>
                </a:cubicBezTo>
                <a:cubicBezTo>
                  <a:pt x="1329912" y="28388"/>
                  <a:pt x="1329912" y="28388"/>
                  <a:pt x="1329912" y="28388"/>
                </a:cubicBezTo>
                <a:cubicBezTo>
                  <a:pt x="1351248" y="28388"/>
                  <a:pt x="1351248" y="28388"/>
                  <a:pt x="1351248" y="28388"/>
                </a:cubicBezTo>
                <a:cubicBezTo>
                  <a:pt x="1351248" y="305168"/>
                  <a:pt x="1351248" y="305168"/>
                  <a:pt x="1351248" y="305168"/>
                </a:cubicBezTo>
                <a:cubicBezTo>
                  <a:pt x="1337024" y="305168"/>
                  <a:pt x="1329912" y="305168"/>
                  <a:pt x="1322800" y="305168"/>
                </a:cubicBezTo>
                <a:cubicBezTo>
                  <a:pt x="1216123" y="56775"/>
                  <a:pt x="1216123" y="56775"/>
                  <a:pt x="1216123" y="56775"/>
                </a:cubicBezTo>
                <a:cubicBezTo>
                  <a:pt x="1230347" y="49679"/>
                  <a:pt x="1230347" y="49679"/>
                  <a:pt x="1230347" y="49679"/>
                </a:cubicBezTo>
                <a:cubicBezTo>
                  <a:pt x="1230347" y="49679"/>
                  <a:pt x="1230347" y="49679"/>
                  <a:pt x="1230347" y="49679"/>
                </a:cubicBezTo>
                <a:cubicBezTo>
                  <a:pt x="1223235" y="21290"/>
                  <a:pt x="1223235" y="21290"/>
                  <a:pt x="1223235" y="21290"/>
                </a:cubicBezTo>
                <a:cubicBezTo>
                  <a:pt x="1095223" y="78067"/>
                  <a:pt x="1095223" y="78067"/>
                  <a:pt x="1095223" y="78067"/>
                </a:cubicBezTo>
                <a:cubicBezTo>
                  <a:pt x="1102335" y="106454"/>
                  <a:pt x="1102335" y="106454"/>
                  <a:pt x="1102335" y="106454"/>
                </a:cubicBezTo>
                <a:cubicBezTo>
                  <a:pt x="1116557" y="99357"/>
                  <a:pt x="1116557" y="99357"/>
                  <a:pt x="1116557" y="99357"/>
                </a:cubicBezTo>
                <a:cubicBezTo>
                  <a:pt x="1223235" y="347750"/>
                  <a:pt x="1223235" y="347750"/>
                  <a:pt x="1223235" y="347750"/>
                </a:cubicBezTo>
                <a:cubicBezTo>
                  <a:pt x="1216123" y="347750"/>
                  <a:pt x="1209012" y="354847"/>
                  <a:pt x="1201900" y="361944"/>
                </a:cubicBezTo>
                <a:cubicBezTo>
                  <a:pt x="1009880" y="170327"/>
                  <a:pt x="1009880" y="170327"/>
                  <a:pt x="1009880" y="170327"/>
                </a:cubicBezTo>
                <a:cubicBezTo>
                  <a:pt x="1024104" y="163229"/>
                  <a:pt x="1024104" y="163229"/>
                  <a:pt x="1024104" y="163229"/>
                </a:cubicBezTo>
                <a:cubicBezTo>
                  <a:pt x="1024104" y="163229"/>
                  <a:pt x="1024104" y="163229"/>
                  <a:pt x="1024104" y="163229"/>
                </a:cubicBezTo>
                <a:cubicBezTo>
                  <a:pt x="1002768" y="141939"/>
                  <a:pt x="1002768" y="141939"/>
                  <a:pt x="1002768" y="141939"/>
                </a:cubicBezTo>
                <a:cubicBezTo>
                  <a:pt x="903202" y="241296"/>
                  <a:pt x="903202" y="241296"/>
                  <a:pt x="903202" y="241296"/>
                </a:cubicBezTo>
                <a:cubicBezTo>
                  <a:pt x="924538" y="262586"/>
                  <a:pt x="924538" y="262586"/>
                  <a:pt x="924538" y="262586"/>
                </a:cubicBezTo>
                <a:cubicBezTo>
                  <a:pt x="938762" y="248393"/>
                  <a:pt x="938762" y="248393"/>
                  <a:pt x="938762" y="248393"/>
                </a:cubicBezTo>
                <a:cubicBezTo>
                  <a:pt x="1123669" y="432914"/>
                  <a:pt x="1123669" y="432914"/>
                  <a:pt x="1123669" y="432914"/>
                </a:cubicBezTo>
                <a:cubicBezTo>
                  <a:pt x="1116557" y="440011"/>
                  <a:pt x="1116557" y="447107"/>
                  <a:pt x="1109445" y="454204"/>
                </a:cubicBezTo>
                <a:cubicBezTo>
                  <a:pt x="867644" y="361944"/>
                  <a:pt x="867644" y="361944"/>
                  <a:pt x="867644" y="361944"/>
                </a:cubicBezTo>
                <a:cubicBezTo>
                  <a:pt x="874756" y="340653"/>
                  <a:pt x="874756" y="340653"/>
                  <a:pt x="874756" y="340653"/>
                </a:cubicBezTo>
                <a:cubicBezTo>
                  <a:pt x="874756" y="340653"/>
                  <a:pt x="874756" y="340653"/>
                  <a:pt x="874756" y="340653"/>
                </a:cubicBezTo>
                <a:cubicBezTo>
                  <a:pt x="846308" y="333557"/>
                  <a:pt x="846308" y="333557"/>
                  <a:pt x="846308" y="333557"/>
                </a:cubicBezTo>
                <a:cubicBezTo>
                  <a:pt x="796525" y="461302"/>
                  <a:pt x="796525" y="461302"/>
                  <a:pt x="796525" y="461302"/>
                </a:cubicBezTo>
                <a:cubicBezTo>
                  <a:pt x="824973" y="468399"/>
                  <a:pt x="824973" y="468399"/>
                  <a:pt x="824973" y="468399"/>
                </a:cubicBezTo>
                <a:cubicBezTo>
                  <a:pt x="824973" y="454204"/>
                  <a:pt x="824973" y="454204"/>
                  <a:pt x="824973" y="454204"/>
                </a:cubicBezTo>
                <a:cubicBezTo>
                  <a:pt x="1066775" y="553561"/>
                  <a:pt x="1066775" y="553561"/>
                  <a:pt x="1066775" y="553561"/>
                </a:cubicBezTo>
                <a:cubicBezTo>
                  <a:pt x="1066775" y="560659"/>
                  <a:pt x="1059663" y="574853"/>
                  <a:pt x="1059663" y="581950"/>
                </a:cubicBezTo>
                <a:cubicBezTo>
                  <a:pt x="782301" y="581950"/>
                  <a:pt x="782301" y="581950"/>
                  <a:pt x="782301" y="581950"/>
                </a:cubicBezTo>
                <a:cubicBezTo>
                  <a:pt x="782301" y="567756"/>
                  <a:pt x="782301" y="567756"/>
                  <a:pt x="782301" y="567756"/>
                </a:cubicBezTo>
                <a:cubicBezTo>
                  <a:pt x="483605" y="567756"/>
                  <a:pt x="483605" y="567756"/>
                  <a:pt x="483605" y="567756"/>
                </a:cubicBezTo>
                <a:cubicBezTo>
                  <a:pt x="483605" y="567756"/>
                  <a:pt x="483605" y="567756"/>
                  <a:pt x="476493" y="567756"/>
                </a:cubicBezTo>
                <a:cubicBezTo>
                  <a:pt x="448046" y="567756"/>
                  <a:pt x="419598" y="596143"/>
                  <a:pt x="419598" y="631628"/>
                </a:cubicBezTo>
                <a:cubicBezTo>
                  <a:pt x="419598" y="631628"/>
                  <a:pt x="419598" y="631628"/>
                  <a:pt x="419598" y="631628"/>
                </a:cubicBezTo>
                <a:cubicBezTo>
                  <a:pt x="419598" y="695500"/>
                  <a:pt x="419598" y="695500"/>
                  <a:pt x="419598" y="695500"/>
                </a:cubicBezTo>
                <a:cubicBezTo>
                  <a:pt x="419598" y="695500"/>
                  <a:pt x="419598" y="695500"/>
                  <a:pt x="419598" y="695500"/>
                </a:cubicBezTo>
                <a:cubicBezTo>
                  <a:pt x="419598" y="1887788"/>
                  <a:pt x="419598" y="1887788"/>
                  <a:pt x="419598" y="1887788"/>
                </a:cubicBezTo>
                <a:cubicBezTo>
                  <a:pt x="419598" y="1887788"/>
                  <a:pt x="419598" y="1887788"/>
                  <a:pt x="419598" y="1887788"/>
                </a:cubicBezTo>
                <a:cubicBezTo>
                  <a:pt x="419598" y="1965855"/>
                  <a:pt x="419598" y="1965855"/>
                  <a:pt x="419598" y="1965855"/>
                </a:cubicBezTo>
                <a:cubicBezTo>
                  <a:pt x="419598" y="1965855"/>
                  <a:pt x="419598" y="1965855"/>
                  <a:pt x="419598" y="1965855"/>
                </a:cubicBezTo>
                <a:cubicBezTo>
                  <a:pt x="419598" y="2001338"/>
                  <a:pt x="448046" y="2029727"/>
                  <a:pt x="476493" y="2029727"/>
                </a:cubicBezTo>
                <a:cubicBezTo>
                  <a:pt x="483605" y="2029727"/>
                  <a:pt x="483605" y="2029727"/>
                  <a:pt x="483605" y="2029727"/>
                </a:cubicBezTo>
                <a:cubicBezTo>
                  <a:pt x="768078" y="2029727"/>
                  <a:pt x="768078" y="2029727"/>
                  <a:pt x="768078" y="2029727"/>
                </a:cubicBezTo>
                <a:cubicBezTo>
                  <a:pt x="768078" y="2029727"/>
                  <a:pt x="768078" y="2029727"/>
                  <a:pt x="768078" y="2029727"/>
                </a:cubicBezTo>
                <a:cubicBezTo>
                  <a:pt x="1315690" y="2029727"/>
                  <a:pt x="1315690" y="2029727"/>
                  <a:pt x="1315690" y="2029727"/>
                </a:cubicBezTo>
                <a:cubicBezTo>
                  <a:pt x="1315690" y="2029727"/>
                  <a:pt x="1315690" y="2029727"/>
                  <a:pt x="1315690" y="2029727"/>
                </a:cubicBezTo>
                <a:cubicBezTo>
                  <a:pt x="1329912" y="2029727"/>
                  <a:pt x="1329912" y="2029727"/>
                  <a:pt x="1329912" y="2029727"/>
                </a:cubicBezTo>
                <a:cubicBezTo>
                  <a:pt x="1329912" y="2178762"/>
                  <a:pt x="1329912" y="2178762"/>
                  <a:pt x="1329912" y="2178762"/>
                </a:cubicBezTo>
                <a:cubicBezTo>
                  <a:pt x="1315690" y="2178762"/>
                  <a:pt x="1315690" y="2178762"/>
                  <a:pt x="1315690" y="2178762"/>
                </a:cubicBezTo>
                <a:cubicBezTo>
                  <a:pt x="1315690" y="2178762"/>
                  <a:pt x="1315690" y="2178762"/>
                  <a:pt x="1315690" y="2178762"/>
                </a:cubicBezTo>
                <a:cubicBezTo>
                  <a:pt x="1088111" y="2178762"/>
                  <a:pt x="1088111" y="2178762"/>
                  <a:pt x="1088111" y="2178762"/>
                </a:cubicBezTo>
                <a:cubicBezTo>
                  <a:pt x="1088111" y="2178762"/>
                  <a:pt x="1088111" y="2178762"/>
                  <a:pt x="1088111" y="2178762"/>
                </a:cubicBezTo>
                <a:cubicBezTo>
                  <a:pt x="1052551" y="2178762"/>
                  <a:pt x="1031216" y="2200054"/>
                  <a:pt x="1031216" y="2235538"/>
                </a:cubicBezTo>
                <a:cubicBezTo>
                  <a:pt x="1031216" y="2235538"/>
                  <a:pt x="1031216" y="2235538"/>
                  <a:pt x="1031216" y="2235538"/>
                </a:cubicBezTo>
                <a:cubicBezTo>
                  <a:pt x="1031216" y="2313605"/>
                  <a:pt x="1031216" y="2313605"/>
                  <a:pt x="1031216" y="2313605"/>
                </a:cubicBezTo>
                <a:cubicBezTo>
                  <a:pt x="1031216" y="2313605"/>
                  <a:pt x="1031216" y="2313605"/>
                  <a:pt x="1031216" y="2313605"/>
                </a:cubicBezTo>
                <a:cubicBezTo>
                  <a:pt x="1031216" y="2491029"/>
                  <a:pt x="1031216" y="2491029"/>
                  <a:pt x="1031216" y="2491029"/>
                </a:cubicBezTo>
                <a:cubicBezTo>
                  <a:pt x="611618" y="2491029"/>
                  <a:pt x="611618" y="2491029"/>
                  <a:pt x="611618" y="2491029"/>
                </a:cubicBezTo>
                <a:cubicBezTo>
                  <a:pt x="618730" y="2838779"/>
                  <a:pt x="618730" y="2838779"/>
                  <a:pt x="618730" y="2838779"/>
                </a:cubicBezTo>
                <a:cubicBezTo>
                  <a:pt x="732518" y="2966523"/>
                  <a:pt x="732518" y="2966523"/>
                  <a:pt x="732518" y="2966523"/>
                </a:cubicBezTo>
                <a:cubicBezTo>
                  <a:pt x="732518" y="3200723"/>
                  <a:pt x="732518" y="3200723"/>
                  <a:pt x="732518" y="3200723"/>
                </a:cubicBezTo>
                <a:cubicBezTo>
                  <a:pt x="867644" y="3257498"/>
                  <a:pt x="867644" y="3257498"/>
                  <a:pt x="867644" y="3257498"/>
                </a:cubicBezTo>
                <a:cubicBezTo>
                  <a:pt x="867644" y="3583958"/>
                  <a:pt x="867644" y="3583958"/>
                  <a:pt x="867644" y="3583958"/>
                </a:cubicBezTo>
                <a:cubicBezTo>
                  <a:pt x="270250" y="3690412"/>
                  <a:pt x="49783" y="3825254"/>
                  <a:pt x="28447" y="3832351"/>
                </a:cubicBezTo>
                <a:cubicBezTo>
                  <a:pt x="0" y="3832351"/>
                  <a:pt x="135124" y="3853642"/>
                  <a:pt x="327144" y="3945903"/>
                </a:cubicBezTo>
                <a:cubicBezTo>
                  <a:pt x="568946" y="4059453"/>
                  <a:pt x="540499" y="4123326"/>
                  <a:pt x="540499" y="4123326"/>
                </a:cubicBezTo>
                <a:cubicBezTo>
                  <a:pt x="540499" y="4123326"/>
                  <a:pt x="960097" y="3853642"/>
                  <a:pt x="1870412" y="3690412"/>
                </a:cubicBezTo>
                <a:cubicBezTo>
                  <a:pt x="2346904" y="3605249"/>
                  <a:pt x="3207436" y="3569764"/>
                  <a:pt x="3520357" y="3633636"/>
                </a:cubicBezTo>
                <a:cubicBezTo>
                  <a:pt x="3520357" y="3633636"/>
                  <a:pt x="3278555" y="3576861"/>
                  <a:pt x="2937186" y="352718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184900" y="0"/>
            <a:ext cx="6882359" cy="6858000"/>
          </a:xfrm>
          <a:custGeom>
            <a:avLst/>
            <a:gdLst/>
            <a:ahLst/>
            <a:cxnLst/>
            <a:rect l="l" t="t" r="r" b="b"/>
            <a:pathLst>
              <a:path w="6882359" h="6858000">
                <a:moveTo>
                  <a:pt x="3441179" y="6758711"/>
                </a:moveTo>
                <a:cubicBezTo>
                  <a:pt x="1592612" y="6758711"/>
                  <a:pt x="99539" y="5262292"/>
                  <a:pt x="99539" y="3418362"/>
                </a:cubicBezTo>
                <a:cubicBezTo>
                  <a:pt x="99539" y="1581525"/>
                  <a:pt x="1592612" y="85104"/>
                  <a:pt x="3441179" y="85104"/>
                </a:cubicBezTo>
                <a:cubicBezTo>
                  <a:pt x="5289747" y="85104"/>
                  <a:pt x="6782821" y="1581525"/>
                  <a:pt x="6782821" y="3418362"/>
                </a:cubicBezTo>
                <a:cubicBezTo>
                  <a:pt x="6782821" y="5262292"/>
                  <a:pt x="5289747" y="6758711"/>
                  <a:pt x="3441179" y="6758711"/>
                </a:cubicBezTo>
                <a:close/>
                <a:moveTo>
                  <a:pt x="3441179" y="0"/>
                </a:moveTo>
                <a:cubicBezTo>
                  <a:pt x="1542843" y="0"/>
                  <a:pt x="0" y="1531880"/>
                  <a:pt x="0" y="3425454"/>
                </a:cubicBezTo>
                <a:cubicBezTo>
                  <a:pt x="0" y="5319028"/>
                  <a:pt x="1542843" y="6858000"/>
                  <a:pt x="3441179" y="6858000"/>
                </a:cubicBezTo>
                <a:cubicBezTo>
                  <a:pt x="5339516" y="6858000"/>
                  <a:pt x="6882359" y="5319028"/>
                  <a:pt x="6882359" y="3425454"/>
                </a:cubicBezTo>
                <a:cubicBezTo>
                  <a:pt x="6882359" y="1531880"/>
                  <a:pt x="5339516" y="0"/>
                  <a:pt x="3441179"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2209800"/>
            <a:ext cx="249716" cy="231442"/>
          </a:xfrm>
          <a:custGeom>
            <a:avLst/>
            <a:gdLst/>
            <a:ahLst/>
            <a:cxnLst/>
            <a:rect l="l" t="t" r="r" b="b"/>
            <a:pathLst>
              <a:path w="249716" h="231442">
                <a:moveTo>
                  <a:pt x="164099" y="21698"/>
                </a:moveTo>
                <a:cubicBezTo>
                  <a:pt x="128425" y="0"/>
                  <a:pt x="92752" y="0"/>
                  <a:pt x="71347" y="7233"/>
                </a:cubicBezTo>
                <a:cubicBezTo>
                  <a:pt x="42808" y="14465"/>
                  <a:pt x="21405" y="36163"/>
                  <a:pt x="14270" y="65093"/>
                </a:cubicBezTo>
                <a:cubicBezTo>
                  <a:pt x="0" y="94023"/>
                  <a:pt x="0" y="122954"/>
                  <a:pt x="7135" y="144652"/>
                </a:cubicBezTo>
                <a:cubicBezTo>
                  <a:pt x="21405" y="173581"/>
                  <a:pt x="42808" y="195279"/>
                  <a:pt x="78482" y="209744"/>
                </a:cubicBezTo>
                <a:cubicBezTo>
                  <a:pt x="114156" y="224210"/>
                  <a:pt x="149830" y="231442"/>
                  <a:pt x="178369" y="224210"/>
                </a:cubicBezTo>
                <a:cubicBezTo>
                  <a:pt x="199772" y="209744"/>
                  <a:pt x="221177" y="195279"/>
                  <a:pt x="235447" y="166348"/>
                </a:cubicBezTo>
                <a:cubicBezTo>
                  <a:pt x="249716" y="137419"/>
                  <a:pt x="249716" y="108488"/>
                  <a:pt x="235447" y="86791"/>
                </a:cubicBezTo>
                <a:cubicBezTo>
                  <a:pt x="228312" y="57860"/>
                  <a:pt x="199772" y="36163"/>
                  <a:pt x="164099" y="21698"/>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169400" y="5257800"/>
            <a:ext cx="158355" cy="286259"/>
          </a:xfrm>
          <a:custGeom>
            <a:avLst/>
            <a:gdLst/>
            <a:ahLst/>
            <a:cxnLst/>
            <a:rect l="l" t="t" r="r" b="b"/>
            <a:pathLst>
              <a:path w="158355" h="286259">
                <a:moveTo>
                  <a:pt x="158355" y="0"/>
                </a:moveTo>
                <a:cubicBezTo>
                  <a:pt x="158355" y="286259"/>
                  <a:pt x="158355" y="286259"/>
                  <a:pt x="158355" y="286259"/>
                </a:cubicBezTo>
                <a:cubicBezTo>
                  <a:pt x="79177" y="286259"/>
                  <a:pt x="79177" y="286259"/>
                  <a:pt x="79177" y="286259"/>
                </a:cubicBezTo>
                <a:cubicBezTo>
                  <a:pt x="79177" y="100190"/>
                  <a:pt x="79177" y="100190"/>
                  <a:pt x="79177" y="100190"/>
                </a:cubicBezTo>
                <a:cubicBezTo>
                  <a:pt x="64781" y="107347"/>
                  <a:pt x="57583" y="114503"/>
                  <a:pt x="43188" y="121660"/>
                </a:cubicBezTo>
                <a:cubicBezTo>
                  <a:pt x="28792" y="128816"/>
                  <a:pt x="14395" y="135973"/>
                  <a:pt x="0" y="135973"/>
                </a:cubicBezTo>
                <a:cubicBezTo>
                  <a:pt x="0" y="78721"/>
                  <a:pt x="0" y="78721"/>
                  <a:pt x="0" y="78721"/>
                </a:cubicBezTo>
                <a:cubicBezTo>
                  <a:pt x="28792" y="71564"/>
                  <a:pt x="43188" y="57252"/>
                  <a:pt x="57583" y="42939"/>
                </a:cubicBezTo>
                <a:cubicBezTo>
                  <a:pt x="71980" y="35782"/>
                  <a:pt x="86375" y="21469"/>
                  <a:pt x="93574" y="0"/>
                </a:cubicBezTo>
                <a:lnTo>
                  <a:pt x="15835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9398000" y="5257800"/>
            <a:ext cx="231442" cy="286259"/>
          </a:xfrm>
          <a:custGeom>
            <a:avLst/>
            <a:gdLst/>
            <a:ahLst/>
            <a:cxnLst/>
            <a:rect l="l" t="t" r="r" b="b"/>
            <a:pathLst>
              <a:path w="231442" h="286259">
                <a:moveTo>
                  <a:pt x="151884" y="100190"/>
                </a:moveTo>
                <a:cubicBezTo>
                  <a:pt x="151884" y="85877"/>
                  <a:pt x="144652" y="71564"/>
                  <a:pt x="137419" y="64408"/>
                </a:cubicBezTo>
                <a:cubicBezTo>
                  <a:pt x="130186" y="57252"/>
                  <a:pt x="122954" y="50095"/>
                  <a:pt x="108488" y="50095"/>
                </a:cubicBezTo>
                <a:cubicBezTo>
                  <a:pt x="101256" y="50095"/>
                  <a:pt x="94023" y="57252"/>
                  <a:pt x="86791" y="64408"/>
                </a:cubicBezTo>
                <a:cubicBezTo>
                  <a:pt x="79558" y="71564"/>
                  <a:pt x="72325" y="78721"/>
                  <a:pt x="72325" y="93034"/>
                </a:cubicBezTo>
                <a:cubicBezTo>
                  <a:pt x="72325" y="114503"/>
                  <a:pt x="79558" y="121660"/>
                  <a:pt x="86791" y="128816"/>
                </a:cubicBezTo>
                <a:cubicBezTo>
                  <a:pt x="94023" y="143129"/>
                  <a:pt x="101256" y="143129"/>
                  <a:pt x="108488" y="143129"/>
                </a:cubicBezTo>
                <a:cubicBezTo>
                  <a:pt x="122954" y="143129"/>
                  <a:pt x="130186" y="143129"/>
                  <a:pt x="137419" y="128816"/>
                </a:cubicBezTo>
                <a:cubicBezTo>
                  <a:pt x="144652" y="121660"/>
                  <a:pt x="151884" y="114503"/>
                  <a:pt x="151884" y="100190"/>
                </a:cubicBezTo>
                <a:close/>
                <a:moveTo>
                  <a:pt x="7233" y="221851"/>
                </a:moveTo>
                <a:cubicBezTo>
                  <a:pt x="86791" y="214695"/>
                  <a:pt x="86791" y="214695"/>
                  <a:pt x="86791" y="214695"/>
                </a:cubicBezTo>
                <a:cubicBezTo>
                  <a:pt x="86791" y="221851"/>
                  <a:pt x="86791" y="229008"/>
                  <a:pt x="94023" y="236164"/>
                </a:cubicBezTo>
                <a:cubicBezTo>
                  <a:pt x="101256" y="236164"/>
                  <a:pt x="108488" y="243321"/>
                  <a:pt x="108488" y="243321"/>
                </a:cubicBezTo>
                <a:cubicBezTo>
                  <a:pt x="122954" y="243321"/>
                  <a:pt x="137419" y="236164"/>
                  <a:pt x="144652" y="221851"/>
                </a:cubicBezTo>
                <a:cubicBezTo>
                  <a:pt x="144652" y="214695"/>
                  <a:pt x="151884" y="193225"/>
                  <a:pt x="151884" y="164598"/>
                </a:cubicBezTo>
                <a:cubicBezTo>
                  <a:pt x="144652" y="171755"/>
                  <a:pt x="137419" y="178911"/>
                  <a:pt x="122954" y="186069"/>
                </a:cubicBezTo>
                <a:cubicBezTo>
                  <a:pt x="115721" y="186069"/>
                  <a:pt x="101256" y="193225"/>
                  <a:pt x="94023" y="193225"/>
                </a:cubicBezTo>
                <a:cubicBezTo>
                  <a:pt x="65093" y="193225"/>
                  <a:pt x="43396" y="186069"/>
                  <a:pt x="28931" y="164598"/>
                </a:cubicBezTo>
                <a:cubicBezTo>
                  <a:pt x="7233" y="150285"/>
                  <a:pt x="0" y="121660"/>
                  <a:pt x="0" y="100190"/>
                </a:cubicBezTo>
                <a:cubicBezTo>
                  <a:pt x="0" y="78721"/>
                  <a:pt x="7233" y="64408"/>
                  <a:pt x="14465" y="50095"/>
                </a:cubicBezTo>
                <a:cubicBezTo>
                  <a:pt x="21698" y="35782"/>
                  <a:pt x="36163" y="21469"/>
                  <a:pt x="50629" y="14313"/>
                </a:cubicBezTo>
                <a:cubicBezTo>
                  <a:pt x="65093" y="7156"/>
                  <a:pt x="86791" y="0"/>
                  <a:pt x="108488" y="0"/>
                </a:cubicBezTo>
                <a:cubicBezTo>
                  <a:pt x="137419" y="0"/>
                  <a:pt x="159116" y="7156"/>
                  <a:pt x="173581" y="14313"/>
                </a:cubicBezTo>
                <a:cubicBezTo>
                  <a:pt x="195279" y="28626"/>
                  <a:pt x="209744" y="42939"/>
                  <a:pt x="216977" y="64408"/>
                </a:cubicBezTo>
                <a:cubicBezTo>
                  <a:pt x="224210" y="78721"/>
                  <a:pt x="231442" y="107347"/>
                  <a:pt x="231442" y="143129"/>
                </a:cubicBezTo>
                <a:cubicBezTo>
                  <a:pt x="231442" y="193225"/>
                  <a:pt x="224210" y="229008"/>
                  <a:pt x="202512" y="250477"/>
                </a:cubicBezTo>
                <a:cubicBezTo>
                  <a:pt x="180814" y="279103"/>
                  <a:pt x="151884" y="286259"/>
                  <a:pt x="108488" y="286259"/>
                </a:cubicBezTo>
                <a:cubicBezTo>
                  <a:pt x="86791" y="286259"/>
                  <a:pt x="72325" y="286259"/>
                  <a:pt x="57860" y="279103"/>
                </a:cubicBezTo>
                <a:cubicBezTo>
                  <a:pt x="43396" y="271946"/>
                  <a:pt x="36163" y="264790"/>
                  <a:pt x="28931" y="257633"/>
                </a:cubicBezTo>
                <a:cubicBezTo>
                  <a:pt x="14465" y="250477"/>
                  <a:pt x="14465" y="236164"/>
                  <a:pt x="7233" y="221851"/>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9639300" y="5257800"/>
            <a:ext cx="231442" cy="280167"/>
          </a:xfrm>
          <a:custGeom>
            <a:avLst/>
            <a:gdLst/>
            <a:ahLst/>
            <a:cxnLst/>
            <a:rect l="l" t="t" r="r" b="b"/>
            <a:pathLst>
              <a:path w="231442" h="280167">
                <a:moveTo>
                  <a:pt x="28931" y="0"/>
                </a:moveTo>
                <a:cubicBezTo>
                  <a:pt x="216977" y="0"/>
                  <a:pt x="216977" y="0"/>
                  <a:pt x="216977" y="0"/>
                </a:cubicBezTo>
                <a:cubicBezTo>
                  <a:pt x="216977" y="57470"/>
                  <a:pt x="216977" y="57470"/>
                  <a:pt x="216977" y="57470"/>
                </a:cubicBezTo>
                <a:cubicBezTo>
                  <a:pt x="94023" y="57470"/>
                  <a:pt x="94023" y="57470"/>
                  <a:pt x="94023" y="57470"/>
                </a:cubicBezTo>
                <a:cubicBezTo>
                  <a:pt x="86791" y="100573"/>
                  <a:pt x="86791" y="100573"/>
                  <a:pt x="86791" y="100573"/>
                </a:cubicBezTo>
                <a:cubicBezTo>
                  <a:pt x="94023" y="100573"/>
                  <a:pt x="101256" y="93389"/>
                  <a:pt x="108488" y="93389"/>
                </a:cubicBezTo>
                <a:cubicBezTo>
                  <a:pt x="122954" y="93389"/>
                  <a:pt x="130186" y="93389"/>
                  <a:pt x="137419" y="93389"/>
                </a:cubicBezTo>
                <a:cubicBezTo>
                  <a:pt x="166348" y="93389"/>
                  <a:pt x="188046" y="100573"/>
                  <a:pt x="202512" y="114940"/>
                </a:cubicBezTo>
                <a:cubicBezTo>
                  <a:pt x="224210" y="129308"/>
                  <a:pt x="231442" y="150859"/>
                  <a:pt x="231442" y="179595"/>
                </a:cubicBezTo>
                <a:cubicBezTo>
                  <a:pt x="231442" y="193962"/>
                  <a:pt x="224210" y="215513"/>
                  <a:pt x="216977" y="229880"/>
                </a:cubicBezTo>
                <a:cubicBezTo>
                  <a:pt x="209744" y="251432"/>
                  <a:pt x="195279" y="258615"/>
                  <a:pt x="180814" y="265800"/>
                </a:cubicBezTo>
                <a:cubicBezTo>
                  <a:pt x="159116" y="280167"/>
                  <a:pt x="144652" y="280167"/>
                  <a:pt x="115721" y="280167"/>
                </a:cubicBezTo>
                <a:cubicBezTo>
                  <a:pt x="94023" y="280167"/>
                  <a:pt x="79558" y="280167"/>
                  <a:pt x="65093" y="280167"/>
                </a:cubicBezTo>
                <a:cubicBezTo>
                  <a:pt x="57860" y="272983"/>
                  <a:pt x="43396" y="265800"/>
                  <a:pt x="36163" y="258615"/>
                </a:cubicBezTo>
                <a:cubicBezTo>
                  <a:pt x="28931" y="251432"/>
                  <a:pt x="14465" y="244248"/>
                  <a:pt x="14465" y="237065"/>
                </a:cubicBezTo>
                <a:cubicBezTo>
                  <a:pt x="7233" y="229880"/>
                  <a:pt x="0" y="215513"/>
                  <a:pt x="0" y="208330"/>
                </a:cubicBezTo>
                <a:cubicBezTo>
                  <a:pt x="79558" y="193962"/>
                  <a:pt x="79558" y="193962"/>
                  <a:pt x="79558" y="193962"/>
                </a:cubicBezTo>
                <a:cubicBezTo>
                  <a:pt x="79558" y="208330"/>
                  <a:pt x="79558" y="215513"/>
                  <a:pt x="86791" y="222697"/>
                </a:cubicBezTo>
                <a:cubicBezTo>
                  <a:pt x="94023" y="229880"/>
                  <a:pt x="108488" y="237065"/>
                  <a:pt x="115721" y="237065"/>
                </a:cubicBezTo>
                <a:cubicBezTo>
                  <a:pt x="122954" y="237065"/>
                  <a:pt x="137419" y="229880"/>
                  <a:pt x="144652" y="222697"/>
                </a:cubicBezTo>
                <a:cubicBezTo>
                  <a:pt x="151884" y="215513"/>
                  <a:pt x="151884" y="201145"/>
                  <a:pt x="151884" y="186778"/>
                </a:cubicBezTo>
                <a:cubicBezTo>
                  <a:pt x="151884" y="172410"/>
                  <a:pt x="151884" y="158043"/>
                  <a:pt x="144652" y="150859"/>
                </a:cubicBezTo>
                <a:cubicBezTo>
                  <a:pt x="137419" y="143675"/>
                  <a:pt x="122954" y="136492"/>
                  <a:pt x="115721" y="136492"/>
                </a:cubicBezTo>
                <a:cubicBezTo>
                  <a:pt x="108488" y="136492"/>
                  <a:pt x="101256" y="143675"/>
                  <a:pt x="94023" y="143675"/>
                </a:cubicBezTo>
                <a:cubicBezTo>
                  <a:pt x="86791" y="143675"/>
                  <a:pt x="79558" y="150859"/>
                  <a:pt x="72325" y="158043"/>
                </a:cubicBezTo>
                <a:cubicBezTo>
                  <a:pt x="7233" y="150859"/>
                  <a:pt x="7233" y="150859"/>
                  <a:pt x="7233" y="150859"/>
                </a:cubicBezTo>
                <a:lnTo>
                  <a:pt x="28931"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9893300" y="5257800"/>
            <a:ext cx="219260" cy="286259"/>
          </a:xfrm>
          <a:custGeom>
            <a:avLst/>
            <a:gdLst/>
            <a:ahLst/>
            <a:cxnLst/>
            <a:rect l="l" t="t" r="r" b="b"/>
            <a:pathLst>
              <a:path w="219260" h="286259">
                <a:moveTo>
                  <a:pt x="70729" y="85877"/>
                </a:moveTo>
                <a:cubicBezTo>
                  <a:pt x="0" y="71564"/>
                  <a:pt x="0" y="71564"/>
                  <a:pt x="0" y="71564"/>
                </a:cubicBezTo>
                <a:cubicBezTo>
                  <a:pt x="7073" y="50095"/>
                  <a:pt x="21219" y="35782"/>
                  <a:pt x="35364" y="21469"/>
                </a:cubicBezTo>
                <a:cubicBezTo>
                  <a:pt x="49511" y="7156"/>
                  <a:pt x="77803" y="0"/>
                  <a:pt x="106095" y="0"/>
                </a:cubicBezTo>
                <a:cubicBezTo>
                  <a:pt x="141459" y="0"/>
                  <a:pt x="169751" y="7156"/>
                  <a:pt x="183896" y="21469"/>
                </a:cubicBezTo>
                <a:cubicBezTo>
                  <a:pt x="198043" y="35782"/>
                  <a:pt x="212188" y="50095"/>
                  <a:pt x="212188" y="71564"/>
                </a:cubicBezTo>
                <a:cubicBezTo>
                  <a:pt x="212188" y="85877"/>
                  <a:pt x="205115" y="93034"/>
                  <a:pt x="198043" y="107347"/>
                </a:cubicBezTo>
                <a:cubicBezTo>
                  <a:pt x="190969" y="114503"/>
                  <a:pt x="183896" y="121660"/>
                  <a:pt x="169751" y="128816"/>
                </a:cubicBezTo>
                <a:cubicBezTo>
                  <a:pt x="176823" y="135973"/>
                  <a:pt x="190969" y="135973"/>
                  <a:pt x="190969" y="143129"/>
                </a:cubicBezTo>
                <a:cubicBezTo>
                  <a:pt x="205115" y="143129"/>
                  <a:pt x="212188" y="150285"/>
                  <a:pt x="212188" y="164598"/>
                </a:cubicBezTo>
                <a:cubicBezTo>
                  <a:pt x="219260" y="171755"/>
                  <a:pt x="219260" y="186069"/>
                  <a:pt x="219260" y="193225"/>
                </a:cubicBezTo>
                <a:cubicBezTo>
                  <a:pt x="219260" y="214695"/>
                  <a:pt x="219260" y="229008"/>
                  <a:pt x="212188" y="243321"/>
                </a:cubicBezTo>
                <a:cubicBezTo>
                  <a:pt x="205115" y="257633"/>
                  <a:pt x="190969" y="271946"/>
                  <a:pt x="176823" y="279103"/>
                </a:cubicBezTo>
                <a:cubicBezTo>
                  <a:pt x="155604" y="286259"/>
                  <a:pt x="134386" y="286259"/>
                  <a:pt x="113167" y="286259"/>
                </a:cubicBezTo>
                <a:cubicBezTo>
                  <a:pt x="84875" y="286259"/>
                  <a:pt x="70729" y="286259"/>
                  <a:pt x="56584" y="279103"/>
                </a:cubicBezTo>
                <a:cubicBezTo>
                  <a:pt x="42437" y="271946"/>
                  <a:pt x="28292" y="264790"/>
                  <a:pt x="21219" y="250477"/>
                </a:cubicBezTo>
                <a:cubicBezTo>
                  <a:pt x="7073" y="243321"/>
                  <a:pt x="0" y="229008"/>
                  <a:pt x="0" y="207538"/>
                </a:cubicBezTo>
                <a:cubicBezTo>
                  <a:pt x="70729" y="200382"/>
                  <a:pt x="70729" y="200382"/>
                  <a:pt x="70729" y="200382"/>
                </a:cubicBezTo>
                <a:cubicBezTo>
                  <a:pt x="77803" y="214695"/>
                  <a:pt x="77803" y="229008"/>
                  <a:pt x="84875" y="229008"/>
                </a:cubicBezTo>
                <a:cubicBezTo>
                  <a:pt x="91948" y="236164"/>
                  <a:pt x="99021" y="243321"/>
                  <a:pt x="113167" y="243321"/>
                </a:cubicBezTo>
                <a:cubicBezTo>
                  <a:pt x="120240" y="243321"/>
                  <a:pt x="127312" y="236164"/>
                  <a:pt x="134386" y="229008"/>
                </a:cubicBezTo>
                <a:cubicBezTo>
                  <a:pt x="141459" y="221851"/>
                  <a:pt x="148532" y="214695"/>
                  <a:pt x="148532" y="200382"/>
                </a:cubicBezTo>
                <a:cubicBezTo>
                  <a:pt x="148532" y="186069"/>
                  <a:pt x="141459" y="178911"/>
                  <a:pt x="134386" y="171755"/>
                </a:cubicBezTo>
                <a:cubicBezTo>
                  <a:pt x="127312" y="164598"/>
                  <a:pt x="120240" y="157442"/>
                  <a:pt x="106095" y="157442"/>
                </a:cubicBezTo>
                <a:cubicBezTo>
                  <a:pt x="106095" y="157442"/>
                  <a:pt x="99021" y="164598"/>
                  <a:pt x="84875" y="164598"/>
                </a:cubicBezTo>
                <a:cubicBezTo>
                  <a:pt x="91948" y="107347"/>
                  <a:pt x="91948" y="107347"/>
                  <a:pt x="91948" y="107347"/>
                </a:cubicBezTo>
                <a:cubicBezTo>
                  <a:pt x="91948" y="107347"/>
                  <a:pt x="99021" y="107347"/>
                  <a:pt x="99021" y="107347"/>
                </a:cubicBezTo>
                <a:cubicBezTo>
                  <a:pt x="106095" y="107347"/>
                  <a:pt x="120240" y="107347"/>
                  <a:pt x="120240" y="100190"/>
                </a:cubicBezTo>
                <a:cubicBezTo>
                  <a:pt x="127312" y="93034"/>
                  <a:pt x="134386" y="85877"/>
                  <a:pt x="134386" y="78721"/>
                </a:cubicBezTo>
                <a:cubicBezTo>
                  <a:pt x="134386" y="71564"/>
                  <a:pt x="127312" y="64408"/>
                  <a:pt x="127312" y="57252"/>
                </a:cubicBezTo>
                <a:cubicBezTo>
                  <a:pt x="120240" y="50095"/>
                  <a:pt x="113167" y="50095"/>
                  <a:pt x="106095" y="50095"/>
                </a:cubicBezTo>
                <a:cubicBezTo>
                  <a:pt x="99021" y="50095"/>
                  <a:pt x="91948" y="50095"/>
                  <a:pt x="84875" y="57252"/>
                </a:cubicBezTo>
                <a:cubicBezTo>
                  <a:pt x="77803" y="64408"/>
                  <a:pt x="77803" y="71564"/>
                  <a:pt x="70729" y="85877"/>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8001000" y="5511800"/>
            <a:ext cx="66998" cy="36543"/>
          </a:xfrm>
          <a:custGeom>
            <a:avLst/>
            <a:gdLst/>
            <a:ahLst/>
            <a:cxnLst/>
            <a:rect l="l" t="t" r="r" b="b"/>
            <a:pathLst>
              <a:path w="66998" h="36543">
                <a:moveTo>
                  <a:pt x="0" y="36543"/>
                </a:moveTo>
                <a:lnTo>
                  <a:pt x="30453" y="30452"/>
                </a:lnTo>
                <a:lnTo>
                  <a:pt x="66998" y="12181"/>
                </a:lnTo>
                <a:lnTo>
                  <a:pt x="48726" y="6091"/>
                </a:lnTo>
                <a:lnTo>
                  <a:pt x="24362" y="0"/>
                </a:lnTo>
                <a:lnTo>
                  <a:pt x="0" y="36543"/>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8394700" y="800100"/>
            <a:ext cx="170536" cy="133993"/>
          </a:xfrm>
          <a:custGeom>
            <a:avLst/>
            <a:gdLst/>
            <a:ahLst/>
            <a:cxnLst/>
            <a:rect l="l" t="t" r="r" b="b"/>
            <a:pathLst>
              <a:path w="170536" h="133993">
                <a:moveTo>
                  <a:pt x="156324" y="77575"/>
                </a:moveTo>
                <a:cubicBezTo>
                  <a:pt x="163430" y="70523"/>
                  <a:pt x="170536" y="63471"/>
                  <a:pt x="170536" y="56418"/>
                </a:cubicBezTo>
                <a:cubicBezTo>
                  <a:pt x="170536" y="42314"/>
                  <a:pt x="170536" y="35262"/>
                  <a:pt x="170536" y="28209"/>
                </a:cubicBezTo>
                <a:cubicBezTo>
                  <a:pt x="163430" y="14105"/>
                  <a:pt x="156324" y="7052"/>
                  <a:pt x="149219" y="0"/>
                </a:cubicBezTo>
                <a:cubicBezTo>
                  <a:pt x="135007" y="0"/>
                  <a:pt x="127902" y="0"/>
                  <a:pt x="113690" y="0"/>
                </a:cubicBezTo>
                <a:cubicBezTo>
                  <a:pt x="106585" y="7052"/>
                  <a:pt x="85268" y="14105"/>
                  <a:pt x="56845" y="28209"/>
                </a:cubicBezTo>
                <a:cubicBezTo>
                  <a:pt x="0" y="49366"/>
                  <a:pt x="0" y="49366"/>
                  <a:pt x="0" y="49366"/>
                </a:cubicBezTo>
                <a:cubicBezTo>
                  <a:pt x="35528" y="133993"/>
                  <a:pt x="35528" y="133993"/>
                  <a:pt x="35528" y="133993"/>
                </a:cubicBezTo>
                <a:cubicBezTo>
                  <a:pt x="92373" y="112836"/>
                  <a:pt x="92373" y="112836"/>
                  <a:pt x="92373" y="112836"/>
                </a:cubicBezTo>
                <a:cubicBezTo>
                  <a:pt x="127902" y="91680"/>
                  <a:pt x="149219" y="84628"/>
                  <a:pt x="156324" y="7757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912600" y="1854200"/>
            <a:ext cx="140085" cy="176629"/>
          </a:xfrm>
          <a:custGeom>
            <a:avLst/>
            <a:gdLst/>
            <a:ahLst/>
            <a:cxnLst/>
            <a:rect l="l" t="t" r="r" b="b"/>
            <a:pathLst>
              <a:path w="140085" h="176629">
                <a:moveTo>
                  <a:pt x="70043" y="162499"/>
                </a:moveTo>
                <a:cubicBezTo>
                  <a:pt x="77047" y="169564"/>
                  <a:pt x="84051" y="169564"/>
                  <a:pt x="91055" y="176629"/>
                </a:cubicBezTo>
                <a:cubicBezTo>
                  <a:pt x="105063" y="176629"/>
                  <a:pt x="112069" y="169564"/>
                  <a:pt x="119073" y="169564"/>
                </a:cubicBezTo>
                <a:cubicBezTo>
                  <a:pt x="133081" y="162499"/>
                  <a:pt x="140085" y="148368"/>
                  <a:pt x="140085" y="141303"/>
                </a:cubicBezTo>
                <a:cubicBezTo>
                  <a:pt x="140085" y="134238"/>
                  <a:pt x="140085" y="120108"/>
                  <a:pt x="140085" y="105978"/>
                </a:cubicBezTo>
                <a:cubicBezTo>
                  <a:pt x="133081" y="98913"/>
                  <a:pt x="126077" y="84781"/>
                  <a:pt x="105063" y="56521"/>
                </a:cubicBezTo>
                <a:cubicBezTo>
                  <a:pt x="77047" y="0"/>
                  <a:pt x="77047" y="0"/>
                  <a:pt x="77047" y="0"/>
                </a:cubicBezTo>
                <a:cubicBezTo>
                  <a:pt x="0" y="49456"/>
                  <a:pt x="0" y="49456"/>
                  <a:pt x="0" y="49456"/>
                </a:cubicBezTo>
                <a:cubicBezTo>
                  <a:pt x="28017" y="98913"/>
                  <a:pt x="28017" y="98913"/>
                  <a:pt x="28017" y="98913"/>
                </a:cubicBezTo>
                <a:cubicBezTo>
                  <a:pt x="49030" y="134238"/>
                  <a:pt x="63038" y="155434"/>
                  <a:pt x="70043" y="16249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6921500" y="2552700"/>
            <a:ext cx="152265" cy="109630"/>
          </a:xfrm>
          <a:custGeom>
            <a:avLst/>
            <a:gdLst/>
            <a:ahLst/>
            <a:cxnLst/>
            <a:rect l="l" t="t" r="r" b="b"/>
            <a:pathLst>
              <a:path w="152265" h="109630">
                <a:moveTo>
                  <a:pt x="152265" y="0"/>
                </a:moveTo>
                <a:lnTo>
                  <a:pt x="0" y="18271"/>
                </a:lnTo>
                <a:lnTo>
                  <a:pt x="115722" y="109630"/>
                </a:lnTo>
                <a:lnTo>
                  <a:pt x="15226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9906000" y="6096000"/>
            <a:ext cx="146174" cy="237534"/>
          </a:xfrm>
          <a:custGeom>
            <a:avLst/>
            <a:gdLst/>
            <a:ahLst/>
            <a:cxnLst/>
            <a:rect l="l" t="t" r="r" b="b"/>
            <a:pathLst>
              <a:path w="146174" h="237534">
                <a:moveTo>
                  <a:pt x="48725" y="71980"/>
                </a:moveTo>
                <a:cubicBezTo>
                  <a:pt x="34803" y="71980"/>
                  <a:pt x="27842" y="86377"/>
                  <a:pt x="27842" y="86377"/>
                </a:cubicBezTo>
                <a:cubicBezTo>
                  <a:pt x="6961" y="100772"/>
                  <a:pt x="13922" y="107970"/>
                  <a:pt x="13922" y="107970"/>
                </a:cubicBezTo>
                <a:cubicBezTo>
                  <a:pt x="13922" y="115169"/>
                  <a:pt x="6961" y="136762"/>
                  <a:pt x="6961" y="136762"/>
                </a:cubicBezTo>
                <a:cubicBezTo>
                  <a:pt x="0" y="143961"/>
                  <a:pt x="0" y="165555"/>
                  <a:pt x="0" y="165555"/>
                </a:cubicBezTo>
                <a:cubicBezTo>
                  <a:pt x="0" y="172753"/>
                  <a:pt x="13922" y="187148"/>
                  <a:pt x="13922" y="187148"/>
                </a:cubicBezTo>
                <a:cubicBezTo>
                  <a:pt x="20883" y="208742"/>
                  <a:pt x="62647" y="230337"/>
                  <a:pt x="62647" y="230337"/>
                </a:cubicBezTo>
                <a:cubicBezTo>
                  <a:pt x="69606" y="237534"/>
                  <a:pt x="76567" y="237534"/>
                  <a:pt x="83528" y="237534"/>
                </a:cubicBezTo>
                <a:cubicBezTo>
                  <a:pt x="90489" y="237534"/>
                  <a:pt x="97450" y="237534"/>
                  <a:pt x="104411" y="237534"/>
                </a:cubicBezTo>
                <a:cubicBezTo>
                  <a:pt x="132253" y="237534"/>
                  <a:pt x="132253" y="208742"/>
                  <a:pt x="132253" y="208742"/>
                </a:cubicBezTo>
                <a:cubicBezTo>
                  <a:pt x="125292" y="201545"/>
                  <a:pt x="139214" y="187148"/>
                  <a:pt x="139214" y="187148"/>
                </a:cubicBezTo>
                <a:cubicBezTo>
                  <a:pt x="146174" y="179951"/>
                  <a:pt x="146174" y="172753"/>
                  <a:pt x="146174" y="172753"/>
                </a:cubicBezTo>
                <a:cubicBezTo>
                  <a:pt x="139214" y="165555"/>
                  <a:pt x="139214" y="143961"/>
                  <a:pt x="139214" y="143961"/>
                </a:cubicBezTo>
                <a:cubicBezTo>
                  <a:pt x="125292" y="136762"/>
                  <a:pt x="97450" y="115169"/>
                  <a:pt x="97450" y="115169"/>
                </a:cubicBezTo>
                <a:cubicBezTo>
                  <a:pt x="76567" y="86377"/>
                  <a:pt x="97450" y="79178"/>
                  <a:pt x="97450" y="79178"/>
                </a:cubicBezTo>
                <a:cubicBezTo>
                  <a:pt x="111370" y="86377"/>
                  <a:pt x="118331" y="79178"/>
                  <a:pt x="118331" y="79178"/>
                </a:cubicBezTo>
                <a:cubicBezTo>
                  <a:pt x="132253" y="79178"/>
                  <a:pt x="125292" y="57584"/>
                  <a:pt x="125292" y="57584"/>
                </a:cubicBezTo>
                <a:cubicBezTo>
                  <a:pt x="125292" y="43188"/>
                  <a:pt x="125292" y="35991"/>
                  <a:pt x="125292" y="35991"/>
                </a:cubicBezTo>
                <a:cubicBezTo>
                  <a:pt x="132253" y="14395"/>
                  <a:pt x="125292" y="14395"/>
                  <a:pt x="125292" y="14395"/>
                </a:cubicBezTo>
                <a:cubicBezTo>
                  <a:pt x="111370" y="0"/>
                  <a:pt x="104411" y="14395"/>
                  <a:pt x="104411" y="14395"/>
                </a:cubicBezTo>
                <a:cubicBezTo>
                  <a:pt x="97450" y="28792"/>
                  <a:pt x="69606" y="57584"/>
                  <a:pt x="69606" y="57584"/>
                </a:cubicBezTo>
                <a:cubicBezTo>
                  <a:pt x="62647" y="57584"/>
                  <a:pt x="62647" y="64783"/>
                  <a:pt x="62647" y="64783"/>
                </a:cubicBezTo>
                <a:cubicBezTo>
                  <a:pt x="55686" y="71980"/>
                  <a:pt x="48725" y="71980"/>
                  <a:pt x="48725" y="7198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8547100" y="5854700"/>
            <a:ext cx="30455" cy="79179"/>
          </a:xfrm>
          <a:custGeom>
            <a:avLst/>
            <a:gdLst/>
            <a:ahLst/>
            <a:cxnLst/>
            <a:rect l="l" t="t" r="r" b="b"/>
            <a:pathLst>
              <a:path w="30455" h="79179">
                <a:moveTo>
                  <a:pt x="0" y="0"/>
                </a:moveTo>
                <a:cubicBezTo>
                  <a:pt x="7614" y="21594"/>
                  <a:pt x="15227" y="28792"/>
                  <a:pt x="15227" y="35991"/>
                </a:cubicBezTo>
                <a:cubicBezTo>
                  <a:pt x="15227" y="43189"/>
                  <a:pt x="15227" y="50387"/>
                  <a:pt x="15227" y="50387"/>
                </a:cubicBezTo>
                <a:cubicBezTo>
                  <a:pt x="30455" y="64783"/>
                  <a:pt x="22841" y="57584"/>
                  <a:pt x="22841" y="71981"/>
                </a:cubicBezTo>
                <a:cubicBezTo>
                  <a:pt x="30455" y="79179"/>
                  <a:pt x="30455" y="71981"/>
                  <a:pt x="30455" y="64783"/>
                </a:cubicBezTo>
                <a:cubicBezTo>
                  <a:pt x="30455" y="57584"/>
                  <a:pt x="30455" y="35991"/>
                  <a:pt x="22841" y="21594"/>
                </a:cubicBezTo>
                <a:cubicBezTo>
                  <a:pt x="22841" y="14397"/>
                  <a:pt x="22841" y="7198"/>
                  <a:pt x="22841" y="0"/>
                </a:cubicBezTo>
                <a:cubicBezTo>
                  <a:pt x="15227" y="0"/>
                  <a:pt x="7614" y="0"/>
                  <a:pt x="0"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07400" y="5905500"/>
            <a:ext cx="127904" cy="48725"/>
          </a:xfrm>
          <a:custGeom>
            <a:avLst/>
            <a:gdLst/>
            <a:ahLst/>
            <a:cxnLst/>
            <a:rect l="l" t="t" r="r" b="b"/>
            <a:pathLst>
              <a:path w="127904" h="48725">
                <a:moveTo>
                  <a:pt x="0" y="48725"/>
                </a:moveTo>
                <a:cubicBezTo>
                  <a:pt x="7106" y="48725"/>
                  <a:pt x="21317" y="41764"/>
                  <a:pt x="35530" y="41764"/>
                </a:cubicBezTo>
                <a:cubicBezTo>
                  <a:pt x="63952" y="41764"/>
                  <a:pt x="106587" y="34803"/>
                  <a:pt x="120799" y="20883"/>
                </a:cubicBezTo>
                <a:cubicBezTo>
                  <a:pt x="127904" y="20883"/>
                  <a:pt x="127904" y="20883"/>
                  <a:pt x="127904" y="13922"/>
                </a:cubicBezTo>
                <a:cubicBezTo>
                  <a:pt x="127904" y="13922"/>
                  <a:pt x="127904" y="13922"/>
                  <a:pt x="127904" y="13922"/>
                </a:cubicBezTo>
                <a:cubicBezTo>
                  <a:pt x="127904" y="6961"/>
                  <a:pt x="120799" y="6961"/>
                  <a:pt x="120799" y="0"/>
                </a:cubicBezTo>
                <a:cubicBezTo>
                  <a:pt x="85269" y="27843"/>
                  <a:pt x="21317" y="34803"/>
                  <a:pt x="0" y="4872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0198100" y="660400"/>
            <a:ext cx="243623" cy="261897"/>
          </a:xfrm>
          <a:custGeom>
            <a:avLst/>
            <a:gdLst/>
            <a:ahLst/>
            <a:cxnLst/>
            <a:rect l="l" t="t" r="r" b="b"/>
            <a:pathLst>
              <a:path w="243623" h="261897">
                <a:moveTo>
                  <a:pt x="85984" y="254819"/>
                </a:moveTo>
                <a:cubicBezTo>
                  <a:pt x="121812" y="261897"/>
                  <a:pt x="150473" y="261897"/>
                  <a:pt x="171969" y="247740"/>
                </a:cubicBezTo>
                <a:cubicBezTo>
                  <a:pt x="200631" y="233583"/>
                  <a:pt x="222127" y="205270"/>
                  <a:pt x="229292" y="162801"/>
                </a:cubicBezTo>
                <a:cubicBezTo>
                  <a:pt x="243623" y="120331"/>
                  <a:pt x="243623" y="84940"/>
                  <a:pt x="229292" y="63704"/>
                </a:cubicBezTo>
                <a:cubicBezTo>
                  <a:pt x="214961" y="35391"/>
                  <a:pt x="186300" y="21234"/>
                  <a:pt x="157639" y="14157"/>
                </a:cubicBezTo>
                <a:cubicBezTo>
                  <a:pt x="121812" y="0"/>
                  <a:pt x="93149" y="7078"/>
                  <a:pt x="71653" y="21234"/>
                </a:cubicBezTo>
                <a:cubicBezTo>
                  <a:pt x="42992" y="35391"/>
                  <a:pt x="21496" y="63704"/>
                  <a:pt x="14331" y="106175"/>
                </a:cubicBezTo>
                <a:cubicBezTo>
                  <a:pt x="0" y="141566"/>
                  <a:pt x="7165" y="176958"/>
                  <a:pt x="21496" y="205270"/>
                </a:cubicBezTo>
                <a:cubicBezTo>
                  <a:pt x="35827" y="233583"/>
                  <a:pt x="57323" y="247740"/>
                  <a:pt x="85984" y="25481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6413500" y="203200"/>
            <a:ext cx="6437748" cy="6419474"/>
          </a:xfrm>
          <a:custGeom>
            <a:avLst/>
            <a:gdLst/>
            <a:ahLst/>
            <a:cxnLst/>
            <a:rect l="l" t="t" r="r" b="b"/>
            <a:pathLst>
              <a:path w="6437748" h="6419474">
                <a:moveTo>
                  <a:pt x="3222431" y="0"/>
                </a:moveTo>
                <a:cubicBezTo>
                  <a:pt x="1444047" y="0"/>
                  <a:pt x="0" y="1439949"/>
                  <a:pt x="0" y="3213284"/>
                </a:cubicBezTo>
                <a:cubicBezTo>
                  <a:pt x="0" y="4979525"/>
                  <a:pt x="1444047" y="6419474"/>
                  <a:pt x="3222431" y="6419474"/>
                </a:cubicBezTo>
                <a:cubicBezTo>
                  <a:pt x="5000814" y="6419474"/>
                  <a:pt x="6437748" y="4979525"/>
                  <a:pt x="6437748" y="3213284"/>
                </a:cubicBezTo>
                <a:cubicBezTo>
                  <a:pt x="6437748" y="1439949"/>
                  <a:pt x="5000814" y="0"/>
                  <a:pt x="3222431" y="0"/>
                </a:cubicBezTo>
                <a:close/>
                <a:moveTo>
                  <a:pt x="6103412" y="3050137"/>
                </a:moveTo>
                <a:cubicBezTo>
                  <a:pt x="6039390" y="3057230"/>
                  <a:pt x="6039390" y="3057230"/>
                  <a:pt x="6039390" y="3057230"/>
                </a:cubicBezTo>
                <a:cubicBezTo>
                  <a:pt x="6018050" y="2837336"/>
                  <a:pt x="6018050" y="2837336"/>
                  <a:pt x="6018050" y="2837336"/>
                </a:cubicBezTo>
                <a:cubicBezTo>
                  <a:pt x="5939800" y="2844430"/>
                  <a:pt x="5939800" y="2844430"/>
                  <a:pt x="5939800" y="2844430"/>
                </a:cubicBezTo>
                <a:cubicBezTo>
                  <a:pt x="5961141" y="3050137"/>
                  <a:pt x="5961141" y="3050137"/>
                  <a:pt x="5961141" y="3050137"/>
                </a:cubicBezTo>
                <a:cubicBezTo>
                  <a:pt x="5897119" y="3057230"/>
                  <a:pt x="5897119" y="3057230"/>
                  <a:pt x="5897119" y="3057230"/>
                </a:cubicBezTo>
                <a:cubicBezTo>
                  <a:pt x="5875779" y="2851523"/>
                  <a:pt x="5875779" y="2851523"/>
                  <a:pt x="5875779" y="2851523"/>
                </a:cubicBezTo>
                <a:cubicBezTo>
                  <a:pt x="5776190" y="2865711"/>
                  <a:pt x="5776190" y="2865711"/>
                  <a:pt x="5776190" y="2865711"/>
                </a:cubicBezTo>
                <a:cubicBezTo>
                  <a:pt x="5804643" y="3085603"/>
                  <a:pt x="5804643" y="3085603"/>
                  <a:pt x="5804643" y="3085603"/>
                </a:cubicBezTo>
                <a:cubicBezTo>
                  <a:pt x="5740622" y="3092696"/>
                  <a:pt x="5740622" y="3092696"/>
                  <a:pt x="5740622" y="3092696"/>
                </a:cubicBezTo>
                <a:cubicBezTo>
                  <a:pt x="5705055" y="2787683"/>
                  <a:pt x="5705055" y="2787683"/>
                  <a:pt x="5705055" y="2787683"/>
                </a:cubicBezTo>
                <a:cubicBezTo>
                  <a:pt x="6074957" y="2752217"/>
                  <a:pt x="6074957" y="2752217"/>
                  <a:pt x="6074957" y="2752217"/>
                </a:cubicBezTo>
                <a:lnTo>
                  <a:pt x="6103412" y="3050137"/>
                </a:lnTo>
                <a:close/>
                <a:moveTo>
                  <a:pt x="5683714" y="1709495"/>
                </a:moveTo>
                <a:cubicBezTo>
                  <a:pt x="5705055" y="1744962"/>
                  <a:pt x="5719281" y="1773335"/>
                  <a:pt x="5719281" y="1794615"/>
                </a:cubicBezTo>
                <a:cubicBezTo>
                  <a:pt x="5726394" y="1815896"/>
                  <a:pt x="5726394" y="1830083"/>
                  <a:pt x="5719281" y="1851362"/>
                </a:cubicBezTo>
                <a:cubicBezTo>
                  <a:pt x="5712168" y="1872642"/>
                  <a:pt x="5697940" y="1886829"/>
                  <a:pt x="5676600" y="1893922"/>
                </a:cubicBezTo>
                <a:cubicBezTo>
                  <a:pt x="5655259" y="1908109"/>
                  <a:pt x="5626805" y="1915202"/>
                  <a:pt x="5605465" y="1908109"/>
                </a:cubicBezTo>
                <a:cubicBezTo>
                  <a:pt x="5577011" y="1901016"/>
                  <a:pt x="5555670" y="1886829"/>
                  <a:pt x="5534330" y="1858456"/>
                </a:cubicBezTo>
                <a:cubicBezTo>
                  <a:pt x="5534330" y="1879736"/>
                  <a:pt x="5534330" y="1893922"/>
                  <a:pt x="5534330" y="1908109"/>
                </a:cubicBezTo>
                <a:cubicBezTo>
                  <a:pt x="5527215" y="1929389"/>
                  <a:pt x="5520102" y="1950669"/>
                  <a:pt x="5505875" y="1979042"/>
                </a:cubicBezTo>
                <a:cubicBezTo>
                  <a:pt x="5470308" y="2064163"/>
                  <a:pt x="5470308" y="2064163"/>
                  <a:pt x="5470308" y="2064163"/>
                </a:cubicBezTo>
                <a:cubicBezTo>
                  <a:pt x="5420512" y="1979042"/>
                  <a:pt x="5420512" y="1979042"/>
                  <a:pt x="5420512" y="1979042"/>
                </a:cubicBezTo>
                <a:cubicBezTo>
                  <a:pt x="5456080" y="1886829"/>
                  <a:pt x="5456080" y="1886829"/>
                  <a:pt x="5456080" y="1886829"/>
                </a:cubicBezTo>
                <a:cubicBezTo>
                  <a:pt x="5470308" y="1851362"/>
                  <a:pt x="5477421" y="1830083"/>
                  <a:pt x="5477421" y="1822988"/>
                </a:cubicBezTo>
                <a:cubicBezTo>
                  <a:pt x="5484534" y="1808803"/>
                  <a:pt x="5484534" y="1801708"/>
                  <a:pt x="5477421" y="1794615"/>
                </a:cubicBezTo>
                <a:cubicBezTo>
                  <a:pt x="5477421" y="1787522"/>
                  <a:pt x="5470308" y="1773335"/>
                  <a:pt x="5463193" y="1759148"/>
                </a:cubicBezTo>
                <a:cubicBezTo>
                  <a:pt x="5448967" y="1744962"/>
                  <a:pt x="5448967" y="1744962"/>
                  <a:pt x="5448967" y="1744962"/>
                </a:cubicBezTo>
                <a:cubicBezTo>
                  <a:pt x="5320923" y="1822988"/>
                  <a:pt x="5320923" y="1822988"/>
                  <a:pt x="5320923" y="1822988"/>
                </a:cubicBezTo>
                <a:cubicBezTo>
                  <a:pt x="5278242" y="1752055"/>
                  <a:pt x="5278242" y="1752055"/>
                  <a:pt x="5278242" y="1752055"/>
                </a:cubicBezTo>
                <a:cubicBezTo>
                  <a:pt x="5591237" y="1560535"/>
                  <a:pt x="5591237" y="1560535"/>
                  <a:pt x="5591237" y="1560535"/>
                </a:cubicBezTo>
                <a:lnTo>
                  <a:pt x="5683714" y="1709495"/>
                </a:lnTo>
                <a:close/>
                <a:moveTo>
                  <a:pt x="5335151" y="1248428"/>
                </a:moveTo>
                <a:cubicBezTo>
                  <a:pt x="5541443" y="1489602"/>
                  <a:pt x="5541443" y="1489602"/>
                  <a:pt x="5541443" y="1489602"/>
                </a:cubicBezTo>
                <a:cubicBezTo>
                  <a:pt x="5491648" y="1532162"/>
                  <a:pt x="5491648" y="1532162"/>
                  <a:pt x="5491648" y="1532162"/>
                </a:cubicBezTo>
                <a:cubicBezTo>
                  <a:pt x="5413399" y="1439949"/>
                  <a:pt x="5413399" y="1439949"/>
                  <a:pt x="5413399" y="1439949"/>
                </a:cubicBezTo>
                <a:cubicBezTo>
                  <a:pt x="5178652" y="1631469"/>
                  <a:pt x="5178652" y="1631469"/>
                  <a:pt x="5178652" y="1631469"/>
                </a:cubicBezTo>
                <a:cubicBezTo>
                  <a:pt x="5128858" y="1567628"/>
                  <a:pt x="5128858" y="1567628"/>
                  <a:pt x="5128858" y="1567628"/>
                </a:cubicBezTo>
                <a:cubicBezTo>
                  <a:pt x="5363605" y="1376108"/>
                  <a:pt x="5363605" y="1376108"/>
                  <a:pt x="5363605" y="1376108"/>
                </a:cubicBezTo>
                <a:cubicBezTo>
                  <a:pt x="5292468" y="1283895"/>
                  <a:pt x="5292468" y="1283895"/>
                  <a:pt x="5292468" y="1283895"/>
                </a:cubicBezTo>
                <a:lnTo>
                  <a:pt x="5335151" y="1248428"/>
                </a:lnTo>
                <a:close/>
                <a:moveTo>
                  <a:pt x="5278242" y="1184587"/>
                </a:moveTo>
                <a:cubicBezTo>
                  <a:pt x="5235561" y="1234242"/>
                  <a:pt x="5235561" y="1234242"/>
                  <a:pt x="5235561" y="1234242"/>
                </a:cubicBezTo>
                <a:cubicBezTo>
                  <a:pt x="5079063" y="1085281"/>
                  <a:pt x="5079063" y="1085281"/>
                  <a:pt x="5079063" y="1085281"/>
                </a:cubicBezTo>
                <a:cubicBezTo>
                  <a:pt x="5022155" y="1149121"/>
                  <a:pt x="5022155" y="1149121"/>
                  <a:pt x="5022155" y="1149121"/>
                </a:cubicBezTo>
                <a:cubicBezTo>
                  <a:pt x="5171539" y="1283895"/>
                  <a:pt x="5171539" y="1283895"/>
                  <a:pt x="5171539" y="1283895"/>
                </a:cubicBezTo>
                <a:cubicBezTo>
                  <a:pt x="5128858" y="1326455"/>
                  <a:pt x="5128858" y="1326455"/>
                  <a:pt x="5128858" y="1326455"/>
                </a:cubicBezTo>
                <a:cubicBezTo>
                  <a:pt x="4979473" y="1191682"/>
                  <a:pt x="4979473" y="1191682"/>
                  <a:pt x="4979473" y="1191682"/>
                </a:cubicBezTo>
                <a:cubicBezTo>
                  <a:pt x="4915451" y="1262615"/>
                  <a:pt x="4915451" y="1262615"/>
                  <a:pt x="4915451" y="1262615"/>
                </a:cubicBezTo>
                <a:cubicBezTo>
                  <a:pt x="5079063" y="1418669"/>
                  <a:pt x="5079063" y="1418669"/>
                  <a:pt x="5079063" y="1418669"/>
                </a:cubicBezTo>
                <a:cubicBezTo>
                  <a:pt x="5036382" y="1461228"/>
                  <a:pt x="5036382" y="1461228"/>
                  <a:pt x="5036382" y="1461228"/>
                </a:cubicBezTo>
                <a:cubicBezTo>
                  <a:pt x="4815863" y="1255522"/>
                  <a:pt x="4815863" y="1255522"/>
                  <a:pt x="4815863" y="1255522"/>
                </a:cubicBezTo>
                <a:cubicBezTo>
                  <a:pt x="5057723" y="985975"/>
                  <a:pt x="5057723" y="985975"/>
                  <a:pt x="5057723" y="985975"/>
                </a:cubicBezTo>
                <a:lnTo>
                  <a:pt x="5278242" y="1184587"/>
                </a:lnTo>
                <a:close/>
                <a:moveTo>
                  <a:pt x="4730500" y="744800"/>
                </a:moveTo>
                <a:cubicBezTo>
                  <a:pt x="4837203" y="822828"/>
                  <a:pt x="4837203" y="822828"/>
                  <a:pt x="4837203" y="822828"/>
                </a:cubicBezTo>
                <a:cubicBezTo>
                  <a:pt x="4879884" y="851201"/>
                  <a:pt x="4901225" y="865388"/>
                  <a:pt x="4915451" y="879574"/>
                </a:cubicBezTo>
                <a:cubicBezTo>
                  <a:pt x="4929679" y="900854"/>
                  <a:pt x="4936792" y="922134"/>
                  <a:pt x="4943906" y="943414"/>
                </a:cubicBezTo>
                <a:cubicBezTo>
                  <a:pt x="4943906" y="964695"/>
                  <a:pt x="4936792" y="993068"/>
                  <a:pt x="4922566" y="1014348"/>
                </a:cubicBezTo>
                <a:cubicBezTo>
                  <a:pt x="4908338" y="1035628"/>
                  <a:pt x="4894111" y="1049815"/>
                  <a:pt x="4872770" y="1056908"/>
                </a:cubicBezTo>
                <a:cubicBezTo>
                  <a:pt x="4858544" y="1064001"/>
                  <a:pt x="4844316" y="1064001"/>
                  <a:pt x="4830089" y="1064001"/>
                </a:cubicBezTo>
                <a:cubicBezTo>
                  <a:pt x="4808748" y="1064001"/>
                  <a:pt x="4794522" y="1056908"/>
                  <a:pt x="4780295" y="1056908"/>
                </a:cubicBezTo>
                <a:cubicBezTo>
                  <a:pt x="4766067" y="1049815"/>
                  <a:pt x="4737613" y="1028535"/>
                  <a:pt x="4709159" y="1014348"/>
                </a:cubicBezTo>
                <a:cubicBezTo>
                  <a:pt x="4666478" y="978882"/>
                  <a:pt x="4666478" y="978882"/>
                  <a:pt x="4666478" y="978882"/>
                </a:cubicBezTo>
                <a:cubicBezTo>
                  <a:pt x="4588229" y="1092374"/>
                  <a:pt x="4588229" y="1092374"/>
                  <a:pt x="4588229" y="1092374"/>
                </a:cubicBezTo>
                <a:cubicBezTo>
                  <a:pt x="4517094" y="1049815"/>
                  <a:pt x="4517094" y="1049815"/>
                  <a:pt x="4517094" y="1049815"/>
                </a:cubicBezTo>
                <a:lnTo>
                  <a:pt x="4730500" y="744800"/>
                </a:lnTo>
                <a:close/>
                <a:moveTo>
                  <a:pt x="4495753" y="617121"/>
                </a:moveTo>
                <a:cubicBezTo>
                  <a:pt x="4474413" y="673867"/>
                  <a:pt x="4474413" y="673867"/>
                  <a:pt x="4474413" y="673867"/>
                </a:cubicBezTo>
                <a:cubicBezTo>
                  <a:pt x="4289461" y="595841"/>
                  <a:pt x="4289461" y="595841"/>
                  <a:pt x="4289461" y="595841"/>
                </a:cubicBezTo>
                <a:cubicBezTo>
                  <a:pt x="4253893" y="673867"/>
                  <a:pt x="4253893" y="673867"/>
                  <a:pt x="4253893" y="673867"/>
                </a:cubicBezTo>
                <a:cubicBezTo>
                  <a:pt x="4410391" y="744800"/>
                  <a:pt x="4410391" y="744800"/>
                  <a:pt x="4410391" y="744800"/>
                </a:cubicBezTo>
                <a:cubicBezTo>
                  <a:pt x="4389050" y="801548"/>
                  <a:pt x="4389050" y="801548"/>
                  <a:pt x="4389050" y="801548"/>
                </a:cubicBezTo>
                <a:cubicBezTo>
                  <a:pt x="4232553" y="730614"/>
                  <a:pt x="4232553" y="730614"/>
                  <a:pt x="4232553" y="730614"/>
                </a:cubicBezTo>
                <a:cubicBezTo>
                  <a:pt x="4168531" y="872481"/>
                  <a:pt x="4168531" y="872481"/>
                  <a:pt x="4168531" y="872481"/>
                </a:cubicBezTo>
                <a:cubicBezTo>
                  <a:pt x="4097396" y="844108"/>
                  <a:pt x="4097396" y="844108"/>
                  <a:pt x="4097396" y="844108"/>
                </a:cubicBezTo>
                <a:cubicBezTo>
                  <a:pt x="4239666" y="503627"/>
                  <a:pt x="4239666" y="503627"/>
                  <a:pt x="4239666" y="503627"/>
                </a:cubicBezTo>
                <a:lnTo>
                  <a:pt x="4495753" y="617121"/>
                </a:lnTo>
                <a:close/>
                <a:moveTo>
                  <a:pt x="3720379" y="546188"/>
                </a:moveTo>
                <a:cubicBezTo>
                  <a:pt x="3734605" y="510720"/>
                  <a:pt x="3748832" y="482347"/>
                  <a:pt x="3763060" y="461067"/>
                </a:cubicBezTo>
                <a:cubicBezTo>
                  <a:pt x="3777286" y="446880"/>
                  <a:pt x="3798627" y="432694"/>
                  <a:pt x="3812854" y="418507"/>
                </a:cubicBezTo>
                <a:cubicBezTo>
                  <a:pt x="3834195" y="411414"/>
                  <a:pt x="3855536" y="404321"/>
                  <a:pt x="3876876" y="404321"/>
                </a:cubicBezTo>
                <a:cubicBezTo>
                  <a:pt x="3898217" y="397227"/>
                  <a:pt x="3933784" y="404321"/>
                  <a:pt x="3962239" y="411414"/>
                </a:cubicBezTo>
                <a:cubicBezTo>
                  <a:pt x="4019146" y="425600"/>
                  <a:pt x="4061828" y="453974"/>
                  <a:pt x="4090281" y="496534"/>
                </a:cubicBezTo>
                <a:cubicBezTo>
                  <a:pt x="4111622" y="539093"/>
                  <a:pt x="4118736" y="588748"/>
                  <a:pt x="4104509" y="645494"/>
                </a:cubicBezTo>
                <a:cubicBezTo>
                  <a:pt x="4090281" y="702241"/>
                  <a:pt x="4054714" y="744800"/>
                  <a:pt x="4012033" y="766081"/>
                </a:cubicBezTo>
                <a:cubicBezTo>
                  <a:pt x="3969352" y="787361"/>
                  <a:pt x="3919557" y="794455"/>
                  <a:pt x="3862649" y="780268"/>
                </a:cubicBezTo>
                <a:cubicBezTo>
                  <a:pt x="3805740" y="766081"/>
                  <a:pt x="3763060" y="737707"/>
                  <a:pt x="3741718" y="695147"/>
                </a:cubicBezTo>
                <a:cubicBezTo>
                  <a:pt x="3713264" y="652587"/>
                  <a:pt x="3706151" y="602934"/>
                  <a:pt x="3720379" y="546188"/>
                </a:cubicBezTo>
                <a:close/>
                <a:moveTo>
                  <a:pt x="3272226" y="319201"/>
                </a:moveTo>
                <a:cubicBezTo>
                  <a:pt x="3364701" y="468160"/>
                  <a:pt x="3364701" y="468160"/>
                  <a:pt x="3364701" y="468160"/>
                </a:cubicBezTo>
                <a:cubicBezTo>
                  <a:pt x="3464291" y="326293"/>
                  <a:pt x="3464291" y="326293"/>
                  <a:pt x="3464291" y="326293"/>
                </a:cubicBezTo>
                <a:cubicBezTo>
                  <a:pt x="3556767" y="333386"/>
                  <a:pt x="3556767" y="333386"/>
                  <a:pt x="3556767" y="333386"/>
                </a:cubicBezTo>
                <a:cubicBezTo>
                  <a:pt x="3393156" y="539093"/>
                  <a:pt x="3393156" y="539093"/>
                  <a:pt x="3393156" y="539093"/>
                </a:cubicBezTo>
                <a:cubicBezTo>
                  <a:pt x="3386042" y="688054"/>
                  <a:pt x="3386042" y="688054"/>
                  <a:pt x="3386042" y="688054"/>
                </a:cubicBezTo>
                <a:cubicBezTo>
                  <a:pt x="3307794" y="688054"/>
                  <a:pt x="3307794" y="688054"/>
                  <a:pt x="3307794" y="688054"/>
                </a:cubicBezTo>
                <a:cubicBezTo>
                  <a:pt x="3314907" y="532000"/>
                  <a:pt x="3314907" y="532000"/>
                  <a:pt x="3314907" y="532000"/>
                </a:cubicBezTo>
                <a:cubicBezTo>
                  <a:pt x="3179750" y="312108"/>
                  <a:pt x="3179750" y="312108"/>
                  <a:pt x="3179750" y="312108"/>
                </a:cubicBezTo>
                <a:lnTo>
                  <a:pt x="3272226" y="319201"/>
                </a:lnTo>
                <a:close/>
                <a:moveTo>
                  <a:pt x="3137069" y="312108"/>
                </a:moveTo>
                <a:cubicBezTo>
                  <a:pt x="3144182" y="375947"/>
                  <a:pt x="3144182" y="375947"/>
                  <a:pt x="3144182" y="375947"/>
                </a:cubicBezTo>
                <a:cubicBezTo>
                  <a:pt x="3023252" y="383041"/>
                  <a:pt x="3023252" y="383041"/>
                  <a:pt x="3023252" y="383041"/>
                </a:cubicBezTo>
                <a:cubicBezTo>
                  <a:pt x="3044593" y="688054"/>
                  <a:pt x="3044593" y="688054"/>
                  <a:pt x="3044593" y="688054"/>
                </a:cubicBezTo>
                <a:cubicBezTo>
                  <a:pt x="2966344" y="695147"/>
                  <a:pt x="2966344" y="695147"/>
                  <a:pt x="2966344" y="695147"/>
                </a:cubicBezTo>
                <a:cubicBezTo>
                  <a:pt x="2937890" y="390134"/>
                  <a:pt x="2937890" y="390134"/>
                  <a:pt x="2937890" y="390134"/>
                </a:cubicBezTo>
                <a:cubicBezTo>
                  <a:pt x="2824072" y="397227"/>
                  <a:pt x="2824072" y="397227"/>
                  <a:pt x="2824072" y="397227"/>
                </a:cubicBezTo>
                <a:cubicBezTo>
                  <a:pt x="2816959" y="340481"/>
                  <a:pt x="2816959" y="340481"/>
                  <a:pt x="2816959" y="340481"/>
                </a:cubicBezTo>
                <a:lnTo>
                  <a:pt x="3137069" y="312108"/>
                </a:lnTo>
                <a:close/>
                <a:moveTo>
                  <a:pt x="2745824" y="354667"/>
                </a:moveTo>
                <a:cubicBezTo>
                  <a:pt x="2809846" y="716427"/>
                  <a:pt x="2809846" y="716427"/>
                  <a:pt x="2809846" y="716427"/>
                </a:cubicBezTo>
                <a:cubicBezTo>
                  <a:pt x="2731597" y="730614"/>
                  <a:pt x="2731597" y="730614"/>
                  <a:pt x="2731597" y="730614"/>
                </a:cubicBezTo>
                <a:cubicBezTo>
                  <a:pt x="2667575" y="368854"/>
                  <a:pt x="2667575" y="368854"/>
                  <a:pt x="2667575" y="368854"/>
                </a:cubicBezTo>
                <a:lnTo>
                  <a:pt x="2745824" y="354667"/>
                </a:lnTo>
                <a:close/>
                <a:moveTo>
                  <a:pt x="2304785" y="496534"/>
                </a:moveTo>
                <a:cubicBezTo>
                  <a:pt x="2311898" y="482347"/>
                  <a:pt x="2326126" y="461067"/>
                  <a:pt x="2347467" y="446880"/>
                </a:cubicBezTo>
                <a:cubicBezTo>
                  <a:pt x="2368807" y="432694"/>
                  <a:pt x="2390148" y="425600"/>
                  <a:pt x="2418602" y="418507"/>
                </a:cubicBezTo>
                <a:cubicBezTo>
                  <a:pt x="2468396" y="404321"/>
                  <a:pt x="2511077" y="404321"/>
                  <a:pt x="2539531" y="418507"/>
                </a:cubicBezTo>
                <a:cubicBezTo>
                  <a:pt x="2567986" y="425600"/>
                  <a:pt x="2589327" y="446880"/>
                  <a:pt x="2596440" y="482347"/>
                </a:cubicBezTo>
                <a:cubicBezTo>
                  <a:pt x="2518192" y="503627"/>
                  <a:pt x="2518192" y="503627"/>
                  <a:pt x="2518192" y="503627"/>
                </a:cubicBezTo>
                <a:cubicBezTo>
                  <a:pt x="2511077" y="489440"/>
                  <a:pt x="2503964" y="475254"/>
                  <a:pt x="2489737" y="475254"/>
                </a:cubicBezTo>
                <a:cubicBezTo>
                  <a:pt x="2475509" y="468160"/>
                  <a:pt x="2454170" y="468160"/>
                  <a:pt x="2432829" y="475254"/>
                </a:cubicBezTo>
                <a:cubicBezTo>
                  <a:pt x="2411487" y="482347"/>
                  <a:pt x="2397261" y="489440"/>
                  <a:pt x="2383034" y="503627"/>
                </a:cubicBezTo>
                <a:cubicBezTo>
                  <a:pt x="2375920" y="510720"/>
                  <a:pt x="2375920" y="517813"/>
                  <a:pt x="2375920" y="524908"/>
                </a:cubicBezTo>
                <a:cubicBezTo>
                  <a:pt x="2383034" y="539093"/>
                  <a:pt x="2390148" y="539093"/>
                  <a:pt x="2397261" y="546188"/>
                </a:cubicBezTo>
                <a:cubicBezTo>
                  <a:pt x="2411487" y="553281"/>
                  <a:pt x="2432829" y="553281"/>
                  <a:pt x="2475509" y="553281"/>
                </a:cubicBezTo>
                <a:cubicBezTo>
                  <a:pt x="2518192" y="546188"/>
                  <a:pt x="2546645" y="546188"/>
                  <a:pt x="2567986" y="553281"/>
                </a:cubicBezTo>
                <a:cubicBezTo>
                  <a:pt x="2589327" y="560374"/>
                  <a:pt x="2603553" y="567468"/>
                  <a:pt x="2617780" y="574561"/>
                </a:cubicBezTo>
                <a:cubicBezTo>
                  <a:pt x="2632008" y="588748"/>
                  <a:pt x="2646234" y="610028"/>
                  <a:pt x="2653348" y="631307"/>
                </a:cubicBezTo>
                <a:cubicBezTo>
                  <a:pt x="2653348" y="652587"/>
                  <a:pt x="2653348" y="673867"/>
                  <a:pt x="2646234" y="695147"/>
                </a:cubicBezTo>
                <a:cubicBezTo>
                  <a:pt x="2639121" y="716427"/>
                  <a:pt x="2624894" y="730614"/>
                  <a:pt x="2603553" y="744800"/>
                </a:cubicBezTo>
                <a:cubicBezTo>
                  <a:pt x="2589327" y="758988"/>
                  <a:pt x="2560872" y="773175"/>
                  <a:pt x="2525305" y="780268"/>
                </a:cubicBezTo>
                <a:cubicBezTo>
                  <a:pt x="2475509" y="794455"/>
                  <a:pt x="2432829" y="794455"/>
                  <a:pt x="2404374" y="780268"/>
                </a:cubicBezTo>
                <a:cubicBezTo>
                  <a:pt x="2368807" y="766081"/>
                  <a:pt x="2347467" y="744800"/>
                  <a:pt x="2333239" y="709334"/>
                </a:cubicBezTo>
                <a:cubicBezTo>
                  <a:pt x="2404374" y="680961"/>
                  <a:pt x="2404374" y="680961"/>
                  <a:pt x="2404374" y="680961"/>
                </a:cubicBezTo>
                <a:cubicBezTo>
                  <a:pt x="2418602" y="702241"/>
                  <a:pt x="2432829" y="716427"/>
                  <a:pt x="2447055" y="723520"/>
                </a:cubicBezTo>
                <a:cubicBezTo>
                  <a:pt x="2461283" y="730614"/>
                  <a:pt x="2482623" y="730614"/>
                  <a:pt x="2511077" y="723520"/>
                </a:cubicBezTo>
                <a:cubicBezTo>
                  <a:pt x="2532418" y="716427"/>
                  <a:pt x="2553759" y="702241"/>
                  <a:pt x="2560872" y="688054"/>
                </a:cubicBezTo>
                <a:cubicBezTo>
                  <a:pt x="2575099" y="680961"/>
                  <a:pt x="2575099" y="666774"/>
                  <a:pt x="2575099" y="652587"/>
                </a:cubicBezTo>
                <a:cubicBezTo>
                  <a:pt x="2567986" y="645494"/>
                  <a:pt x="2567986" y="638401"/>
                  <a:pt x="2560872" y="631307"/>
                </a:cubicBezTo>
                <a:cubicBezTo>
                  <a:pt x="2553759" y="631307"/>
                  <a:pt x="2539531" y="624214"/>
                  <a:pt x="2525305" y="624214"/>
                </a:cubicBezTo>
                <a:cubicBezTo>
                  <a:pt x="2518192" y="624214"/>
                  <a:pt x="2496850" y="624214"/>
                  <a:pt x="2461283" y="624214"/>
                </a:cubicBezTo>
                <a:cubicBezTo>
                  <a:pt x="2411487" y="631307"/>
                  <a:pt x="2383034" y="624214"/>
                  <a:pt x="2361693" y="617121"/>
                </a:cubicBezTo>
                <a:cubicBezTo>
                  <a:pt x="2333239" y="602934"/>
                  <a:pt x="2311898" y="581654"/>
                  <a:pt x="2304785" y="553281"/>
                </a:cubicBezTo>
                <a:cubicBezTo>
                  <a:pt x="2297671" y="539093"/>
                  <a:pt x="2297671" y="517813"/>
                  <a:pt x="2304785" y="496534"/>
                </a:cubicBezTo>
                <a:close/>
                <a:moveTo>
                  <a:pt x="2034470" y="560374"/>
                </a:moveTo>
                <a:cubicBezTo>
                  <a:pt x="2077152" y="546188"/>
                  <a:pt x="2105605" y="532000"/>
                  <a:pt x="2126946" y="532000"/>
                </a:cubicBezTo>
                <a:cubicBezTo>
                  <a:pt x="2148288" y="532000"/>
                  <a:pt x="2162514" y="532000"/>
                  <a:pt x="2183855" y="546188"/>
                </a:cubicBezTo>
                <a:cubicBezTo>
                  <a:pt x="2198082" y="553281"/>
                  <a:pt x="2212310" y="567468"/>
                  <a:pt x="2219423" y="588748"/>
                </a:cubicBezTo>
                <a:cubicBezTo>
                  <a:pt x="2233649" y="617121"/>
                  <a:pt x="2233649" y="638401"/>
                  <a:pt x="2226536" y="666774"/>
                </a:cubicBezTo>
                <a:cubicBezTo>
                  <a:pt x="2212310" y="688054"/>
                  <a:pt x="2198082" y="709334"/>
                  <a:pt x="2162514" y="723520"/>
                </a:cubicBezTo>
                <a:cubicBezTo>
                  <a:pt x="2183855" y="730614"/>
                  <a:pt x="2205195" y="730614"/>
                  <a:pt x="2219423" y="737707"/>
                </a:cubicBezTo>
                <a:cubicBezTo>
                  <a:pt x="2233649" y="744800"/>
                  <a:pt x="2254990" y="751895"/>
                  <a:pt x="2283445" y="773175"/>
                </a:cubicBezTo>
                <a:cubicBezTo>
                  <a:pt x="2354580" y="815734"/>
                  <a:pt x="2354580" y="815734"/>
                  <a:pt x="2354580" y="815734"/>
                </a:cubicBezTo>
                <a:cubicBezTo>
                  <a:pt x="2269217" y="858294"/>
                  <a:pt x="2269217" y="858294"/>
                  <a:pt x="2269217" y="858294"/>
                </a:cubicBezTo>
                <a:cubicBezTo>
                  <a:pt x="2183855" y="808641"/>
                  <a:pt x="2183855" y="808641"/>
                  <a:pt x="2183855" y="808641"/>
                </a:cubicBezTo>
                <a:cubicBezTo>
                  <a:pt x="2148288" y="794455"/>
                  <a:pt x="2134060" y="780268"/>
                  <a:pt x="2119833" y="773175"/>
                </a:cubicBezTo>
                <a:cubicBezTo>
                  <a:pt x="2112720" y="773175"/>
                  <a:pt x="2098492" y="773175"/>
                  <a:pt x="2091379" y="773175"/>
                </a:cubicBezTo>
                <a:cubicBezTo>
                  <a:pt x="2084266" y="773175"/>
                  <a:pt x="2070038" y="780268"/>
                  <a:pt x="2055811" y="787361"/>
                </a:cubicBezTo>
                <a:cubicBezTo>
                  <a:pt x="2034470" y="794455"/>
                  <a:pt x="2034470" y="794455"/>
                  <a:pt x="2034470" y="794455"/>
                </a:cubicBezTo>
                <a:cubicBezTo>
                  <a:pt x="2098492" y="929227"/>
                  <a:pt x="2098492" y="929227"/>
                  <a:pt x="2098492" y="929227"/>
                </a:cubicBezTo>
                <a:cubicBezTo>
                  <a:pt x="2027357" y="964695"/>
                  <a:pt x="2027357" y="964695"/>
                  <a:pt x="2027357" y="964695"/>
                </a:cubicBezTo>
                <a:cubicBezTo>
                  <a:pt x="1877973" y="631307"/>
                  <a:pt x="1877973" y="631307"/>
                  <a:pt x="1877973" y="631307"/>
                </a:cubicBezTo>
                <a:lnTo>
                  <a:pt x="2034470" y="560374"/>
                </a:lnTo>
                <a:close/>
                <a:moveTo>
                  <a:pt x="1778384" y="680961"/>
                </a:moveTo>
                <a:cubicBezTo>
                  <a:pt x="1813951" y="737707"/>
                  <a:pt x="1813951" y="737707"/>
                  <a:pt x="1813951" y="737707"/>
                </a:cubicBezTo>
                <a:cubicBezTo>
                  <a:pt x="1629000" y="851201"/>
                  <a:pt x="1629000" y="851201"/>
                  <a:pt x="1629000" y="851201"/>
                </a:cubicBezTo>
                <a:cubicBezTo>
                  <a:pt x="1671681" y="922134"/>
                  <a:pt x="1671681" y="922134"/>
                  <a:pt x="1671681" y="922134"/>
                </a:cubicBezTo>
                <a:cubicBezTo>
                  <a:pt x="1842406" y="815734"/>
                  <a:pt x="1842406" y="815734"/>
                  <a:pt x="1842406" y="815734"/>
                </a:cubicBezTo>
                <a:cubicBezTo>
                  <a:pt x="1877973" y="865388"/>
                  <a:pt x="1877973" y="865388"/>
                  <a:pt x="1877973" y="865388"/>
                </a:cubicBezTo>
                <a:cubicBezTo>
                  <a:pt x="1707248" y="971787"/>
                  <a:pt x="1707248" y="971787"/>
                  <a:pt x="1707248" y="971787"/>
                </a:cubicBezTo>
                <a:cubicBezTo>
                  <a:pt x="1757042" y="1056908"/>
                  <a:pt x="1757042" y="1056908"/>
                  <a:pt x="1757042" y="1056908"/>
                </a:cubicBezTo>
                <a:cubicBezTo>
                  <a:pt x="1949108" y="936321"/>
                  <a:pt x="1949108" y="936321"/>
                  <a:pt x="1949108" y="936321"/>
                </a:cubicBezTo>
                <a:cubicBezTo>
                  <a:pt x="1977563" y="985975"/>
                  <a:pt x="1977563" y="985975"/>
                  <a:pt x="1977563" y="985975"/>
                </a:cubicBezTo>
                <a:cubicBezTo>
                  <a:pt x="1721475" y="1149121"/>
                  <a:pt x="1721475" y="1149121"/>
                  <a:pt x="1721475" y="1149121"/>
                </a:cubicBezTo>
                <a:cubicBezTo>
                  <a:pt x="1522296" y="844108"/>
                  <a:pt x="1522296" y="844108"/>
                  <a:pt x="1522296" y="844108"/>
                </a:cubicBezTo>
                <a:lnTo>
                  <a:pt x="1778384" y="680961"/>
                </a:lnTo>
                <a:close/>
                <a:moveTo>
                  <a:pt x="1244868" y="1071095"/>
                </a:moveTo>
                <a:cubicBezTo>
                  <a:pt x="1493843" y="1212962"/>
                  <a:pt x="1493843" y="1212962"/>
                  <a:pt x="1493843" y="1212962"/>
                </a:cubicBezTo>
                <a:cubicBezTo>
                  <a:pt x="1394253" y="943414"/>
                  <a:pt x="1394253" y="943414"/>
                  <a:pt x="1394253" y="943414"/>
                </a:cubicBezTo>
                <a:cubicBezTo>
                  <a:pt x="1465388" y="886668"/>
                  <a:pt x="1465388" y="886668"/>
                  <a:pt x="1465388" y="886668"/>
                </a:cubicBezTo>
                <a:cubicBezTo>
                  <a:pt x="1586318" y="1255522"/>
                  <a:pt x="1586318" y="1255522"/>
                  <a:pt x="1586318" y="1255522"/>
                </a:cubicBezTo>
                <a:cubicBezTo>
                  <a:pt x="1522296" y="1312268"/>
                  <a:pt x="1522296" y="1312268"/>
                  <a:pt x="1522296" y="1312268"/>
                </a:cubicBezTo>
                <a:cubicBezTo>
                  <a:pt x="1173733" y="1127841"/>
                  <a:pt x="1173733" y="1127841"/>
                  <a:pt x="1173733" y="1127841"/>
                </a:cubicBezTo>
                <a:lnTo>
                  <a:pt x="1244868" y="1071095"/>
                </a:lnTo>
                <a:close/>
                <a:moveTo>
                  <a:pt x="1138165" y="1170402"/>
                </a:moveTo>
                <a:cubicBezTo>
                  <a:pt x="1401366" y="1425762"/>
                  <a:pt x="1401366" y="1425762"/>
                  <a:pt x="1401366" y="1425762"/>
                </a:cubicBezTo>
                <a:cubicBezTo>
                  <a:pt x="1344458" y="1482508"/>
                  <a:pt x="1344458" y="1482508"/>
                  <a:pt x="1344458" y="1482508"/>
                </a:cubicBezTo>
                <a:cubicBezTo>
                  <a:pt x="1081258" y="1234242"/>
                  <a:pt x="1081258" y="1234242"/>
                  <a:pt x="1081258" y="1234242"/>
                </a:cubicBezTo>
                <a:lnTo>
                  <a:pt x="1138165" y="1170402"/>
                </a:lnTo>
                <a:close/>
                <a:moveTo>
                  <a:pt x="860737" y="1496695"/>
                </a:moveTo>
                <a:cubicBezTo>
                  <a:pt x="1159506" y="1517975"/>
                  <a:pt x="1159506" y="1517975"/>
                  <a:pt x="1159506" y="1517975"/>
                </a:cubicBezTo>
                <a:cubicBezTo>
                  <a:pt x="960327" y="1369014"/>
                  <a:pt x="960327" y="1369014"/>
                  <a:pt x="960327" y="1369014"/>
                </a:cubicBezTo>
                <a:cubicBezTo>
                  <a:pt x="1010121" y="1305175"/>
                  <a:pt x="1010121" y="1305175"/>
                  <a:pt x="1010121" y="1305175"/>
                </a:cubicBezTo>
                <a:cubicBezTo>
                  <a:pt x="1294663" y="1532162"/>
                  <a:pt x="1294663" y="1532162"/>
                  <a:pt x="1294663" y="1532162"/>
                </a:cubicBezTo>
                <a:cubicBezTo>
                  <a:pt x="1244868" y="1596001"/>
                  <a:pt x="1244868" y="1596001"/>
                  <a:pt x="1244868" y="1596001"/>
                </a:cubicBezTo>
                <a:cubicBezTo>
                  <a:pt x="953214" y="1574721"/>
                  <a:pt x="953214" y="1574721"/>
                  <a:pt x="953214" y="1574721"/>
                </a:cubicBezTo>
                <a:cubicBezTo>
                  <a:pt x="1145278" y="1723682"/>
                  <a:pt x="1145278" y="1723682"/>
                  <a:pt x="1145278" y="1723682"/>
                </a:cubicBezTo>
                <a:cubicBezTo>
                  <a:pt x="1102597" y="1787522"/>
                  <a:pt x="1102597" y="1787522"/>
                  <a:pt x="1102597" y="1787522"/>
                </a:cubicBezTo>
                <a:cubicBezTo>
                  <a:pt x="810943" y="1560535"/>
                  <a:pt x="810943" y="1560535"/>
                  <a:pt x="810943" y="1560535"/>
                </a:cubicBezTo>
                <a:lnTo>
                  <a:pt x="860737" y="1496695"/>
                </a:lnTo>
                <a:close/>
                <a:moveTo>
                  <a:pt x="625991" y="1872642"/>
                </a:moveTo>
                <a:cubicBezTo>
                  <a:pt x="796715" y="1971949"/>
                  <a:pt x="796715" y="1971949"/>
                  <a:pt x="796715" y="1971949"/>
                </a:cubicBezTo>
                <a:cubicBezTo>
                  <a:pt x="825170" y="1986135"/>
                  <a:pt x="846511" y="1993229"/>
                  <a:pt x="853624" y="1993229"/>
                </a:cubicBezTo>
                <a:cubicBezTo>
                  <a:pt x="867851" y="2000322"/>
                  <a:pt x="882079" y="2000322"/>
                  <a:pt x="896305" y="1993229"/>
                </a:cubicBezTo>
                <a:cubicBezTo>
                  <a:pt x="910533" y="1986135"/>
                  <a:pt x="924759" y="1971949"/>
                  <a:pt x="938986" y="1950669"/>
                </a:cubicBezTo>
                <a:cubicBezTo>
                  <a:pt x="946100" y="1929389"/>
                  <a:pt x="953214" y="1915202"/>
                  <a:pt x="953214" y="1901016"/>
                </a:cubicBezTo>
                <a:cubicBezTo>
                  <a:pt x="953214" y="1886829"/>
                  <a:pt x="946100" y="1872642"/>
                  <a:pt x="931873" y="1865549"/>
                </a:cubicBezTo>
                <a:cubicBezTo>
                  <a:pt x="924759" y="1858456"/>
                  <a:pt x="903418" y="1844269"/>
                  <a:pt x="882079" y="1830083"/>
                </a:cubicBezTo>
                <a:cubicBezTo>
                  <a:pt x="704240" y="1730775"/>
                  <a:pt x="704240" y="1730775"/>
                  <a:pt x="704240" y="1730775"/>
                </a:cubicBezTo>
                <a:cubicBezTo>
                  <a:pt x="739808" y="1659842"/>
                  <a:pt x="739808" y="1659842"/>
                  <a:pt x="739808" y="1659842"/>
                </a:cubicBezTo>
                <a:cubicBezTo>
                  <a:pt x="910533" y="1759148"/>
                  <a:pt x="910533" y="1759148"/>
                  <a:pt x="910533" y="1759148"/>
                </a:cubicBezTo>
                <a:cubicBezTo>
                  <a:pt x="953214" y="1780428"/>
                  <a:pt x="974554" y="1794615"/>
                  <a:pt x="988781" y="1808803"/>
                </a:cubicBezTo>
                <a:cubicBezTo>
                  <a:pt x="1003008" y="1822988"/>
                  <a:pt x="1010121" y="1837176"/>
                  <a:pt x="1017236" y="1851362"/>
                </a:cubicBezTo>
                <a:cubicBezTo>
                  <a:pt x="1024349" y="1865549"/>
                  <a:pt x="1024349" y="1886829"/>
                  <a:pt x="1024349" y="1908109"/>
                </a:cubicBezTo>
                <a:cubicBezTo>
                  <a:pt x="1017236" y="1929389"/>
                  <a:pt x="1010121" y="1950669"/>
                  <a:pt x="995895" y="1979042"/>
                </a:cubicBezTo>
                <a:cubicBezTo>
                  <a:pt x="974554" y="2014510"/>
                  <a:pt x="953214" y="2035788"/>
                  <a:pt x="938986" y="2049976"/>
                </a:cubicBezTo>
                <a:cubicBezTo>
                  <a:pt x="924759" y="2064163"/>
                  <a:pt x="903418" y="2071256"/>
                  <a:pt x="889192" y="2078349"/>
                </a:cubicBezTo>
                <a:cubicBezTo>
                  <a:pt x="874965" y="2078349"/>
                  <a:pt x="853624" y="2078349"/>
                  <a:pt x="839398" y="2078349"/>
                </a:cubicBezTo>
                <a:cubicBezTo>
                  <a:pt x="818057" y="2071256"/>
                  <a:pt x="789602" y="2057069"/>
                  <a:pt x="754035" y="2035788"/>
                </a:cubicBezTo>
                <a:cubicBezTo>
                  <a:pt x="583310" y="1943575"/>
                  <a:pt x="583310" y="1943575"/>
                  <a:pt x="583310" y="1943575"/>
                </a:cubicBezTo>
                <a:lnTo>
                  <a:pt x="625991" y="1872642"/>
                </a:lnTo>
                <a:close/>
                <a:moveTo>
                  <a:pt x="320109" y="2851523"/>
                </a:moveTo>
                <a:cubicBezTo>
                  <a:pt x="583310" y="2723843"/>
                  <a:pt x="583310" y="2723843"/>
                  <a:pt x="583310" y="2723843"/>
                </a:cubicBezTo>
                <a:cubicBezTo>
                  <a:pt x="341450" y="2688377"/>
                  <a:pt x="341450" y="2688377"/>
                  <a:pt x="341450" y="2688377"/>
                </a:cubicBezTo>
                <a:cubicBezTo>
                  <a:pt x="355676" y="2610349"/>
                  <a:pt x="355676" y="2610349"/>
                  <a:pt x="355676" y="2610349"/>
                </a:cubicBezTo>
                <a:cubicBezTo>
                  <a:pt x="718467" y="2667097"/>
                  <a:pt x="718467" y="2667097"/>
                  <a:pt x="718467" y="2667097"/>
                </a:cubicBezTo>
                <a:cubicBezTo>
                  <a:pt x="704240" y="2745123"/>
                  <a:pt x="704240" y="2745123"/>
                  <a:pt x="704240" y="2745123"/>
                </a:cubicBezTo>
                <a:cubicBezTo>
                  <a:pt x="441039" y="2872804"/>
                  <a:pt x="441039" y="2872804"/>
                  <a:pt x="441039" y="2872804"/>
                </a:cubicBezTo>
                <a:cubicBezTo>
                  <a:pt x="675786" y="2908270"/>
                  <a:pt x="675786" y="2908270"/>
                  <a:pt x="675786" y="2908270"/>
                </a:cubicBezTo>
                <a:cubicBezTo>
                  <a:pt x="668673" y="2986297"/>
                  <a:pt x="668673" y="2986297"/>
                  <a:pt x="668673" y="2986297"/>
                </a:cubicBezTo>
                <a:cubicBezTo>
                  <a:pt x="305882" y="2929550"/>
                  <a:pt x="305882" y="2929550"/>
                  <a:pt x="305882" y="2929550"/>
                </a:cubicBezTo>
                <a:lnTo>
                  <a:pt x="320109" y="2851523"/>
                </a:lnTo>
                <a:close/>
                <a:moveTo>
                  <a:pt x="298769" y="3028857"/>
                </a:moveTo>
                <a:cubicBezTo>
                  <a:pt x="668673" y="3050137"/>
                  <a:pt x="668673" y="3050137"/>
                  <a:pt x="668673" y="3050137"/>
                </a:cubicBezTo>
                <a:cubicBezTo>
                  <a:pt x="661558" y="3128164"/>
                  <a:pt x="661558" y="3128164"/>
                  <a:pt x="661558" y="3128164"/>
                </a:cubicBezTo>
                <a:cubicBezTo>
                  <a:pt x="298769" y="3113976"/>
                  <a:pt x="298769" y="3113976"/>
                  <a:pt x="298769" y="3113976"/>
                </a:cubicBezTo>
                <a:lnTo>
                  <a:pt x="298769" y="3028857"/>
                </a:lnTo>
                <a:close/>
                <a:moveTo>
                  <a:pt x="305882" y="3454457"/>
                </a:moveTo>
                <a:cubicBezTo>
                  <a:pt x="448153" y="3447364"/>
                  <a:pt x="448153" y="3447364"/>
                  <a:pt x="448153" y="3447364"/>
                </a:cubicBezTo>
                <a:cubicBezTo>
                  <a:pt x="441039" y="3291310"/>
                  <a:pt x="441039" y="3291310"/>
                  <a:pt x="441039" y="3291310"/>
                </a:cubicBezTo>
                <a:cubicBezTo>
                  <a:pt x="298769" y="3298403"/>
                  <a:pt x="298769" y="3298403"/>
                  <a:pt x="298769" y="3298403"/>
                </a:cubicBezTo>
                <a:cubicBezTo>
                  <a:pt x="291656" y="3213284"/>
                  <a:pt x="291656" y="3213284"/>
                  <a:pt x="291656" y="3213284"/>
                </a:cubicBezTo>
                <a:cubicBezTo>
                  <a:pt x="654445" y="3192004"/>
                  <a:pt x="654445" y="3192004"/>
                  <a:pt x="654445" y="3192004"/>
                </a:cubicBezTo>
                <a:cubicBezTo>
                  <a:pt x="661558" y="3277123"/>
                  <a:pt x="661558" y="3277123"/>
                  <a:pt x="661558" y="3277123"/>
                </a:cubicBezTo>
                <a:cubicBezTo>
                  <a:pt x="505061" y="3284217"/>
                  <a:pt x="505061" y="3284217"/>
                  <a:pt x="505061" y="3284217"/>
                </a:cubicBezTo>
                <a:cubicBezTo>
                  <a:pt x="512174" y="3447364"/>
                  <a:pt x="512174" y="3447364"/>
                  <a:pt x="512174" y="3447364"/>
                </a:cubicBezTo>
                <a:cubicBezTo>
                  <a:pt x="668673" y="3433177"/>
                  <a:pt x="668673" y="3433177"/>
                  <a:pt x="668673" y="3433177"/>
                </a:cubicBezTo>
                <a:cubicBezTo>
                  <a:pt x="675786" y="3518298"/>
                  <a:pt x="675786" y="3518298"/>
                  <a:pt x="675786" y="3518298"/>
                </a:cubicBezTo>
                <a:cubicBezTo>
                  <a:pt x="305882" y="3539578"/>
                  <a:pt x="305882" y="3539578"/>
                  <a:pt x="305882" y="3539578"/>
                </a:cubicBezTo>
                <a:lnTo>
                  <a:pt x="305882" y="3454457"/>
                </a:lnTo>
                <a:close/>
                <a:moveTo>
                  <a:pt x="697126" y="3872964"/>
                </a:moveTo>
                <a:cubicBezTo>
                  <a:pt x="675786" y="3908431"/>
                  <a:pt x="633104" y="3936804"/>
                  <a:pt x="576196" y="3950992"/>
                </a:cubicBezTo>
                <a:cubicBezTo>
                  <a:pt x="519288" y="3965177"/>
                  <a:pt x="469494" y="3958085"/>
                  <a:pt x="426811" y="3929711"/>
                </a:cubicBezTo>
                <a:cubicBezTo>
                  <a:pt x="384131" y="3901338"/>
                  <a:pt x="362791" y="3858778"/>
                  <a:pt x="348563" y="3802031"/>
                </a:cubicBezTo>
                <a:cubicBezTo>
                  <a:pt x="341450" y="3752378"/>
                  <a:pt x="341450" y="3709817"/>
                  <a:pt x="362791" y="3674351"/>
                </a:cubicBezTo>
                <a:cubicBezTo>
                  <a:pt x="377017" y="3653071"/>
                  <a:pt x="391244" y="3638884"/>
                  <a:pt x="419698" y="3624697"/>
                </a:cubicBezTo>
                <a:cubicBezTo>
                  <a:pt x="455266" y="3695631"/>
                  <a:pt x="455266" y="3695631"/>
                  <a:pt x="455266" y="3695631"/>
                </a:cubicBezTo>
                <a:cubicBezTo>
                  <a:pt x="433926" y="3709817"/>
                  <a:pt x="426811" y="3716912"/>
                  <a:pt x="412585" y="3738190"/>
                </a:cubicBezTo>
                <a:cubicBezTo>
                  <a:pt x="405472" y="3752378"/>
                  <a:pt x="405472" y="3773658"/>
                  <a:pt x="412585" y="3794938"/>
                </a:cubicBezTo>
                <a:cubicBezTo>
                  <a:pt x="419698" y="3823311"/>
                  <a:pt x="433926" y="3844591"/>
                  <a:pt x="455266" y="3858778"/>
                </a:cubicBezTo>
                <a:cubicBezTo>
                  <a:pt x="476607" y="3872964"/>
                  <a:pt x="512174" y="3880058"/>
                  <a:pt x="554855" y="3865871"/>
                </a:cubicBezTo>
                <a:cubicBezTo>
                  <a:pt x="597536" y="3858778"/>
                  <a:pt x="633104" y="3844591"/>
                  <a:pt x="647332" y="3823311"/>
                </a:cubicBezTo>
                <a:cubicBezTo>
                  <a:pt x="661558" y="3802031"/>
                  <a:pt x="668673" y="3773658"/>
                  <a:pt x="661558" y="3745285"/>
                </a:cubicBezTo>
                <a:cubicBezTo>
                  <a:pt x="654445" y="3724004"/>
                  <a:pt x="647332" y="3702724"/>
                  <a:pt x="633104" y="3695631"/>
                </a:cubicBezTo>
                <a:cubicBezTo>
                  <a:pt x="611764" y="3681444"/>
                  <a:pt x="590423" y="3674351"/>
                  <a:pt x="561969" y="3674351"/>
                </a:cubicBezTo>
                <a:cubicBezTo>
                  <a:pt x="569083" y="3589231"/>
                  <a:pt x="569083" y="3589231"/>
                  <a:pt x="569083" y="3589231"/>
                </a:cubicBezTo>
                <a:cubicBezTo>
                  <a:pt x="611764" y="3596324"/>
                  <a:pt x="647332" y="3610511"/>
                  <a:pt x="668673" y="3631791"/>
                </a:cubicBezTo>
                <a:cubicBezTo>
                  <a:pt x="697126" y="3653071"/>
                  <a:pt x="711354" y="3688537"/>
                  <a:pt x="718467" y="3731097"/>
                </a:cubicBezTo>
                <a:cubicBezTo>
                  <a:pt x="732693" y="3780751"/>
                  <a:pt x="725580" y="3830404"/>
                  <a:pt x="697126" y="3872964"/>
                </a:cubicBezTo>
                <a:close/>
                <a:moveTo>
                  <a:pt x="818057" y="2340803"/>
                </a:moveTo>
                <a:cubicBezTo>
                  <a:pt x="725580" y="2347896"/>
                  <a:pt x="725580" y="2347896"/>
                  <a:pt x="725580" y="2347896"/>
                </a:cubicBezTo>
                <a:cubicBezTo>
                  <a:pt x="675786" y="2503950"/>
                  <a:pt x="675786" y="2503950"/>
                  <a:pt x="675786" y="2503950"/>
                </a:cubicBezTo>
                <a:cubicBezTo>
                  <a:pt x="746921" y="2560696"/>
                  <a:pt x="746921" y="2560696"/>
                  <a:pt x="746921" y="2560696"/>
                </a:cubicBezTo>
                <a:cubicBezTo>
                  <a:pt x="718467" y="2645816"/>
                  <a:pt x="718467" y="2645816"/>
                  <a:pt x="718467" y="2645816"/>
                </a:cubicBezTo>
                <a:cubicBezTo>
                  <a:pt x="419698" y="2383363"/>
                  <a:pt x="419698" y="2383363"/>
                  <a:pt x="419698" y="2383363"/>
                </a:cubicBezTo>
                <a:cubicBezTo>
                  <a:pt x="441039" y="2298243"/>
                  <a:pt x="441039" y="2298243"/>
                  <a:pt x="441039" y="2298243"/>
                </a:cubicBezTo>
                <a:cubicBezTo>
                  <a:pt x="839398" y="2255683"/>
                  <a:pt x="839398" y="2255683"/>
                  <a:pt x="839398" y="2255683"/>
                </a:cubicBezTo>
                <a:lnTo>
                  <a:pt x="818057" y="2340803"/>
                </a:lnTo>
                <a:close/>
                <a:moveTo>
                  <a:pt x="1792610" y="5405126"/>
                </a:moveTo>
                <a:cubicBezTo>
                  <a:pt x="1792610" y="5412219"/>
                  <a:pt x="1785497" y="5419312"/>
                  <a:pt x="1778384" y="5419312"/>
                </a:cubicBezTo>
                <a:cubicBezTo>
                  <a:pt x="1764156" y="5426406"/>
                  <a:pt x="1700135" y="5412219"/>
                  <a:pt x="1693020" y="5419312"/>
                </a:cubicBezTo>
                <a:cubicBezTo>
                  <a:pt x="1657453" y="5419312"/>
                  <a:pt x="1650340" y="5419312"/>
                  <a:pt x="1643226" y="5433499"/>
                </a:cubicBezTo>
                <a:cubicBezTo>
                  <a:pt x="1643226" y="5440592"/>
                  <a:pt x="1643226" y="5461872"/>
                  <a:pt x="1629000" y="5461872"/>
                </a:cubicBezTo>
                <a:cubicBezTo>
                  <a:pt x="1614772" y="5454780"/>
                  <a:pt x="1579204" y="5447687"/>
                  <a:pt x="1557863" y="5447687"/>
                </a:cubicBezTo>
                <a:cubicBezTo>
                  <a:pt x="1550750" y="5447687"/>
                  <a:pt x="1543637" y="5447687"/>
                  <a:pt x="1536523" y="5447687"/>
                </a:cubicBezTo>
                <a:cubicBezTo>
                  <a:pt x="1458275" y="5539900"/>
                  <a:pt x="1401366" y="5617926"/>
                  <a:pt x="1316003" y="5703047"/>
                </a:cubicBezTo>
                <a:cubicBezTo>
                  <a:pt x="1316003" y="5703047"/>
                  <a:pt x="1301777" y="5710140"/>
                  <a:pt x="1301777" y="5710140"/>
                </a:cubicBezTo>
                <a:cubicBezTo>
                  <a:pt x="1358685" y="5617926"/>
                  <a:pt x="1415593" y="5525713"/>
                  <a:pt x="1479615" y="5433499"/>
                </a:cubicBezTo>
                <a:cubicBezTo>
                  <a:pt x="1486728" y="5419312"/>
                  <a:pt x="1479615" y="5412219"/>
                  <a:pt x="1479615" y="5412219"/>
                </a:cubicBezTo>
                <a:cubicBezTo>
                  <a:pt x="1472501" y="5398033"/>
                  <a:pt x="1493843" y="5376753"/>
                  <a:pt x="1508069" y="5376753"/>
                </a:cubicBezTo>
                <a:cubicBezTo>
                  <a:pt x="1508069" y="5376753"/>
                  <a:pt x="1515182" y="5376753"/>
                  <a:pt x="1522296" y="5376753"/>
                </a:cubicBezTo>
                <a:cubicBezTo>
                  <a:pt x="1557863" y="5320006"/>
                  <a:pt x="1557863" y="5320006"/>
                  <a:pt x="1572091" y="5298726"/>
                </a:cubicBezTo>
                <a:cubicBezTo>
                  <a:pt x="1557863" y="5291633"/>
                  <a:pt x="1500956" y="5270353"/>
                  <a:pt x="1515182" y="5256166"/>
                </a:cubicBezTo>
                <a:cubicBezTo>
                  <a:pt x="1522296" y="5256166"/>
                  <a:pt x="1536523" y="5256166"/>
                  <a:pt x="1550750" y="5256166"/>
                </a:cubicBezTo>
                <a:cubicBezTo>
                  <a:pt x="1564978" y="5263260"/>
                  <a:pt x="1579204" y="5263260"/>
                  <a:pt x="1586318" y="5270353"/>
                </a:cubicBezTo>
                <a:cubicBezTo>
                  <a:pt x="1614772" y="5241980"/>
                  <a:pt x="1629000" y="5220699"/>
                  <a:pt x="1643226" y="5185232"/>
                </a:cubicBezTo>
                <a:cubicBezTo>
                  <a:pt x="1643226" y="5178139"/>
                  <a:pt x="1664567" y="5149766"/>
                  <a:pt x="1657453" y="5149766"/>
                </a:cubicBezTo>
                <a:cubicBezTo>
                  <a:pt x="1657453" y="5135579"/>
                  <a:pt x="1657453" y="5135579"/>
                  <a:pt x="1657453" y="5128486"/>
                </a:cubicBezTo>
                <a:cubicBezTo>
                  <a:pt x="1685907" y="5142672"/>
                  <a:pt x="1700135" y="5156859"/>
                  <a:pt x="1700135" y="5185232"/>
                </a:cubicBezTo>
                <a:cubicBezTo>
                  <a:pt x="1700135" y="5185232"/>
                  <a:pt x="1700135" y="5206512"/>
                  <a:pt x="1700135" y="5213607"/>
                </a:cubicBezTo>
                <a:cubicBezTo>
                  <a:pt x="1678794" y="5234885"/>
                  <a:pt x="1664567" y="5263260"/>
                  <a:pt x="1643226" y="5284540"/>
                </a:cubicBezTo>
                <a:cubicBezTo>
                  <a:pt x="1650340" y="5291633"/>
                  <a:pt x="1657453" y="5291633"/>
                  <a:pt x="1664567" y="5291633"/>
                </a:cubicBezTo>
                <a:cubicBezTo>
                  <a:pt x="1685907" y="5305820"/>
                  <a:pt x="1700135" y="5305820"/>
                  <a:pt x="1721475" y="5320006"/>
                </a:cubicBezTo>
                <a:cubicBezTo>
                  <a:pt x="1728588" y="5312913"/>
                  <a:pt x="1735703" y="5320006"/>
                  <a:pt x="1735703" y="5312913"/>
                </a:cubicBezTo>
                <a:cubicBezTo>
                  <a:pt x="1792610" y="5341286"/>
                  <a:pt x="1799725" y="5398033"/>
                  <a:pt x="1792610" y="5405126"/>
                </a:cubicBezTo>
                <a:close/>
                <a:moveTo>
                  <a:pt x="1344458" y="5213607"/>
                </a:moveTo>
                <a:cubicBezTo>
                  <a:pt x="1365799" y="5227792"/>
                  <a:pt x="1387138" y="5241980"/>
                  <a:pt x="1394253" y="5263260"/>
                </a:cubicBezTo>
                <a:cubicBezTo>
                  <a:pt x="1401366" y="5270353"/>
                  <a:pt x="1429821" y="5305820"/>
                  <a:pt x="1444047" y="5348379"/>
                </a:cubicBezTo>
                <a:cubicBezTo>
                  <a:pt x="1451160" y="5369659"/>
                  <a:pt x="1458275" y="5376753"/>
                  <a:pt x="1451160" y="5398033"/>
                </a:cubicBezTo>
                <a:cubicBezTo>
                  <a:pt x="1415593" y="5376753"/>
                  <a:pt x="1422707" y="5369659"/>
                  <a:pt x="1408480" y="5334193"/>
                </a:cubicBezTo>
                <a:cubicBezTo>
                  <a:pt x="1408480" y="5320006"/>
                  <a:pt x="1401366" y="5305820"/>
                  <a:pt x="1372912" y="5277446"/>
                </a:cubicBezTo>
                <a:cubicBezTo>
                  <a:pt x="1372912" y="5263260"/>
                  <a:pt x="1344458" y="5234885"/>
                  <a:pt x="1344458" y="5213607"/>
                </a:cubicBezTo>
                <a:close/>
                <a:moveTo>
                  <a:pt x="1863745" y="5816540"/>
                </a:moveTo>
                <a:cubicBezTo>
                  <a:pt x="1863745" y="5802353"/>
                  <a:pt x="1849519" y="5795260"/>
                  <a:pt x="1849519" y="5781073"/>
                </a:cubicBezTo>
                <a:cubicBezTo>
                  <a:pt x="1892200" y="5724327"/>
                  <a:pt x="1949108" y="5596646"/>
                  <a:pt x="1998903" y="5525713"/>
                </a:cubicBezTo>
                <a:cubicBezTo>
                  <a:pt x="2006017" y="5511526"/>
                  <a:pt x="2013130" y="5504433"/>
                  <a:pt x="2020244" y="5504433"/>
                </a:cubicBezTo>
                <a:cubicBezTo>
                  <a:pt x="2020244" y="5511526"/>
                  <a:pt x="2027357" y="5511526"/>
                  <a:pt x="2013130" y="5539900"/>
                </a:cubicBezTo>
                <a:cubicBezTo>
                  <a:pt x="2013130" y="5546993"/>
                  <a:pt x="1870860" y="5809446"/>
                  <a:pt x="1885086" y="5823633"/>
                </a:cubicBezTo>
                <a:cubicBezTo>
                  <a:pt x="1870860" y="5823633"/>
                  <a:pt x="1870860" y="5823633"/>
                  <a:pt x="1863745" y="5816540"/>
                </a:cubicBezTo>
                <a:close/>
                <a:moveTo>
                  <a:pt x="2055811" y="5880381"/>
                </a:moveTo>
                <a:cubicBezTo>
                  <a:pt x="2048698" y="5887474"/>
                  <a:pt x="2048698" y="5887474"/>
                  <a:pt x="2041585" y="5887474"/>
                </a:cubicBezTo>
                <a:cubicBezTo>
                  <a:pt x="2034470" y="5887474"/>
                  <a:pt x="2020244" y="5880381"/>
                  <a:pt x="2006017" y="5873286"/>
                </a:cubicBezTo>
                <a:cubicBezTo>
                  <a:pt x="1991789" y="5859101"/>
                  <a:pt x="1956222" y="5802353"/>
                  <a:pt x="1963335" y="5788167"/>
                </a:cubicBezTo>
                <a:cubicBezTo>
                  <a:pt x="1963335" y="5788167"/>
                  <a:pt x="1963335" y="5788167"/>
                  <a:pt x="1963335" y="5788167"/>
                </a:cubicBezTo>
                <a:cubicBezTo>
                  <a:pt x="1977563" y="5830726"/>
                  <a:pt x="2034470" y="5816540"/>
                  <a:pt x="2091379" y="5802353"/>
                </a:cubicBezTo>
                <a:cubicBezTo>
                  <a:pt x="2134060" y="5788167"/>
                  <a:pt x="2169627" y="5766887"/>
                  <a:pt x="2169627" y="5759793"/>
                </a:cubicBezTo>
                <a:cubicBezTo>
                  <a:pt x="2169627" y="5752700"/>
                  <a:pt x="2169627" y="5745607"/>
                  <a:pt x="2162514" y="5738513"/>
                </a:cubicBezTo>
                <a:cubicBezTo>
                  <a:pt x="2162514" y="5745607"/>
                  <a:pt x="2141173" y="5752700"/>
                  <a:pt x="2112720" y="5759793"/>
                </a:cubicBezTo>
                <a:cubicBezTo>
                  <a:pt x="2048698" y="5773980"/>
                  <a:pt x="1956222" y="5788167"/>
                  <a:pt x="1941995" y="5781073"/>
                </a:cubicBezTo>
                <a:cubicBezTo>
                  <a:pt x="1920654" y="5773980"/>
                  <a:pt x="1920654" y="5766887"/>
                  <a:pt x="1941995" y="5738513"/>
                </a:cubicBezTo>
                <a:cubicBezTo>
                  <a:pt x="1984676" y="5724327"/>
                  <a:pt x="2062924" y="5710140"/>
                  <a:pt x="2112720" y="5688860"/>
                </a:cubicBezTo>
                <a:cubicBezTo>
                  <a:pt x="2112720" y="5681767"/>
                  <a:pt x="2126946" y="5681767"/>
                  <a:pt x="2119833" y="5667579"/>
                </a:cubicBezTo>
                <a:cubicBezTo>
                  <a:pt x="2098492" y="5674674"/>
                  <a:pt x="2034470" y="5681767"/>
                  <a:pt x="2020244" y="5681767"/>
                </a:cubicBezTo>
                <a:cubicBezTo>
                  <a:pt x="1998903" y="5660487"/>
                  <a:pt x="2013130" y="5639206"/>
                  <a:pt x="2020244" y="5617926"/>
                </a:cubicBezTo>
                <a:cubicBezTo>
                  <a:pt x="2027357" y="5617926"/>
                  <a:pt x="2020244" y="5617926"/>
                  <a:pt x="2027357" y="5617926"/>
                </a:cubicBezTo>
                <a:cubicBezTo>
                  <a:pt x="2041585" y="5632113"/>
                  <a:pt x="2091379" y="5617926"/>
                  <a:pt x="2098492" y="5610833"/>
                </a:cubicBezTo>
                <a:cubicBezTo>
                  <a:pt x="2091379" y="5596646"/>
                  <a:pt x="2077152" y="5561180"/>
                  <a:pt x="2084266" y="5568273"/>
                </a:cubicBezTo>
                <a:cubicBezTo>
                  <a:pt x="2098492" y="5575366"/>
                  <a:pt x="2098492" y="5582460"/>
                  <a:pt x="2119833" y="5582460"/>
                </a:cubicBezTo>
                <a:cubicBezTo>
                  <a:pt x="2119833" y="5582460"/>
                  <a:pt x="2126946" y="5582460"/>
                  <a:pt x="2119833" y="5582460"/>
                </a:cubicBezTo>
                <a:cubicBezTo>
                  <a:pt x="2112720" y="5575366"/>
                  <a:pt x="2098492" y="5568273"/>
                  <a:pt x="2098492" y="5561180"/>
                </a:cubicBezTo>
                <a:cubicBezTo>
                  <a:pt x="2105605" y="5546993"/>
                  <a:pt x="2119833" y="5546993"/>
                  <a:pt x="2126946" y="5554086"/>
                </a:cubicBezTo>
                <a:cubicBezTo>
                  <a:pt x="2141173" y="5561180"/>
                  <a:pt x="2190968" y="5596646"/>
                  <a:pt x="2190968" y="5596646"/>
                </a:cubicBezTo>
                <a:cubicBezTo>
                  <a:pt x="2198082" y="5603739"/>
                  <a:pt x="2198082" y="5603739"/>
                  <a:pt x="2198082" y="5603739"/>
                </a:cubicBezTo>
                <a:cubicBezTo>
                  <a:pt x="2205195" y="5610833"/>
                  <a:pt x="2205195" y="5617926"/>
                  <a:pt x="2205195" y="5625019"/>
                </a:cubicBezTo>
                <a:cubicBezTo>
                  <a:pt x="2205195" y="5646299"/>
                  <a:pt x="2190968" y="5653394"/>
                  <a:pt x="2169627" y="5653394"/>
                </a:cubicBezTo>
                <a:cubicBezTo>
                  <a:pt x="2176742" y="5688860"/>
                  <a:pt x="2176742" y="5717233"/>
                  <a:pt x="2198082" y="5752700"/>
                </a:cubicBezTo>
                <a:cubicBezTo>
                  <a:pt x="2212310" y="5738513"/>
                  <a:pt x="2226536" y="5738513"/>
                  <a:pt x="2226536" y="5731420"/>
                </a:cubicBezTo>
                <a:cubicBezTo>
                  <a:pt x="2247877" y="5745607"/>
                  <a:pt x="2254990" y="5752700"/>
                  <a:pt x="2254990" y="5773980"/>
                </a:cubicBezTo>
                <a:cubicBezTo>
                  <a:pt x="2240763" y="5802353"/>
                  <a:pt x="2205195" y="5795260"/>
                  <a:pt x="2198082" y="5809446"/>
                </a:cubicBezTo>
                <a:cubicBezTo>
                  <a:pt x="2190968" y="5837820"/>
                  <a:pt x="2198082" y="5894567"/>
                  <a:pt x="2183855" y="5915847"/>
                </a:cubicBezTo>
                <a:cubicBezTo>
                  <a:pt x="2183855" y="5922940"/>
                  <a:pt x="2176742" y="5922940"/>
                  <a:pt x="2169627" y="5915847"/>
                </a:cubicBezTo>
                <a:cubicBezTo>
                  <a:pt x="2162514" y="5894567"/>
                  <a:pt x="2169627" y="5844913"/>
                  <a:pt x="2169627" y="5816540"/>
                </a:cubicBezTo>
                <a:cubicBezTo>
                  <a:pt x="2155401" y="5823633"/>
                  <a:pt x="2126946" y="5837820"/>
                  <a:pt x="2098492" y="5837820"/>
                </a:cubicBezTo>
                <a:cubicBezTo>
                  <a:pt x="2098492" y="5844913"/>
                  <a:pt x="2098492" y="5844913"/>
                  <a:pt x="2098492" y="5852006"/>
                </a:cubicBezTo>
                <a:cubicBezTo>
                  <a:pt x="2112720" y="5859101"/>
                  <a:pt x="2112720" y="5866194"/>
                  <a:pt x="2119833" y="5873286"/>
                </a:cubicBezTo>
                <a:cubicBezTo>
                  <a:pt x="2119833" y="5880381"/>
                  <a:pt x="2105605" y="5887474"/>
                  <a:pt x="2105605" y="5894567"/>
                </a:cubicBezTo>
                <a:cubicBezTo>
                  <a:pt x="2098492" y="5894567"/>
                  <a:pt x="2084266" y="5887474"/>
                  <a:pt x="2070038" y="5880381"/>
                </a:cubicBezTo>
                <a:cubicBezTo>
                  <a:pt x="2062924" y="5880381"/>
                  <a:pt x="2055811" y="5880381"/>
                  <a:pt x="2055811" y="5880381"/>
                </a:cubicBezTo>
                <a:close/>
                <a:moveTo>
                  <a:pt x="2254990" y="5582460"/>
                </a:moveTo>
                <a:cubicBezTo>
                  <a:pt x="2254990" y="5568273"/>
                  <a:pt x="2269217" y="5575366"/>
                  <a:pt x="2276330" y="5575366"/>
                </a:cubicBezTo>
                <a:cubicBezTo>
                  <a:pt x="2297671" y="5589553"/>
                  <a:pt x="2311898" y="5596646"/>
                  <a:pt x="2319012" y="5632113"/>
                </a:cubicBezTo>
                <a:cubicBezTo>
                  <a:pt x="2319012" y="5639206"/>
                  <a:pt x="2319012" y="5646299"/>
                  <a:pt x="2311898" y="5660487"/>
                </a:cubicBezTo>
                <a:cubicBezTo>
                  <a:pt x="2297671" y="5660487"/>
                  <a:pt x="2269217" y="5660487"/>
                  <a:pt x="2269217" y="5639206"/>
                </a:cubicBezTo>
                <a:cubicBezTo>
                  <a:pt x="2262104" y="5625019"/>
                  <a:pt x="2247877" y="5589553"/>
                  <a:pt x="2254990" y="5582460"/>
                </a:cubicBezTo>
                <a:close/>
                <a:moveTo>
                  <a:pt x="2425715" y="5688860"/>
                </a:moveTo>
                <a:cubicBezTo>
                  <a:pt x="2375920" y="5695953"/>
                  <a:pt x="2269217" y="5993873"/>
                  <a:pt x="2219423" y="6057713"/>
                </a:cubicBezTo>
                <a:cubicBezTo>
                  <a:pt x="2190968" y="6107366"/>
                  <a:pt x="2176742" y="6107366"/>
                  <a:pt x="2155401" y="6086086"/>
                </a:cubicBezTo>
                <a:cubicBezTo>
                  <a:pt x="2126946" y="6057713"/>
                  <a:pt x="2091379" y="5930034"/>
                  <a:pt x="2098492" y="5901660"/>
                </a:cubicBezTo>
                <a:cubicBezTo>
                  <a:pt x="2105605" y="5908754"/>
                  <a:pt x="2112720" y="5930034"/>
                  <a:pt x="2112720" y="5937127"/>
                </a:cubicBezTo>
                <a:cubicBezTo>
                  <a:pt x="2119833" y="5930034"/>
                  <a:pt x="2112720" y="5930034"/>
                  <a:pt x="2119833" y="5922940"/>
                </a:cubicBezTo>
                <a:cubicBezTo>
                  <a:pt x="2126946" y="5944220"/>
                  <a:pt x="2155401" y="6000967"/>
                  <a:pt x="2162514" y="6008060"/>
                </a:cubicBezTo>
                <a:cubicBezTo>
                  <a:pt x="2183855" y="6022247"/>
                  <a:pt x="2190968" y="5986780"/>
                  <a:pt x="2205195" y="5972594"/>
                </a:cubicBezTo>
                <a:cubicBezTo>
                  <a:pt x="2233649" y="5915847"/>
                  <a:pt x="2311898" y="5724327"/>
                  <a:pt x="2340352" y="5667579"/>
                </a:cubicBezTo>
                <a:cubicBezTo>
                  <a:pt x="2361693" y="5632113"/>
                  <a:pt x="2375920" y="5596646"/>
                  <a:pt x="2354580" y="5575366"/>
                </a:cubicBezTo>
                <a:cubicBezTo>
                  <a:pt x="2276330" y="5532806"/>
                  <a:pt x="2176742" y="5561180"/>
                  <a:pt x="2105605" y="5518620"/>
                </a:cubicBezTo>
                <a:cubicBezTo>
                  <a:pt x="2105605" y="5518620"/>
                  <a:pt x="2105605" y="5518620"/>
                  <a:pt x="2105605" y="5518620"/>
                </a:cubicBezTo>
                <a:cubicBezTo>
                  <a:pt x="2148288" y="5504433"/>
                  <a:pt x="2333239" y="5546993"/>
                  <a:pt x="2333239" y="5546993"/>
                </a:cubicBezTo>
                <a:cubicBezTo>
                  <a:pt x="2390148" y="5561180"/>
                  <a:pt x="2461283" y="5617926"/>
                  <a:pt x="2425715" y="5688860"/>
                </a:cubicBezTo>
                <a:close/>
                <a:moveTo>
                  <a:pt x="2596440" y="6086086"/>
                </a:moveTo>
                <a:cubicBezTo>
                  <a:pt x="2596440" y="6086086"/>
                  <a:pt x="2582212" y="6093181"/>
                  <a:pt x="2575099" y="6093181"/>
                </a:cubicBezTo>
                <a:cubicBezTo>
                  <a:pt x="2575099" y="6093181"/>
                  <a:pt x="2575099" y="6100274"/>
                  <a:pt x="2560872" y="6107366"/>
                </a:cubicBezTo>
                <a:cubicBezTo>
                  <a:pt x="2560872" y="6107366"/>
                  <a:pt x="2546645" y="6114461"/>
                  <a:pt x="2532418" y="6107366"/>
                </a:cubicBezTo>
                <a:cubicBezTo>
                  <a:pt x="2532418" y="6107366"/>
                  <a:pt x="2525305" y="6100274"/>
                  <a:pt x="2518192" y="6100274"/>
                </a:cubicBezTo>
                <a:cubicBezTo>
                  <a:pt x="2518192" y="6100274"/>
                  <a:pt x="2503964" y="6093181"/>
                  <a:pt x="2496850" y="6093181"/>
                </a:cubicBezTo>
                <a:cubicBezTo>
                  <a:pt x="2496850" y="6093181"/>
                  <a:pt x="2482623" y="6093181"/>
                  <a:pt x="2503964" y="6086086"/>
                </a:cubicBezTo>
                <a:cubicBezTo>
                  <a:pt x="2503964" y="6086086"/>
                  <a:pt x="2503964" y="6078993"/>
                  <a:pt x="2511077" y="6078993"/>
                </a:cubicBezTo>
                <a:cubicBezTo>
                  <a:pt x="2511077" y="6078993"/>
                  <a:pt x="2518192" y="6078993"/>
                  <a:pt x="2518192" y="6078993"/>
                </a:cubicBezTo>
                <a:cubicBezTo>
                  <a:pt x="2518192" y="6078993"/>
                  <a:pt x="2518192" y="6071900"/>
                  <a:pt x="2525305" y="6078993"/>
                </a:cubicBezTo>
                <a:cubicBezTo>
                  <a:pt x="2525305" y="6078993"/>
                  <a:pt x="2532418" y="6086086"/>
                  <a:pt x="2539531" y="6064808"/>
                </a:cubicBezTo>
                <a:cubicBezTo>
                  <a:pt x="2539531" y="6064808"/>
                  <a:pt x="2539531" y="6064808"/>
                  <a:pt x="2546645" y="6064808"/>
                </a:cubicBezTo>
                <a:cubicBezTo>
                  <a:pt x="2546645" y="6064808"/>
                  <a:pt x="2575099" y="6050620"/>
                  <a:pt x="2639121" y="6008060"/>
                </a:cubicBezTo>
                <a:cubicBezTo>
                  <a:pt x="2639121" y="6008060"/>
                  <a:pt x="2696030" y="5972594"/>
                  <a:pt x="2731597" y="5937127"/>
                </a:cubicBezTo>
                <a:cubicBezTo>
                  <a:pt x="2731597" y="5937127"/>
                  <a:pt x="2760052" y="5915847"/>
                  <a:pt x="2795619" y="5887474"/>
                </a:cubicBezTo>
                <a:cubicBezTo>
                  <a:pt x="2795619" y="5887474"/>
                  <a:pt x="2888094" y="5816540"/>
                  <a:pt x="2902322" y="5795260"/>
                </a:cubicBezTo>
                <a:cubicBezTo>
                  <a:pt x="2902322" y="5795260"/>
                  <a:pt x="2838300" y="5759793"/>
                  <a:pt x="2845413" y="5731420"/>
                </a:cubicBezTo>
                <a:cubicBezTo>
                  <a:pt x="2845413" y="5731420"/>
                  <a:pt x="2852527" y="5717233"/>
                  <a:pt x="2859640" y="5731420"/>
                </a:cubicBezTo>
                <a:cubicBezTo>
                  <a:pt x="2859640" y="5731420"/>
                  <a:pt x="2888094" y="5752700"/>
                  <a:pt x="2937890" y="5745607"/>
                </a:cubicBezTo>
                <a:cubicBezTo>
                  <a:pt x="2937890" y="5745607"/>
                  <a:pt x="2959230" y="5745607"/>
                  <a:pt x="2987684" y="5724327"/>
                </a:cubicBezTo>
                <a:cubicBezTo>
                  <a:pt x="2987684" y="5724327"/>
                  <a:pt x="3023252" y="5717233"/>
                  <a:pt x="3037479" y="5781073"/>
                </a:cubicBezTo>
                <a:cubicBezTo>
                  <a:pt x="3037479" y="5781073"/>
                  <a:pt x="3037479" y="5809446"/>
                  <a:pt x="3023252" y="5802353"/>
                </a:cubicBezTo>
                <a:cubicBezTo>
                  <a:pt x="3023252" y="5802353"/>
                  <a:pt x="3001912" y="5802353"/>
                  <a:pt x="2980571" y="5809446"/>
                </a:cubicBezTo>
                <a:cubicBezTo>
                  <a:pt x="2980571" y="5809446"/>
                  <a:pt x="2973457" y="5802353"/>
                  <a:pt x="2959230" y="5816540"/>
                </a:cubicBezTo>
                <a:cubicBezTo>
                  <a:pt x="2959230" y="5816540"/>
                  <a:pt x="2916549" y="5859101"/>
                  <a:pt x="2824072" y="5915847"/>
                </a:cubicBezTo>
                <a:cubicBezTo>
                  <a:pt x="2824072" y="5915847"/>
                  <a:pt x="2774278" y="5951314"/>
                  <a:pt x="2710256" y="6015153"/>
                </a:cubicBezTo>
                <a:cubicBezTo>
                  <a:pt x="2710256" y="6015153"/>
                  <a:pt x="2660462" y="6057713"/>
                  <a:pt x="2596440" y="6086086"/>
                </a:cubicBezTo>
                <a:close/>
                <a:moveTo>
                  <a:pt x="3058819" y="6086086"/>
                </a:moveTo>
                <a:cubicBezTo>
                  <a:pt x="3058819" y="6086086"/>
                  <a:pt x="3058819" y="6093181"/>
                  <a:pt x="3058819" y="6100274"/>
                </a:cubicBezTo>
                <a:cubicBezTo>
                  <a:pt x="3058819" y="6100274"/>
                  <a:pt x="3058819" y="6114461"/>
                  <a:pt x="3037479" y="6114461"/>
                </a:cubicBezTo>
                <a:cubicBezTo>
                  <a:pt x="3037479" y="6114461"/>
                  <a:pt x="2987684" y="6128647"/>
                  <a:pt x="2980571" y="6142834"/>
                </a:cubicBezTo>
                <a:cubicBezTo>
                  <a:pt x="2980571" y="6142834"/>
                  <a:pt x="2952116" y="6164114"/>
                  <a:pt x="2959230" y="6185394"/>
                </a:cubicBezTo>
                <a:cubicBezTo>
                  <a:pt x="2959230" y="6185394"/>
                  <a:pt x="2959230" y="6199580"/>
                  <a:pt x="2937890" y="6206674"/>
                </a:cubicBezTo>
                <a:cubicBezTo>
                  <a:pt x="2937890" y="6206674"/>
                  <a:pt x="2923662" y="6206674"/>
                  <a:pt x="2909435" y="6206674"/>
                </a:cubicBezTo>
                <a:cubicBezTo>
                  <a:pt x="2909435" y="6206674"/>
                  <a:pt x="2895209" y="6192487"/>
                  <a:pt x="2873868" y="6206674"/>
                </a:cubicBezTo>
                <a:cubicBezTo>
                  <a:pt x="2873868" y="6206674"/>
                  <a:pt x="2873868" y="6213767"/>
                  <a:pt x="2859640" y="6206674"/>
                </a:cubicBezTo>
                <a:cubicBezTo>
                  <a:pt x="2859640" y="6206674"/>
                  <a:pt x="2859640" y="6199580"/>
                  <a:pt x="2852527" y="6199580"/>
                </a:cubicBezTo>
                <a:cubicBezTo>
                  <a:pt x="2852527" y="6199580"/>
                  <a:pt x="2845413" y="6192487"/>
                  <a:pt x="2845413" y="6185394"/>
                </a:cubicBezTo>
                <a:cubicBezTo>
                  <a:pt x="2845413" y="6185394"/>
                  <a:pt x="2845413" y="6171207"/>
                  <a:pt x="2831187" y="6164114"/>
                </a:cubicBezTo>
                <a:cubicBezTo>
                  <a:pt x="2831187" y="6164114"/>
                  <a:pt x="2824072" y="6164114"/>
                  <a:pt x="2824072" y="6149927"/>
                </a:cubicBezTo>
                <a:cubicBezTo>
                  <a:pt x="2824072" y="6149927"/>
                  <a:pt x="2816959" y="6107366"/>
                  <a:pt x="2809846" y="6086086"/>
                </a:cubicBezTo>
                <a:cubicBezTo>
                  <a:pt x="2809846" y="6086086"/>
                  <a:pt x="2802733" y="6064808"/>
                  <a:pt x="2781391" y="6057713"/>
                </a:cubicBezTo>
                <a:cubicBezTo>
                  <a:pt x="2781391" y="6057713"/>
                  <a:pt x="2752937" y="6015153"/>
                  <a:pt x="2767165" y="6015153"/>
                </a:cubicBezTo>
                <a:cubicBezTo>
                  <a:pt x="2767165" y="6015153"/>
                  <a:pt x="2795619" y="6015153"/>
                  <a:pt x="2816959" y="6057713"/>
                </a:cubicBezTo>
                <a:cubicBezTo>
                  <a:pt x="2816959" y="6057713"/>
                  <a:pt x="2816959" y="6071900"/>
                  <a:pt x="2816959" y="6086086"/>
                </a:cubicBezTo>
                <a:cubicBezTo>
                  <a:pt x="2816959" y="6086086"/>
                  <a:pt x="2824072" y="6093181"/>
                  <a:pt x="2838300" y="6142834"/>
                </a:cubicBezTo>
                <a:cubicBezTo>
                  <a:pt x="2838300" y="6142834"/>
                  <a:pt x="2845413" y="6149927"/>
                  <a:pt x="2845413" y="6135741"/>
                </a:cubicBezTo>
                <a:cubicBezTo>
                  <a:pt x="2859640" y="6121554"/>
                  <a:pt x="2859640" y="6121554"/>
                  <a:pt x="2859640" y="6121554"/>
                </a:cubicBezTo>
                <a:cubicBezTo>
                  <a:pt x="2859640" y="6121554"/>
                  <a:pt x="2866754" y="6107366"/>
                  <a:pt x="2873868" y="6114461"/>
                </a:cubicBezTo>
                <a:cubicBezTo>
                  <a:pt x="2873868" y="6114461"/>
                  <a:pt x="2873868" y="6121554"/>
                  <a:pt x="2880981" y="6114461"/>
                </a:cubicBezTo>
                <a:cubicBezTo>
                  <a:pt x="2880981" y="6114461"/>
                  <a:pt x="2902322" y="6100274"/>
                  <a:pt x="2916549" y="6086086"/>
                </a:cubicBezTo>
                <a:cubicBezTo>
                  <a:pt x="2916549" y="6086086"/>
                  <a:pt x="2937890" y="6071900"/>
                  <a:pt x="2930776" y="6064808"/>
                </a:cubicBezTo>
                <a:cubicBezTo>
                  <a:pt x="2930776" y="6064808"/>
                  <a:pt x="2909435" y="6036433"/>
                  <a:pt x="2902322" y="6029340"/>
                </a:cubicBezTo>
                <a:cubicBezTo>
                  <a:pt x="2902322" y="6029340"/>
                  <a:pt x="2880981" y="6015153"/>
                  <a:pt x="2895209" y="6015153"/>
                </a:cubicBezTo>
                <a:cubicBezTo>
                  <a:pt x="2895209" y="6015153"/>
                  <a:pt x="2902322" y="6015153"/>
                  <a:pt x="2923662" y="6022247"/>
                </a:cubicBezTo>
                <a:cubicBezTo>
                  <a:pt x="2923662" y="6022247"/>
                  <a:pt x="2966344" y="6029340"/>
                  <a:pt x="2980571" y="6015153"/>
                </a:cubicBezTo>
                <a:cubicBezTo>
                  <a:pt x="2980571" y="6015153"/>
                  <a:pt x="2980571" y="6000967"/>
                  <a:pt x="2994797" y="6008060"/>
                </a:cubicBezTo>
                <a:cubicBezTo>
                  <a:pt x="2994797" y="6008060"/>
                  <a:pt x="3016138" y="6029340"/>
                  <a:pt x="3023252" y="6029340"/>
                </a:cubicBezTo>
                <a:cubicBezTo>
                  <a:pt x="3023252" y="6029340"/>
                  <a:pt x="3065932" y="6043527"/>
                  <a:pt x="3058819" y="6086086"/>
                </a:cubicBezTo>
                <a:close/>
                <a:moveTo>
                  <a:pt x="3450064" y="6213767"/>
                </a:moveTo>
                <a:cubicBezTo>
                  <a:pt x="3450064" y="6213767"/>
                  <a:pt x="3450064" y="6227954"/>
                  <a:pt x="3435836" y="6220860"/>
                </a:cubicBezTo>
                <a:cubicBezTo>
                  <a:pt x="3435836" y="6220860"/>
                  <a:pt x="3393156" y="6199580"/>
                  <a:pt x="3378929" y="6142834"/>
                </a:cubicBezTo>
                <a:cubicBezTo>
                  <a:pt x="3378929" y="6142834"/>
                  <a:pt x="3364701" y="6078993"/>
                  <a:pt x="3364701" y="6071900"/>
                </a:cubicBezTo>
                <a:cubicBezTo>
                  <a:pt x="3364701" y="6071900"/>
                  <a:pt x="3364701" y="6071900"/>
                  <a:pt x="3364701" y="6057713"/>
                </a:cubicBezTo>
                <a:cubicBezTo>
                  <a:pt x="3357588" y="6015153"/>
                  <a:pt x="3357588" y="6015153"/>
                  <a:pt x="3357588" y="6015153"/>
                </a:cubicBezTo>
                <a:cubicBezTo>
                  <a:pt x="3357588" y="6015153"/>
                  <a:pt x="3357588" y="6015153"/>
                  <a:pt x="3364701" y="6008060"/>
                </a:cubicBezTo>
                <a:cubicBezTo>
                  <a:pt x="3364701" y="6008060"/>
                  <a:pt x="3357588" y="6000967"/>
                  <a:pt x="3364701" y="5993873"/>
                </a:cubicBezTo>
                <a:cubicBezTo>
                  <a:pt x="3364701" y="5993873"/>
                  <a:pt x="3364701" y="5993873"/>
                  <a:pt x="3364701" y="5993873"/>
                </a:cubicBezTo>
                <a:cubicBezTo>
                  <a:pt x="3364701" y="5993873"/>
                  <a:pt x="3364701" y="5972594"/>
                  <a:pt x="3371814" y="5979687"/>
                </a:cubicBezTo>
                <a:cubicBezTo>
                  <a:pt x="3371814" y="5979687"/>
                  <a:pt x="3378929" y="5986780"/>
                  <a:pt x="3371814" y="6000967"/>
                </a:cubicBezTo>
                <a:cubicBezTo>
                  <a:pt x="3371814" y="6000967"/>
                  <a:pt x="3364701" y="6015153"/>
                  <a:pt x="3393156" y="6064808"/>
                </a:cubicBezTo>
                <a:cubicBezTo>
                  <a:pt x="3393156" y="6064808"/>
                  <a:pt x="3400269" y="6071900"/>
                  <a:pt x="3407382" y="6071900"/>
                </a:cubicBezTo>
                <a:cubicBezTo>
                  <a:pt x="3407382" y="6071900"/>
                  <a:pt x="3414497" y="6078993"/>
                  <a:pt x="3421610" y="6100274"/>
                </a:cubicBezTo>
                <a:cubicBezTo>
                  <a:pt x="3421610" y="6100274"/>
                  <a:pt x="3421610" y="6114461"/>
                  <a:pt x="3421610" y="6114461"/>
                </a:cubicBezTo>
                <a:cubicBezTo>
                  <a:pt x="3421610" y="6114461"/>
                  <a:pt x="3414497" y="6128647"/>
                  <a:pt x="3428723" y="6121554"/>
                </a:cubicBezTo>
                <a:cubicBezTo>
                  <a:pt x="3428723" y="6121554"/>
                  <a:pt x="3435836" y="6121554"/>
                  <a:pt x="3435836" y="6128647"/>
                </a:cubicBezTo>
                <a:cubicBezTo>
                  <a:pt x="3435836" y="6128647"/>
                  <a:pt x="3435836" y="6149927"/>
                  <a:pt x="3435836" y="6157021"/>
                </a:cubicBezTo>
                <a:cubicBezTo>
                  <a:pt x="3435836" y="6157021"/>
                  <a:pt x="3442950" y="6164114"/>
                  <a:pt x="3442950" y="6171207"/>
                </a:cubicBezTo>
                <a:cubicBezTo>
                  <a:pt x="3442950" y="6171207"/>
                  <a:pt x="3442950" y="6178300"/>
                  <a:pt x="3442950" y="6178300"/>
                </a:cubicBezTo>
                <a:cubicBezTo>
                  <a:pt x="3442950" y="6178300"/>
                  <a:pt x="3450064" y="6178300"/>
                  <a:pt x="3450064" y="6178300"/>
                </a:cubicBezTo>
                <a:cubicBezTo>
                  <a:pt x="3450064" y="6178300"/>
                  <a:pt x="3457177" y="6213767"/>
                  <a:pt x="3450064" y="6213767"/>
                </a:cubicBezTo>
                <a:close/>
                <a:moveTo>
                  <a:pt x="3428723" y="5915847"/>
                </a:moveTo>
                <a:cubicBezTo>
                  <a:pt x="3428723" y="5915847"/>
                  <a:pt x="3421610" y="5908754"/>
                  <a:pt x="3414497" y="5908754"/>
                </a:cubicBezTo>
                <a:cubicBezTo>
                  <a:pt x="3414497" y="5908754"/>
                  <a:pt x="3407382" y="5908754"/>
                  <a:pt x="3400269" y="5908754"/>
                </a:cubicBezTo>
                <a:cubicBezTo>
                  <a:pt x="3400269" y="5908754"/>
                  <a:pt x="3386042" y="5908754"/>
                  <a:pt x="3393156" y="5894567"/>
                </a:cubicBezTo>
                <a:cubicBezTo>
                  <a:pt x="3393156" y="5894567"/>
                  <a:pt x="3407382" y="5866194"/>
                  <a:pt x="3400269" y="5837820"/>
                </a:cubicBezTo>
                <a:cubicBezTo>
                  <a:pt x="3400269" y="5837820"/>
                  <a:pt x="3400269" y="5830726"/>
                  <a:pt x="3407382" y="5823633"/>
                </a:cubicBezTo>
                <a:cubicBezTo>
                  <a:pt x="3407382" y="5823633"/>
                  <a:pt x="3407382" y="5816540"/>
                  <a:pt x="3414497" y="5823633"/>
                </a:cubicBezTo>
                <a:cubicBezTo>
                  <a:pt x="3414497" y="5823633"/>
                  <a:pt x="3450064" y="5873286"/>
                  <a:pt x="3450064" y="5901660"/>
                </a:cubicBezTo>
                <a:cubicBezTo>
                  <a:pt x="3450064" y="5901660"/>
                  <a:pt x="3457177" y="5922940"/>
                  <a:pt x="3428723" y="5915847"/>
                </a:cubicBezTo>
                <a:close/>
                <a:moveTo>
                  <a:pt x="3841308" y="5944220"/>
                </a:moveTo>
                <a:cubicBezTo>
                  <a:pt x="3841308" y="5944220"/>
                  <a:pt x="3834195" y="5972594"/>
                  <a:pt x="3819968" y="5979687"/>
                </a:cubicBezTo>
                <a:cubicBezTo>
                  <a:pt x="3819968" y="5979687"/>
                  <a:pt x="3812854" y="5986780"/>
                  <a:pt x="3812854" y="6000967"/>
                </a:cubicBezTo>
                <a:cubicBezTo>
                  <a:pt x="3812854" y="6000967"/>
                  <a:pt x="3791514" y="6043527"/>
                  <a:pt x="3777286" y="6050620"/>
                </a:cubicBezTo>
                <a:cubicBezTo>
                  <a:pt x="3777286" y="6050620"/>
                  <a:pt x="3755946" y="6064808"/>
                  <a:pt x="3763060" y="6078993"/>
                </a:cubicBezTo>
                <a:cubicBezTo>
                  <a:pt x="3763060" y="6078993"/>
                  <a:pt x="3791514" y="6100274"/>
                  <a:pt x="3784399" y="6128647"/>
                </a:cubicBezTo>
                <a:cubicBezTo>
                  <a:pt x="3784399" y="6128647"/>
                  <a:pt x="3784399" y="6135741"/>
                  <a:pt x="3777286" y="6135741"/>
                </a:cubicBezTo>
                <a:cubicBezTo>
                  <a:pt x="3777286" y="6135741"/>
                  <a:pt x="3770173" y="6142834"/>
                  <a:pt x="3763060" y="6142834"/>
                </a:cubicBezTo>
                <a:cubicBezTo>
                  <a:pt x="3763060" y="6142834"/>
                  <a:pt x="3755946" y="6142834"/>
                  <a:pt x="3755946" y="6142834"/>
                </a:cubicBezTo>
                <a:cubicBezTo>
                  <a:pt x="3755946" y="6142834"/>
                  <a:pt x="3727492" y="6157021"/>
                  <a:pt x="3713264" y="6157021"/>
                </a:cubicBezTo>
                <a:cubicBezTo>
                  <a:pt x="3713264" y="6157021"/>
                  <a:pt x="3699038" y="6157021"/>
                  <a:pt x="3677696" y="6157021"/>
                </a:cubicBezTo>
                <a:cubicBezTo>
                  <a:pt x="3677696" y="6157021"/>
                  <a:pt x="3677696" y="6149927"/>
                  <a:pt x="3670583" y="6157021"/>
                </a:cubicBezTo>
                <a:cubicBezTo>
                  <a:pt x="3670583" y="6157021"/>
                  <a:pt x="3642129" y="6192487"/>
                  <a:pt x="3606561" y="6164114"/>
                </a:cubicBezTo>
                <a:cubicBezTo>
                  <a:pt x="3606561" y="6164114"/>
                  <a:pt x="3599448" y="6157021"/>
                  <a:pt x="3592335" y="6149927"/>
                </a:cubicBezTo>
                <a:cubicBezTo>
                  <a:pt x="3585221" y="6149927"/>
                  <a:pt x="3578107" y="6142834"/>
                  <a:pt x="3570994" y="6142834"/>
                </a:cubicBezTo>
                <a:cubicBezTo>
                  <a:pt x="3570994" y="6142834"/>
                  <a:pt x="3528313" y="6114461"/>
                  <a:pt x="3514086" y="6107366"/>
                </a:cubicBezTo>
                <a:cubicBezTo>
                  <a:pt x="3514086" y="6107366"/>
                  <a:pt x="3485632" y="6086086"/>
                  <a:pt x="3485632" y="6071900"/>
                </a:cubicBezTo>
                <a:cubicBezTo>
                  <a:pt x="3485632" y="6071900"/>
                  <a:pt x="3478519" y="6050620"/>
                  <a:pt x="3464291" y="6050620"/>
                </a:cubicBezTo>
                <a:cubicBezTo>
                  <a:pt x="3464291" y="6050620"/>
                  <a:pt x="3457177" y="6050620"/>
                  <a:pt x="3457177" y="6036433"/>
                </a:cubicBezTo>
                <a:cubicBezTo>
                  <a:pt x="3457177" y="6036433"/>
                  <a:pt x="3457177" y="6036433"/>
                  <a:pt x="3457177" y="6036433"/>
                </a:cubicBezTo>
                <a:cubicBezTo>
                  <a:pt x="3457177" y="6036433"/>
                  <a:pt x="3457177" y="6036433"/>
                  <a:pt x="3457177" y="6029340"/>
                </a:cubicBezTo>
                <a:cubicBezTo>
                  <a:pt x="3457177" y="6029340"/>
                  <a:pt x="3450064" y="6022247"/>
                  <a:pt x="3464291" y="6000967"/>
                </a:cubicBezTo>
                <a:cubicBezTo>
                  <a:pt x="3464291" y="6000967"/>
                  <a:pt x="3478519" y="5986780"/>
                  <a:pt x="3492745" y="5979687"/>
                </a:cubicBezTo>
                <a:cubicBezTo>
                  <a:pt x="3492745" y="5979687"/>
                  <a:pt x="3521199" y="5951314"/>
                  <a:pt x="3542539" y="5937127"/>
                </a:cubicBezTo>
                <a:cubicBezTo>
                  <a:pt x="3542539" y="5937127"/>
                  <a:pt x="3549654" y="5930034"/>
                  <a:pt x="3556767" y="5922940"/>
                </a:cubicBezTo>
                <a:cubicBezTo>
                  <a:pt x="3563880" y="5915847"/>
                  <a:pt x="3570994" y="5908754"/>
                  <a:pt x="3570994" y="5908754"/>
                </a:cubicBezTo>
                <a:cubicBezTo>
                  <a:pt x="3570994" y="5908754"/>
                  <a:pt x="3585221" y="5894567"/>
                  <a:pt x="3599448" y="5887474"/>
                </a:cubicBezTo>
                <a:cubicBezTo>
                  <a:pt x="3599448" y="5887474"/>
                  <a:pt x="3620789" y="5880381"/>
                  <a:pt x="3620789" y="5873286"/>
                </a:cubicBezTo>
                <a:cubicBezTo>
                  <a:pt x="3620789" y="5873286"/>
                  <a:pt x="3620789" y="5852006"/>
                  <a:pt x="3620789" y="5844913"/>
                </a:cubicBezTo>
                <a:cubicBezTo>
                  <a:pt x="3606561" y="5738513"/>
                  <a:pt x="3606561" y="5738513"/>
                  <a:pt x="3606561" y="5738513"/>
                </a:cubicBezTo>
                <a:cubicBezTo>
                  <a:pt x="3606561" y="5738513"/>
                  <a:pt x="3606561" y="5731420"/>
                  <a:pt x="3613675" y="5738513"/>
                </a:cubicBezTo>
                <a:cubicBezTo>
                  <a:pt x="3613675" y="5738513"/>
                  <a:pt x="3620789" y="5738513"/>
                  <a:pt x="3627902" y="5738513"/>
                </a:cubicBezTo>
                <a:cubicBezTo>
                  <a:pt x="3627902" y="5738513"/>
                  <a:pt x="3642129" y="5731420"/>
                  <a:pt x="3649243" y="5759793"/>
                </a:cubicBezTo>
                <a:cubicBezTo>
                  <a:pt x="3649243" y="5759793"/>
                  <a:pt x="3663470" y="5788167"/>
                  <a:pt x="3670583" y="5816540"/>
                </a:cubicBezTo>
                <a:cubicBezTo>
                  <a:pt x="3670583" y="5816540"/>
                  <a:pt x="3670583" y="5852006"/>
                  <a:pt x="3670583" y="5859101"/>
                </a:cubicBezTo>
                <a:cubicBezTo>
                  <a:pt x="3670583" y="5859101"/>
                  <a:pt x="3670583" y="5873286"/>
                  <a:pt x="3684811" y="5873286"/>
                </a:cubicBezTo>
                <a:cubicBezTo>
                  <a:pt x="3684811" y="5873286"/>
                  <a:pt x="3699038" y="5873286"/>
                  <a:pt x="3720379" y="5873286"/>
                </a:cubicBezTo>
                <a:cubicBezTo>
                  <a:pt x="3748832" y="5880381"/>
                  <a:pt x="3777286" y="5880381"/>
                  <a:pt x="3791514" y="5880381"/>
                </a:cubicBezTo>
                <a:cubicBezTo>
                  <a:pt x="3791514" y="5880381"/>
                  <a:pt x="3819968" y="5887474"/>
                  <a:pt x="3848421" y="5922940"/>
                </a:cubicBezTo>
                <a:cubicBezTo>
                  <a:pt x="3848421" y="5922940"/>
                  <a:pt x="3855536" y="5922940"/>
                  <a:pt x="3841308" y="5944220"/>
                </a:cubicBezTo>
                <a:close/>
                <a:moveTo>
                  <a:pt x="4296574" y="5738513"/>
                </a:moveTo>
                <a:cubicBezTo>
                  <a:pt x="4296574" y="5738513"/>
                  <a:pt x="4289461" y="5738513"/>
                  <a:pt x="4289461" y="5752700"/>
                </a:cubicBezTo>
                <a:cubicBezTo>
                  <a:pt x="4289461" y="5752700"/>
                  <a:pt x="4282347" y="5773980"/>
                  <a:pt x="4289461" y="5788167"/>
                </a:cubicBezTo>
                <a:cubicBezTo>
                  <a:pt x="4289461" y="5788167"/>
                  <a:pt x="4289461" y="5802353"/>
                  <a:pt x="4282347" y="5823633"/>
                </a:cubicBezTo>
                <a:cubicBezTo>
                  <a:pt x="4282347" y="5823633"/>
                  <a:pt x="4253893" y="5859101"/>
                  <a:pt x="4275234" y="5894567"/>
                </a:cubicBezTo>
                <a:cubicBezTo>
                  <a:pt x="4275234" y="5894567"/>
                  <a:pt x="4296574" y="5915847"/>
                  <a:pt x="4275234" y="5930034"/>
                </a:cubicBezTo>
                <a:cubicBezTo>
                  <a:pt x="4275234" y="5930034"/>
                  <a:pt x="4268121" y="5937127"/>
                  <a:pt x="4261006" y="5958407"/>
                </a:cubicBezTo>
                <a:cubicBezTo>
                  <a:pt x="4261006" y="5958407"/>
                  <a:pt x="4261006" y="5972594"/>
                  <a:pt x="4261006" y="5972594"/>
                </a:cubicBezTo>
                <a:cubicBezTo>
                  <a:pt x="4261006" y="5972594"/>
                  <a:pt x="4253893" y="5986780"/>
                  <a:pt x="4253893" y="5993873"/>
                </a:cubicBezTo>
                <a:cubicBezTo>
                  <a:pt x="4253893" y="5993873"/>
                  <a:pt x="4253893" y="6008060"/>
                  <a:pt x="4232553" y="6015153"/>
                </a:cubicBezTo>
                <a:cubicBezTo>
                  <a:pt x="4232553" y="6015153"/>
                  <a:pt x="4218325" y="6029340"/>
                  <a:pt x="4211212" y="6036433"/>
                </a:cubicBezTo>
                <a:cubicBezTo>
                  <a:pt x="4211212" y="6036433"/>
                  <a:pt x="4204099" y="6050620"/>
                  <a:pt x="4196986" y="6050620"/>
                </a:cubicBezTo>
                <a:cubicBezTo>
                  <a:pt x="4196986" y="6050620"/>
                  <a:pt x="4196986" y="6050620"/>
                  <a:pt x="4196986" y="6057713"/>
                </a:cubicBezTo>
                <a:cubicBezTo>
                  <a:pt x="4196986" y="6057713"/>
                  <a:pt x="4189871" y="6071900"/>
                  <a:pt x="4168531" y="6078993"/>
                </a:cubicBezTo>
                <a:cubicBezTo>
                  <a:pt x="4168531" y="6078993"/>
                  <a:pt x="4168531" y="6029340"/>
                  <a:pt x="4168531" y="6015153"/>
                </a:cubicBezTo>
                <a:cubicBezTo>
                  <a:pt x="4168531" y="6015153"/>
                  <a:pt x="4168531" y="5993873"/>
                  <a:pt x="4168531" y="5979687"/>
                </a:cubicBezTo>
                <a:cubicBezTo>
                  <a:pt x="4168531" y="5979687"/>
                  <a:pt x="4168531" y="5958407"/>
                  <a:pt x="4182758" y="5958407"/>
                </a:cubicBezTo>
                <a:cubicBezTo>
                  <a:pt x="4182758" y="5958407"/>
                  <a:pt x="4182758" y="5965500"/>
                  <a:pt x="4182758" y="5958407"/>
                </a:cubicBezTo>
                <a:cubicBezTo>
                  <a:pt x="4182758" y="5958407"/>
                  <a:pt x="4196986" y="5930034"/>
                  <a:pt x="4196986" y="5922940"/>
                </a:cubicBezTo>
                <a:cubicBezTo>
                  <a:pt x="4196986" y="5922940"/>
                  <a:pt x="4182758" y="5915847"/>
                  <a:pt x="4182758" y="5915847"/>
                </a:cubicBezTo>
                <a:cubicBezTo>
                  <a:pt x="4182758" y="5915847"/>
                  <a:pt x="4175644" y="5908754"/>
                  <a:pt x="4175644" y="5901660"/>
                </a:cubicBezTo>
                <a:cubicBezTo>
                  <a:pt x="4175644" y="5901660"/>
                  <a:pt x="4175644" y="5901660"/>
                  <a:pt x="4168531" y="5894567"/>
                </a:cubicBezTo>
                <a:cubicBezTo>
                  <a:pt x="4168531" y="5894567"/>
                  <a:pt x="4154303" y="5887474"/>
                  <a:pt x="4154303" y="5894567"/>
                </a:cubicBezTo>
                <a:cubicBezTo>
                  <a:pt x="4154303" y="5894567"/>
                  <a:pt x="4154303" y="5894567"/>
                  <a:pt x="4140077" y="5894567"/>
                </a:cubicBezTo>
                <a:cubicBezTo>
                  <a:pt x="4140077" y="5894567"/>
                  <a:pt x="4076055" y="5880381"/>
                  <a:pt x="4104509" y="5866194"/>
                </a:cubicBezTo>
                <a:cubicBezTo>
                  <a:pt x="4104509" y="5866194"/>
                  <a:pt x="4140077" y="5866194"/>
                  <a:pt x="4161417" y="5830726"/>
                </a:cubicBezTo>
                <a:cubicBezTo>
                  <a:pt x="4161417" y="5830726"/>
                  <a:pt x="4168531" y="5830726"/>
                  <a:pt x="4175644" y="5773980"/>
                </a:cubicBezTo>
                <a:cubicBezTo>
                  <a:pt x="4175644" y="5773980"/>
                  <a:pt x="4175644" y="5766887"/>
                  <a:pt x="4168531" y="5766887"/>
                </a:cubicBezTo>
                <a:cubicBezTo>
                  <a:pt x="4168531" y="5766887"/>
                  <a:pt x="4161417" y="5759793"/>
                  <a:pt x="4168531" y="5759793"/>
                </a:cubicBezTo>
                <a:cubicBezTo>
                  <a:pt x="4168531" y="5759793"/>
                  <a:pt x="4168531" y="5752700"/>
                  <a:pt x="4161417" y="5745607"/>
                </a:cubicBezTo>
                <a:cubicBezTo>
                  <a:pt x="4161417" y="5745607"/>
                  <a:pt x="4154303" y="5738513"/>
                  <a:pt x="4161417" y="5731420"/>
                </a:cubicBezTo>
                <a:cubicBezTo>
                  <a:pt x="4161417" y="5731420"/>
                  <a:pt x="4161417" y="5724327"/>
                  <a:pt x="4154303" y="5717233"/>
                </a:cubicBezTo>
                <a:cubicBezTo>
                  <a:pt x="4154303" y="5717233"/>
                  <a:pt x="4154303" y="5717233"/>
                  <a:pt x="4154303" y="5710140"/>
                </a:cubicBezTo>
                <a:cubicBezTo>
                  <a:pt x="4154303" y="5710140"/>
                  <a:pt x="4154303" y="5710140"/>
                  <a:pt x="4147190" y="5695953"/>
                </a:cubicBezTo>
                <a:cubicBezTo>
                  <a:pt x="4147190" y="5695953"/>
                  <a:pt x="4147190" y="5695953"/>
                  <a:pt x="4154303" y="5688860"/>
                </a:cubicBezTo>
                <a:cubicBezTo>
                  <a:pt x="4154303" y="5688860"/>
                  <a:pt x="4161417" y="5695953"/>
                  <a:pt x="4154303" y="5681767"/>
                </a:cubicBezTo>
                <a:cubicBezTo>
                  <a:pt x="4154303" y="5681767"/>
                  <a:pt x="4147190" y="5674674"/>
                  <a:pt x="4140077" y="5667579"/>
                </a:cubicBezTo>
                <a:cubicBezTo>
                  <a:pt x="4132964" y="5660487"/>
                  <a:pt x="4132964" y="5660487"/>
                  <a:pt x="4132964" y="5660487"/>
                </a:cubicBezTo>
                <a:cubicBezTo>
                  <a:pt x="4104509" y="5610833"/>
                  <a:pt x="4104509" y="5610833"/>
                  <a:pt x="4104509" y="5610833"/>
                </a:cubicBezTo>
                <a:cubicBezTo>
                  <a:pt x="4104509" y="5610833"/>
                  <a:pt x="4083168" y="5589553"/>
                  <a:pt x="4111622" y="5596646"/>
                </a:cubicBezTo>
                <a:cubicBezTo>
                  <a:pt x="4111622" y="5596646"/>
                  <a:pt x="4132964" y="5589553"/>
                  <a:pt x="4154303" y="5596646"/>
                </a:cubicBezTo>
                <a:cubicBezTo>
                  <a:pt x="4154303" y="5596646"/>
                  <a:pt x="4175644" y="5596646"/>
                  <a:pt x="4189871" y="5596646"/>
                </a:cubicBezTo>
                <a:cubicBezTo>
                  <a:pt x="4189871" y="5596646"/>
                  <a:pt x="4196986" y="5589553"/>
                  <a:pt x="4204099" y="5617926"/>
                </a:cubicBezTo>
                <a:cubicBezTo>
                  <a:pt x="4204099" y="5617926"/>
                  <a:pt x="4218325" y="5639206"/>
                  <a:pt x="4218325" y="5639206"/>
                </a:cubicBezTo>
                <a:cubicBezTo>
                  <a:pt x="4218325" y="5639206"/>
                  <a:pt x="4253893" y="5646299"/>
                  <a:pt x="4261006" y="5653394"/>
                </a:cubicBezTo>
                <a:cubicBezTo>
                  <a:pt x="4261006" y="5653394"/>
                  <a:pt x="4261006" y="5653394"/>
                  <a:pt x="4261006" y="5646299"/>
                </a:cubicBezTo>
                <a:cubicBezTo>
                  <a:pt x="4261006" y="5646299"/>
                  <a:pt x="4275234" y="5646299"/>
                  <a:pt x="4289461" y="5660487"/>
                </a:cubicBezTo>
                <a:cubicBezTo>
                  <a:pt x="4289461" y="5660487"/>
                  <a:pt x="4282347" y="5674674"/>
                  <a:pt x="4296574" y="5667579"/>
                </a:cubicBezTo>
                <a:cubicBezTo>
                  <a:pt x="4296574" y="5667579"/>
                  <a:pt x="4310802" y="5667579"/>
                  <a:pt x="4310802" y="5688860"/>
                </a:cubicBezTo>
                <a:cubicBezTo>
                  <a:pt x="4310802" y="5688860"/>
                  <a:pt x="4317915" y="5717233"/>
                  <a:pt x="4296574" y="5738513"/>
                </a:cubicBezTo>
                <a:close/>
                <a:moveTo>
                  <a:pt x="4495753" y="5915847"/>
                </a:moveTo>
                <a:cubicBezTo>
                  <a:pt x="4495753" y="5915847"/>
                  <a:pt x="4488640" y="5937127"/>
                  <a:pt x="4467299" y="5944220"/>
                </a:cubicBezTo>
                <a:cubicBezTo>
                  <a:pt x="4467299" y="5944220"/>
                  <a:pt x="4453072" y="5951314"/>
                  <a:pt x="4438846" y="5951314"/>
                </a:cubicBezTo>
                <a:cubicBezTo>
                  <a:pt x="4438846" y="5951314"/>
                  <a:pt x="4424618" y="5951314"/>
                  <a:pt x="4424618" y="5944220"/>
                </a:cubicBezTo>
                <a:cubicBezTo>
                  <a:pt x="4424618" y="5944220"/>
                  <a:pt x="4417504" y="5944220"/>
                  <a:pt x="4410391" y="5951314"/>
                </a:cubicBezTo>
                <a:cubicBezTo>
                  <a:pt x="4410391" y="5951314"/>
                  <a:pt x="4403278" y="5951314"/>
                  <a:pt x="4396163" y="5937127"/>
                </a:cubicBezTo>
                <a:cubicBezTo>
                  <a:pt x="4396163" y="5937127"/>
                  <a:pt x="4381937" y="5930034"/>
                  <a:pt x="4381937" y="5915847"/>
                </a:cubicBezTo>
                <a:cubicBezTo>
                  <a:pt x="4381937" y="5915847"/>
                  <a:pt x="4381937" y="5894567"/>
                  <a:pt x="4374824" y="5880381"/>
                </a:cubicBezTo>
                <a:cubicBezTo>
                  <a:pt x="4374824" y="5880381"/>
                  <a:pt x="4360596" y="5844913"/>
                  <a:pt x="4381937" y="5852006"/>
                </a:cubicBezTo>
                <a:cubicBezTo>
                  <a:pt x="4381937" y="5852006"/>
                  <a:pt x="4389050" y="5852006"/>
                  <a:pt x="4403278" y="5844913"/>
                </a:cubicBezTo>
                <a:cubicBezTo>
                  <a:pt x="4403278" y="5844913"/>
                  <a:pt x="4424618" y="5852006"/>
                  <a:pt x="4453072" y="5859101"/>
                </a:cubicBezTo>
                <a:cubicBezTo>
                  <a:pt x="4453072" y="5859101"/>
                  <a:pt x="4474413" y="5873286"/>
                  <a:pt x="4481526" y="5873286"/>
                </a:cubicBezTo>
                <a:cubicBezTo>
                  <a:pt x="4481526" y="5873286"/>
                  <a:pt x="4495753" y="5873286"/>
                  <a:pt x="4495753" y="5894567"/>
                </a:cubicBezTo>
                <a:cubicBezTo>
                  <a:pt x="4495753" y="5894567"/>
                  <a:pt x="4495753" y="5901660"/>
                  <a:pt x="4495753" y="5908754"/>
                </a:cubicBezTo>
                <a:cubicBezTo>
                  <a:pt x="4495753" y="5908754"/>
                  <a:pt x="4495753" y="5915847"/>
                  <a:pt x="4495753" y="5915847"/>
                </a:cubicBezTo>
                <a:close/>
                <a:moveTo>
                  <a:pt x="4744726" y="5483153"/>
                </a:moveTo>
                <a:cubicBezTo>
                  <a:pt x="4744726" y="5483153"/>
                  <a:pt x="4730500" y="5476060"/>
                  <a:pt x="4723387" y="5476060"/>
                </a:cubicBezTo>
                <a:cubicBezTo>
                  <a:pt x="4723387" y="5476060"/>
                  <a:pt x="4709159" y="5461872"/>
                  <a:pt x="4709159" y="5483153"/>
                </a:cubicBezTo>
                <a:cubicBezTo>
                  <a:pt x="4709159" y="5483153"/>
                  <a:pt x="4666478" y="5518620"/>
                  <a:pt x="4666478" y="5554086"/>
                </a:cubicBezTo>
                <a:cubicBezTo>
                  <a:pt x="4666478" y="5554086"/>
                  <a:pt x="4666478" y="5561180"/>
                  <a:pt x="4673591" y="5568273"/>
                </a:cubicBezTo>
                <a:cubicBezTo>
                  <a:pt x="4673591" y="5568273"/>
                  <a:pt x="4673591" y="5589553"/>
                  <a:pt x="4666478" y="5596646"/>
                </a:cubicBezTo>
                <a:cubicBezTo>
                  <a:pt x="4666478" y="5596646"/>
                  <a:pt x="4666478" y="5617926"/>
                  <a:pt x="4659365" y="5625019"/>
                </a:cubicBezTo>
                <a:cubicBezTo>
                  <a:pt x="4659365" y="5625019"/>
                  <a:pt x="4652251" y="5625019"/>
                  <a:pt x="4645138" y="5632113"/>
                </a:cubicBezTo>
                <a:cubicBezTo>
                  <a:pt x="4645138" y="5632113"/>
                  <a:pt x="4645138" y="5632113"/>
                  <a:pt x="4638023" y="5632113"/>
                </a:cubicBezTo>
                <a:cubicBezTo>
                  <a:pt x="4638023" y="5632113"/>
                  <a:pt x="4602456" y="5632113"/>
                  <a:pt x="4609570" y="5610833"/>
                </a:cubicBezTo>
                <a:cubicBezTo>
                  <a:pt x="4609570" y="5610833"/>
                  <a:pt x="4609570" y="5582460"/>
                  <a:pt x="4609570" y="5568273"/>
                </a:cubicBezTo>
                <a:cubicBezTo>
                  <a:pt x="4609570" y="5568273"/>
                  <a:pt x="4595343" y="5546993"/>
                  <a:pt x="4616684" y="5539900"/>
                </a:cubicBezTo>
                <a:cubicBezTo>
                  <a:pt x="4616684" y="5539900"/>
                  <a:pt x="4630910" y="5532806"/>
                  <a:pt x="4638023" y="5532806"/>
                </a:cubicBezTo>
                <a:cubicBezTo>
                  <a:pt x="4638023" y="5532806"/>
                  <a:pt x="4645138" y="5532806"/>
                  <a:pt x="4652251" y="5525713"/>
                </a:cubicBezTo>
                <a:cubicBezTo>
                  <a:pt x="4652251" y="5525713"/>
                  <a:pt x="4687819" y="5483153"/>
                  <a:pt x="4702045" y="5461872"/>
                </a:cubicBezTo>
                <a:cubicBezTo>
                  <a:pt x="4702045" y="5461872"/>
                  <a:pt x="4709159" y="5454780"/>
                  <a:pt x="4694932" y="5440592"/>
                </a:cubicBezTo>
                <a:cubicBezTo>
                  <a:pt x="4694932" y="5440592"/>
                  <a:pt x="4652251" y="5405126"/>
                  <a:pt x="4623797" y="5390939"/>
                </a:cubicBezTo>
                <a:cubicBezTo>
                  <a:pt x="4623797" y="5390939"/>
                  <a:pt x="4588229" y="5376753"/>
                  <a:pt x="4566888" y="5383846"/>
                </a:cubicBezTo>
                <a:cubicBezTo>
                  <a:pt x="4566888" y="5383846"/>
                  <a:pt x="4509981" y="5376753"/>
                  <a:pt x="4552662" y="5362566"/>
                </a:cubicBezTo>
                <a:cubicBezTo>
                  <a:pt x="4552662" y="5362566"/>
                  <a:pt x="4588229" y="5348379"/>
                  <a:pt x="4652251" y="5390939"/>
                </a:cubicBezTo>
                <a:cubicBezTo>
                  <a:pt x="4652251" y="5390939"/>
                  <a:pt x="4694932" y="5419312"/>
                  <a:pt x="4702045" y="5440592"/>
                </a:cubicBezTo>
                <a:cubicBezTo>
                  <a:pt x="4702045" y="5440592"/>
                  <a:pt x="4709159" y="5447687"/>
                  <a:pt x="4716273" y="5440592"/>
                </a:cubicBezTo>
                <a:cubicBezTo>
                  <a:pt x="4716273" y="5440592"/>
                  <a:pt x="4737613" y="5426406"/>
                  <a:pt x="4723387" y="5412219"/>
                </a:cubicBezTo>
                <a:cubicBezTo>
                  <a:pt x="4723387" y="5412219"/>
                  <a:pt x="4702045" y="5369659"/>
                  <a:pt x="4623797" y="5320006"/>
                </a:cubicBezTo>
                <a:cubicBezTo>
                  <a:pt x="4623797" y="5320006"/>
                  <a:pt x="4595343" y="5298726"/>
                  <a:pt x="4581116" y="5305820"/>
                </a:cubicBezTo>
                <a:cubicBezTo>
                  <a:pt x="4581116" y="5305820"/>
                  <a:pt x="4566888" y="5298726"/>
                  <a:pt x="4581116" y="5298726"/>
                </a:cubicBezTo>
                <a:cubicBezTo>
                  <a:pt x="4581116" y="5298726"/>
                  <a:pt x="4616684" y="5284540"/>
                  <a:pt x="4666478" y="5320006"/>
                </a:cubicBezTo>
                <a:cubicBezTo>
                  <a:pt x="4666478" y="5320006"/>
                  <a:pt x="4702045" y="5348379"/>
                  <a:pt x="4723387" y="5376753"/>
                </a:cubicBezTo>
                <a:cubicBezTo>
                  <a:pt x="4723387" y="5376753"/>
                  <a:pt x="4737613" y="5390939"/>
                  <a:pt x="4730500" y="5376753"/>
                </a:cubicBezTo>
                <a:cubicBezTo>
                  <a:pt x="4730500" y="5376753"/>
                  <a:pt x="4723387" y="5362566"/>
                  <a:pt x="4730500" y="5355473"/>
                </a:cubicBezTo>
                <a:cubicBezTo>
                  <a:pt x="4730500" y="5355473"/>
                  <a:pt x="4730500" y="5355473"/>
                  <a:pt x="4730500" y="5348379"/>
                </a:cubicBezTo>
                <a:cubicBezTo>
                  <a:pt x="4730500" y="5348379"/>
                  <a:pt x="4723387" y="5341286"/>
                  <a:pt x="4723387" y="5334193"/>
                </a:cubicBezTo>
                <a:cubicBezTo>
                  <a:pt x="4723387" y="5334193"/>
                  <a:pt x="4730500" y="5334193"/>
                  <a:pt x="4716273" y="5334193"/>
                </a:cubicBezTo>
                <a:cubicBezTo>
                  <a:pt x="4716273" y="5334193"/>
                  <a:pt x="4709159" y="5327099"/>
                  <a:pt x="4702045" y="5327099"/>
                </a:cubicBezTo>
                <a:cubicBezTo>
                  <a:pt x="4702045" y="5327099"/>
                  <a:pt x="4666478" y="5327099"/>
                  <a:pt x="4694932" y="5320006"/>
                </a:cubicBezTo>
                <a:cubicBezTo>
                  <a:pt x="4694932" y="5320006"/>
                  <a:pt x="4702045" y="5320006"/>
                  <a:pt x="4716273" y="5320006"/>
                </a:cubicBezTo>
                <a:cubicBezTo>
                  <a:pt x="4716273" y="5320006"/>
                  <a:pt x="4723387" y="5320006"/>
                  <a:pt x="4716273" y="5312913"/>
                </a:cubicBezTo>
                <a:cubicBezTo>
                  <a:pt x="4716273" y="5312913"/>
                  <a:pt x="4702045" y="5284540"/>
                  <a:pt x="4702045" y="5277446"/>
                </a:cubicBezTo>
                <a:cubicBezTo>
                  <a:pt x="4702045" y="5277446"/>
                  <a:pt x="4694932" y="5263260"/>
                  <a:pt x="4694932" y="5277446"/>
                </a:cubicBezTo>
                <a:cubicBezTo>
                  <a:pt x="4694932" y="5277446"/>
                  <a:pt x="4687819" y="5291633"/>
                  <a:pt x="4666478" y="5277446"/>
                </a:cubicBezTo>
                <a:cubicBezTo>
                  <a:pt x="4666478" y="5277446"/>
                  <a:pt x="4630910" y="5277446"/>
                  <a:pt x="4630910" y="5256166"/>
                </a:cubicBezTo>
                <a:cubicBezTo>
                  <a:pt x="4630910" y="5256166"/>
                  <a:pt x="4638023" y="5227792"/>
                  <a:pt x="4616684" y="5227792"/>
                </a:cubicBezTo>
                <a:cubicBezTo>
                  <a:pt x="4616684" y="5227792"/>
                  <a:pt x="4595343" y="5220699"/>
                  <a:pt x="4616684" y="5213607"/>
                </a:cubicBezTo>
                <a:cubicBezTo>
                  <a:pt x="4616684" y="5213607"/>
                  <a:pt x="4638023" y="5206512"/>
                  <a:pt x="4666478" y="5213607"/>
                </a:cubicBezTo>
                <a:cubicBezTo>
                  <a:pt x="4666478" y="5213607"/>
                  <a:pt x="4666478" y="5220699"/>
                  <a:pt x="4680706" y="5213607"/>
                </a:cubicBezTo>
                <a:cubicBezTo>
                  <a:pt x="4680706" y="5213607"/>
                  <a:pt x="4744726" y="5185232"/>
                  <a:pt x="4751841" y="5227792"/>
                </a:cubicBezTo>
                <a:cubicBezTo>
                  <a:pt x="4751841" y="5227792"/>
                  <a:pt x="4744726" y="5256166"/>
                  <a:pt x="4758954" y="5277446"/>
                </a:cubicBezTo>
                <a:cubicBezTo>
                  <a:pt x="4758954" y="5277446"/>
                  <a:pt x="4758954" y="5291633"/>
                  <a:pt x="4758954" y="5298726"/>
                </a:cubicBezTo>
                <a:cubicBezTo>
                  <a:pt x="4758954" y="5298726"/>
                  <a:pt x="4758954" y="5305820"/>
                  <a:pt x="4766067" y="5320006"/>
                </a:cubicBezTo>
                <a:cubicBezTo>
                  <a:pt x="4766067" y="5320006"/>
                  <a:pt x="4773181" y="5320006"/>
                  <a:pt x="4766067" y="5327099"/>
                </a:cubicBezTo>
                <a:cubicBezTo>
                  <a:pt x="4766067" y="5327099"/>
                  <a:pt x="4766067" y="5341286"/>
                  <a:pt x="4766067" y="5355473"/>
                </a:cubicBezTo>
                <a:cubicBezTo>
                  <a:pt x="4766067" y="5355473"/>
                  <a:pt x="4758954" y="5376753"/>
                  <a:pt x="4773181" y="5362566"/>
                </a:cubicBezTo>
                <a:cubicBezTo>
                  <a:pt x="4773181" y="5362566"/>
                  <a:pt x="4808748" y="5312913"/>
                  <a:pt x="4822976" y="5291633"/>
                </a:cubicBezTo>
                <a:cubicBezTo>
                  <a:pt x="4822976" y="5291633"/>
                  <a:pt x="4837203" y="5277446"/>
                  <a:pt x="4815863" y="5277446"/>
                </a:cubicBezTo>
                <a:cubicBezTo>
                  <a:pt x="4815863" y="5277446"/>
                  <a:pt x="4794522" y="5270353"/>
                  <a:pt x="4780295" y="5263260"/>
                </a:cubicBezTo>
                <a:cubicBezTo>
                  <a:pt x="4780295" y="5263260"/>
                  <a:pt x="4766067" y="5256166"/>
                  <a:pt x="4780295" y="5249073"/>
                </a:cubicBezTo>
                <a:cubicBezTo>
                  <a:pt x="4780295" y="5249073"/>
                  <a:pt x="4794522" y="5256166"/>
                  <a:pt x="4794522" y="5249073"/>
                </a:cubicBezTo>
                <a:cubicBezTo>
                  <a:pt x="4794522" y="5249073"/>
                  <a:pt x="4787409" y="5241980"/>
                  <a:pt x="4794522" y="5241980"/>
                </a:cubicBezTo>
                <a:cubicBezTo>
                  <a:pt x="4794522" y="5241980"/>
                  <a:pt x="4808748" y="5241980"/>
                  <a:pt x="4808748" y="5227792"/>
                </a:cubicBezTo>
                <a:cubicBezTo>
                  <a:pt x="4808748" y="5227792"/>
                  <a:pt x="4801635" y="5206512"/>
                  <a:pt x="4794522" y="5213607"/>
                </a:cubicBezTo>
                <a:cubicBezTo>
                  <a:pt x="4794522" y="5213607"/>
                  <a:pt x="4766067" y="5213607"/>
                  <a:pt x="4758954" y="5199419"/>
                </a:cubicBezTo>
                <a:cubicBezTo>
                  <a:pt x="4758954" y="5199419"/>
                  <a:pt x="4744726" y="5192326"/>
                  <a:pt x="4744726" y="5185232"/>
                </a:cubicBezTo>
                <a:cubicBezTo>
                  <a:pt x="4744726" y="5185232"/>
                  <a:pt x="4744726" y="5178139"/>
                  <a:pt x="4758954" y="5185232"/>
                </a:cubicBezTo>
                <a:cubicBezTo>
                  <a:pt x="4758954" y="5185232"/>
                  <a:pt x="4787409" y="5199419"/>
                  <a:pt x="4773181" y="5178139"/>
                </a:cubicBezTo>
                <a:cubicBezTo>
                  <a:pt x="4758954" y="5163952"/>
                  <a:pt x="4758954" y="5163952"/>
                  <a:pt x="4758954" y="5163952"/>
                </a:cubicBezTo>
                <a:cubicBezTo>
                  <a:pt x="4758954" y="5163952"/>
                  <a:pt x="4758954" y="5149766"/>
                  <a:pt x="4737613" y="5163952"/>
                </a:cubicBezTo>
                <a:cubicBezTo>
                  <a:pt x="4737613" y="5163952"/>
                  <a:pt x="4694932" y="5171046"/>
                  <a:pt x="4709159" y="5156859"/>
                </a:cubicBezTo>
                <a:cubicBezTo>
                  <a:pt x="4709159" y="5156859"/>
                  <a:pt x="4723387" y="5149766"/>
                  <a:pt x="4716273" y="5142672"/>
                </a:cubicBezTo>
                <a:cubicBezTo>
                  <a:pt x="4716273" y="5142672"/>
                  <a:pt x="4716273" y="5135579"/>
                  <a:pt x="4730500" y="5128486"/>
                </a:cubicBezTo>
                <a:cubicBezTo>
                  <a:pt x="4730500" y="5128486"/>
                  <a:pt x="4737613" y="5121393"/>
                  <a:pt x="4730500" y="5114299"/>
                </a:cubicBezTo>
                <a:cubicBezTo>
                  <a:pt x="4730500" y="5114299"/>
                  <a:pt x="4730500" y="5114299"/>
                  <a:pt x="4751841" y="5107206"/>
                </a:cubicBezTo>
                <a:cubicBezTo>
                  <a:pt x="4751841" y="5107206"/>
                  <a:pt x="4808748" y="5085926"/>
                  <a:pt x="4815863" y="5114299"/>
                </a:cubicBezTo>
                <a:cubicBezTo>
                  <a:pt x="4815863" y="5114299"/>
                  <a:pt x="4822976" y="5128486"/>
                  <a:pt x="4815863" y="5142672"/>
                </a:cubicBezTo>
                <a:cubicBezTo>
                  <a:pt x="4815863" y="5142672"/>
                  <a:pt x="4808748" y="5142672"/>
                  <a:pt x="4815863" y="5171046"/>
                </a:cubicBezTo>
                <a:cubicBezTo>
                  <a:pt x="4815863" y="5171046"/>
                  <a:pt x="4815863" y="5185232"/>
                  <a:pt x="4830089" y="5192326"/>
                </a:cubicBezTo>
                <a:cubicBezTo>
                  <a:pt x="4830089" y="5192326"/>
                  <a:pt x="4837203" y="5206512"/>
                  <a:pt x="4844316" y="5220699"/>
                </a:cubicBezTo>
                <a:cubicBezTo>
                  <a:pt x="4844316" y="5220699"/>
                  <a:pt x="4858544" y="5241980"/>
                  <a:pt x="4858544" y="5249073"/>
                </a:cubicBezTo>
                <a:cubicBezTo>
                  <a:pt x="4858544" y="5249073"/>
                  <a:pt x="4858544" y="5263260"/>
                  <a:pt x="4865657" y="5256166"/>
                </a:cubicBezTo>
                <a:cubicBezTo>
                  <a:pt x="4865657" y="5256166"/>
                  <a:pt x="4922566" y="5185232"/>
                  <a:pt x="4965247" y="5206512"/>
                </a:cubicBezTo>
                <a:cubicBezTo>
                  <a:pt x="4965247" y="5206512"/>
                  <a:pt x="4986588" y="5199419"/>
                  <a:pt x="4958133" y="5234885"/>
                </a:cubicBezTo>
                <a:cubicBezTo>
                  <a:pt x="4958133" y="5234885"/>
                  <a:pt x="4951020" y="5249073"/>
                  <a:pt x="4943906" y="5249073"/>
                </a:cubicBezTo>
                <a:cubicBezTo>
                  <a:pt x="4894111" y="5270353"/>
                  <a:pt x="4894111" y="5270353"/>
                  <a:pt x="4894111" y="5270353"/>
                </a:cubicBezTo>
                <a:cubicBezTo>
                  <a:pt x="4894111" y="5270353"/>
                  <a:pt x="4879884" y="5277446"/>
                  <a:pt x="4901225" y="5263260"/>
                </a:cubicBezTo>
                <a:cubicBezTo>
                  <a:pt x="4901225" y="5263260"/>
                  <a:pt x="4922566" y="5241980"/>
                  <a:pt x="4922566" y="5234885"/>
                </a:cubicBezTo>
                <a:cubicBezTo>
                  <a:pt x="4922566" y="5234885"/>
                  <a:pt x="4922566" y="5220699"/>
                  <a:pt x="4915451" y="5234885"/>
                </a:cubicBezTo>
                <a:cubicBezTo>
                  <a:pt x="4915451" y="5234885"/>
                  <a:pt x="4886998" y="5256166"/>
                  <a:pt x="4879884" y="5263260"/>
                </a:cubicBezTo>
                <a:cubicBezTo>
                  <a:pt x="4879884" y="5263260"/>
                  <a:pt x="4865657" y="5270353"/>
                  <a:pt x="4872770" y="5284540"/>
                </a:cubicBezTo>
                <a:cubicBezTo>
                  <a:pt x="4872770" y="5284540"/>
                  <a:pt x="4872770" y="5291633"/>
                  <a:pt x="4872770" y="5291633"/>
                </a:cubicBezTo>
                <a:cubicBezTo>
                  <a:pt x="4872770" y="5291633"/>
                  <a:pt x="4872770" y="5298726"/>
                  <a:pt x="4872770" y="5298726"/>
                </a:cubicBezTo>
                <a:cubicBezTo>
                  <a:pt x="4872770" y="5298726"/>
                  <a:pt x="4886998" y="5327099"/>
                  <a:pt x="4865657" y="5327099"/>
                </a:cubicBezTo>
                <a:cubicBezTo>
                  <a:pt x="4865657" y="5327099"/>
                  <a:pt x="4844316" y="5327099"/>
                  <a:pt x="4837203" y="5312913"/>
                </a:cubicBezTo>
                <a:cubicBezTo>
                  <a:pt x="4837203" y="5312913"/>
                  <a:pt x="4830089" y="5298726"/>
                  <a:pt x="4822976" y="5320006"/>
                </a:cubicBezTo>
                <a:cubicBezTo>
                  <a:pt x="4822976" y="5320006"/>
                  <a:pt x="4801635" y="5355473"/>
                  <a:pt x="4787409" y="5369659"/>
                </a:cubicBezTo>
                <a:cubicBezTo>
                  <a:pt x="4787409" y="5369659"/>
                  <a:pt x="4751841" y="5405126"/>
                  <a:pt x="4758954" y="5412219"/>
                </a:cubicBezTo>
                <a:cubicBezTo>
                  <a:pt x="4758954" y="5412219"/>
                  <a:pt x="4773181" y="5426406"/>
                  <a:pt x="4766067" y="5426406"/>
                </a:cubicBezTo>
                <a:cubicBezTo>
                  <a:pt x="4766067" y="5426406"/>
                  <a:pt x="4758954" y="5433499"/>
                  <a:pt x="4744726" y="5426406"/>
                </a:cubicBezTo>
                <a:cubicBezTo>
                  <a:pt x="4744726" y="5426406"/>
                  <a:pt x="4744726" y="5426406"/>
                  <a:pt x="4737613" y="5440592"/>
                </a:cubicBezTo>
                <a:cubicBezTo>
                  <a:pt x="4737613" y="5440592"/>
                  <a:pt x="4716273" y="5461872"/>
                  <a:pt x="4730500" y="5468967"/>
                </a:cubicBezTo>
                <a:cubicBezTo>
                  <a:pt x="4730500" y="5468967"/>
                  <a:pt x="4737613" y="5468967"/>
                  <a:pt x="4744726" y="5476060"/>
                </a:cubicBezTo>
                <a:cubicBezTo>
                  <a:pt x="4744726" y="5476060"/>
                  <a:pt x="4758954" y="5476060"/>
                  <a:pt x="4744726" y="5483153"/>
                </a:cubicBezTo>
                <a:close/>
                <a:moveTo>
                  <a:pt x="5022155" y="5646299"/>
                </a:moveTo>
                <a:cubicBezTo>
                  <a:pt x="5022155" y="5646299"/>
                  <a:pt x="5022155" y="5653394"/>
                  <a:pt x="5022155" y="5667579"/>
                </a:cubicBezTo>
                <a:cubicBezTo>
                  <a:pt x="5022155" y="5667579"/>
                  <a:pt x="5022155" y="5674674"/>
                  <a:pt x="5015041" y="5681767"/>
                </a:cubicBezTo>
                <a:cubicBezTo>
                  <a:pt x="4943906" y="5731420"/>
                  <a:pt x="4943906" y="5731420"/>
                  <a:pt x="4943906" y="5731420"/>
                </a:cubicBezTo>
                <a:cubicBezTo>
                  <a:pt x="4943906" y="5731420"/>
                  <a:pt x="4936792" y="5724327"/>
                  <a:pt x="4929679" y="5738513"/>
                </a:cubicBezTo>
                <a:cubicBezTo>
                  <a:pt x="4929679" y="5738513"/>
                  <a:pt x="4929679" y="5731420"/>
                  <a:pt x="4922566" y="5731420"/>
                </a:cubicBezTo>
                <a:cubicBezTo>
                  <a:pt x="4922566" y="5731420"/>
                  <a:pt x="4922566" y="5731420"/>
                  <a:pt x="4922566" y="5738513"/>
                </a:cubicBezTo>
                <a:cubicBezTo>
                  <a:pt x="4922566" y="5738513"/>
                  <a:pt x="4908338" y="5731420"/>
                  <a:pt x="4908338" y="5738513"/>
                </a:cubicBezTo>
                <a:cubicBezTo>
                  <a:pt x="4865657" y="5745607"/>
                  <a:pt x="4865657" y="5745607"/>
                  <a:pt x="4865657" y="5745607"/>
                </a:cubicBezTo>
                <a:cubicBezTo>
                  <a:pt x="4865657" y="5745607"/>
                  <a:pt x="4851430" y="5745607"/>
                  <a:pt x="4872770" y="5738513"/>
                </a:cubicBezTo>
                <a:cubicBezTo>
                  <a:pt x="4872770" y="5738513"/>
                  <a:pt x="4922566" y="5724327"/>
                  <a:pt x="4894111" y="5724327"/>
                </a:cubicBezTo>
                <a:cubicBezTo>
                  <a:pt x="4894111" y="5724327"/>
                  <a:pt x="4879884" y="5717233"/>
                  <a:pt x="4894111" y="5717233"/>
                </a:cubicBezTo>
                <a:cubicBezTo>
                  <a:pt x="4894111" y="5717233"/>
                  <a:pt x="4943906" y="5681767"/>
                  <a:pt x="4958133" y="5646299"/>
                </a:cubicBezTo>
                <a:cubicBezTo>
                  <a:pt x="4958133" y="5646299"/>
                  <a:pt x="5007928" y="5568273"/>
                  <a:pt x="4943906" y="5525713"/>
                </a:cubicBezTo>
                <a:cubicBezTo>
                  <a:pt x="4943906" y="5525713"/>
                  <a:pt x="4915451" y="5525713"/>
                  <a:pt x="4894111" y="5561180"/>
                </a:cubicBezTo>
                <a:cubicBezTo>
                  <a:pt x="4894111" y="5561180"/>
                  <a:pt x="4879884" y="5596646"/>
                  <a:pt x="4858544" y="5603739"/>
                </a:cubicBezTo>
                <a:cubicBezTo>
                  <a:pt x="4858544" y="5603739"/>
                  <a:pt x="4822976" y="5596646"/>
                  <a:pt x="4801635" y="5582460"/>
                </a:cubicBezTo>
                <a:cubicBezTo>
                  <a:pt x="4801635" y="5582460"/>
                  <a:pt x="4780295" y="5575366"/>
                  <a:pt x="4801635" y="5575366"/>
                </a:cubicBezTo>
                <a:cubicBezTo>
                  <a:pt x="4801635" y="5575366"/>
                  <a:pt x="4808748" y="5575366"/>
                  <a:pt x="4822976" y="5561180"/>
                </a:cubicBezTo>
                <a:cubicBezTo>
                  <a:pt x="4822976" y="5561180"/>
                  <a:pt x="4844316" y="5554086"/>
                  <a:pt x="4844316" y="5546993"/>
                </a:cubicBezTo>
                <a:cubicBezTo>
                  <a:pt x="4844316" y="5546993"/>
                  <a:pt x="4858544" y="5525713"/>
                  <a:pt x="4872770" y="5511526"/>
                </a:cubicBezTo>
                <a:cubicBezTo>
                  <a:pt x="4872770" y="5511526"/>
                  <a:pt x="4894111" y="5497340"/>
                  <a:pt x="4901225" y="5483153"/>
                </a:cubicBezTo>
                <a:cubicBezTo>
                  <a:pt x="4901225" y="5483153"/>
                  <a:pt x="4901225" y="5468967"/>
                  <a:pt x="4886998" y="5476060"/>
                </a:cubicBezTo>
                <a:cubicBezTo>
                  <a:pt x="4886998" y="5476060"/>
                  <a:pt x="4858544" y="5504433"/>
                  <a:pt x="4830089" y="5454780"/>
                </a:cubicBezTo>
                <a:cubicBezTo>
                  <a:pt x="4830089" y="5454780"/>
                  <a:pt x="4830089" y="5398033"/>
                  <a:pt x="4822976" y="5419312"/>
                </a:cubicBezTo>
                <a:cubicBezTo>
                  <a:pt x="4822976" y="5419312"/>
                  <a:pt x="4808748" y="5454780"/>
                  <a:pt x="4787409" y="5461872"/>
                </a:cubicBezTo>
                <a:cubicBezTo>
                  <a:pt x="4787409" y="5461872"/>
                  <a:pt x="4773181" y="5468967"/>
                  <a:pt x="4758954" y="5461872"/>
                </a:cubicBezTo>
                <a:cubicBezTo>
                  <a:pt x="4758954" y="5461872"/>
                  <a:pt x="4737613" y="5454780"/>
                  <a:pt x="4758954" y="5454780"/>
                </a:cubicBezTo>
                <a:cubicBezTo>
                  <a:pt x="4758954" y="5454780"/>
                  <a:pt x="4780295" y="5447687"/>
                  <a:pt x="4794522" y="5419312"/>
                </a:cubicBezTo>
                <a:cubicBezTo>
                  <a:pt x="4794522" y="5419312"/>
                  <a:pt x="4808748" y="5398033"/>
                  <a:pt x="4808748" y="5383846"/>
                </a:cubicBezTo>
                <a:cubicBezTo>
                  <a:pt x="4808748" y="5383846"/>
                  <a:pt x="4801635" y="5376753"/>
                  <a:pt x="4822976" y="5369659"/>
                </a:cubicBezTo>
                <a:cubicBezTo>
                  <a:pt x="4822976" y="5369659"/>
                  <a:pt x="4865657" y="5334193"/>
                  <a:pt x="4894111" y="5355473"/>
                </a:cubicBezTo>
                <a:cubicBezTo>
                  <a:pt x="4894111" y="5355473"/>
                  <a:pt x="4901225" y="5369659"/>
                  <a:pt x="4894111" y="5390939"/>
                </a:cubicBezTo>
                <a:cubicBezTo>
                  <a:pt x="4894111" y="5390939"/>
                  <a:pt x="4886998" y="5405126"/>
                  <a:pt x="4908338" y="5426406"/>
                </a:cubicBezTo>
                <a:cubicBezTo>
                  <a:pt x="4908338" y="5426406"/>
                  <a:pt x="4936792" y="5440592"/>
                  <a:pt x="4943906" y="5433499"/>
                </a:cubicBezTo>
                <a:cubicBezTo>
                  <a:pt x="4943906" y="5433499"/>
                  <a:pt x="4979473" y="5405126"/>
                  <a:pt x="4993701" y="5412219"/>
                </a:cubicBezTo>
                <a:cubicBezTo>
                  <a:pt x="4993701" y="5412219"/>
                  <a:pt x="5022155" y="5412219"/>
                  <a:pt x="5015041" y="5433499"/>
                </a:cubicBezTo>
                <a:cubicBezTo>
                  <a:pt x="5015041" y="5433499"/>
                  <a:pt x="5007928" y="5447687"/>
                  <a:pt x="5007928" y="5454780"/>
                </a:cubicBezTo>
                <a:cubicBezTo>
                  <a:pt x="5007928" y="5454780"/>
                  <a:pt x="5007928" y="5454780"/>
                  <a:pt x="4993701" y="5461872"/>
                </a:cubicBezTo>
                <a:cubicBezTo>
                  <a:pt x="4993701" y="5461872"/>
                  <a:pt x="4972360" y="5476060"/>
                  <a:pt x="4993701" y="5497340"/>
                </a:cubicBezTo>
                <a:cubicBezTo>
                  <a:pt x="5029269" y="5546993"/>
                  <a:pt x="5029269" y="5546993"/>
                  <a:pt x="5029269" y="5546993"/>
                </a:cubicBezTo>
                <a:cubicBezTo>
                  <a:pt x="5029269" y="5546993"/>
                  <a:pt x="5043495" y="5589553"/>
                  <a:pt x="5036382" y="5625019"/>
                </a:cubicBezTo>
                <a:cubicBezTo>
                  <a:pt x="5036382" y="5625019"/>
                  <a:pt x="5029269" y="5639206"/>
                  <a:pt x="5022155" y="5646299"/>
                </a:cubicBezTo>
                <a:close/>
                <a:moveTo>
                  <a:pt x="3215317" y="5582460"/>
                </a:moveTo>
                <a:cubicBezTo>
                  <a:pt x="1906427" y="5582460"/>
                  <a:pt x="846511" y="4525552"/>
                  <a:pt x="846511" y="3220377"/>
                </a:cubicBezTo>
                <a:cubicBezTo>
                  <a:pt x="846511" y="1915202"/>
                  <a:pt x="1906427" y="858294"/>
                  <a:pt x="3215317" y="858294"/>
                </a:cubicBezTo>
                <a:cubicBezTo>
                  <a:pt x="4524207" y="858294"/>
                  <a:pt x="5584124" y="1915202"/>
                  <a:pt x="5584124" y="3220377"/>
                </a:cubicBezTo>
                <a:cubicBezTo>
                  <a:pt x="5584124" y="4525552"/>
                  <a:pt x="4524207" y="5582460"/>
                  <a:pt x="3215317" y="5582460"/>
                </a:cubicBezTo>
                <a:close/>
                <a:moveTo>
                  <a:pt x="5541443" y="2255683"/>
                </a:moveTo>
                <a:cubicBezTo>
                  <a:pt x="5520102" y="2198936"/>
                  <a:pt x="5512989" y="2149282"/>
                  <a:pt x="5534330" y="2099629"/>
                </a:cubicBezTo>
                <a:cubicBezTo>
                  <a:pt x="5548556" y="2057069"/>
                  <a:pt x="5584124" y="2021603"/>
                  <a:pt x="5641033" y="2000322"/>
                </a:cubicBezTo>
                <a:cubicBezTo>
                  <a:pt x="5676600" y="1986135"/>
                  <a:pt x="5705055" y="1979042"/>
                  <a:pt x="5733508" y="1979042"/>
                </a:cubicBezTo>
                <a:cubicBezTo>
                  <a:pt x="5754849" y="1979042"/>
                  <a:pt x="5776190" y="1986135"/>
                  <a:pt x="5797530" y="1993229"/>
                </a:cubicBezTo>
                <a:cubicBezTo>
                  <a:pt x="5811757" y="2007415"/>
                  <a:pt x="5833097" y="2014510"/>
                  <a:pt x="5847325" y="2028695"/>
                </a:cubicBezTo>
                <a:cubicBezTo>
                  <a:pt x="5861552" y="2049976"/>
                  <a:pt x="5882893" y="2078349"/>
                  <a:pt x="5890006" y="2106723"/>
                </a:cubicBezTo>
                <a:cubicBezTo>
                  <a:pt x="5918460" y="2163469"/>
                  <a:pt x="5918460" y="2213122"/>
                  <a:pt x="5897119" y="2255683"/>
                </a:cubicBezTo>
                <a:cubicBezTo>
                  <a:pt x="5882893" y="2305336"/>
                  <a:pt x="5847325" y="2340803"/>
                  <a:pt x="5790416" y="2362083"/>
                </a:cubicBezTo>
                <a:cubicBezTo>
                  <a:pt x="5733508" y="2383363"/>
                  <a:pt x="5683714" y="2383363"/>
                  <a:pt x="5641033" y="2362083"/>
                </a:cubicBezTo>
                <a:cubicBezTo>
                  <a:pt x="5598350" y="2347896"/>
                  <a:pt x="5562783" y="2305336"/>
                  <a:pt x="5541443" y="2255683"/>
                </a:cubicBezTo>
                <a:close/>
                <a:moveTo>
                  <a:pt x="5982482" y="2390456"/>
                </a:moveTo>
                <a:cubicBezTo>
                  <a:pt x="6003822" y="2468482"/>
                  <a:pt x="6003822" y="2468482"/>
                  <a:pt x="6003822" y="2468482"/>
                </a:cubicBezTo>
                <a:cubicBezTo>
                  <a:pt x="5712168" y="2539416"/>
                  <a:pt x="5712168" y="2539416"/>
                  <a:pt x="5712168" y="2539416"/>
                </a:cubicBezTo>
                <a:cubicBezTo>
                  <a:pt x="5761962" y="2738030"/>
                  <a:pt x="5761962" y="2738030"/>
                  <a:pt x="5761962" y="2738030"/>
                </a:cubicBezTo>
                <a:cubicBezTo>
                  <a:pt x="5697940" y="2752217"/>
                  <a:pt x="5697940" y="2752217"/>
                  <a:pt x="5697940" y="2752217"/>
                </a:cubicBezTo>
                <a:cubicBezTo>
                  <a:pt x="5633918" y="2475577"/>
                  <a:pt x="5633918" y="2475577"/>
                  <a:pt x="5633918" y="2475577"/>
                </a:cubicBezTo>
                <a:lnTo>
                  <a:pt x="5982482" y="2390456"/>
                </a:lnTo>
                <a:close/>
                <a:moveTo>
                  <a:pt x="6060731" y="3724004"/>
                </a:moveTo>
                <a:cubicBezTo>
                  <a:pt x="5804643" y="3745285"/>
                  <a:pt x="5804643" y="3745285"/>
                  <a:pt x="5804643" y="3745285"/>
                </a:cubicBezTo>
                <a:cubicBezTo>
                  <a:pt x="6032276" y="3865871"/>
                  <a:pt x="6032276" y="3865871"/>
                  <a:pt x="6032276" y="3865871"/>
                </a:cubicBezTo>
                <a:cubicBezTo>
                  <a:pt x="6010935" y="3986458"/>
                  <a:pt x="6010935" y="3986458"/>
                  <a:pt x="6010935" y="3986458"/>
                </a:cubicBezTo>
                <a:cubicBezTo>
                  <a:pt x="5648146" y="3915524"/>
                  <a:pt x="5648146" y="3915524"/>
                  <a:pt x="5648146" y="3915524"/>
                </a:cubicBezTo>
                <a:cubicBezTo>
                  <a:pt x="5662372" y="3837498"/>
                  <a:pt x="5662372" y="3837498"/>
                  <a:pt x="5662372" y="3837498"/>
                </a:cubicBezTo>
                <a:cubicBezTo>
                  <a:pt x="5946915" y="3894244"/>
                  <a:pt x="5946915" y="3894244"/>
                  <a:pt x="5946915" y="3894244"/>
                </a:cubicBezTo>
                <a:cubicBezTo>
                  <a:pt x="5676600" y="3759471"/>
                  <a:pt x="5676600" y="3759471"/>
                  <a:pt x="5676600" y="3759471"/>
                </a:cubicBezTo>
                <a:cubicBezTo>
                  <a:pt x="5697940" y="3681444"/>
                  <a:pt x="5697940" y="3681444"/>
                  <a:pt x="5697940" y="3681444"/>
                </a:cubicBezTo>
                <a:cubicBezTo>
                  <a:pt x="5996709" y="3660164"/>
                  <a:pt x="5996709" y="3660164"/>
                  <a:pt x="5996709" y="3660164"/>
                </a:cubicBezTo>
                <a:cubicBezTo>
                  <a:pt x="5712168" y="3603418"/>
                  <a:pt x="5712168" y="3603418"/>
                  <a:pt x="5712168" y="3603418"/>
                </a:cubicBezTo>
                <a:cubicBezTo>
                  <a:pt x="5726394" y="3532483"/>
                  <a:pt x="5726394" y="3532483"/>
                  <a:pt x="5726394" y="3532483"/>
                </a:cubicBezTo>
                <a:cubicBezTo>
                  <a:pt x="6089185" y="3603418"/>
                  <a:pt x="6089185" y="3603418"/>
                  <a:pt x="6089185" y="3603418"/>
                </a:cubicBezTo>
                <a:lnTo>
                  <a:pt x="6060731" y="3724004"/>
                </a:lnTo>
                <a:close/>
                <a:moveTo>
                  <a:pt x="5804643" y="3362244"/>
                </a:moveTo>
                <a:cubicBezTo>
                  <a:pt x="5811757" y="3376431"/>
                  <a:pt x="5818871" y="3383524"/>
                  <a:pt x="5833097" y="3383524"/>
                </a:cubicBezTo>
                <a:cubicBezTo>
                  <a:pt x="5847325" y="3390617"/>
                  <a:pt x="5868665" y="3390617"/>
                  <a:pt x="5897119" y="3390617"/>
                </a:cubicBezTo>
                <a:cubicBezTo>
                  <a:pt x="6103412" y="3397711"/>
                  <a:pt x="6103412" y="3397711"/>
                  <a:pt x="6103412" y="3397711"/>
                </a:cubicBezTo>
                <a:cubicBezTo>
                  <a:pt x="6096298" y="3482830"/>
                  <a:pt x="6096298" y="3482830"/>
                  <a:pt x="6096298" y="3482830"/>
                </a:cubicBezTo>
                <a:cubicBezTo>
                  <a:pt x="5904233" y="3475737"/>
                  <a:pt x="5904233" y="3475737"/>
                  <a:pt x="5904233" y="3475737"/>
                </a:cubicBezTo>
                <a:cubicBezTo>
                  <a:pt x="5861552" y="3475737"/>
                  <a:pt x="5825984" y="3468644"/>
                  <a:pt x="5811757" y="3461550"/>
                </a:cubicBezTo>
                <a:cubicBezTo>
                  <a:pt x="5790416" y="3461550"/>
                  <a:pt x="5776190" y="3447364"/>
                  <a:pt x="5769075" y="3440270"/>
                </a:cubicBezTo>
                <a:cubicBezTo>
                  <a:pt x="5754849" y="3426084"/>
                  <a:pt x="5747736" y="3411897"/>
                  <a:pt x="5740622" y="3390617"/>
                </a:cubicBezTo>
                <a:cubicBezTo>
                  <a:pt x="5733508" y="3369337"/>
                  <a:pt x="5726394" y="3340964"/>
                  <a:pt x="5726394" y="3312591"/>
                </a:cubicBezTo>
                <a:cubicBezTo>
                  <a:pt x="5733508" y="3270030"/>
                  <a:pt x="5733508" y="3241657"/>
                  <a:pt x="5747736" y="3227470"/>
                </a:cubicBezTo>
                <a:cubicBezTo>
                  <a:pt x="5754849" y="3206190"/>
                  <a:pt x="5761962" y="3192004"/>
                  <a:pt x="5776190" y="3177817"/>
                </a:cubicBezTo>
                <a:cubicBezTo>
                  <a:pt x="5790416" y="3170724"/>
                  <a:pt x="5804643" y="3163630"/>
                  <a:pt x="5818871" y="3156537"/>
                </a:cubicBezTo>
                <a:cubicBezTo>
                  <a:pt x="5840211" y="3149444"/>
                  <a:pt x="5868665" y="3149444"/>
                  <a:pt x="5911347" y="3149444"/>
                </a:cubicBezTo>
                <a:cubicBezTo>
                  <a:pt x="6110525" y="3156537"/>
                  <a:pt x="6110525" y="3156537"/>
                  <a:pt x="6110525" y="3156537"/>
                </a:cubicBezTo>
                <a:cubicBezTo>
                  <a:pt x="6103412" y="3241657"/>
                  <a:pt x="6103412" y="3241657"/>
                  <a:pt x="6103412" y="3241657"/>
                </a:cubicBezTo>
                <a:cubicBezTo>
                  <a:pt x="5904233" y="3234564"/>
                  <a:pt x="5904233" y="3234564"/>
                  <a:pt x="5904233" y="3234564"/>
                </a:cubicBezTo>
                <a:cubicBezTo>
                  <a:pt x="5875779" y="3234564"/>
                  <a:pt x="5854438" y="3234564"/>
                  <a:pt x="5847325" y="3234564"/>
                </a:cubicBezTo>
                <a:cubicBezTo>
                  <a:pt x="5825984" y="3234564"/>
                  <a:pt x="5818871" y="3241657"/>
                  <a:pt x="5804643" y="3255843"/>
                </a:cubicBezTo>
                <a:cubicBezTo>
                  <a:pt x="5797530" y="3270030"/>
                  <a:pt x="5790416" y="3291310"/>
                  <a:pt x="5790416" y="3312591"/>
                </a:cubicBezTo>
                <a:cubicBezTo>
                  <a:pt x="5790416" y="3333871"/>
                  <a:pt x="5797530" y="3355151"/>
                  <a:pt x="5804643" y="336224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1112500" y="1041400"/>
            <a:ext cx="158355" cy="152265"/>
          </a:xfrm>
          <a:custGeom>
            <a:avLst/>
            <a:gdLst/>
            <a:ahLst/>
            <a:cxnLst/>
            <a:rect l="l" t="t" r="r" b="b"/>
            <a:pathLst>
              <a:path w="158355" h="152265">
                <a:moveTo>
                  <a:pt x="93574" y="145015"/>
                </a:moveTo>
                <a:cubicBezTo>
                  <a:pt x="100772" y="152265"/>
                  <a:pt x="115167" y="152265"/>
                  <a:pt x="122366" y="145015"/>
                </a:cubicBezTo>
                <a:cubicBezTo>
                  <a:pt x="136761" y="145015"/>
                  <a:pt x="143960" y="137765"/>
                  <a:pt x="151157" y="123262"/>
                </a:cubicBezTo>
                <a:cubicBezTo>
                  <a:pt x="158355" y="116012"/>
                  <a:pt x="158355" y="101511"/>
                  <a:pt x="158355" y="94259"/>
                </a:cubicBezTo>
                <a:cubicBezTo>
                  <a:pt x="158355" y="79759"/>
                  <a:pt x="151157" y="65256"/>
                  <a:pt x="136761" y="58006"/>
                </a:cubicBezTo>
                <a:cubicBezTo>
                  <a:pt x="129563" y="50756"/>
                  <a:pt x="115167" y="36253"/>
                  <a:pt x="93574" y="21753"/>
                </a:cubicBezTo>
                <a:cubicBezTo>
                  <a:pt x="57583" y="0"/>
                  <a:pt x="57583" y="0"/>
                  <a:pt x="57583" y="0"/>
                </a:cubicBezTo>
                <a:cubicBezTo>
                  <a:pt x="0" y="87009"/>
                  <a:pt x="0" y="87009"/>
                  <a:pt x="0" y="87009"/>
                </a:cubicBezTo>
                <a:cubicBezTo>
                  <a:pt x="35989" y="116012"/>
                  <a:pt x="35989" y="116012"/>
                  <a:pt x="35989" y="116012"/>
                </a:cubicBezTo>
                <a:cubicBezTo>
                  <a:pt x="64781" y="130514"/>
                  <a:pt x="79177" y="145015"/>
                  <a:pt x="93574" y="14501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083800" y="6083300"/>
            <a:ext cx="127904" cy="200991"/>
          </a:xfrm>
          <a:custGeom>
            <a:avLst/>
            <a:gdLst/>
            <a:ahLst/>
            <a:cxnLst/>
            <a:rect l="l" t="t" r="r" b="b"/>
            <a:pathLst>
              <a:path w="127904" h="200991">
                <a:moveTo>
                  <a:pt x="21317" y="21534"/>
                </a:moveTo>
                <a:cubicBezTo>
                  <a:pt x="28423" y="28713"/>
                  <a:pt x="35530" y="43070"/>
                  <a:pt x="35530" y="43070"/>
                </a:cubicBezTo>
                <a:cubicBezTo>
                  <a:pt x="42635" y="57426"/>
                  <a:pt x="49741" y="57426"/>
                  <a:pt x="49741" y="57426"/>
                </a:cubicBezTo>
                <a:cubicBezTo>
                  <a:pt x="56846" y="64604"/>
                  <a:pt x="49741" y="78961"/>
                  <a:pt x="49741" y="78961"/>
                </a:cubicBezTo>
                <a:cubicBezTo>
                  <a:pt x="42635" y="86139"/>
                  <a:pt x="42635" y="93317"/>
                  <a:pt x="42635" y="93317"/>
                </a:cubicBezTo>
                <a:cubicBezTo>
                  <a:pt x="35530" y="114852"/>
                  <a:pt x="14211" y="136387"/>
                  <a:pt x="14211" y="136387"/>
                </a:cubicBezTo>
                <a:cubicBezTo>
                  <a:pt x="0" y="150743"/>
                  <a:pt x="21317" y="179456"/>
                  <a:pt x="21317" y="179456"/>
                </a:cubicBezTo>
                <a:cubicBezTo>
                  <a:pt x="28423" y="200991"/>
                  <a:pt x="56846" y="157922"/>
                  <a:pt x="56846" y="157922"/>
                </a:cubicBezTo>
                <a:cubicBezTo>
                  <a:pt x="56846" y="150743"/>
                  <a:pt x="63952" y="150743"/>
                  <a:pt x="63952" y="150743"/>
                </a:cubicBezTo>
                <a:cubicBezTo>
                  <a:pt x="71058" y="143565"/>
                  <a:pt x="71058" y="136387"/>
                  <a:pt x="71058" y="136387"/>
                </a:cubicBezTo>
                <a:cubicBezTo>
                  <a:pt x="85269" y="114852"/>
                  <a:pt x="99480" y="93317"/>
                  <a:pt x="99480" y="93317"/>
                </a:cubicBezTo>
                <a:cubicBezTo>
                  <a:pt x="106587" y="86139"/>
                  <a:pt x="120799" y="43070"/>
                  <a:pt x="120799" y="43070"/>
                </a:cubicBezTo>
                <a:cubicBezTo>
                  <a:pt x="127904" y="43070"/>
                  <a:pt x="120799" y="28713"/>
                  <a:pt x="120799" y="28713"/>
                </a:cubicBezTo>
                <a:cubicBezTo>
                  <a:pt x="120799" y="21534"/>
                  <a:pt x="85269" y="7178"/>
                  <a:pt x="85269" y="7178"/>
                </a:cubicBezTo>
                <a:cubicBezTo>
                  <a:pt x="78163" y="7178"/>
                  <a:pt x="63952" y="0"/>
                  <a:pt x="49741" y="0"/>
                </a:cubicBezTo>
                <a:cubicBezTo>
                  <a:pt x="42635" y="0"/>
                  <a:pt x="28423" y="0"/>
                  <a:pt x="28423" y="0"/>
                </a:cubicBezTo>
                <a:cubicBezTo>
                  <a:pt x="7106" y="7178"/>
                  <a:pt x="21317" y="21534"/>
                  <a:pt x="21317" y="2153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988800" y="2247900"/>
            <a:ext cx="261897" cy="243623"/>
          </a:xfrm>
          <a:custGeom>
            <a:avLst/>
            <a:gdLst/>
            <a:ahLst/>
            <a:cxnLst/>
            <a:rect l="l" t="t" r="r" b="b"/>
            <a:pathLst>
              <a:path w="261897" h="243623">
                <a:moveTo>
                  <a:pt x="176958" y="229292"/>
                </a:moveTo>
                <a:cubicBezTo>
                  <a:pt x="212349" y="207796"/>
                  <a:pt x="240662" y="186300"/>
                  <a:pt x="247740" y="164804"/>
                </a:cubicBezTo>
                <a:cubicBezTo>
                  <a:pt x="261897" y="136143"/>
                  <a:pt x="261897" y="107481"/>
                  <a:pt x="247740" y="71653"/>
                </a:cubicBezTo>
                <a:cubicBezTo>
                  <a:pt x="233583" y="42992"/>
                  <a:pt x="219427" y="21496"/>
                  <a:pt x="191113" y="14331"/>
                </a:cubicBezTo>
                <a:cubicBezTo>
                  <a:pt x="162801" y="0"/>
                  <a:pt x="127409" y="0"/>
                  <a:pt x="92018" y="21496"/>
                </a:cubicBezTo>
                <a:cubicBezTo>
                  <a:pt x="49548" y="35827"/>
                  <a:pt x="28313" y="57323"/>
                  <a:pt x="14157" y="85984"/>
                </a:cubicBezTo>
                <a:cubicBezTo>
                  <a:pt x="0" y="114647"/>
                  <a:pt x="0" y="143308"/>
                  <a:pt x="14157" y="171969"/>
                </a:cubicBezTo>
                <a:cubicBezTo>
                  <a:pt x="28313" y="200631"/>
                  <a:pt x="49548" y="222127"/>
                  <a:pt x="77861" y="236457"/>
                </a:cubicBezTo>
                <a:cubicBezTo>
                  <a:pt x="99096" y="243623"/>
                  <a:pt x="134488" y="243623"/>
                  <a:pt x="176958" y="22929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0" y="0"/>
            <a:ext cx="12192000" cy="11430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a:stretch>
            <a:fillRect/>
          </a:stretch>
        </p:blipFill>
        <p:spPr>
          <a:xfrm>
            <a:off x="673100" y="6578600"/>
            <a:ext cx="1333500" cy="203200"/>
          </a:xfrm>
          <a:prstGeom prst="rect">
            <a:avLst/>
          </a:prstGeom>
          <a:noFill/>
          <a:ln w="25400" cap="flat" cmpd="sng">
            <a:noFill/>
            <a:prstDash val="solid"/>
            <a:round/>
          </a:ln>
        </p:spPr>
      </p:pic>
      <p:pic>
        <p:nvPicPr>
          <p:cNvPr id="27" name="Picture 27"/>
          <p:cNvPicPr>
            <a:picLocks noChangeAspect="1"/>
          </p:cNvPicPr>
          <p:nvPr/>
        </p:nvPicPr>
        <p:blipFill>
          <a:blip r:embed="rId3"/>
          <a:srcRect/>
          <a:stretch>
            <a:fillRect/>
          </a:stretch>
        </p:blipFill>
        <p:spPr>
          <a:xfrm>
            <a:off x="8610600" y="6629400"/>
            <a:ext cx="2908300" cy="114300"/>
          </a:xfrm>
          <a:prstGeom prst="rect">
            <a:avLst/>
          </a:prstGeom>
          <a:noFill/>
          <a:ln w="25400" cap="flat" cmpd="sng">
            <a:noFill/>
            <a:prstDash val="solid"/>
            <a:round/>
          </a:ln>
        </p:spPr>
      </p:pic>
      <p:pic>
        <p:nvPicPr>
          <p:cNvPr id="28" name="Picture 28"/>
          <p:cNvPicPr>
            <a:picLocks noChangeAspect="1"/>
          </p:cNvPicPr>
          <p:nvPr/>
        </p:nvPicPr>
        <p:blipFill>
          <a:blip r:embed="rId4"/>
          <a:srcRect/>
          <a:stretch>
            <a:fillRect/>
          </a:stretch>
        </p:blipFill>
        <p:spPr>
          <a:xfrm>
            <a:off x="660400" y="609600"/>
            <a:ext cx="1752600" cy="419100"/>
          </a:xfrm>
          <a:prstGeom prst="rect">
            <a:avLst/>
          </a:prstGeom>
          <a:noFill/>
          <a:ln w="25400" cap="flat" cmpd="sng">
            <a:noFill/>
            <a:prstDash val="solid"/>
            <a:round/>
          </a:ln>
        </p:spPr>
      </p:pic>
      <p:sp>
        <p:nvSpPr>
          <p:cNvPr id="29" name="AutoShape 29"/>
          <p:cNvSpPr/>
          <p:nvPr/>
        </p:nvSpPr>
        <p:spPr>
          <a:xfrm>
            <a:off x="1841500" y="2209800"/>
            <a:ext cx="2705100" cy="23368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spcBef>
                <a:spcPts val="1000"/>
              </a:spcBef>
              <a:defRPr/>
            </a:pPr>
            <a:r>
              <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rPr>
              <a:t>01</a:t>
            </a:r>
            <a:endPar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endParaRPr>
          </a:p>
        </p:txBody>
      </p:sp>
      <p:sp>
        <p:nvSpPr>
          <p:cNvPr id="30" name="AutoShape 30"/>
          <p:cNvSpPr/>
          <p:nvPr/>
        </p:nvSpPr>
        <p:spPr>
          <a:xfrm>
            <a:off x="1841500" y="3810000"/>
            <a:ext cx="4013200" cy="8890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defRPr/>
            </a:pPr>
            <a:r>
              <a:rPr lang="en-US" sz="5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课题背景</a:t>
            </a:r>
            <a:endParaRPr lang="en-US" sz="1100"/>
          </a:p>
        </p:txBody>
      </p:sp>
      <p:sp>
        <p:nvSpPr>
          <p:cNvPr id="31" name="AutoShape 31"/>
          <p:cNvSpPr/>
          <p:nvPr/>
        </p:nvSpPr>
        <p:spPr>
          <a:xfrm>
            <a:off x="1841500" y="5080000"/>
            <a:ext cx="4013200" cy="762000"/>
          </a:xfrm>
          <a:prstGeom prst="rect">
            <a:avLst/>
          </a:prstGeom>
          <a:noFill/>
          <a:ln w="12700" cap="flat" cmpd="sng">
            <a:noFill/>
            <a:prstDash val="solid"/>
            <a:round/>
          </a:ln>
        </p:spPr>
        <p:txBody>
          <a:bodyPr vert="horz" wrap="square" lIns="0" tIns="50800" rIns="88900" bIns="50800" rtlCol="0" anchor="t" anchorCtr="0"/>
          <a:lstStyle/>
          <a:p>
            <a:pPr indent="0" algn="l">
              <a:lnSpc>
                <a:spcPct val="92000"/>
              </a:lnSpc>
              <a:spcBef>
                <a:spcPts val="1000"/>
              </a:spcBef>
              <a:defRPr/>
            </a:pPr>
            <a:r>
              <a:rPr lang="en-US" sz="2400" b="0" i="0" u="none" strike="noStrike">
                <a:solidFill>
                  <a:srgbClr val="808080"/>
                </a:solidFill>
                <a:latin typeface="Segoe UI Light" panose="020B0502040204020203"/>
                <a:ea typeface="Segoe UI Light" panose="020B0502040204020203"/>
                <a:cs typeface="Segoe UI Light" panose="020B0502040204020203"/>
                <a:sym typeface="Segoe UI Light" panose="020B0502040204020203"/>
              </a:rPr>
              <a:t>Background of Project</a:t>
            </a:r>
            <a:endParaRPr lang="en-US" sz="1100"/>
          </a:p>
        </p:txBody>
      </p:sp>
      <p:sp>
        <p:nvSpPr>
          <p:cNvPr id="32" name="AutoShape 32"/>
          <p:cNvSpPr/>
          <p:nvPr/>
        </p:nvSpPr>
        <p:spPr>
          <a:xfrm>
            <a:off x="7327900" y="711200"/>
            <a:ext cx="4191000" cy="292100"/>
          </a:xfrm>
          <a:prstGeom prst="rect">
            <a:avLst/>
          </a:prstGeom>
          <a:noFill/>
          <a:ln w="12700" cap="flat" cmpd="sng">
            <a:noFill/>
            <a:prstDash val="solid"/>
            <a:round/>
          </a:ln>
        </p:spPr>
        <p:txBody>
          <a:bodyPr vert="horz" wrap="square" lIns="88900" tIns="50800" rIns="0" bIns="0" rtlCol="0" anchor="b" anchorCtr="0"/>
          <a:lstStyle/>
          <a:p>
            <a:pPr indent="0" algn="r">
              <a:lnSpc>
                <a:spcPct val="92000"/>
              </a:lnSpc>
              <a:spcBef>
                <a:spcPts val="1000"/>
              </a:spcBef>
              <a:defRPr/>
            </a:pP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项目概述与研究背景</a:t>
            </a:r>
            <a:endParaRPr lang="en-US" sz="1100"/>
          </a:p>
        </p:txBody>
      </p:sp>
      <p:sp>
        <p:nvSpPr>
          <p:cNvPr id="33" name="AutoShape 33"/>
          <p:cNvSpPr/>
          <p:nvPr/>
        </p:nvSpPr>
        <p:spPr>
          <a:xfrm>
            <a:off x="673100" y="5994400"/>
            <a:ext cx="139700" cy="139700"/>
          </a:xfrm>
          <a:prstGeom prst="roundRect">
            <a:avLst>
              <a:gd name="adj" fmla="val 0"/>
            </a:avLst>
          </a:prstGeom>
          <a:solidFill>
            <a:srgbClr val="003778">
              <a:alpha val="100000"/>
            </a:srgbClr>
          </a:solid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4" name="AutoShape 34"/>
          <p:cNvSpPr/>
          <p:nvPr/>
        </p:nvSpPr>
        <p:spPr>
          <a:xfrm>
            <a:off x="8763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5" name="AutoShape 35"/>
          <p:cNvSpPr/>
          <p:nvPr/>
        </p:nvSpPr>
        <p:spPr>
          <a:xfrm>
            <a:off x="10795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6" name="AutoShape 36"/>
          <p:cNvSpPr/>
          <p:nvPr/>
        </p:nvSpPr>
        <p:spPr>
          <a:xfrm>
            <a:off x="12827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7" name="AutoShape 37"/>
          <p:cNvSpPr/>
          <p:nvPr/>
        </p:nvSpPr>
        <p:spPr>
          <a:xfrm>
            <a:off x="14859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8" name="AutoShape 38"/>
          <p:cNvSpPr/>
          <p:nvPr/>
        </p:nvSpPr>
        <p:spPr>
          <a:xfrm>
            <a:off x="16891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研究背景与课题意义</a:t>
            </a:r>
            <a:endParaRPr lang="en-US" sz="1100"/>
          </a:p>
        </p:txBody>
      </p:sp>
      <p:sp>
        <p:nvSpPr>
          <p:cNvPr id="3" name="AutoShape 3"/>
          <p:cNvSpPr/>
          <p:nvPr/>
        </p:nvSpPr>
        <p:spPr>
          <a:xfrm>
            <a:off x="508000" y="1778000"/>
            <a:ext cx="3556000" cy="4318000"/>
          </a:xfrm>
          <a:prstGeom prst="roundRect">
            <a:avLst>
              <a:gd name="adj" fmla="val 2857"/>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095500"/>
            <a:ext cx="406400" cy="406400"/>
          </a:xfrm>
          <a:prstGeom prst="rect">
            <a:avLst/>
          </a:prstGeom>
        </p:spPr>
      </p:pic>
      <p:sp>
        <p:nvSpPr>
          <p:cNvPr id="5" name="AutoShape 5"/>
          <p:cNvSpPr/>
          <p:nvPr/>
        </p:nvSpPr>
        <p:spPr>
          <a:xfrm>
            <a:off x="1270000" y="20574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任务目标</a:t>
            </a:r>
            <a:endParaRPr lang="en-US" sz="1100"/>
          </a:p>
        </p:txBody>
      </p:sp>
      <p:sp>
        <p:nvSpPr>
          <p:cNvPr id="6" name="AutoShape 6"/>
          <p:cNvSpPr/>
          <p:nvPr/>
        </p:nvSpPr>
        <p:spPr>
          <a:xfrm>
            <a:off x="762000" y="2921000"/>
            <a:ext cx="30480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spcBef>
                <a:spcPts val="800"/>
              </a:spcBef>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开发一个基于</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ECS 架构</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的类吸血鬼幸存者游戏实例，实现核心玩法。</a:t>
            </a:r>
            <a:endParaRPr lang="en-US" sz="1100"/>
          </a:p>
          <a:p>
            <a:pPr indent="0" algn="l">
              <a:lnSpc>
                <a:spcPct val="117000"/>
              </a:lnSpc>
              <a:spcBef>
                <a:spcPts val="1200"/>
              </a:spcBef>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针对游戏中同屏大量敌人、子弹等</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高并发实体场景</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，进行针对性的性能优化。</a:t>
            </a:r>
            <a:endPar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沉淀一套轻量级、可复用的、面向</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Web/H5 平台</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的通用游戏开发框架。</a:t>
            </a:r>
            <a:endPar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18000" y="1778000"/>
            <a:ext cx="3556000" cy="4318000"/>
          </a:xfrm>
          <a:prstGeom prst="roundRect">
            <a:avLst>
              <a:gd name="adj" fmla="val 2857"/>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095500"/>
            <a:ext cx="406400" cy="406400"/>
          </a:xfrm>
          <a:prstGeom prst="rect">
            <a:avLst/>
          </a:prstGeom>
        </p:spPr>
      </p:pic>
      <p:sp>
        <p:nvSpPr>
          <p:cNvPr id="9" name="AutoShape 9"/>
          <p:cNvSpPr/>
          <p:nvPr/>
        </p:nvSpPr>
        <p:spPr>
          <a:xfrm>
            <a:off x="5080000" y="20574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背景痛点</a:t>
            </a:r>
            <a:endParaRPr lang="en-US" sz="1100"/>
          </a:p>
        </p:txBody>
      </p:sp>
      <p:sp>
        <p:nvSpPr>
          <p:cNvPr id="10" name="AutoShape 10"/>
          <p:cNvSpPr/>
          <p:nvPr/>
        </p:nvSpPr>
        <p:spPr>
          <a:xfrm>
            <a:off x="4572000" y="2921000"/>
            <a:ext cx="30480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spcBef>
                <a:spcPts val="800"/>
              </a:spcBef>
              <a:defRPr/>
            </a:pPr>
            <a:r>
              <a:rPr lang="en-US" sz="1300" b="1" i="0" u="none" strike="noStrike">
                <a:solidFill>
                  <a:srgbClr val="1E293B"/>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 OOP 的性能与扩展瓶颈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同屏处理大量实体时，对象耦合度高、继承链复杂，导致性能损耗与维护困难。</a:t>
            </a:r>
            <a:endParaRPr lang="en-US" sz="1100"/>
          </a:p>
          <a:p>
            <a:pPr indent="0" algn="l">
              <a:lnSpc>
                <a:spcPct val="117000"/>
              </a:lnSpc>
              <a:spcBef>
                <a:spcPts val="1600"/>
              </a:spcBef>
            </a:pPr>
            <a:r>
              <a:rPr lang="en-US" sz="1300" b="1" i="0" u="none" strike="noStrike">
                <a:solidFill>
                  <a:srgbClr val="1E293B"/>
                </a:solidFill>
                <a:latin typeface="Noto Sans SC" panose="020B0200000000000000" charset="-122"/>
                <a:ea typeface="Noto Sans SC" panose="020B0200000000000000" charset="-122"/>
                <a:cs typeface="Noto Sans SC" panose="020B0200000000000000" charset="-122"/>
                <a:sym typeface="Noto Sans SC" panose="020B0200000000000000" charset="-122"/>
              </a:rPr>
              <a:t>快节奏玩法的技术挑战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高随机性与复杂成长系统，对引擎的实时逻辑处理能力和迭代效率提出极高要求。</a:t>
            </a:r>
            <a:endPar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8128000" y="1778000"/>
            <a:ext cx="3556000" cy="4318000"/>
          </a:xfrm>
          <a:prstGeom prst="roundRect">
            <a:avLst>
              <a:gd name="adj" fmla="val 2857"/>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95500"/>
            <a:ext cx="406400" cy="406400"/>
          </a:xfrm>
          <a:prstGeom prst="rect">
            <a:avLst/>
          </a:prstGeom>
        </p:spPr>
      </p:pic>
      <p:sp>
        <p:nvSpPr>
          <p:cNvPr id="13" name="AutoShape 13"/>
          <p:cNvSpPr/>
          <p:nvPr/>
        </p:nvSpPr>
        <p:spPr>
          <a:xfrm>
            <a:off x="8890000" y="20574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课题意义</a:t>
            </a:r>
            <a:endParaRPr lang="en-US" sz="1100"/>
          </a:p>
        </p:txBody>
      </p:sp>
      <p:sp>
        <p:nvSpPr>
          <p:cNvPr id="14" name="AutoShape 14"/>
          <p:cNvSpPr/>
          <p:nvPr/>
        </p:nvSpPr>
        <p:spPr>
          <a:xfrm>
            <a:off x="8382000" y="2921000"/>
            <a:ext cx="30480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spcBef>
                <a:spcPts val="800"/>
              </a:spcBef>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技术探索：</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实践ECS架构在Web端的应用，验证其在高并发场景下的性能优势。</a:t>
            </a:r>
            <a:endParaRPr lang="en-US" sz="1100"/>
          </a:p>
          <a:p>
            <a:pPr indent="0" algn="l">
              <a:lnSpc>
                <a:spcPct val="117000"/>
              </a:lnSpc>
              <a:spcBef>
                <a:spcPts val="1200"/>
              </a:spcBef>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工程沉淀：</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构建通用的ECS游戏开发框架，降低后续同类Web游戏的开发门槛。</a:t>
            </a:r>
            <a:endPar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场景验证：</a:t>
            </a: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在Web/H5环境下，充分验证高并发实体与复杂玩法的可扩展性。</a:t>
            </a:r>
            <a:endPar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787400" y="571500"/>
            <a:ext cx="7315200" cy="3429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总体技术路线</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032000"/>
            <a:ext cx="2794000" cy="2794000"/>
          </a:xfrm>
          <a:prstGeom prst="rect">
            <a:avLst/>
          </a:prstGeom>
        </p:spPr>
      </p:pic>
      <p:sp>
        <p:nvSpPr>
          <p:cNvPr id="12" name="AutoShape 12"/>
          <p:cNvSpPr/>
          <p:nvPr/>
        </p:nvSpPr>
        <p:spPr>
          <a:xfrm>
            <a:off x="7874000" y="1727200"/>
            <a:ext cx="2286000" cy="368300"/>
          </a:xfrm>
          <a:prstGeom prst="rect">
            <a:avLst/>
          </a:prstGeom>
          <a:noFill/>
          <a:ln w="12700" cap="flat" cmpd="sng">
            <a:noFill/>
            <a:prstDash val="solid"/>
            <a:round/>
          </a:ln>
        </p:spPr>
        <p:txBody>
          <a:bodyPr vert="horz" wrap="square" lIns="0" tIns="50800" rIns="88900" bIns="50800" rtlCol="0" anchor="t" anchorCtr="0"/>
          <a:lstStyle/>
          <a:p>
            <a:pPr indent="0" algn="l">
              <a:lnSpc>
                <a:spcPct val="100000"/>
              </a:lnSpc>
              <a:defRPr/>
            </a:pPr>
            <a:r>
              <a:rPr lang="en-US" sz="18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核心层 (ECSCore)</a:t>
            </a:r>
            <a:endParaRPr lang="en-US" sz="1100"/>
          </a:p>
        </p:txBody>
      </p:sp>
      <p:sp>
        <p:nvSpPr>
          <p:cNvPr id="13" name="AutoShape 13"/>
          <p:cNvSpPr/>
          <p:nvPr/>
        </p:nvSpPr>
        <p:spPr>
          <a:xfrm>
            <a:off x="7874000" y="2286000"/>
            <a:ext cx="2794000" cy="1143000"/>
          </a:xfrm>
          <a:prstGeom prst="rect">
            <a:avLst/>
          </a:prstGeom>
          <a:noFill/>
          <a:ln w="12700" cap="flat" cmpd="sng">
            <a:noFill/>
            <a:prstDash val="solid"/>
            <a:round/>
          </a:ln>
        </p:spPr>
        <p:txBody>
          <a:bodyPr vert="horz" wrap="square" lIns="0" tIns="50800" rIns="88900" bIns="50800" rtlCol="0" anchor="t" anchorCtr="0"/>
          <a:lstStyle/>
          <a:p>
            <a:pPr indent="0" algn="l">
              <a:lnSpc>
                <a:spcPct val="117000"/>
              </a:lnSpc>
              <a:defRPr/>
            </a:pPr>
            <a:r>
              <a:rPr lang="en-US" sz="1300" b="0" i="0" u="none" strike="noStrike">
                <a:solidFill>
                  <a:srgbClr val="333333"/>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EcsWorld内部包含三大核心模块：EntityManager（实体管理）、ComponentStore（组件存储）、SystemScheduler（系统调度），统筹管理游戏内所有数据与逻辑单元。</a:t>
            </a:r>
            <a:endParaRPr lang="en-US" sz="1100"/>
          </a:p>
        </p:txBody>
      </p:sp>
      <p:cxnSp>
        <p:nvCxnSpPr>
          <p:cNvPr id="14" name="Connector 14"/>
          <p:cNvCxnSpPr/>
          <p:nvPr/>
        </p:nvCxnSpPr>
        <p:spPr>
          <a:xfrm>
            <a:off x="7493000" y="2159000"/>
            <a:ext cx="2159037"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cxnSp>
        <p:nvCxnSpPr>
          <p:cNvPr id="15" name="Connector 15"/>
          <p:cNvCxnSpPr/>
          <p:nvPr/>
        </p:nvCxnSpPr>
        <p:spPr>
          <a:xfrm rot="-1747541">
            <a:off x="7224137" y="2216087"/>
            <a:ext cx="283981"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sp>
        <p:nvSpPr>
          <p:cNvPr id="16" name="AutoShape 16"/>
          <p:cNvSpPr/>
          <p:nvPr/>
        </p:nvSpPr>
        <p:spPr>
          <a:xfrm>
            <a:off x="7874000" y="4064000"/>
            <a:ext cx="2286000" cy="368300"/>
          </a:xfrm>
          <a:prstGeom prst="rect">
            <a:avLst/>
          </a:prstGeom>
          <a:noFill/>
          <a:ln w="12700" cap="flat" cmpd="sng">
            <a:noFill/>
            <a:prstDash val="solid"/>
            <a:round/>
          </a:ln>
        </p:spPr>
        <p:txBody>
          <a:bodyPr vert="horz" wrap="square" lIns="0" tIns="50800" rIns="88900" bIns="50800" rtlCol="0" anchor="t" anchorCtr="0"/>
          <a:lstStyle/>
          <a:p>
            <a:pPr indent="0" algn="l">
              <a:lnSpc>
                <a:spcPct val="100000"/>
              </a:lnSpc>
              <a:defRPr/>
            </a:pPr>
            <a:r>
              <a:rPr lang="en-US" sz="18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数据与逻辑层</a:t>
            </a:r>
            <a:endParaRPr lang="en-US" sz="1100"/>
          </a:p>
        </p:txBody>
      </p:sp>
      <p:sp>
        <p:nvSpPr>
          <p:cNvPr id="17" name="AutoShape 17"/>
          <p:cNvSpPr/>
          <p:nvPr/>
        </p:nvSpPr>
        <p:spPr>
          <a:xfrm>
            <a:off x="7874000" y="4572000"/>
            <a:ext cx="2794000" cy="1143000"/>
          </a:xfrm>
          <a:prstGeom prst="rect">
            <a:avLst/>
          </a:prstGeom>
          <a:noFill/>
          <a:ln w="12700" cap="flat" cmpd="sng">
            <a:noFill/>
            <a:prstDash val="solid"/>
            <a:round/>
          </a:ln>
        </p:spPr>
        <p:txBody>
          <a:bodyPr vert="horz" wrap="square" lIns="0" tIns="50800" rIns="88900" bIns="50800" rtlCol="0" anchor="t" anchorCtr="0"/>
          <a:lstStyle/>
          <a:p>
            <a:pPr indent="0" algn="l">
              <a:lnSpc>
                <a:spcPct val="117000"/>
              </a:lnSpc>
              <a:defRPr/>
            </a:pPr>
            <a:r>
              <a:rPr lang="en-US" sz="1300" b="0" i="0" u="none" strike="noStrike">
                <a:solidFill>
                  <a:srgbClr val="333333"/>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Components定义位置、属性等数据结构，是实体的“血肉”；Systems封装玩家控制、技能释放等逻辑，是实体的“灵魂”，二者分离实现解耦。</a:t>
            </a:r>
            <a:endParaRPr lang="en-US" sz="1100"/>
          </a:p>
        </p:txBody>
      </p:sp>
      <p:cxnSp>
        <p:nvCxnSpPr>
          <p:cNvPr id="18" name="Connector 18"/>
          <p:cNvCxnSpPr/>
          <p:nvPr/>
        </p:nvCxnSpPr>
        <p:spPr>
          <a:xfrm>
            <a:off x="7493000" y="4508500"/>
            <a:ext cx="2159037"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cxnSp>
        <p:nvCxnSpPr>
          <p:cNvPr id="19" name="Connector 19"/>
          <p:cNvCxnSpPr/>
          <p:nvPr/>
        </p:nvCxnSpPr>
        <p:spPr>
          <a:xfrm rot="1440264">
            <a:off x="7224137" y="4438713"/>
            <a:ext cx="283981"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sp>
        <p:nvSpPr>
          <p:cNvPr id="20" name="AutoShape 20"/>
          <p:cNvSpPr/>
          <p:nvPr/>
        </p:nvSpPr>
        <p:spPr>
          <a:xfrm>
            <a:off x="1016000" y="1727200"/>
            <a:ext cx="2286000" cy="368300"/>
          </a:xfrm>
          <a:prstGeom prst="rect">
            <a:avLst/>
          </a:prstGeom>
          <a:noFill/>
          <a:ln w="12700" cap="flat" cmpd="sng">
            <a:noFill/>
            <a:prstDash val="solid"/>
            <a:round/>
          </a:ln>
        </p:spPr>
        <p:txBody>
          <a:bodyPr vert="horz" wrap="square" lIns="0" tIns="50800" rIns="88900" bIns="50800" rtlCol="0" anchor="t" anchorCtr="0"/>
          <a:lstStyle/>
          <a:p>
            <a:pPr indent="0" algn="r">
              <a:lnSpc>
                <a:spcPct val="100000"/>
              </a:lnSpc>
              <a:defRPr/>
            </a:pPr>
            <a:r>
              <a:rPr lang="en-US" sz="18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核心思想：ECS架构</a:t>
            </a:r>
            <a:endParaRPr lang="en-US" sz="1100"/>
          </a:p>
        </p:txBody>
      </p:sp>
      <p:sp>
        <p:nvSpPr>
          <p:cNvPr id="21" name="AutoShape 21"/>
          <p:cNvSpPr/>
          <p:nvPr/>
        </p:nvSpPr>
        <p:spPr>
          <a:xfrm>
            <a:off x="508000" y="2286000"/>
            <a:ext cx="2794000" cy="1143000"/>
          </a:xfrm>
          <a:prstGeom prst="rect">
            <a:avLst/>
          </a:prstGeom>
          <a:noFill/>
          <a:ln w="12700" cap="flat" cmpd="sng">
            <a:noFill/>
            <a:prstDash val="solid"/>
            <a:round/>
          </a:ln>
        </p:spPr>
        <p:txBody>
          <a:bodyPr vert="horz" wrap="square" lIns="0" tIns="50800" rIns="88900" bIns="50800" rtlCol="0" anchor="t" anchorCtr="0"/>
          <a:lstStyle/>
          <a:p>
            <a:pPr indent="0" algn="r">
              <a:lnSpc>
                <a:spcPct val="117000"/>
              </a:lnSpc>
              <a:defRPr/>
            </a:pPr>
            <a:r>
              <a:rPr lang="en-US" sz="1300" b="0" i="0" u="none" strike="noStrike">
                <a:solidFill>
                  <a:srgbClr val="333333"/>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摒弃传统继承树耦合方式，将游戏逻辑彻底拆分为“实体（Entity）、组件（Component）、系统（System）”，以组合替代继承，极大提升灵活性。</a:t>
            </a:r>
            <a:endParaRPr lang="en-US" sz="1100"/>
          </a:p>
        </p:txBody>
      </p:sp>
      <p:cxnSp>
        <p:nvCxnSpPr>
          <p:cNvPr id="22" name="Connector 22"/>
          <p:cNvCxnSpPr/>
          <p:nvPr/>
        </p:nvCxnSpPr>
        <p:spPr>
          <a:xfrm rot="10757029">
            <a:off x="1269960" y="2159000"/>
            <a:ext cx="2032040"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cxnSp>
        <p:nvCxnSpPr>
          <p:cNvPr id="23" name="Connector 23"/>
          <p:cNvCxnSpPr/>
          <p:nvPr/>
        </p:nvCxnSpPr>
        <p:spPr>
          <a:xfrm rot="-9359735">
            <a:off x="3286883" y="2216087"/>
            <a:ext cx="283981"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sp>
        <p:nvSpPr>
          <p:cNvPr id="24" name="AutoShape 24"/>
          <p:cNvSpPr/>
          <p:nvPr/>
        </p:nvSpPr>
        <p:spPr>
          <a:xfrm>
            <a:off x="1016000" y="4064000"/>
            <a:ext cx="2286000" cy="368300"/>
          </a:xfrm>
          <a:prstGeom prst="rect">
            <a:avLst/>
          </a:prstGeom>
          <a:noFill/>
          <a:ln w="12700" cap="flat" cmpd="sng">
            <a:noFill/>
            <a:prstDash val="solid"/>
            <a:round/>
          </a:ln>
        </p:spPr>
        <p:txBody>
          <a:bodyPr vert="horz" wrap="square" lIns="0" tIns="50800" rIns="88900" bIns="50800" rtlCol="0" anchor="t" anchorCtr="0"/>
          <a:lstStyle/>
          <a:p>
            <a:pPr indent="0" algn="r">
              <a:lnSpc>
                <a:spcPct val="100000"/>
              </a:lnSpc>
              <a:defRPr/>
            </a:pPr>
            <a:r>
              <a:rPr lang="en-US" sz="18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驱动层 (Runtime)</a:t>
            </a:r>
            <a:endParaRPr lang="en-US" sz="1100"/>
          </a:p>
        </p:txBody>
      </p:sp>
      <p:sp>
        <p:nvSpPr>
          <p:cNvPr id="25" name="AutoShape 25"/>
          <p:cNvSpPr/>
          <p:nvPr/>
        </p:nvSpPr>
        <p:spPr>
          <a:xfrm>
            <a:off x="508000" y="4572000"/>
            <a:ext cx="2794000" cy="1143000"/>
          </a:xfrm>
          <a:prstGeom prst="rect">
            <a:avLst/>
          </a:prstGeom>
          <a:noFill/>
          <a:ln w="12700" cap="flat" cmpd="sng">
            <a:noFill/>
            <a:prstDash val="solid"/>
            <a:round/>
          </a:ln>
        </p:spPr>
        <p:txBody>
          <a:bodyPr vert="horz" wrap="square" lIns="0" tIns="50800" rIns="88900" bIns="50800" rtlCol="0" anchor="t" anchorCtr="0"/>
          <a:lstStyle/>
          <a:p>
            <a:pPr indent="0" algn="r">
              <a:lnSpc>
                <a:spcPct val="117000"/>
              </a:lnSpc>
              <a:defRPr/>
            </a:pPr>
            <a:r>
              <a:rPr lang="en-US" sz="1300" b="0" i="0" u="none" strike="noStrike">
                <a:solidFill>
                  <a:srgbClr val="333333"/>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由LayaAir引擎的frameLoop作为总时钟，驱动核心EcsWorld进行全量更新，保证游戏世界中所有实体与系统按帧高效运转。</a:t>
            </a:r>
            <a:endParaRPr lang="en-US" sz="1100"/>
          </a:p>
        </p:txBody>
      </p:sp>
      <p:cxnSp>
        <p:nvCxnSpPr>
          <p:cNvPr id="26" name="Connector 26"/>
          <p:cNvCxnSpPr/>
          <p:nvPr/>
        </p:nvCxnSpPr>
        <p:spPr>
          <a:xfrm rot="10757029">
            <a:off x="1269960" y="4508500"/>
            <a:ext cx="2032040"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cxnSp>
        <p:nvCxnSpPr>
          <p:cNvPr id="27" name="Connector 27"/>
          <p:cNvCxnSpPr/>
          <p:nvPr/>
        </p:nvCxnSpPr>
        <p:spPr>
          <a:xfrm rot="9052458">
            <a:off x="3286883" y="4438713"/>
            <a:ext cx="283981" cy="12700"/>
          </a:xfrm>
          <a:prstGeom prst="line">
            <a:avLst/>
          </a:prstGeom>
          <a:solidFill>
            <a:srgbClr val="DEE0E3">
              <a:alpha val="100000"/>
            </a:srgbClr>
          </a:solidFill>
          <a:ln w="12700" cap="flat" cmpd="sng">
            <a:solidFill>
              <a:srgbClr val="003778">
                <a:alpha val="100000"/>
              </a:srgbClr>
            </a:solidFill>
            <a:prstDash val="dash"/>
            <a:miter lim="10000000"/>
            <a:headEnd type="none" w="med" len="med"/>
            <a:tailEnd type="none" w="med" len="med"/>
          </a:ln>
        </p:spPr>
      </p:cxnSp>
      <p:sp>
        <p:nvSpPr>
          <p:cNvPr id="28" name="AutoShape 28"/>
          <p:cNvSpPr/>
          <p:nvPr/>
        </p:nvSpPr>
        <p:spPr>
          <a:xfrm>
            <a:off x="673100" y="5842000"/>
            <a:ext cx="10858500" cy="508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总结：ECS架构实现了数据与逻辑的高度解耦，是支撑复杂游戏逻辑、提升开发迭代效率的基石。</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130300"/>
            <a:ext cx="12192000" cy="53594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617200" y="2743200"/>
            <a:ext cx="25400" cy="12700"/>
          </a:xfrm>
          <a:prstGeom prst="roundRect">
            <a:avLst>
              <a:gd name="adj" fmla="val 0"/>
            </a:avLst>
          </a:pr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7772400" y="1384300"/>
            <a:ext cx="3520357" cy="4123326"/>
          </a:xfrm>
          <a:custGeom>
            <a:avLst/>
            <a:gdLst/>
            <a:ahLst/>
            <a:cxnLst/>
            <a:rect l="l" t="t" r="r" b="b"/>
            <a:pathLst>
              <a:path w="3520357" h="4123326">
                <a:moveTo>
                  <a:pt x="2631378" y="2611676"/>
                </a:moveTo>
                <a:cubicBezTo>
                  <a:pt x="2375352" y="2561998"/>
                  <a:pt x="2375352" y="2561998"/>
                  <a:pt x="2375352" y="2561998"/>
                </a:cubicBezTo>
                <a:cubicBezTo>
                  <a:pt x="2062432" y="2625870"/>
                  <a:pt x="2062432" y="2625870"/>
                  <a:pt x="2062432" y="2625870"/>
                </a:cubicBezTo>
                <a:cubicBezTo>
                  <a:pt x="2126438" y="2561998"/>
                  <a:pt x="2126438" y="2561998"/>
                  <a:pt x="2126438" y="2561998"/>
                </a:cubicBezTo>
                <a:cubicBezTo>
                  <a:pt x="2403799" y="2476834"/>
                  <a:pt x="2403799" y="2476834"/>
                  <a:pt x="2403799" y="2476834"/>
                </a:cubicBezTo>
                <a:cubicBezTo>
                  <a:pt x="2681160" y="2569094"/>
                  <a:pt x="2681160" y="2569094"/>
                  <a:pt x="2681160" y="2569094"/>
                </a:cubicBezTo>
                <a:lnTo>
                  <a:pt x="2631378" y="2611676"/>
                </a:lnTo>
                <a:close/>
                <a:moveTo>
                  <a:pt x="2432247" y="3477504"/>
                </a:moveTo>
                <a:cubicBezTo>
                  <a:pt x="2403799" y="3328468"/>
                  <a:pt x="2403799" y="3328468"/>
                  <a:pt x="2403799" y="3328468"/>
                </a:cubicBezTo>
                <a:cubicBezTo>
                  <a:pt x="2489142" y="2994911"/>
                  <a:pt x="2489142" y="2994911"/>
                  <a:pt x="2489142" y="2994911"/>
                </a:cubicBezTo>
                <a:cubicBezTo>
                  <a:pt x="2489142" y="2994911"/>
                  <a:pt x="2489142" y="2994911"/>
                  <a:pt x="2489142" y="2994911"/>
                </a:cubicBezTo>
                <a:cubicBezTo>
                  <a:pt x="2489142" y="2994911"/>
                  <a:pt x="2489142" y="2994911"/>
                  <a:pt x="2489142" y="2994911"/>
                </a:cubicBezTo>
                <a:cubicBezTo>
                  <a:pt x="2595819" y="2980718"/>
                  <a:pt x="2595819" y="2980718"/>
                  <a:pt x="2595819" y="2980718"/>
                </a:cubicBezTo>
                <a:cubicBezTo>
                  <a:pt x="2674048" y="3498794"/>
                  <a:pt x="2674048" y="3498794"/>
                  <a:pt x="2674048" y="3498794"/>
                </a:cubicBezTo>
                <a:cubicBezTo>
                  <a:pt x="2595819" y="3491697"/>
                  <a:pt x="2517588" y="3484601"/>
                  <a:pt x="2432247" y="3477504"/>
                </a:cubicBezTo>
                <a:close/>
                <a:moveTo>
                  <a:pt x="1898860" y="2789100"/>
                </a:moveTo>
                <a:cubicBezTo>
                  <a:pt x="2133549" y="2845876"/>
                  <a:pt x="2133549" y="2845876"/>
                  <a:pt x="2133549" y="2845876"/>
                </a:cubicBezTo>
                <a:cubicBezTo>
                  <a:pt x="2453582" y="2725227"/>
                  <a:pt x="2453582" y="2725227"/>
                  <a:pt x="2453582" y="2725227"/>
                </a:cubicBezTo>
                <a:cubicBezTo>
                  <a:pt x="2631378" y="2810391"/>
                  <a:pt x="2631378" y="2810391"/>
                  <a:pt x="2631378" y="2810391"/>
                </a:cubicBezTo>
                <a:cubicBezTo>
                  <a:pt x="2453582" y="2782004"/>
                  <a:pt x="2453582" y="2782004"/>
                  <a:pt x="2453582" y="2782004"/>
                </a:cubicBezTo>
                <a:cubicBezTo>
                  <a:pt x="2126438" y="2902651"/>
                  <a:pt x="2126438" y="2902651"/>
                  <a:pt x="2126438" y="2902651"/>
                </a:cubicBezTo>
                <a:lnTo>
                  <a:pt x="1898860" y="2789100"/>
                </a:lnTo>
                <a:close/>
                <a:moveTo>
                  <a:pt x="1223235" y="3349758"/>
                </a:moveTo>
                <a:cubicBezTo>
                  <a:pt x="1102335" y="3023300"/>
                  <a:pt x="1102335" y="3023300"/>
                  <a:pt x="1102335" y="3023300"/>
                </a:cubicBezTo>
                <a:cubicBezTo>
                  <a:pt x="938762" y="2973621"/>
                  <a:pt x="938762" y="2973621"/>
                  <a:pt x="938762" y="2973621"/>
                </a:cubicBezTo>
                <a:cubicBezTo>
                  <a:pt x="1216123" y="2888458"/>
                  <a:pt x="1216123" y="2888458"/>
                  <a:pt x="1216123" y="2888458"/>
                </a:cubicBezTo>
                <a:cubicBezTo>
                  <a:pt x="1322800" y="3243304"/>
                  <a:pt x="1322800" y="3243304"/>
                  <a:pt x="1322800" y="3243304"/>
                </a:cubicBezTo>
                <a:cubicBezTo>
                  <a:pt x="1977089" y="3143947"/>
                  <a:pt x="1977089" y="3143947"/>
                  <a:pt x="1977089" y="3143947"/>
                </a:cubicBezTo>
                <a:lnTo>
                  <a:pt x="1223235" y="3349758"/>
                </a:lnTo>
                <a:close/>
                <a:moveTo>
                  <a:pt x="1102335" y="2313605"/>
                </a:moveTo>
                <a:cubicBezTo>
                  <a:pt x="1130781" y="2313605"/>
                  <a:pt x="1130781" y="2313605"/>
                  <a:pt x="1130781" y="2313605"/>
                </a:cubicBezTo>
                <a:cubicBezTo>
                  <a:pt x="1130781" y="2491029"/>
                  <a:pt x="1130781" y="2491029"/>
                  <a:pt x="1130781" y="2491029"/>
                </a:cubicBezTo>
                <a:cubicBezTo>
                  <a:pt x="1102335" y="2491029"/>
                  <a:pt x="1102335" y="2491029"/>
                  <a:pt x="1102335" y="2491029"/>
                </a:cubicBezTo>
                <a:lnTo>
                  <a:pt x="1102335" y="2313605"/>
                </a:lnTo>
                <a:close/>
                <a:moveTo>
                  <a:pt x="1166340" y="2313605"/>
                </a:moveTo>
                <a:cubicBezTo>
                  <a:pt x="1329912" y="2313605"/>
                  <a:pt x="1329912" y="2313605"/>
                  <a:pt x="1329912" y="2313605"/>
                </a:cubicBezTo>
                <a:cubicBezTo>
                  <a:pt x="1329912" y="2491029"/>
                  <a:pt x="1329912" y="2491029"/>
                  <a:pt x="1329912" y="2491029"/>
                </a:cubicBezTo>
                <a:cubicBezTo>
                  <a:pt x="1166340" y="2491029"/>
                  <a:pt x="1166340" y="2491029"/>
                  <a:pt x="1166340" y="2491029"/>
                </a:cubicBezTo>
                <a:lnTo>
                  <a:pt x="1166340" y="2313605"/>
                </a:lnTo>
                <a:close/>
                <a:moveTo>
                  <a:pt x="768078" y="1887788"/>
                </a:moveTo>
                <a:cubicBezTo>
                  <a:pt x="768078" y="1887788"/>
                  <a:pt x="768078" y="1887788"/>
                  <a:pt x="768078" y="1887788"/>
                </a:cubicBezTo>
                <a:cubicBezTo>
                  <a:pt x="561835" y="1887788"/>
                  <a:pt x="561835" y="1887788"/>
                  <a:pt x="561835" y="1887788"/>
                </a:cubicBezTo>
                <a:cubicBezTo>
                  <a:pt x="561835" y="709695"/>
                  <a:pt x="561835" y="709695"/>
                  <a:pt x="561835" y="709695"/>
                </a:cubicBezTo>
                <a:cubicBezTo>
                  <a:pt x="782301" y="709695"/>
                  <a:pt x="782301" y="709695"/>
                  <a:pt x="782301" y="709695"/>
                </a:cubicBezTo>
                <a:cubicBezTo>
                  <a:pt x="782301" y="695500"/>
                  <a:pt x="782301" y="695500"/>
                  <a:pt x="782301" y="695500"/>
                </a:cubicBezTo>
                <a:cubicBezTo>
                  <a:pt x="1059663" y="695500"/>
                  <a:pt x="1059663" y="695500"/>
                  <a:pt x="1059663" y="695500"/>
                </a:cubicBezTo>
                <a:cubicBezTo>
                  <a:pt x="1059663" y="702598"/>
                  <a:pt x="1059663" y="709695"/>
                  <a:pt x="1066775" y="716792"/>
                </a:cubicBezTo>
                <a:cubicBezTo>
                  <a:pt x="839196" y="809052"/>
                  <a:pt x="839196" y="809052"/>
                  <a:pt x="839196" y="809052"/>
                </a:cubicBezTo>
                <a:cubicBezTo>
                  <a:pt x="832085" y="794857"/>
                  <a:pt x="832085" y="794857"/>
                  <a:pt x="832085" y="794857"/>
                </a:cubicBezTo>
                <a:cubicBezTo>
                  <a:pt x="832085" y="794857"/>
                  <a:pt x="832085" y="794857"/>
                  <a:pt x="832085" y="794857"/>
                </a:cubicBezTo>
                <a:cubicBezTo>
                  <a:pt x="803637" y="809052"/>
                  <a:pt x="803637" y="809052"/>
                  <a:pt x="803637" y="809052"/>
                </a:cubicBezTo>
                <a:cubicBezTo>
                  <a:pt x="853420" y="936796"/>
                  <a:pt x="853420" y="936796"/>
                  <a:pt x="853420" y="936796"/>
                </a:cubicBezTo>
                <a:cubicBezTo>
                  <a:pt x="881868" y="922603"/>
                  <a:pt x="881868" y="922603"/>
                  <a:pt x="881868" y="922603"/>
                </a:cubicBezTo>
                <a:cubicBezTo>
                  <a:pt x="874756" y="908409"/>
                  <a:pt x="874756" y="908409"/>
                  <a:pt x="874756" y="908409"/>
                </a:cubicBezTo>
                <a:cubicBezTo>
                  <a:pt x="1102335" y="816149"/>
                  <a:pt x="1102335" y="816149"/>
                  <a:pt x="1102335" y="816149"/>
                </a:cubicBezTo>
                <a:cubicBezTo>
                  <a:pt x="1109445" y="823246"/>
                  <a:pt x="1116557" y="830343"/>
                  <a:pt x="1116557" y="837439"/>
                </a:cubicBezTo>
                <a:cubicBezTo>
                  <a:pt x="952985" y="1007767"/>
                  <a:pt x="952985" y="1007767"/>
                  <a:pt x="952985" y="1007767"/>
                </a:cubicBezTo>
                <a:cubicBezTo>
                  <a:pt x="938762" y="1000670"/>
                  <a:pt x="938762" y="1000670"/>
                  <a:pt x="938762" y="1000670"/>
                </a:cubicBezTo>
                <a:cubicBezTo>
                  <a:pt x="938762" y="1000670"/>
                  <a:pt x="938762" y="1000670"/>
                  <a:pt x="938762" y="1000670"/>
                </a:cubicBezTo>
                <a:cubicBezTo>
                  <a:pt x="917426" y="1021960"/>
                  <a:pt x="917426" y="1021960"/>
                  <a:pt x="917426" y="1021960"/>
                </a:cubicBezTo>
                <a:cubicBezTo>
                  <a:pt x="1016992" y="1121317"/>
                  <a:pt x="1016992" y="1121317"/>
                  <a:pt x="1016992" y="1121317"/>
                </a:cubicBezTo>
                <a:cubicBezTo>
                  <a:pt x="1038328" y="1100027"/>
                  <a:pt x="1038328" y="1100027"/>
                  <a:pt x="1038328" y="1100027"/>
                </a:cubicBezTo>
                <a:cubicBezTo>
                  <a:pt x="1024104" y="1085832"/>
                  <a:pt x="1024104" y="1085832"/>
                  <a:pt x="1024104" y="1085832"/>
                </a:cubicBezTo>
                <a:cubicBezTo>
                  <a:pt x="1194788" y="915506"/>
                  <a:pt x="1194788" y="915506"/>
                  <a:pt x="1194788" y="915506"/>
                </a:cubicBezTo>
                <a:cubicBezTo>
                  <a:pt x="1201900" y="922603"/>
                  <a:pt x="1209012" y="929700"/>
                  <a:pt x="1216123" y="929700"/>
                </a:cubicBezTo>
                <a:cubicBezTo>
                  <a:pt x="1130781" y="1156802"/>
                  <a:pt x="1130781" y="1156802"/>
                  <a:pt x="1130781" y="1156802"/>
                </a:cubicBezTo>
                <a:cubicBezTo>
                  <a:pt x="1116557" y="1149706"/>
                  <a:pt x="1116557" y="1149706"/>
                  <a:pt x="1116557" y="1149706"/>
                </a:cubicBezTo>
                <a:cubicBezTo>
                  <a:pt x="1116557" y="1149706"/>
                  <a:pt x="1116557" y="1149706"/>
                  <a:pt x="1116557" y="1149706"/>
                </a:cubicBezTo>
                <a:cubicBezTo>
                  <a:pt x="1102335" y="1178093"/>
                  <a:pt x="1102335" y="1178093"/>
                  <a:pt x="1102335" y="1178093"/>
                </a:cubicBezTo>
                <a:cubicBezTo>
                  <a:pt x="1230347" y="1227771"/>
                  <a:pt x="1230347" y="1227771"/>
                  <a:pt x="1230347" y="1227771"/>
                </a:cubicBezTo>
                <a:cubicBezTo>
                  <a:pt x="1244571" y="1199384"/>
                  <a:pt x="1244571" y="1199384"/>
                  <a:pt x="1244571" y="1199384"/>
                </a:cubicBezTo>
                <a:cubicBezTo>
                  <a:pt x="1230347" y="1192287"/>
                  <a:pt x="1230347" y="1192287"/>
                  <a:pt x="1230347" y="1192287"/>
                </a:cubicBezTo>
                <a:cubicBezTo>
                  <a:pt x="1315690" y="972282"/>
                  <a:pt x="1315690" y="972282"/>
                  <a:pt x="1315690" y="972282"/>
                </a:cubicBezTo>
                <a:cubicBezTo>
                  <a:pt x="1329912" y="972282"/>
                  <a:pt x="1337024" y="979378"/>
                  <a:pt x="1351248" y="979378"/>
                </a:cubicBezTo>
                <a:cubicBezTo>
                  <a:pt x="1351248" y="1213578"/>
                  <a:pt x="1351248" y="1213578"/>
                  <a:pt x="1351248" y="1213578"/>
                </a:cubicBezTo>
                <a:cubicBezTo>
                  <a:pt x="1329912" y="1213578"/>
                  <a:pt x="1329912" y="1213578"/>
                  <a:pt x="1329912" y="1213578"/>
                </a:cubicBezTo>
                <a:cubicBezTo>
                  <a:pt x="1329912" y="1887788"/>
                  <a:pt x="1329912" y="1887788"/>
                  <a:pt x="1329912" y="1887788"/>
                </a:cubicBezTo>
                <a:lnTo>
                  <a:pt x="768078" y="1887788"/>
                </a:lnTo>
                <a:close/>
                <a:moveTo>
                  <a:pt x="526275" y="1887788"/>
                </a:moveTo>
                <a:cubicBezTo>
                  <a:pt x="483605" y="1887788"/>
                  <a:pt x="483605" y="1887788"/>
                  <a:pt x="483605" y="1887788"/>
                </a:cubicBezTo>
                <a:cubicBezTo>
                  <a:pt x="483605" y="709695"/>
                  <a:pt x="483605" y="709695"/>
                  <a:pt x="483605" y="709695"/>
                </a:cubicBezTo>
                <a:cubicBezTo>
                  <a:pt x="526275" y="709695"/>
                  <a:pt x="526275" y="709695"/>
                  <a:pt x="526275" y="709695"/>
                </a:cubicBezTo>
                <a:lnTo>
                  <a:pt x="526275" y="1887788"/>
                </a:lnTo>
                <a:close/>
                <a:moveTo>
                  <a:pt x="1088111" y="787761"/>
                </a:moveTo>
                <a:cubicBezTo>
                  <a:pt x="1088111" y="794857"/>
                  <a:pt x="1095223" y="794857"/>
                  <a:pt x="1095223" y="801955"/>
                </a:cubicBezTo>
                <a:cubicBezTo>
                  <a:pt x="888978" y="887118"/>
                  <a:pt x="888978" y="887118"/>
                  <a:pt x="888978" y="887118"/>
                </a:cubicBezTo>
                <a:cubicBezTo>
                  <a:pt x="881868" y="872924"/>
                  <a:pt x="881868" y="872924"/>
                  <a:pt x="881868" y="872924"/>
                </a:cubicBezTo>
                <a:lnTo>
                  <a:pt x="1088111" y="787761"/>
                </a:lnTo>
                <a:close/>
                <a:moveTo>
                  <a:pt x="867644" y="404525"/>
                </a:moveTo>
                <a:cubicBezTo>
                  <a:pt x="874756" y="390332"/>
                  <a:pt x="874756" y="390332"/>
                  <a:pt x="874756" y="390332"/>
                </a:cubicBezTo>
                <a:cubicBezTo>
                  <a:pt x="1109445" y="489689"/>
                  <a:pt x="1109445" y="489689"/>
                  <a:pt x="1109445" y="489689"/>
                </a:cubicBezTo>
                <a:cubicBezTo>
                  <a:pt x="1102335" y="496786"/>
                  <a:pt x="1102335" y="496786"/>
                  <a:pt x="1102335" y="496786"/>
                </a:cubicBezTo>
                <a:lnTo>
                  <a:pt x="867644" y="404525"/>
                </a:lnTo>
                <a:close/>
                <a:moveTo>
                  <a:pt x="1180564" y="880021"/>
                </a:moveTo>
                <a:cubicBezTo>
                  <a:pt x="1180564" y="887118"/>
                  <a:pt x="1187676" y="887118"/>
                  <a:pt x="1194788" y="894216"/>
                </a:cubicBezTo>
                <a:cubicBezTo>
                  <a:pt x="1009880" y="1057445"/>
                  <a:pt x="1009880" y="1057445"/>
                  <a:pt x="1009880" y="1057445"/>
                </a:cubicBezTo>
                <a:cubicBezTo>
                  <a:pt x="1002768" y="1050348"/>
                  <a:pt x="1002768" y="1050348"/>
                  <a:pt x="1002768" y="1050348"/>
                </a:cubicBezTo>
                <a:lnTo>
                  <a:pt x="1180564" y="880021"/>
                </a:lnTo>
                <a:close/>
                <a:moveTo>
                  <a:pt x="995657" y="205811"/>
                </a:moveTo>
                <a:cubicBezTo>
                  <a:pt x="1024104" y="212908"/>
                  <a:pt x="1024104" y="212908"/>
                  <a:pt x="1024104" y="212908"/>
                </a:cubicBezTo>
                <a:cubicBezTo>
                  <a:pt x="1194788" y="383235"/>
                  <a:pt x="1194788" y="383235"/>
                  <a:pt x="1194788" y="383235"/>
                </a:cubicBezTo>
                <a:cubicBezTo>
                  <a:pt x="1180564" y="397429"/>
                  <a:pt x="1180564" y="397429"/>
                  <a:pt x="1180564" y="397429"/>
                </a:cubicBezTo>
                <a:lnTo>
                  <a:pt x="995657" y="205811"/>
                </a:lnTo>
                <a:close/>
                <a:moveTo>
                  <a:pt x="1287242" y="943894"/>
                </a:moveTo>
                <a:cubicBezTo>
                  <a:pt x="1294354" y="943894"/>
                  <a:pt x="1294354" y="950991"/>
                  <a:pt x="1301466" y="950991"/>
                </a:cubicBezTo>
                <a:cubicBezTo>
                  <a:pt x="1209012" y="1178093"/>
                  <a:pt x="1209012" y="1178093"/>
                  <a:pt x="1209012" y="1178093"/>
                </a:cubicBezTo>
                <a:cubicBezTo>
                  <a:pt x="1194788" y="1170996"/>
                  <a:pt x="1194788" y="1170996"/>
                  <a:pt x="1194788" y="1170996"/>
                </a:cubicBezTo>
                <a:lnTo>
                  <a:pt x="1287242" y="943894"/>
                </a:lnTo>
                <a:close/>
                <a:moveTo>
                  <a:pt x="1187676" y="70969"/>
                </a:moveTo>
                <a:cubicBezTo>
                  <a:pt x="1216123" y="120647"/>
                  <a:pt x="1216123" y="120647"/>
                  <a:pt x="1216123" y="120647"/>
                </a:cubicBezTo>
                <a:cubicBezTo>
                  <a:pt x="1315690" y="326460"/>
                  <a:pt x="1315690" y="326460"/>
                  <a:pt x="1315690" y="326460"/>
                </a:cubicBezTo>
                <a:cubicBezTo>
                  <a:pt x="1308578" y="326460"/>
                  <a:pt x="1301466" y="333557"/>
                  <a:pt x="1294354" y="333557"/>
                </a:cubicBezTo>
                <a:lnTo>
                  <a:pt x="1187676" y="70969"/>
                </a:lnTo>
                <a:close/>
                <a:moveTo>
                  <a:pt x="1401031" y="2292313"/>
                </a:moveTo>
                <a:cubicBezTo>
                  <a:pt x="1401031" y="2292313"/>
                  <a:pt x="1401031" y="2292313"/>
                  <a:pt x="1401031" y="2292313"/>
                </a:cubicBezTo>
                <a:cubicBezTo>
                  <a:pt x="1429478" y="2327798"/>
                  <a:pt x="1429478" y="2327798"/>
                  <a:pt x="1429478" y="2327798"/>
                </a:cubicBezTo>
                <a:cubicBezTo>
                  <a:pt x="1429478" y="2491029"/>
                  <a:pt x="1429478" y="2491029"/>
                  <a:pt x="1429478" y="2491029"/>
                </a:cubicBezTo>
                <a:cubicBezTo>
                  <a:pt x="1401031" y="2491029"/>
                  <a:pt x="1401031" y="2491029"/>
                  <a:pt x="1401031" y="2491029"/>
                </a:cubicBezTo>
                <a:lnTo>
                  <a:pt x="1401031" y="2292313"/>
                </a:lnTo>
                <a:close/>
                <a:moveTo>
                  <a:pt x="1401031" y="2001338"/>
                </a:moveTo>
                <a:cubicBezTo>
                  <a:pt x="1401031" y="2001338"/>
                  <a:pt x="1401031" y="2001338"/>
                  <a:pt x="1401031" y="2001338"/>
                </a:cubicBezTo>
                <a:cubicBezTo>
                  <a:pt x="1429478" y="2036823"/>
                  <a:pt x="1429478" y="2036823"/>
                  <a:pt x="1429478" y="2036823"/>
                </a:cubicBezTo>
                <a:cubicBezTo>
                  <a:pt x="1429478" y="2178762"/>
                  <a:pt x="1429478" y="2178762"/>
                  <a:pt x="1429478" y="2178762"/>
                </a:cubicBezTo>
                <a:cubicBezTo>
                  <a:pt x="1401031" y="2178762"/>
                  <a:pt x="1401031" y="2178762"/>
                  <a:pt x="1401031" y="2178762"/>
                </a:cubicBezTo>
                <a:lnTo>
                  <a:pt x="1401031" y="2001338"/>
                </a:lnTo>
                <a:close/>
                <a:moveTo>
                  <a:pt x="1401031" y="1213578"/>
                </a:moveTo>
                <a:cubicBezTo>
                  <a:pt x="1415255" y="1213578"/>
                  <a:pt x="1415255" y="1213578"/>
                  <a:pt x="1415255" y="1213578"/>
                </a:cubicBezTo>
                <a:cubicBezTo>
                  <a:pt x="1415255" y="965185"/>
                  <a:pt x="1415255" y="965185"/>
                  <a:pt x="1415255" y="965185"/>
                </a:cubicBezTo>
                <a:cubicBezTo>
                  <a:pt x="1422367" y="965185"/>
                  <a:pt x="1429478" y="965185"/>
                  <a:pt x="1429478" y="965185"/>
                </a:cubicBezTo>
                <a:cubicBezTo>
                  <a:pt x="1429478" y="1213578"/>
                  <a:pt x="1429478" y="1213578"/>
                  <a:pt x="1429478" y="1213578"/>
                </a:cubicBezTo>
                <a:cubicBezTo>
                  <a:pt x="1429478" y="1213578"/>
                  <a:pt x="1429478" y="1213578"/>
                  <a:pt x="1429478" y="1213578"/>
                </a:cubicBezTo>
                <a:cubicBezTo>
                  <a:pt x="1429478" y="1894884"/>
                  <a:pt x="1429478" y="1894884"/>
                  <a:pt x="1429478" y="1894884"/>
                </a:cubicBezTo>
                <a:cubicBezTo>
                  <a:pt x="1401031" y="1894884"/>
                  <a:pt x="1401031" y="1894884"/>
                  <a:pt x="1401031" y="1894884"/>
                </a:cubicBezTo>
                <a:lnTo>
                  <a:pt x="1401031" y="1213578"/>
                </a:lnTo>
                <a:close/>
                <a:moveTo>
                  <a:pt x="1415255" y="35485"/>
                </a:moveTo>
                <a:cubicBezTo>
                  <a:pt x="1429478" y="35485"/>
                  <a:pt x="1429478" y="35485"/>
                  <a:pt x="1429478" y="35485"/>
                </a:cubicBezTo>
                <a:cubicBezTo>
                  <a:pt x="1429478" y="319363"/>
                  <a:pt x="1429478" y="319363"/>
                  <a:pt x="1429478" y="319363"/>
                </a:cubicBezTo>
                <a:cubicBezTo>
                  <a:pt x="1429478" y="319363"/>
                  <a:pt x="1422367" y="319363"/>
                  <a:pt x="1415255" y="312265"/>
                </a:cubicBezTo>
                <a:lnTo>
                  <a:pt x="1415255" y="35485"/>
                </a:lnTo>
                <a:close/>
                <a:moveTo>
                  <a:pt x="1507708" y="432914"/>
                </a:moveTo>
                <a:cubicBezTo>
                  <a:pt x="1543267" y="432914"/>
                  <a:pt x="1578827" y="468399"/>
                  <a:pt x="1578827" y="503883"/>
                </a:cubicBezTo>
                <a:cubicBezTo>
                  <a:pt x="1578827" y="546464"/>
                  <a:pt x="1543267" y="574853"/>
                  <a:pt x="1507708" y="574853"/>
                </a:cubicBezTo>
                <a:cubicBezTo>
                  <a:pt x="1465038" y="574853"/>
                  <a:pt x="1436590" y="546464"/>
                  <a:pt x="1436590" y="503883"/>
                </a:cubicBezTo>
                <a:cubicBezTo>
                  <a:pt x="1436590" y="468399"/>
                  <a:pt x="1465038" y="432914"/>
                  <a:pt x="1507708" y="432914"/>
                </a:cubicBezTo>
                <a:close/>
                <a:moveTo>
                  <a:pt x="1642834" y="1163899"/>
                </a:moveTo>
                <a:cubicBezTo>
                  <a:pt x="1635722" y="1163899"/>
                  <a:pt x="1635722" y="1163899"/>
                  <a:pt x="1635722" y="1163899"/>
                </a:cubicBezTo>
                <a:cubicBezTo>
                  <a:pt x="1543267" y="929700"/>
                  <a:pt x="1543267" y="929700"/>
                  <a:pt x="1543267" y="929700"/>
                </a:cubicBezTo>
                <a:cubicBezTo>
                  <a:pt x="1564603" y="922603"/>
                  <a:pt x="1564603" y="922603"/>
                  <a:pt x="1564603" y="922603"/>
                </a:cubicBezTo>
                <a:lnTo>
                  <a:pt x="1642834" y="1163899"/>
                </a:lnTo>
                <a:close/>
                <a:moveTo>
                  <a:pt x="1657057" y="844536"/>
                </a:moveTo>
                <a:cubicBezTo>
                  <a:pt x="1834853" y="1014863"/>
                  <a:pt x="1834853" y="1014863"/>
                  <a:pt x="1834853" y="1014863"/>
                </a:cubicBezTo>
                <a:cubicBezTo>
                  <a:pt x="1820629" y="1029057"/>
                  <a:pt x="1820629" y="1029057"/>
                  <a:pt x="1820629" y="1029057"/>
                </a:cubicBezTo>
                <a:cubicBezTo>
                  <a:pt x="1642834" y="851634"/>
                  <a:pt x="1642834" y="851634"/>
                  <a:pt x="1642834" y="851634"/>
                </a:cubicBezTo>
                <a:cubicBezTo>
                  <a:pt x="1649945" y="851634"/>
                  <a:pt x="1649945" y="844536"/>
                  <a:pt x="1657057" y="844536"/>
                </a:cubicBezTo>
                <a:close/>
                <a:moveTo>
                  <a:pt x="1713951" y="730985"/>
                </a:moveTo>
                <a:cubicBezTo>
                  <a:pt x="1941530" y="823246"/>
                  <a:pt x="1941530" y="823246"/>
                  <a:pt x="1941530" y="823246"/>
                </a:cubicBezTo>
                <a:cubicBezTo>
                  <a:pt x="1934418" y="837439"/>
                  <a:pt x="1934418" y="837439"/>
                  <a:pt x="1934418" y="837439"/>
                </a:cubicBezTo>
                <a:cubicBezTo>
                  <a:pt x="1706839" y="738082"/>
                  <a:pt x="1706839" y="738082"/>
                  <a:pt x="1706839" y="738082"/>
                </a:cubicBezTo>
                <a:cubicBezTo>
                  <a:pt x="1706839" y="738082"/>
                  <a:pt x="1713951" y="730985"/>
                  <a:pt x="1713951" y="730985"/>
                </a:cubicBezTo>
                <a:close/>
                <a:moveTo>
                  <a:pt x="1984201" y="596143"/>
                </a:moveTo>
                <a:cubicBezTo>
                  <a:pt x="2666936" y="596143"/>
                  <a:pt x="2666936" y="596143"/>
                  <a:pt x="2666936" y="596143"/>
                </a:cubicBezTo>
                <a:cubicBezTo>
                  <a:pt x="2666936" y="624531"/>
                  <a:pt x="2666936" y="624531"/>
                  <a:pt x="2666936" y="624531"/>
                </a:cubicBezTo>
                <a:cubicBezTo>
                  <a:pt x="1984201" y="624531"/>
                  <a:pt x="1984201" y="624531"/>
                  <a:pt x="1984201" y="624531"/>
                </a:cubicBezTo>
                <a:lnTo>
                  <a:pt x="1984201" y="596143"/>
                </a:lnTo>
                <a:close/>
                <a:moveTo>
                  <a:pt x="2553148" y="390332"/>
                </a:moveTo>
                <a:cubicBezTo>
                  <a:pt x="2574483" y="567756"/>
                  <a:pt x="2574483" y="567756"/>
                  <a:pt x="2574483" y="567756"/>
                </a:cubicBezTo>
                <a:cubicBezTo>
                  <a:pt x="2560259" y="567756"/>
                  <a:pt x="2560259" y="567756"/>
                  <a:pt x="2560259" y="567756"/>
                </a:cubicBezTo>
                <a:cubicBezTo>
                  <a:pt x="2546036" y="383235"/>
                  <a:pt x="2546036" y="383235"/>
                  <a:pt x="2546036" y="383235"/>
                </a:cubicBezTo>
                <a:lnTo>
                  <a:pt x="2553148" y="390332"/>
                </a:lnTo>
                <a:close/>
                <a:moveTo>
                  <a:pt x="2631378" y="475496"/>
                </a:moveTo>
                <a:cubicBezTo>
                  <a:pt x="2823398" y="589046"/>
                  <a:pt x="2823398" y="589046"/>
                  <a:pt x="2823398" y="589046"/>
                </a:cubicBezTo>
                <a:cubicBezTo>
                  <a:pt x="2823398" y="603240"/>
                  <a:pt x="2823398" y="603240"/>
                  <a:pt x="2823398" y="603240"/>
                </a:cubicBezTo>
                <a:cubicBezTo>
                  <a:pt x="2631378" y="510981"/>
                  <a:pt x="2631378" y="510981"/>
                  <a:pt x="2631378" y="510981"/>
                </a:cubicBezTo>
                <a:lnTo>
                  <a:pt x="2631378" y="475496"/>
                </a:lnTo>
                <a:close/>
                <a:moveTo>
                  <a:pt x="2922963" y="631628"/>
                </a:moveTo>
                <a:cubicBezTo>
                  <a:pt x="2930075" y="660016"/>
                  <a:pt x="2930075" y="660016"/>
                  <a:pt x="2930075" y="660016"/>
                </a:cubicBezTo>
                <a:cubicBezTo>
                  <a:pt x="2716720" y="702598"/>
                  <a:pt x="2716720" y="702598"/>
                  <a:pt x="2716720" y="702598"/>
                </a:cubicBezTo>
                <a:cubicBezTo>
                  <a:pt x="2688272" y="688403"/>
                  <a:pt x="2688272" y="688403"/>
                  <a:pt x="2688272" y="688403"/>
                </a:cubicBezTo>
                <a:lnTo>
                  <a:pt x="2922963" y="631628"/>
                </a:lnTo>
                <a:close/>
                <a:moveTo>
                  <a:pt x="3065200" y="674210"/>
                </a:moveTo>
                <a:cubicBezTo>
                  <a:pt x="2866069" y="922603"/>
                  <a:pt x="2866069" y="922603"/>
                  <a:pt x="2866069" y="922603"/>
                </a:cubicBezTo>
                <a:cubicBezTo>
                  <a:pt x="2844733" y="901313"/>
                  <a:pt x="2844733" y="901313"/>
                  <a:pt x="2844733" y="901313"/>
                </a:cubicBezTo>
                <a:cubicBezTo>
                  <a:pt x="3043864" y="645822"/>
                  <a:pt x="3043864" y="645822"/>
                  <a:pt x="3043864" y="645822"/>
                </a:cubicBezTo>
                <a:lnTo>
                  <a:pt x="3065200" y="674210"/>
                </a:lnTo>
                <a:close/>
                <a:moveTo>
                  <a:pt x="3178989" y="695500"/>
                </a:moveTo>
                <a:cubicBezTo>
                  <a:pt x="3072312" y="1021960"/>
                  <a:pt x="3072312" y="1021960"/>
                  <a:pt x="3072312" y="1021960"/>
                </a:cubicBezTo>
                <a:cubicBezTo>
                  <a:pt x="3058088" y="1014863"/>
                  <a:pt x="3058088" y="1014863"/>
                  <a:pt x="3058088" y="1014863"/>
                </a:cubicBezTo>
                <a:cubicBezTo>
                  <a:pt x="3164765" y="681307"/>
                  <a:pt x="3164765" y="681307"/>
                  <a:pt x="3164765" y="681307"/>
                </a:cubicBezTo>
                <a:lnTo>
                  <a:pt x="3178989" y="695500"/>
                </a:lnTo>
                <a:close/>
                <a:moveTo>
                  <a:pt x="3278555" y="674210"/>
                </a:moveTo>
                <a:cubicBezTo>
                  <a:pt x="3292779" y="674210"/>
                  <a:pt x="3292779" y="674210"/>
                  <a:pt x="3292779" y="674210"/>
                </a:cubicBezTo>
                <a:cubicBezTo>
                  <a:pt x="3292779" y="1100027"/>
                  <a:pt x="3292779" y="1100027"/>
                  <a:pt x="3292779" y="1100027"/>
                </a:cubicBezTo>
                <a:cubicBezTo>
                  <a:pt x="3278555" y="1100027"/>
                  <a:pt x="3278555" y="1100027"/>
                  <a:pt x="3278555" y="1100027"/>
                </a:cubicBezTo>
                <a:lnTo>
                  <a:pt x="3278555" y="674210"/>
                </a:lnTo>
                <a:close/>
                <a:moveTo>
                  <a:pt x="1472150" y="2029727"/>
                </a:moveTo>
                <a:cubicBezTo>
                  <a:pt x="1543267" y="2029727"/>
                  <a:pt x="1543267" y="2029727"/>
                  <a:pt x="1543267" y="2029727"/>
                </a:cubicBezTo>
                <a:cubicBezTo>
                  <a:pt x="1543267" y="2178762"/>
                  <a:pt x="1543267" y="2178762"/>
                  <a:pt x="1543267" y="2178762"/>
                </a:cubicBezTo>
                <a:cubicBezTo>
                  <a:pt x="1472150" y="2178762"/>
                  <a:pt x="1472150" y="2178762"/>
                  <a:pt x="1472150" y="2178762"/>
                </a:cubicBezTo>
                <a:lnTo>
                  <a:pt x="1472150" y="2029727"/>
                </a:lnTo>
                <a:close/>
                <a:moveTo>
                  <a:pt x="1578827" y="1980048"/>
                </a:moveTo>
                <a:cubicBezTo>
                  <a:pt x="1607274" y="1958758"/>
                  <a:pt x="1607274" y="1958758"/>
                  <a:pt x="1607274" y="1958758"/>
                </a:cubicBezTo>
                <a:cubicBezTo>
                  <a:pt x="1607274" y="2207151"/>
                  <a:pt x="1607274" y="2207151"/>
                  <a:pt x="1607274" y="2207151"/>
                </a:cubicBezTo>
                <a:cubicBezTo>
                  <a:pt x="1578827" y="2192956"/>
                  <a:pt x="1578827" y="2192956"/>
                  <a:pt x="1578827" y="2192956"/>
                </a:cubicBezTo>
                <a:lnTo>
                  <a:pt x="1578827" y="1980048"/>
                </a:lnTo>
                <a:close/>
                <a:moveTo>
                  <a:pt x="2453582" y="1845206"/>
                </a:moveTo>
                <a:cubicBezTo>
                  <a:pt x="2453582" y="1674880"/>
                  <a:pt x="2453582" y="1674880"/>
                  <a:pt x="2453582" y="1674880"/>
                </a:cubicBezTo>
                <a:cubicBezTo>
                  <a:pt x="2474918" y="1674880"/>
                  <a:pt x="2474918" y="1674880"/>
                  <a:pt x="2474918" y="1674880"/>
                </a:cubicBezTo>
                <a:cubicBezTo>
                  <a:pt x="2489142" y="1823916"/>
                  <a:pt x="2489142" y="1823916"/>
                  <a:pt x="2489142" y="1823916"/>
                </a:cubicBezTo>
                <a:cubicBezTo>
                  <a:pt x="2595819" y="2022630"/>
                  <a:pt x="2595819" y="2022630"/>
                  <a:pt x="2595819" y="2022630"/>
                </a:cubicBezTo>
                <a:lnTo>
                  <a:pt x="2453582" y="1845206"/>
                </a:lnTo>
                <a:close/>
                <a:moveTo>
                  <a:pt x="2823398" y="1362613"/>
                </a:moveTo>
                <a:cubicBezTo>
                  <a:pt x="2823398" y="1291645"/>
                  <a:pt x="2823398" y="1291645"/>
                  <a:pt x="2823398" y="1291645"/>
                </a:cubicBezTo>
                <a:cubicBezTo>
                  <a:pt x="2851845" y="1291645"/>
                  <a:pt x="2851845" y="1291645"/>
                  <a:pt x="2851845" y="1291645"/>
                </a:cubicBezTo>
                <a:cubicBezTo>
                  <a:pt x="2908739" y="1348420"/>
                  <a:pt x="2908739" y="1348420"/>
                  <a:pt x="2908739" y="1348420"/>
                </a:cubicBezTo>
                <a:cubicBezTo>
                  <a:pt x="2894515" y="1447777"/>
                  <a:pt x="2894515" y="1447777"/>
                  <a:pt x="2894515" y="1447777"/>
                </a:cubicBezTo>
                <a:cubicBezTo>
                  <a:pt x="2830509" y="1490359"/>
                  <a:pt x="2830509" y="1490359"/>
                  <a:pt x="2830509" y="1490359"/>
                </a:cubicBezTo>
                <a:cubicBezTo>
                  <a:pt x="2809174" y="1490359"/>
                  <a:pt x="2809174" y="1490359"/>
                  <a:pt x="2809174" y="1490359"/>
                </a:cubicBezTo>
                <a:cubicBezTo>
                  <a:pt x="2809174" y="1440680"/>
                  <a:pt x="2809174" y="1440680"/>
                  <a:pt x="2809174" y="1440680"/>
                </a:cubicBezTo>
                <a:cubicBezTo>
                  <a:pt x="2844733" y="1440680"/>
                  <a:pt x="2844733" y="1440680"/>
                  <a:pt x="2844733" y="1440680"/>
                </a:cubicBezTo>
                <a:cubicBezTo>
                  <a:pt x="2844733" y="1426487"/>
                  <a:pt x="2844733" y="1426487"/>
                  <a:pt x="2844733" y="1426487"/>
                </a:cubicBezTo>
                <a:cubicBezTo>
                  <a:pt x="2809174" y="1426487"/>
                  <a:pt x="2809174" y="1426487"/>
                  <a:pt x="2809174" y="1426487"/>
                </a:cubicBezTo>
                <a:cubicBezTo>
                  <a:pt x="2809174" y="1362613"/>
                  <a:pt x="2809174" y="1362613"/>
                  <a:pt x="2809174" y="1362613"/>
                </a:cubicBezTo>
                <a:lnTo>
                  <a:pt x="2823398" y="1362613"/>
                </a:lnTo>
                <a:close/>
                <a:moveTo>
                  <a:pt x="2894515" y="1554231"/>
                </a:moveTo>
                <a:cubicBezTo>
                  <a:pt x="2851845" y="1554231"/>
                  <a:pt x="2851845" y="1554231"/>
                  <a:pt x="2851845" y="1554231"/>
                </a:cubicBezTo>
                <a:cubicBezTo>
                  <a:pt x="2851845" y="1504552"/>
                  <a:pt x="2851845" y="1504552"/>
                  <a:pt x="2851845" y="1504552"/>
                </a:cubicBezTo>
                <a:cubicBezTo>
                  <a:pt x="2930075" y="1461971"/>
                  <a:pt x="2930075" y="1461971"/>
                  <a:pt x="2930075" y="1461971"/>
                </a:cubicBezTo>
                <a:lnTo>
                  <a:pt x="2894515" y="1554231"/>
                </a:lnTo>
                <a:close/>
                <a:moveTo>
                  <a:pt x="2937186" y="3527182"/>
                </a:moveTo>
                <a:cubicBezTo>
                  <a:pt x="3029641" y="3037493"/>
                  <a:pt x="3029641" y="3037493"/>
                  <a:pt x="3029641" y="3037493"/>
                </a:cubicBezTo>
                <a:cubicBezTo>
                  <a:pt x="3008305" y="2860069"/>
                  <a:pt x="3008305" y="2860069"/>
                  <a:pt x="3008305" y="2860069"/>
                </a:cubicBezTo>
                <a:cubicBezTo>
                  <a:pt x="2930075" y="3200723"/>
                  <a:pt x="2930075" y="3200723"/>
                  <a:pt x="2930075" y="3200723"/>
                </a:cubicBezTo>
                <a:cubicBezTo>
                  <a:pt x="2887403" y="3200723"/>
                  <a:pt x="2887403" y="3200723"/>
                  <a:pt x="2887403" y="3200723"/>
                </a:cubicBezTo>
                <a:cubicBezTo>
                  <a:pt x="2887403" y="2895554"/>
                  <a:pt x="2887403" y="2895554"/>
                  <a:pt x="2887403" y="2895554"/>
                </a:cubicBezTo>
                <a:cubicBezTo>
                  <a:pt x="3015417" y="2803294"/>
                  <a:pt x="3015417" y="2803294"/>
                  <a:pt x="3015417" y="2803294"/>
                </a:cubicBezTo>
                <a:cubicBezTo>
                  <a:pt x="3079424" y="2271023"/>
                  <a:pt x="3079424" y="2271023"/>
                  <a:pt x="3079424" y="2271023"/>
                </a:cubicBezTo>
                <a:cubicBezTo>
                  <a:pt x="2830509" y="2838779"/>
                  <a:pt x="2830509" y="2838779"/>
                  <a:pt x="2830509" y="2838779"/>
                </a:cubicBezTo>
                <a:cubicBezTo>
                  <a:pt x="2809174" y="2838779"/>
                  <a:pt x="2809174" y="2838779"/>
                  <a:pt x="2809174" y="2838779"/>
                </a:cubicBezTo>
                <a:cubicBezTo>
                  <a:pt x="2809174" y="2491029"/>
                  <a:pt x="2809174" y="2491029"/>
                  <a:pt x="2809174" y="2491029"/>
                </a:cubicBezTo>
                <a:cubicBezTo>
                  <a:pt x="2887403" y="2271023"/>
                  <a:pt x="2887403" y="2271023"/>
                  <a:pt x="2887403" y="2271023"/>
                </a:cubicBezTo>
                <a:cubicBezTo>
                  <a:pt x="2738055" y="2143277"/>
                  <a:pt x="2738055" y="2143277"/>
                  <a:pt x="2738055" y="2143277"/>
                </a:cubicBezTo>
                <a:cubicBezTo>
                  <a:pt x="2887403" y="1987145"/>
                  <a:pt x="2887403" y="1987145"/>
                  <a:pt x="2887403" y="1987145"/>
                </a:cubicBezTo>
                <a:cubicBezTo>
                  <a:pt x="2937186" y="2015533"/>
                  <a:pt x="2937186" y="2015533"/>
                  <a:pt x="2937186" y="2015533"/>
                </a:cubicBezTo>
                <a:cubicBezTo>
                  <a:pt x="2873181" y="2136181"/>
                  <a:pt x="2873181" y="2136181"/>
                  <a:pt x="2873181" y="2136181"/>
                </a:cubicBezTo>
                <a:cubicBezTo>
                  <a:pt x="3022529" y="2263926"/>
                  <a:pt x="3022529" y="2263926"/>
                  <a:pt x="3022529" y="2263926"/>
                </a:cubicBezTo>
                <a:cubicBezTo>
                  <a:pt x="3242996" y="2100697"/>
                  <a:pt x="3242996" y="2100697"/>
                  <a:pt x="3242996" y="2100697"/>
                </a:cubicBezTo>
                <a:cubicBezTo>
                  <a:pt x="3399456" y="1547134"/>
                  <a:pt x="3399456" y="1547134"/>
                  <a:pt x="3399456" y="1547134"/>
                </a:cubicBezTo>
                <a:cubicBezTo>
                  <a:pt x="3335449" y="1305838"/>
                  <a:pt x="3335449" y="1305838"/>
                  <a:pt x="3335449" y="1305838"/>
                </a:cubicBezTo>
                <a:cubicBezTo>
                  <a:pt x="3427903" y="1227771"/>
                  <a:pt x="3427903" y="1227771"/>
                  <a:pt x="3427903" y="1227771"/>
                </a:cubicBezTo>
                <a:cubicBezTo>
                  <a:pt x="3456351" y="1185191"/>
                  <a:pt x="3456351" y="1185191"/>
                  <a:pt x="3456351" y="1185191"/>
                </a:cubicBezTo>
                <a:cubicBezTo>
                  <a:pt x="3449239" y="1185191"/>
                  <a:pt x="3449239" y="1185191"/>
                  <a:pt x="3449239" y="1185191"/>
                </a:cubicBezTo>
                <a:cubicBezTo>
                  <a:pt x="3449239" y="1185191"/>
                  <a:pt x="3449239" y="1185191"/>
                  <a:pt x="3449239" y="1185191"/>
                </a:cubicBezTo>
                <a:cubicBezTo>
                  <a:pt x="3285667" y="1249063"/>
                  <a:pt x="3285667" y="1249063"/>
                  <a:pt x="3285667" y="1249063"/>
                </a:cubicBezTo>
                <a:cubicBezTo>
                  <a:pt x="3250108" y="1603910"/>
                  <a:pt x="3250108" y="1603910"/>
                  <a:pt x="3250108" y="1603910"/>
                </a:cubicBezTo>
                <a:cubicBezTo>
                  <a:pt x="2965634" y="1618104"/>
                  <a:pt x="2965634" y="1618104"/>
                  <a:pt x="2965634" y="1618104"/>
                </a:cubicBezTo>
                <a:cubicBezTo>
                  <a:pt x="3271443" y="1653588"/>
                  <a:pt x="3271443" y="1653588"/>
                  <a:pt x="3271443" y="1653588"/>
                </a:cubicBezTo>
                <a:cubicBezTo>
                  <a:pt x="2958522" y="1703267"/>
                  <a:pt x="2958522" y="1703267"/>
                  <a:pt x="2958522" y="1703267"/>
                </a:cubicBezTo>
                <a:cubicBezTo>
                  <a:pt x="2994081" y="1809721"/>
                  <a:pt x="2994081" y="1809721"/>
                  <a:pt x="2994081" y="1809721"/>
                </a:cubicBezTo>
                <a:cubicBezTo>
                  <a:pt x="2937186" y="1880691"/>
                  <a:pt x="2937186" y="1880691"/>
                  <a:pt x="2937186" y="1880691"/>
                </a:cubicBezTo>
                <a:cubicBezTo>
                  <a:pt x="2802062" y="1823916"/>
                  <a:pt x="2802062" y="1823916"/>
                  <a:pt x="2802062" y="1823916"/>
                </a:cubicBezTo>
                <a:cubicBezTo>
                  <a:pt x="2681160" y="1887788"/>
                  <a:pt x="2681160" y="1887788"/>
                  <a:pt x="2681160" y="1887788"/>
                </a:cubicBezTo>
                <a:cubicBezTo>
                  <a:pt x="2617154" y="1816819"/>
                  <a:pt x="2617154" y="1816819"/>
                  <a:pt x="2617154" y="1816819"/>
                </a:cubicBezTo>
                <a:cubicBezTo>
                  <a:pt x="2695384" y="1575523"/>
                  <a:pt x="2695384" y="1575523"/>
                  <a:pt x="2695384" y="1575523"/>
                </a:cubicBezTo>
                <a:cubicBezTo>
                  <a:pt x="2730943" y="1575523"/>
                  <a:pt x="2730943" y="1575523"/>
                  <a:pt x="2730943" y="1575523"/>
                </a:cubicBezTo>
                <a:cubicBezTo>
                  <a:pt x="2752279" y="1781334"/>
                  <a:pt x="2752279" y="1781334"/>
                  <a:pt x="2752279" y="1781334"/>
                </a:cubicBezTo>
                <a:cubicBezTo>
                  <a:pt x="2802062" y="1632298"/>
                  <a:pt x="2802062" y="1632298"/>
                  <a:pt x="2802062" y="1632298"/>
                </a:cubicBezTo>
                <a:cubicBezTo>
                  <a:pt x="2922963" y="1639395"/>
                  <a:pt x="2922963" y="1639395"/>
                  <a:pt x="2922963" y="1639395"/>
                </a:cubicBezTo>
                <a:cubicBezTo>
                  <a:pt x="2873181" y="1618104"/>
                  <a:pt x="2873181" y="1618104"/>
                  <a:pt x="2873181" y="1618104"/>
                </a:cubicBezTo>
                <a:cubicBezTo>
                  <a:pt x="2951410" y="1611006"/>
                  <a:pt x="2951410" y="1611006"/>
                  <a:pt x="2951410" y="1611006"/>
                </a:cubicBezTo>
                <a:cubicBezTo>
                  <a:pt x="2930075" y="1561328"/>
                  <a:pt x="2930075" y="1561328"/>
                  <a:pt x="2930075" y="1561328"/>
                </a:cubicBezTo>
                <a:cubicBezTo>
                  <a:pt x="2972746" y="1490359"/>
                  <a:pt x="2972746" y="1490359"/>
                  <a:pt x="2972746" y="1490359"/>
                </a:cubicBezTo>
                <a:cubicBezTo>
                  <a:pt x="2994081" y="1334226"/>
                  <a:pt x="2994081" y="1334226"/>
                  <a:pt x="2994081" y="1334226"/>
                </a:cubicBezTo>
                <a:cubicBezTo>
                  <a:pt x="2887403" y="1241966"/>
                  <a:pt x="2887403" y="1241966"/>
                  <a:pt x="2887403" y="1241966"/>
                </a:cubicBezTo>
                <a:cubicBezTo>
                  <a:pt x="2802062" y="1249063"/>
                  <a:pt x="2802062" y="1249063"/>
                  <a:pt x="2802062" y="1249063"/>
                </a:cubicBezTo>
                <a:cubicBezTo>
                  <a:pt x="2730943" y="1305838"/>
                  <a:pt x="2730943" y="1305838"/>
                  <a:pt x="2730943" y="1305838"/>
                </a:cubicBezTo>
                <a:cubicBezTo>
                  <a:pt x="2709608" y="865828"/>
                  <a:pt x="2709608" y="865828"/>
                  <a:pt x="2709608" y="865828"/>
                </a:cubicBezTo>
                <a:cubicBezTo>
                  <a:pt x="2688272" y="837439"/>
                  <a:pt x="2688272" y="837439"/>
                  <a:pt x="2688272" y="837439"/>
                </a:cubicBezTo>
                <a:cubicBezTo>
                  <a:pt x="2666936" y="1568425"/>
                  <a:pt x="2666936" y="1568425"/>
                  <a:pt x="2666936" y="1568425"/>
                </a:cubicBezTo>
                <a:cubicBezTo>
                  <a:pt x="2610043" y="1653588"/>
                  <a:pt x="2610043" y="1653588"/>
                  <a:pt x="2610043" y="1653588"/>
                </a:cubicBezTo>
                <a:cubicBezTo>
                  <a:pt x="2610043" y="1653588"/>
                  <a:pt x="2602931" y="1646492"/>
                  <a:pt x="2588707" y="1596813"/>
                </a:cubicBezTo>
                <a:cubicBezTo>
                  <a:pt x="2574483" y="1547134"/>
                  <a:pt x="2595819" y="1419389"/>
                  <a:pt x="2595819" y="1419389"/>
                </a:cubicBezTo>
                <a:cubicBezTo>
                  <a:pt x="2652714" y="851634"/>
                  <a:pt x="2652714" y="851634"/>
                  <a:pt x="2652714" y="851634"/>
                </a:cubicBezTo>
                <a:cubicBezTo>
                  <a:pt x="2610043" y="901313"/>
                  <a:pt x="2610043" y="901313"/>
                  <a:pt x="2610043" y="901313"/>
                </a:cubicBezTo>
                <a:cubicBezTo>
                  <a:pt x="2581595" y="1249063"/>
                  <a:pt x="2581595" y="1249063"/>
                  <a:pt x="2581595" y="1249063"/>
                </a:cubicBezTo>
                <a:cubicBezTo>
                  <a:pt x="2453582" y="1341323"/>
                  <a:pt x="2453582" y="1341323"/>
                  <a:pt x="2453582" y="1341323"/>
                </a:cubicBezTo>
                <a:cubicBezTo>
                  <a:pt x="2418023" y="1525844"/>
                  <a:pt x="2418023" y="1525844"/>
                  <a:pt x="2418023" y="1525844"/>
                </a:cubicBezTo>
                <a:cubicBezTo>
                  <a:pt x="2467806" y="1383905"/>
                  <a:pt x="2467806" y="1383905"/>
                  <a:pt x="2467806" y="1383905"/>
                </a:cubicBezTo>
                <a:cubicBezTo>
                  <a:pt x="2567371" y="1334226"/>
                  <a:pt x="2567371" y="1334226"/>
                  <a:pt x="2567371" y="1334226"/>
                </a:cubicBezTo>
                <a:cubicBezTo>
                  <a:pt x="2553148" y="1426487"/>
                  <a:pt x="2553148" y="1426487"/>
                  <a:pt x="2553148" y="1426487"/>
                </a:cubicBezTo>
                <a:cubicBezTo>
                  <a:pt x="2489142" y="1469067"/>
                  <a:pt x="2489142" y="1469067"/>
                  <a:pt x="2489142" y="1469067"/>
                </a:cubicBezTo>
                <a:cubicBezTo>
                  <a:pt x="2361128" y="1632298"/>
                  <a:pt x="2361128" y="1632298"/>
                  <a:pt x="2361128" y="1632298"/>
                </a:cubicBezTo>
                <a:cubicBezTo>
                  <a:pt x="2346904" y="1916176"/>
                  <a:pt x="2346904" y="1916176"/>
                  <a:pt x="2346904" y="1916176"/>
                </a:cubicBezTo>
                <a:cubicBezTo>
                  <a:pt x="2631378" y="2157472"/>
                  <a:pt x="2631378" y="2157472"/>
                  <a:pt x="2631378" y="2157472"/>
                </a:cubicBezTo>
                <a:cubicBezTo>
                  <a:pt x="2567371" y="2320701"/>
                  <a:pt x="2567371" y="2320701"/>
                  <a:pt x="2567371" y="2320701"/>
                </a:cubicBezTo>
                <a:cubicBezTo>
                  <a:pt x="2802062" y="2491029"/>
                  <a:pt x="2802062" y="2491029"/>
                  <a:pt x="2802062" y="2491029"/>
                </a:cubicBezTo>
                <a:cubicBezTo>
                  <a:pt x="2752279" y="2526513"/>
                  <a:pt x="2752279" y="2526513"/>
                  <a:pt x="2752279" y="2526513"/>
                </a:cubicBezTo>
                <a:cubicBezTo>
                  <a:pt x="2489142" y="2391672"/>
                  <a:pt x="2489142" y="2391672"/>
                  <a:pt x="2489142" y="2391672"/>
                </a:cubicBezTo>
                <a:cubicBezTo>
                  <a:pt x="2567371" y="2320701"/>
                  <a:pt x="2567371" y="2320701"/>
                  <a:pt x="2567371" y="2320701"/>
                </a:cubicBezTo>
                <a:cubicBezTo>
                  <a:pt x="2062432" y="2256829"/>
                  <a:pt x="2062432" y="2256829"/>
                  <a:pt x="2062432" y="2256829"/>
                </a:cubicBezTo>
                <a:cubicBezTo>
                  <a:pt x="1799294" y="2384574"/>
                  <a:pt x="1799294" y="2384574"/>
                  <a:pt x="1799294" y="2384574"/>
                </a:cubicBezTo>
                <a:cubicBezTo>
                  <a:pt x="1799294" y="2483931"/>
                  <a:pt x="1799294" y="2483931"/>
                  <a:pt x="1799294" y="2483931"/>
                </a:cubicBezTo>
                <a:cubicBezTo>
                  <a:pt x="1799294" y="2604580"/>
                  <a:pt x="1799294" y="2604580"/>
                  <a:pt x="1799294" y="2604580"/>
                </a:cubicBezTo>
                <a:cubicBezTo>
                  <a:pt x="1628610" y="2604580"/>
                  <a:pt x="1628610" y="2604580"/>
                  <a:pt x="1628610" y="2604580"/>
                </a:cubicBezTo>
                <a:cubicBezTo>
                  <a:pt x="1564603" y="2491029"/>
                  <a:pt x="1564603" y="2491029"/>
                  <a:pt x="1564603" y="2491029"/>
                </a:cubicBezTo>
                <a:cubicBezTo>
                  <a:pt x="1472150" y="2491029"/>
                  <a:pt x="1472150" y="2491029"/>
                  <a:pt x="1472150" y="2491029"/>
                </a:cubicBezTo>
                <a:cubicBezTo>
                  <a:pt x="1472150" y="2313605"/>
                  <a:pt x="1472150" y="2313605"/>
                  <a:pt x="1472150" y="2313605"/>
                </a:cubicBezTo>
                <a:cubicBezTo>
                  <a:pt x="1614386" y="2313605"/>
                  <a:pt x="1614386" y="2313605"/>
                  <a:pt x="1614386" y="2313605"/>
                </a:cubicBezTo>
                <a:cubicBezTo>
                  <a:pt x="1614386" y="2313605"/>
                  <a:pt x="1614386" y="2313605"/>
                  <a:pt x="1614386" y="2313605"/>
                </a:cubicBezTo>
                <a:cubicBezTo>
                  <a:pt x="1649945" y="2313605"/>
                  <a:pt x="1671281" y="2292313"/>
                  <a:pt x="1671281" y="2256829"/>
                </a:cubicBezTo>
                <a:cubicBezTo>
                  <a:pt x="1671281" y="2256829"/>
                  <a:pt x="1671281" y="2256829"/>
                  <a:pt x="1671281" y="2256829"/>
                </a:cubicBezTo>
                <a:cubicBezTo>
                  <a:pt x="1671281" y="2235538"/>
                  <a:pt x="1671281" y="2235538"/>
                  <a:pt x="1671281" y="2235538"/>
                </a:cubicBezTo>
                <a:cubicBezTo>
                  <a:pt x="1678393" y="2235538"/>
                  <a:pt x="1678393" y="2235538"/>
                  <a:pt x="1678393" y="2235538"/>
                </a:cubicBezTo>
                <a:cubicBezTo>
                  <a:pt x="1678393" y="2029727"/>
                  <a:pt x="1678393" y="2029727"/>
                  <a:pt x="1678393" y="2029727"/>
                </a:cubicBezTo>
                <a:cubicBezTo>
                  <a:pt x="1678393" y="2029727"/>
                  <a:pt x="1678393" y="2029727"/>
                  <a:pt x="1678393" y="2029727"/>
                </a:cubicBezTo>
                <a:cubicBezTo>
                  <a:pt x="1678393" y="1951660"/>
                  <a:pt x="1678393" y="1951660"/>
                  <a:pt x="1678393" y="1951660"/>
                </a:cubicBezTo>
                <a:cubicBezTo>
                  <a:pt x="1678393" y="1951660"/>
                  <a:pt x="1678393" y="1951660"/>
                  <a:pt x="1678393" y="1944563"/>
                </a:cubicBezTo>
                <a:cubicBezTo>
                  <a:pt x="1678393" y="1916176"/>
                  <a:pt x="1649945" y="1887788"/>
                  <a:pt x="1621498" y="1887788"/>
                </a:cubicBezTo>
                <a:cubicBezTo>
                  <a:pt x="1614386" y="1887788"/>
                  <a:pt x="1614386" y="1887788"/>
                  <a:pt x="1614386" y="1887788"/>
                </a:cubicBezTo>
                <a:cubicBezTo>
                  <a:pt x="1472150" y="1887788"/>
                  <a:pt x="1472150" y="1887788"/>
                  <a:pt x="1472150" y="1887788"/>
                </a:cubicBezTo>
                <a:cubicBezTo>
                  <a:pt x="1472150" y="1213578"/>
                  <a:pt x="1472150" y="1213578"/>
                  <a:pt x="1472150" y="1213578"/>
                </a:cubicBezTo>
                <a:cubicBezTo>
                  <a:pt x="1457926" y="1213578"/>
                  <a:pt x="1457926" y="1213578"/>
                  <a:pt x="1457926" y="1213578"/>
                </a:cubicBezTo>
                <a:cubicBezTo>
                  <a:pt x="1457926" y="979378"/>
                  <a:pt x="1457926" y="979378"/>
                  <a:pt x="1457926" y="979378"/>
                </a:cubicBezTo>
                <a:cubicBezTo>
                  <a:pt x="1465038" y="972282"/>
                  <a:pt x="1479262" y="972282"/>
                  <a:pt x="1486372" y="972282"/>
                </a:cubicBezTo>
                <a:cubicBezTo>
                  <a:pt x="1571715" y="1192287"/>
                  <a:pt x="1571715" y="1192287"/>
                  <a:pt x="1571715" y="1192287"/>
                </a:cubicBezTo>
                <a:cubicBezTo>
                  <a:pt x="1557491" y="1199384"/>
                  <a:pt x="1557491" y="1199384"/>
                  <a:pt x="1557491" y="1199384"/>
                </a:cubicBezTo>
                <a:cubicBezTo>
                  <a:pt x="1557491" y="1199384"/>
                  <a:pt x="1557491" y="1199384"/>
                  <a:pt x="1557491" y="1199384"/>
                </a:cubicBezTo>
                <a:cubicBezTo>
                  <a:pt x="1564603" y="1227771"/>
                  <a:pt x="1564603" y="1227771"/>
                  <a:pt x="1564603" y="1227771"/>
                </a:cubicBezTo>
                <a:cubicBezTo>
                  <a:pt x="1699727" y="1178093"/>
                  <a:pt x="1699727" y="1178093"/>
                  <a:pt x="1699727" y="1178093"/>
                </a:cubicBezTo>
                <a:cubicBezTo>
                  <a:pt x="1685505" y="1149706"/>
                  <a:pt x="1685505" y="1149706"/>
                  <a:pt x="1685505" y="1149706"/>
                </a:cubicBezTo>
                <a:cubicBezTo>
                  <a:pt x="1671281" y="1156802"/>
                  <a:pt x="1671281" y="1156802"/>
                  <a:pt x="1671281" y="1156802"/>
                </a:cubicBezTo>
                <a:cubicBezTo>
                  <a:pt x="1585939" y="929700"/>
                  <a:pt x="1585939" y="929700"/>
                  <a:pt x="1585939" y="929700"/>
                </a:cubicBezTo>
                <a:cubicBezTo>
                  <a:pt x="1593050" y="922603"/>
                  <a:pt x="1600162" y="915506"/>
                  <a:pt x="1607274" y="915506"/>
                </a:cubicBezTo>
                <a:cubicBezTo>
                  <a:pt x="1777958" y="1085832"/>
                  <a:pt x="1777958" y="1085832"/>
                  <a:pt x="1777958" y="1085832"/>
                </a:cubicBezTo>
                <a:cubicBezTo>
                  <a:pt x="1770846" y="1100027"/>
                  <a:pt x="1770846" y="1100027"/>
                  <a:pt x="1770846" y="1100027"/>
                </a:cubicBezTo>
                <a:cubicBezTo>
                  <a:pt x="1770846" y="1100027"/>
                  <a:pt x="1770846" y="1100027"/>
                  <a:pt x="1770846" y="1100027"/>
                </a:cubicBezTo>
                <a:cubicBezTo>
                  <a:pt x="1792182" y="1121317"/>
                  <a:pt x="1792182" y="1121317"/>
                  <a:pt x="1792182" y="1121317"/>
                </a:cubicBezTo>
                <a:cubicBezTo>
                  <a:pt x="1884636" y="1021960"/>
                  <a:pt x="1884636" y="1021960"/>
                  <a:pt x="1884636" y="1021960"/>
                </a:cubicBezTo>
                <a:cubicBezTo>
                  <a:pt x="1863300" y="1000670"/>
                  <a:pt x="1863300" y="1000670"/>
                  <a:pt x="1863300" y="1000670"/>
                </a:cubicBezTo>
                <a:cubicBezTo>
                  <a:pt x="1856189" y="1007767"/>
                  <a:pt x="1856189" y="1007767"/>
                  <a:pt x="1856189" y="1007767"/>
                </a:cubicBezTo>
                <a:cubicBezTo>
                  <a:pt x="1678393" y="837439"/>
                  <a:pt x="1678393" y="837439"/>
                  <a:pt x="1678393" y="837439"/>
                </a:cubicBezTo>
                <a:cubicBezTo>
                  <a:pt x="1685505" y="830343"/>
                  <a:pt x="1685505" y="823246"/>
                  <a:pt x="1692617" y="816149"/>
                </a:cubicBezTo>
                <a:cubicBezTo>
                  <a:pt x="1927306" y="908409"/>
                  <a:pt x="1927306" y="908409"/>
                  <a:pt x="1927306" y="908409"/>
                </a:cubicBezTo>
                <a:cubicBezTo>
                  <a:pt x="1920194" y="922603"/>
                  <a:pt x="1920194" y="922603"/>
                  <a:pt x="1920194" y="922603"/>
                </a:cubicBezTo>
                <a:cubicBezTo>
                  <a:pt x="1920194" y="922603"/>
                  <a:pt x="1920194" y="922603"/>
                  <a:pt x="1920194" y="922603"/>
                </a:cubicBezTo>
                <a:cubicBezTo>
                  <a:pt x="1948642" y="936796"/>
                  <a:pt x="1948642" y="936796"/>
                  <a:pt x="1948642" y="936796"/>
                </a:cubicBezTo>
                <a:cubicBezTo>
                  <a:pt x="1998425" y="809052"/>
                  <a:pt x="1998425" y="809052"/>
                  <a:pt x="1998425" y="809052"/>
                </a:cubicBezTo>
                <a:cubicBezTo>
                  <a:pt x="1969977" y="794857"/>
                  <a:pt x="1969977" y="794857"/>
                  <a:pt x="1969977" y="794857"/>
                </a:cubicBezTo>
                <a:cubicBezTo>
                  <a:pt x="1969977" y="809052"/>
                  <a:pt x="1969977" y="809052"/>
                  <a:pt x="1969977" y="809052"/>
                </a:cubicBezTo>
                <a:cubicBezTo>
                  <a:pt x="1735287" y="716792"/>
                  <a:pt x="1735287" y="716792"/>
                  <a:pt x="1735287" y="716792"/>
                </a:cubicBezTo>
                <a:cubicBezTo>
                  <a:pt x="1735287" y="709695"/>
                  <a:pt x="1735287" y="702598"/>
                  <a:pt x="1735287" y="695500"/>
                </a:cubicBezTo>
                <a:cubicBezTo>
                  <a:pt x="1984201" y="695500"/>
                  <a:pt x="1984201" y="695500"/>
                  <a:pt x="1984201" y="695500"/>
                </a:cubicBezTo>
                <a:cubicBezTo>
                  <a:pt x="1984201" y="709695"/>
                  <a:pt x="1984201" y="709695"/>
                  <a:pt x="1984201" y="709695"/>
                </a:cubicBezTo>
                <a:cubicBezTo>
                  <a:pt x="2617154" y="709695"/>
                  <a:pt x="2617154" y="709695"/>
                  <a:pt x="2617154" y="709695"/>
                </a:cubicBezTo>
                <a:cubicBezTo>
                  <a:pt x="2624266" y="716792"/>
                  <a:pt x="2624266" y="730985"/>
                  <a:pt x="2631378" y="745179"/>
                </a:cubicBezTo>
                <a:cubicBezTo>
                  <a:pt x="2638490" y="773567"/>
                  <a:pt x="2659826" y="794857"/>
                  <a:pt x="2666936" y="794857"/>
                </a:cubicBezTo>
                <a:cubicBezTo>
                  <a:pt x="2666936" y="794857"/>
                  <a:pt x="2666936" y="794857"/>
                  <a:pt x="2666936" y="794857"/>
                </a:cubicBezTo>
                <a:cubicBezTo>
                  <a:pt x="2666936" y="794857"/>
                  <a:pt x="2666936" y="794857"/>
                  <a:pt x="2666936" y="794857"/>
                </a:cubicBezTo>
                <a:cubicBezTo>
                  <a:pt x="2887403" y="709695"/>
                  <a:pt x="2887403" y="709695"/>
                  <a:pt x="2887403" y="709695"/>
                </a:cubicBezTo>
                <a:cubicBezTo>
                  <a:pt x="2958522" y="709695"/>
                  <a:pt x="2958522" y="709695"/>
                  <a:pt x="2958522" y="709695"/>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794950" y="929700"/>
                  <a:pt x="2809174" y="950991"/>
                  <a:pt x="2837621" y="965185"/>
                </a:cubicBezTo>
                <a:cubicBezTo>
                  <a:pt x="2866069" y="986475"/>
                  <a:pt x="2887403" y="993573"/>
                  <a:pt x="2894515" y="986475"/>
                </a:cubicBezTo>
                <a:cubicBezTo>
                  <a:pt x="2894515" y="986475"/>
                  <a:pt x="2894515" y="986475"/>
                  <a:pt x="2894515" y="986475"/>
                </a:cubicBezTo>
                <a:cubicBezTo>
                  <a:pt x="3114982" y="709695"/>
                  <a:pt x="3114982" y="709695"/>
                  <a:pt x="3114982" y="709695"/>
                </a:cubicBezTo>
                <a:cubicBezTo>
                  <a:pt x="3122094" y="709695"/>
                  <a:pt x="3122094" y="709695"/>
                  <a:pt x="3122094" y="709695"/>
                </a:cubicBezTo>
                <a:cubicBezTo>
                  <a:pt x="3008305" y="1043252"/>
                  <a:pt x="3008305" y="1043252"/>
                  <a:pt x="3008305" y="1043252"/>
                </a:cubicBezTo>
                <a:cubicBezTo>
                  <a:pt x="3008305" y="1043252"/>
                  <a:pt x="3008305" y="1043252"/>
                  <a:pt x="3008305" y="1043252"/>
                </a:cubicBezTo>
                <a:cubicBezTo>
                  <a:pt x="3008305" y="1043252"/>
                  <a:pt x="3008305" y="1043252"/>
                  <a:pt x="3008305" y="1043252"/>
                </a:cubicBezTo>
                <a:cubicBezTo>
                  <a:pt x="3001193" y="1057445"/>
                  <a:pt x="3029641" y="1071639"/>
                  <a:pt x="3058088" y="1085832"/>
                </a:cubicBezTo>
                <a:cubicBezTo>
                  <a:pt x="3086536" y="1092930"/>
                  <a:pt x="3114982" y="1100027"/>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250108" y="709695"/>
                  <a:pt x="3250108" y="709695"/>
                  <a:pt x="3250108" y="709695"/>
                </a:cubicBezTo>
                <a:cubicBezTo>
                  <a:pt x="3250108" y="709695"/>
                  <a:pt x="3250108" y="709695"/>
                  <a:pt x="3250108" y="709695"/>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35512"/>
                  <a:pt x="3278555" y="1142609"/>
                  <a:pt x="3314113" y="1142609"/>
                </a:cubicBezTo>
                <a:cubicBezTo>
                  <a:pt x="3349673" y="1142609"/>
                  <a:pt x="3371008" y="1135512"/>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709695"/>
                  <a:pt x="3378120" y="709695"/>
                  <a:pt x="3378120" y="709695"/>
                </a:cubicBezTo>
                <a:cubicBezTo>
                  <a:pt x="3420791" y="709695"/>
                  <a:pt x="3420791" y="709695"/>
                  <a:pt x="3420791" y="709695"/>
                </a:cubicBezTo>
                <a:cubicBezTo>
                  <a:pt x="3420791" y="624531"/>
                  <a:pt x="3420791" y="624531"/>
                  <a:pt x="3420791" y="624531"/>
                </a:cubicBezTo>
                <a:cubicBezTo>
                  <a:pt x="2930075" y="624531"/>
                  <a:pt x="2930075" y="624531"/>
                  <a:pt x="2930075" y="624531"/>
                </a:cubicBezTo>
                <a:cubicBezTo>
                  <a:pt x="2930075" y="596143"/>
                  <a:pt x="2930075" y="596143"/>
                  <a:pt x="2930075" y="596143"/>
                </a:cubicBezTo>
                <a:cubicBezTo>
                  <a:pt x="3420791" y="596143"/>
                  <a:pt x="3420791" y="596143"/>
                  <a:pt x="3420791" y="596143"/>
                </a:cubicBezTo>
                <a:cubicBezTo>
                  <a:pt x="3420791" y="567756"/>
                  <a:pt x="3420791" y="567756"/>
                  <a:pt x="3420791" y="567756"/>
                </a:cubicBezTo>
                <a:cubicBezTo>
                  <a:pt x="3242996" y="567756"/>
                  <a:pt x="3242996" y="567756"/>
                  <a:pt x="3242996" y="567756"/>
                </a:cubicBezTo>
                <a:cubicBezTo>
                  <a:pt x="3242996" y="567756"/>
                  <a:pt x="3242996" y="567756"/>
                  <a:pt x="3242996" y="567756"/>
                </a:cubicBezTo>
                <a:cubicBezTo>
                  <a:pt x="2922963" y="567756"/>
                  <a:pt x="2922963" y="567756"/>
                  <a:pt x="2922963" y="567756"/>
                </a:cubicBezTo>
                <a:cubicBezTo>
                  <a:pt x="2873181" y="560659"/>
                  <a:pt x="2745167" y="532271"/>
                  <a:pt x="2659826" y="447107"/>
                </a:cubicBezTo>
                <a:cubicBezTo>
                  <a:pt x="2538924" y="326460"/>
                  <a:pt x="2538924" y="241296"/>
                  <a:pt x="2538924" y="241296"/>
                </a:cubicBezTo>
                <a:cubicBezTo>
                  <a:pt x="2517588" y="241296"/>
                  <a:pt x="2517588" y="241296"/>
                  <a:pt x="2517588" y="241296"/>
                </a:cubicBezTo>
                <a:cubicBezTo>
                  <a:pt x="2517588" y="567756"/>
                  <a:pt x="2517588" y="567756"/>
                  <a:pt x="2517588" y="567756"/>
                </a:cubicBezTo>
                <a:cubicBezTo>
                  <a:pt x="2489142" y="567756"/>
                  <a:pt x="2489142" y="567756"/>
                  <a:pt x="2489142" y="567756"/>
                </a:cubicBezTo>
                <a:cubicBezTo>
                  <a:pt x="2489142" y="241296"/>
                  <a:pt x="2489142" y="241296"/>
                  <a:pt x="2489142" y="241296"/>
                </a:cubicBezTo>
                <a:cubicBezTo>
                  <a:pt x="2446471" y="241296"/>
                  <a:pt x="2446471" y="241296"/>
                  <a:pt x="2446471" y="241296"/>
                </a:cubicBezTo>
                <a:cubicBezTo>
                  <a:pt x="2446471" y="567756"/>
                  <a:pt x="2446471" y="567756"/>
                  <a:pt x="2446471" y="567756"/>
                </a:cubicBezTo>
                <a:cubicBezTo>
                  <a:pt x="1984201" y="567756"/>
                  <a:pt x="1984201" y="567756"/>
                  <a:pt x="1984201" y="567756"/>
                </a:cubicBezTo>
                <a:cubicBezTo>
                  <a:pt x="1984201" y="581950"/>
                  <a:pt x="1984201" y="581950"/>
                  <a:pt x="1984201" y="581950"/>
                </a:cubicBezTo>
                <a:cubicBezTo>
                  <a:pt x="1735287" y="581950"/>
                  <a:pt x="1735287" y="581950"/>
                  <a:pt x="1735287" y="581950"/>
                </a:cubicBezTo>
                <a:cubicBezTo>
                  <a:pt x="1713951" y="440011"/>
                  <a:pt x="1600162" y="326460"/>
                  <a:pt x="1457926" y="305168"/>
                </a:cubicBezTo>
                <a:cubicBezTo>
                  <a:pt x="1457926" y="28388"/>
                  <a:pt x="1457926" y="28388"/>
                  <a:pt x="1457926" y="28388"/>
                </a:cubicBezTo>
                <a:cubicBezTo>
                  <a:pt x="1472150" y="28388"/>
                  <a:pt x="1472150" y="28388"/>
                  <a:pt x="1472150" y="28388"/>
                </a:cubicBezTo>
                <a:cubicBezTo>
                  <a:pt x="1472150" y="0"/>
                  <a:pt x="1472150" y="0"/>
                  <a:pt x="1472150" y="0"/>
                </a:cubicBezTo>
                <a:cubicBezTo>
                  <a:pt x="1329912" y="0"/>
                  <a:pt x="1329912" y="0"/>
                  <a:pt x="1329912" y="0"/>
                </a:cubicBezTo>
                <a:cubicBezTo>
                  <a:pt x="1329912" y="28388"/>
                  <a:pt x="1329912" y="28388"/>
                  <a:pt x="1329912" y="28388"/>
                </a:cubicBezTo>
                <a:cubicBezTo>
                  <a:pt x="1351248" y="28388"/>
                  <a:pt x="1351248" y="28388"/>
                  <a:pt x="1351248" y="28388"/>
                </a:cubicBezTo>
                <a:cubicBezTo>
                  <a:pt x="1351248" y="305168"/>
                  <a:pt x="1351248" y="305168"/>
                  <a:pt x="1351248" y="305168"/>
                </a:cubicBezTo>
                <a:cubicBezTo>
                  <a:pt x="1337024" y="305168"/>
                  <a:pt x="1329912" y="305168"/>
                  <a:pt x="1322800" y="305168"/>
                </a:cubicBezTo>
                <a:cubicBezTo>
                  <a:pt x="1216123" y="56775"/>
                  <a:pt x="1216123" y="56775"/>
                  <a:pt x="1216123" y="56775"/>
                </a:cubicBezTo>
                <a:cubicBezTo>
                  <a:pt x="1230347" y="49679"/>
                  <a:pt x="1230347" y="49679"/>
                  <a:pt x="1230347" y="49679"/>
                </a:cubicBezTo>
                <a:cubicBezTo>
                  <a:pt x="1230347" y="49679"/>
                  <a:pt x="1230347" y="49679"/>
                  <a:pt x="1230347" y="49679"/>
                </a:cubicBezTo>
                <a:cubicBezTo>
                  <a:pt x="1223235" y="21290"/>
                  <a:pt x="1223235" y="21290"/>
                  <a:pt x="1223235" y="21290"/>
                </a:cubicBezTo>
                <a:cubicBezTo>
                  <a:pt x="1095223" y="78067"/>
                  <a:pt x="1095223" y="78067"/>
                  <a:pt x="1095223" y="78067"/>
                </a:cubicBezTo>
                <a:cubicBezTo>
                  <a:pt x="1102335" y="106454"/>
                  <a:pt x="1102335" y="106454"/>
                  <a:pt x="1102335" y="106454"/>
                </a:cubicBezTo>
                <a:cubicBezTo>
                  <a:pt x="1116557" y="99357"/>
                  <a:pt x="1116557" y="99357"/>
                  <a:pt x="1116557" y="99357"/>
                </a:cubicBezTo>
                <a:cubicBezTo>
                  <a:pt x="1223235" y="347750"/>
                  <a:pt x="1223235" y="347750"/>
                  <a:pt x="1223235" y="347750"/>
                </a:cubicBezTo>
                <a:cubicBezTo>
                  <a:pt x="1216123" y="347750"/>
                  <a:pt x="1209012" y="354847"/>
                  <a:pt x="1201900" y="361944"/>
                </a:cubicBezTo>
                <a:cubicBezTo>
                  <a:pt x="1009880" y="170327"/>
                  <a:pt x="1009880" y="170327"/>
                  <a:pt x="1009880" y="170327"/>
                </a:cubicBezTo>
                <a:cubicBezTo>
                  <a:pt x="1024104" y="163229"/>
                  <a:pt x="1024104" y="163229"/>
                  <a:pt x="1024104" y="163229"/>
                </a:cubicBezTo>
                <a:cubicBezTo>
                  <a:pt x="1024104" y="163229"/>
                  <a:pt x="1024104" y="163229"/>
                  <a:pt x="1024104" y="163229"/>
                </a:cubicBezTo>
                <a:cubicBezTo>
                  <a:pt x="1002768" y="141939"/>
                  <a:pt x="1002768" y="141939"/>
                  <a:pt x="1002768" y="141939"/>
                </a:cubicBezTo>
                <a:cubicBezTo>
                  <a:pt x="903202" y="241296"/>
                  <a:pt x="903202" y="241296"/>
                  <a:pt x="903202" y="241296"/>
                </a:cubicBezTo>
                <a:cubicBezTo>
                  <a:pt x="924538" y="262586"/>
                  <a:pt x="924538" y="262586"/>
                  <a:pt x="924538" y="262586"/>
                </a:cubicBezTo>
                <a:cubicBezTo>
                  <a:pt x="938762" y="248393"/>
                  <a:pt x="938762" y="248393"/>
                  <a:pt x="938762" y="248393"/>
                </a:cubicBezTo>
                <a:cubicBezTo>
                  <a:pt x="1123669" y="432914"/>
                  <a:pt x="1123669" y="432914"/>
                  <a:pt x="1123669" y="432914"/>
                </a:cubicBezTo>
                <a:cubicBezTo>
                  <a:pt x="1116557" y="440011"/>
                  <a:pt x="1116557" y="447107"/>
                  <a:pt x="1109445" y="454204"/>
                </a:cubicBezTo>
                <a:cubicBezTo>
                  <a:pt x="867644" y="361944"/>
                  <a:pt x="867644" y="361944"/>
                  <a:pt x="867644" y="361944"/>
                </a:cubicBezTo>
                <a:cubicBezTo>
                  <a:pt x="874756" y="340653"/>
                  <a:pt x="874756" y="340653"/>
                  <a:pt x="874756" y="340653"/>
                </a:cubicBezTo>
                <a:cubicBezTo>
                  <a:pt x="874756" y="340653"/>
                  <a:pt x="874756" y="340653"/>
                  <a:pt x="874756" y="340653"/>
                </a:cubicBezTo>
                <a:cubicBezTo>
                  <a:pt x="846308" y="333557"/>
                  <a:pt x="846308" y="333557"/>
                  <a:pt x="846308" y="333557"/>
                </a:cubicBezTo>
                <a:cubicBezTo>
                  <a:pt x="796525" y="461302"/>
                  <a:pt x="796525" y="461302"/>
                  <a:pt x="796525" y="461302"/>
                </a:cubicBezTo>
                <a:cubicBezTo>
                  <a:pt x="824973" y="468399"/>
                  <a:pt x="824973" y="468399"/>
                  <a:pt x="824973" y="468399"/>
                </a:cubicBezTo>
                <a:cubicBezTo>
                  <a:pt x="824973" y="454204"/>
                  <a:pt x="824973" y="454204"/>
                  <a:pt x="824973" y="454204"/>
                </a:cubicBezTo>
                <a:cubicBezTo>
                  <a:pt x="1066775" y="553561"/>
                  <a:pt x="1066775" y="553561"/>
                  <a:pt x="1066775" y="553561"/>
                </a:cubicBezTo>
                <a:cubicBezTo>
                  <a:pt x="1066775" y="560659"/>
                  <a:pt x="1059663" y="574853"/>
                  <a:pt x="1059663" y="581950"/>
                </a:cubicBezTo>
                <a:cubicBezTo>
                  <a:pt x="782301" y="581950"/>
                  <a:pt x="782301" y="581950"/>
                  <a:pt x="782301" y="581950"/>
                </a:cubicBezTo>
                <a:cubicBezTo>
                  <a:pt x="782301" y="567756"/>
                  <a:pt x="782301" y="567756"/>
                  <a:pt x="782301" y="567756"/>
                </a:cubicBezTo>
                <a:cubicBezTo>
                  <a:pt x="483605" y="567756"/>
                  <a:pt x="483605" y="567756"/>
                  <a:pt x="483605" y="567756"/>
                </a:cubicBezTo>
                <a:cubicBezTo>
                  <a:pt x="483605" y="567756"/>
                  <a:pt x="483605" y="567756"/>
                  <a:pt x="476493" y="567756"/>
                </a:cubicBezTo>
                <a:cubicBezTo>
                  <a:pt x="448046" y="567756"/>
                  <a:pt x="419598" y="596143"/>
                  <a:pt x="419598" y="631628"/>
                </a:cubicBezTo>
                <a:cubicBezTo>
                  <a:pt x="419598" y="631628"/>
                  <a:pt x="419598" y="631628"/>
                  <a:pt x="419598" y="631628"/>
                </a:cubicBezTo>
                <a:cubicBezTo>
                  <a:pt x="419598" y="695500"/>
                  <a:pt x="419598" y="695500"/>
                  <a:pt x="419598" y="695500"/>
                </a:cubicBezTo>
                <a:cubicBezTo>
                  <a:pt x="419598" y="695500"/>
                  <a:pt x="419598" y="695500"/>
                  <a:pt x="419598" y="695500"/>
                </a:cubicBezTo>
                <a:cubicBezTo>
                  <a:pt x="419598" y="1887788"/>
                  <a:pt x="419598" y="1887788"/>
                  <a:pt x="419598" y="1887788"/>
                </a:cubicBezTo>
                <a:cubicBezTo>
                  <a:pt x="419598" y="1887788"/>
                  <a:pt x="419598" y="1887788"/>
                  <a:pt x="419598" y="1887788"/>
                </a:cubicBezTo>
                <a:cubicBezTo>
                  <a:pt x="419598" y="1965855"/>
                  <a:pt x="419598" y="1965855"/>
                  <a:pt x="419598" y="1965855"/>
                </a:cubicBezTo>
                <a:cubicBezTo>
                  <a:pt x="419598" y="1965855"/>
                  <a:pt x="419598" y="1965855"/>
                  <a:pt x="419598" y="1965855"/>
                </a:cubicBezTo>
                <a:cubicBezTo>
                  <a:pt x="419598" y="2001338"/>
                  <a:pt x="448046" y="2029727"/>
                  <a:pt x="476493" y="2029727"/>
                </a:cubicBezTo>
                <a:cubicBezTo>
                  <a:pt x="483605" y="2029727"/>
                  <a:pt x="483605" y="2029727"/>
                  <a:pt x="483605" y="2029727"/>
                </a:cubicBezTo>
                <a:cubicBezTo>
                  <a:pt x="768078" y="2029727"/>
                  <a:pt x="768078" y="2029727"/>
                  <a:pt x="768078" y="2029727"/>
                </a:cubicBezTo>
                <a:cubicBezTo>
                  <a:pt x="768078" y="2029727"/>
                  <a:pt x="768078" y="2029727"/>
                  <a:pt x="768078" y="2029727"/>
                </a:cubicBezTo>
                <a:cubicBezTo>
                  <a:pt x="1315690" y="2029727"/>
                  <a:pt x="1315690" y="2029727"/>
                  <a:pt x="1315690" y="2029727"/>
                </a:cubicBezTo>
                <a:cubicBezTo>
                  <a:pt x="1315690" y="2029727"/>
                  <a:pt x="1315690" y="2029727"/>
                  <a:pt x="1315690" y="2029727"/>
                </a:cubicBezTo>
                <a:cubicBezTo>
                  <a:pt x="1329912" y="2029727"/>
                  <a:pt x="1329912" y="2029727"/>
                  <a:pt x="1329912" y="2029727"/>
                </a:cubicBezTo>
                <a:cubicBezTo>
                  <a:pt x="1329912" y="2178762"/>
                  <a:pt x="1329912" y="2178762"/>
                  <a:pt x="1329912" y="2178762"/>
                </a:cubicBezTo>
                <a:cubicBezTo>
                  <a:pt x="1315690" y="2178762"/>
                  <a:pt x="1315690" y="2178762"/>
                  <a:pt x="1315690" y="2178762"/>
                </a:cubicBezTo>
                <a:cubicBezTo>
                  <a:pt x="1315690" y="2178762"/>
                  <a:pt x="1315690" y="2178762"/>
                  <a:pt x="1315690" y="2178762"/>
                </a:cubicBezTo>
                <a:cubicBezTo>
                  <a:pt x="1088111" y="2178762"/>
                  <a:pt x="1088111" y="2178762"/>
                  <a:pt x="1088111" y="2178762"/>
                </a:cubicBezTo>
                <a:cubicBezTo>
                  <a:pt x="1088111" y="2178762"/>
                  <a:pt x="1088111" y="2178762"/>
                  <a:pt x="1088111" y="2178762"/>
                </a:cubicBezTo>
                <a:cubicBezTo>
                  <a:pt x="1052551" y="2178762"/>
                  <a:pt x="1031216" y="2200054"/>
                  <a:pt x="1031216" y="2235538"/>
                </a:cubicBezTo>
                <a:cubicBezTo>
                  <a:pt x="1031216" y="2235538"/>
                  <a:pt x="1031216" y="2235538"/>
                  <a:pt x="1031216" y="2235538"/>
                </a:cubicBezTo>
                <a:cubicBezTo>
                  <a:pt x="1031216" y="2313605"/>
                  <a:pt x="1031216" y="2313605"/>
                  <a:pt x="1031216" y="2313605"/>
                </a:cubicBezTo>
                <a:cubicBezTo>
                  <a:pt x="1031216" y="2313605"/>
                  <a:pt x="1031216" y="2313605"/>
                  <a:pt x="1031216" y="2313605"/>
                </a:cubicBezTo>
                <a:cubicBezTo>
                  <a:pt x="1031216" y="2491029"/>
                  <a:pt x="1031216" y="2491029"/>
                  <a:pt x="1031216" y="2491029"/>
                </a:cubicBezTo>
                <a:cubicBezTo>
                  <a:pt x="611618" y="2491029"/>
                  <a:pt x="611618" y="2491029"/>
                  <a:pt x="611618" y="2491029"/>
                </a:cubicBezTo>
                <a:cubicBezTo>
                  <a:pt x="618730" y="2838779"/>
                  <a:pt x="618730" y="2838779"/>
                  <a:pt x="618730" y="2838779"/>
                </a:cubicBezTo>
                <a:cubicBezTo>
                  <a:pt x="732518" y="2966523"/>
                  <a:pt x="732518" y="2966523"/>
                  <a:pt x="732518" y="2966523"/>
                </a:cubicBezTo>
                <a:cubicBezTo>
                  <a:pt x="732518" y="3200723"/>
                  <a:pt x="732518" y="3200723"/>
                  <a:pt x="732518" y="3200723"/>
                </a:cubicBezTo>
                <a:cubicBezTo>
                  <a:pt x="867644" y="3257498"/>
                  <a:pt x="867644" y="3257498"/>
                  <a:pt x="867644" y="3257498"/>
                </a:cubicBezTo>
                <a:cubicBezTo>
                  <a:pt x="867644" y="3583958"/>
                  <a:pt x="867644" y="3583958"/>
                  <a:pt x="867644" y="3583958"/>
                </a:cubicBezTo>
                <a:cubicBezTo>
                  <a:pt x="270250" y="3690412"/>
                  <a:pt x="49783" y="3825254"/>
                  <a:pt x="28447" y="3832351"/>
                </a:cubicBezTo>
                <a:cubicBezTo>
                  <a:pt x="0" y="3832351"/>
                  <a:pt x="135124" y="3853642"/>
                  <a:pt x="327144" y="3945903"/>
                </a:cubicBezTo>
                <a:cubicBezTo>
                  <a:pt x="568946" y="4059453"/>
                  <a:pt x="540499" y="4123326"/>
                  <a:pt x="540499" y="4123326"/>
                </a:cubicBezTo>
                <a:cubicBezTo>
                  <a:pt x="540499" y="4123326"/>
                  <a:pt x="960097" y="3853642"/>
                  <a:pt x="1870412" y="3690412"/>
                </a:cubicBezTo>
                <a:cubicBezTo>
                  <a:pt x="2346904" y="3605249"/>
                  <a:pt x="3207436" y="3569764"/>
                  <a:pt x="3520357" y="3633636"/>
                </a:cubicBezTo>
                <a:cubicBezTo>
                  <a:pt x="3520357" y="3633636"/>
                  <a:pt x="3278555" y="3576861"/>
                  <a:pt x="2937186" y="352718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184900" y="0"/>
            <a:ext cx="6882359" cy="6858000"/>
          </a:xfrm>
          <a:custGeom>
            <a:avLst/>
            <a:gdLst/>
            <a:ahLst/>
            <a:cxnLst/>
            <a:rect l="l" t="t" r="r" b="b"/>
            <a:pathLst>
              <a:path w="6882359" h="6858000">
                <a:moveTo>
                  <a:pt x="3441179" y="6758711"/>
                </a:moveTo>
                <a:cubicBezTo>
                  <a:pt x="1592612" y="6758711"/>
                  <a:pt x="99539" y="5262292"/>
                  <a:pt x="99539" y="3418362"/>
                </a:cubicBezTo>
                <a:cubicBezTo>
                  <a:pt x="99539" y="1581525"/>
                  <a:pt x="1592612" y="85104"/>
                  <a:pt x="3441179" y="85104"/>
                </a:cubicBezTo>
                <a:cubicBezTo>
                  <a:pt x="5289747" y="85104"/>
                  <a:pt x="6782821" y="1581525"/>
                  <a:pt x="6782821" y="3418362"/>
                </a:cubicBezTo>
                <a:cubicBezTo>
                  <a:pt x="6782821" y="5262292"/>
                  <a:pt x="5289747" y="6758711"/>
                  <a:pt x="3441179" y="6758711"/>
                </a:cubicBezTo>
                <a:close/>
                <a:moveTo>
                  <a:pt x="3441179" y="0"/>
                </a:moveTo>
                <a:cubicBezTo>
                  <a:pt x="1542843" y="0"/>
                  <a:pt x="0" y="1531880"/>
                  <a:pt x="0" y="3425454"/>
                </a:cubicBezTo>
                <a:cubicBezTo>
                  <a:pt x="0" y="5319028"/>
                  <a:pt x="1542843" y="6858000"/>
                  <a:pt x="3441179" y="6858000"/>
                </a:cubicBezTo>
                <a:cubicBezTo>
                  <a:pt x="5339516" y="6858000"/>
                  <a:pt x="6882359" y="5319028"/>
                  <a:pt x="6882359" y="3425454"/>
                </a:cubicBezTo>
                <a:cubicBezTo>
                  <a:pt x="6882359" y="1531880"/>
                  <a:pt x="5339516" y="0"/>
                  <a:pt x="3441179"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2209800"/>
            <a:ext cx="249716" cy="231442"/>
          </a:xfrm>
          <a:custGeom>
            <a:avLst/>
            <a:gdLst/>
            <a:ahLst/>
            <a:cxnLst/>
            <a:rect l="l" t="t" r="r" b="b"/>
            <a:pathLst>
              <a:path w="249716" h="231442">
                <a:moveTo>
                  <a:pt x="164099" y="21698"/>
                </a:moveTo>
                <a:cubicBezTo>
                  <a:pt x="128425" y="0"/>
                  <a:pt x="92752" y="0"/>
                  <a:pt x="71347" y="7233"/>
                </a:cubicBezTo>
                <a:cubicBezTo>
                  <a:pt x="42808" y="14465"/>
                  <a:pt x="21405" y="36163"/>
                  <a:pt x="14270" y="65093"/>
                </a:cubicBezTo>
                <a:cubicBezTo>
                  <a:pt x="0" y="94023"/>
                  <a:pt x="0" y="122954"/>
                  <a:pt x="7135" y="144652"/>
                </a:cubicBezTo>
                <a:cubicBezTo>
                  <a:pt x="21405" y="173581"/>
                  <a:pt x="42808" y="195279"/>
                  <a:pt x="78482" y="209744"/>
                </a:cubicBezTo>
                <a:cubicBezTo>
                  <a:pt x="114156" y="224210"/>
                  <a:pt x="149830" y="231442"/>
                  <a:pt x="178369" y="224210"/>
                </a:cubicBezTo>
                <a:cubicBezTo>
                  <a:pt x="199772" y="209744"/>
                  <a:pt x="221177" y="195279"/>
                  <a:pt x="235447" y="166348"/>
                </a:cubicBezTo>
                <a:cubicBezTo>
                  <a:pt x="249716" y="137419"/>
                  <a:pt x="249716" y="108488"/>
                  <a:pt x="235447" y="86791"/>
                </a:cubicBezTo>
                <a:cubicBezTo>
                  <a:pt x="228312" y="57860"/>
                  <a:pt x="199772" y="36163"/>
                  <a:pt x="164099" y="21698"/>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169400" y="5257800"/>
            <a:ext cx="158355" cy="286259"/>
          </a:xfrm>
          <a:custGeom>
            <a:avLst/>
            <a:gdLst/>
            <a:ahLst/>
            <a:cxnLst/>
            <a:rect l="l" t="t" r="r" b="b"/>
            <a:pathLst>
              <a:path w="158355" h="286259">
                <a:moveTo>
                  <a:pt x="158355" y="0"/>
                </a:moveTo>
                <a:cubicBezTo>
                  <a:pt x="158355" y="286259"/>
                  <a:pt x="158355" y="286259"/>
                  <a:pt x="158355" y="286259"/>
                </a:cubicBezTo>
                <a:cubicBezTo>
                  <a:pt x="79177" y="286259"/>
                  <a:pt x="79177" y="286259"/>
                  <a:pt x="79177" y="286259"/>
                </a:cubicBezTo>
                <a:cubicBezTo>
                  <a:pt x="79177" y="100190"/>
                  <a:pt x="79177" y="100190"/>
                  <a:pt x="79177" y="100190"/>
                </a:cubicBezTo>
                <a:cubicBezTo>
                  <a:pt x="64781" y="107347"/>
                  <a:pt x="57583" y="114503"/>
                  <a:pt x="43188" y="121660"/>
                </a:cubicBezTo>
                <a:cubicBezTo>
                  <a:pt x="28792" y="128816"/>
                  <a:pt x="14395" y="135973"/>
                  <a:pt x="0" y="135973"/>
                </a:cubicBezTo>
                <a:cubicBezTo>
                  <a:pt x="0" y="78721"/>
                  <a:pt x="0" y="78721"/>
                  <a:pt x="0" y="78721"/>
                </a:cubicBezTo>
                <a:cubicBezTo>
                  <a:pt x="28792" y="71564"/>
                  <a:pt x="43188" y="57252"/>
                  <a:pt x="57583" y="42939"/>
                </a:cubicBezTo>
                <a:cubicBezTo>
                  <a:pt x="71980" y="35782"/>
                  <a:pt x="86375" y="21469"/>
                  <a:pt x="93574" y="0"/>
                </a:cubicBezTo>
                <a:lnTo>
                  <a:pt x="15835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9398000" y="5257800"/>
            <a:ext cx="231442" cy="286259"/>
          </a:xfrm>
          <a:custGeom>
            <a:avLst/>
            <a:gdLst/>
            <a:ahLst/>
            <a:cxnLst/>
            <a:rect l="l" t="t" r="r" b="b"/>
            <a:pathLst>
              <a:path w="231442" h="286259">
                <a:moveTo>
                  <a:pt x="151884" y="100190"/>
                </a:moveTo>
                <a:cubicBezTo>
                  <a:pt x="151884" y="85877"/>
                  <a:pt x="144652" y="71564"/>
                  <a:pt x="137419" y="64408"/>
                </a:cubicBezTo>
                <a:cubicBezTo>
                  <a:pt x="130186" y="57252"/>
                  <a:pt x="122954" y="50095"/>
                  <a:pt x="108488" y="50095"/>
                </a:cubicBezTo>
                <a:cubicBezTo>
                  <a:pt x="101256" y="50095"/>
                  <a:pt x="94023" y="57252"/>
                  <a:pt x="86791" y="64408"/>
                </a:cubicBezTo>
                <a:cubicBezTo>
                  <a:pt x="79558" y="71564"/>
                  <a:pt x="72325" y="78721"/>
                  <a:pt x="72325" y="93034"/>
                </a:cubicBezTo>
                <a:cubicBezTo>
                  <a:pt x="72325" y="114503"/>
                  <a:pt x="79558" y="121660"/>
                  <a:pt x="86791" y="128816"/>
                </a:cubicBezTo>
                <a:cubicBezTo>
                  <a:pt x="94023" y="143129"/>
                  <a:pt x="101256" y="143129"/>
                  <a:pt x="108488" y="143129"/>
                </a:cubicBezTo>
                <a:cubicBezTo>
                  <a:pt x="122954" y="143129"/>
                  <a:pt x="130186" y="143129"/>
                  <a:pt x="137419" y="128816"/>
                </a:cubicBezTo>
                <a:cubicBezTo>
                  <a:pt x="144652" y="121660"/>
                  <a:pt x="151884" y="114503"/>
                  <a:pt x="151884" y="100190"/>
                </a:cubicBezTo>
                <a:close/>
                <a:moveTo>
                  <a:pt x="7233" y="221851"/>
                </a:moveTo>
                <a:cubicBezTo>
                  <a:pt x="86791" y="214695"/>
                  <a:pt x="86791" y="214695"/>
                  <a:pt x="86791" y="214695"/>
                </a:cubicBezTo>
                <a:cubicBezTo>
                  <a:pt x="86791" y="221851"/>
                  <a:pt x="86791" y="229008"/>
                  <a:pt x="94023" y="236164"/>
                </a:cubicBezTo>
                <a:cubicBezTo>
                  <a:pt x="101256" y="236164"/>
                  <a:pt x="108488" y="243321"/>
                  <a:pt x="108488" y="243321"/>
                </a:cubicBezTo>
                <a:cubicBezTo>
                  <a:pt x="122954" y="243321"/>
                  <a:pt x="137419" y="236164"/>
                  <a:pt x="144652" y="221851"/>
                </a:cubicBezTo>
                <a:cubicBezTo>
                  <a:pt x="144652" y="214695"/>
                  <a:pt x="151884" y="193225"/>
                  <a:pt x="151884" y="164598"/>
                </a:cubicBezTo>
                <a:cubicBezTo>
                  <a:pt x="144652" y="171755"/>
                  <a:pt x="137419" y="178911"/>
                  <a:pt x="122954" y="186069"/>
                </a:cubicBezTo>
                <a:cubicBezTo>
                  <a:pt x="115721" y="186069"/>
                  <a:pt x="101256" y="193225"/>
                  <a:pt x="94023" y="193225"/>
                </a:cubicBezTo>
                <a:cubicBezTo>
                  <a:pt x="65093" y="193225"/>
                  <a:pt x="43396" y="186069"/>
                  <a:pt x="28931" y="164598"/>
                </a:cubicBezTo>
                <a:cubicBezTo>
                  <a:pt x="7233" y="150285"/>
                  <a:pt x="0" y="121660"/>
                  <a:pt x="0" y="100190"/>
                </a:cubicBezTo>
                <a:cubicBezTo>
                  <a:pt x="0" y="78721"/>
                  <a:pt x="7233" y="64408"/>
                  <a:pt x="14465" y="50095"/>
                </a:cubicBezTo>
                <a:cubicBezTo>
                  <a:pt x="21698" y="35782"/>
                  <a:pt x="36163" y="21469"/>
                  <a:pt x="50629" y="14313"/>
                </a:cubicBezTo>
                <a:cubicBezTo>
                  <a:pt x="65093" y="7156"/>
                  <a:pt x="86791" y="0"/>
                  <a:pt x="108488" y="0"/>
                </a:cubicBezTo>
                <a:cubicBezTo>
                  <a:pt x="137419" y="0"/>
                  <a:pt x="159116" y="7156"/>
                  <a:pt x="173581" y="14313"/>
                </a:cubicBezTo>
                <a:cubicBezTo>
                  <a:pt x="195279" y="28626"/>
                  <a:pt x="209744" y="42939"/>
                  <a:pt x="216977" y="64408"/>
                </a:cubicBezTo>
                <a:cubicBezTo>
                  <a:pt x="224210" y="78721"/>
                  <a:pt x="231442" y="107347"/>
                  <a:pt x="231442" y="143129"/>
                </a:cubicBezTo>
                <a:cubicBezTo>
                  <a:pt x="231442" y="193225"/>
                  <a:pt x="224210" y="229008"/>
                  <a:pt x="202512" y="250477"/>
                </a:cubicBezTo>
                <a:cubicBezTo>
                  <a:pt x="180814" y="279103"/>
                  <a:pt x="151884" y="286259"/>
                  <a:pt x="108488" y="286259"/>
                </a:cubicBezTo>
                <a:cubicBezTo>
                  <a:pt x="86791" y="286259"/>
                  <a:pt x="72325" y="286259"/>
                  <a:pt x="57860" y="279103"/>
                </a:cubicBezTo>
                <a:cubicBezTo>
                  <a:pt x="43396" y="271946"/>
                  <a:pt x="36163" y="264790"/>
                  <a:pt x="28931" y="257633"/>
                </a:cubicBezTo>
                <a:cubicBezTo>
                  <a:pt x="14465" y="250477"/>
                  <a:pt x="14465" y="236164"/>
                  <a:pt x="7233" y="221851"/>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9639300" y="5257800"/>
            <a:ext cx="231442" cy="280167"/>
          </a:xfrm>
          <a:custGeom>
            <a:avLst/>
            <a:gdLst/>
            <a:ahLst/>
            <a:cxnLst/>
            <a:rect l="l" t="t" r="r" b="b"/>
            <a:pathLst>
              <a:path w="231442" h="280167">
                <a:moveTo>
                  <a:pt x="28931" y="0"/>
                </a:moveTo>
                <a:cubicBezTo>
                  <a:pt x="216977" y="0"/>
                  <a:pt x="216977" y="0"/>
                  <a:pt x="216977" y="0"/>
                </a:cubicBezTo>
                <a:cubicBezTo>
                  <a:pt x="216977" y="57470"/>
                  <a:pt x="216977" y="57470"/>
                  <a:pt x="216977" y="57470"/>
                </a:cubicBezTo>
                <a:cubicBezTo>
                  <a:pt x="94023" y="57470"/>
                  <a:pt x="94023" y="57470"/>
                  <a:pt x="94023" y="57470"/>
                </a:cubicBezTo>
                <a:cubicBezTo>
                  <a:pt x="86791" y="100573"/>
                  <a:pt x="86791" y="100573"/>
                  <a:pt x="86791" y="100573"/>
                </a:cubicBezTo>
                <a:cubicBezTo>
                  <a:pt x="94023" y="100573"/>
                  <a:pt x="101256" y="93389"/>
                  <a:pt x="108488" y="93389"/>
                </a:cubicBezTo>
                <a:cubicBezTo>
                  <a:pt x="122954" y="93389"/>
                  <a:pt x="130186" y="93389"/>
                  <a:pt x="137419" y="93389"/>
                </a:cubicBezTo>
                <a:cubicBezTo>
                  <a:pt x="166348" y="93389"/>
                  <a:pt x="188046" y="100573"/>
                  <a:pt x="202512" y="114940"/>
                </a:cubicBezTo>
                <a:cubicBezTo>
                  <a:pt x="224210" y="129308"/>
                  <a:pt x="231442" y="150859"/>
                  <a:pt x="231442" y="179595"/>
                </a:cubicBezTo>
                <a:cubicBezTo>
                  <a:pt x="231442" y="193962"/>
                  <a:pt x="224210" y="215513"/>
                  <a:pt x="216977" y="229880"/>
                </a:cubicBezTo>
                <a:cubicBezTo>
                  <a:pt x="209744" y="251432"/>
                  <a:pt x="195279" y="258615"/>
                  <a:pt x="180814" y="265800"/>
                </a:cubicBezTo>
                <a:cubicBezTo>
                  <a:pt x="159116" y="280167"/>
                  <a:pt x="144652" y="280167"/>
                  <a:pt x="115721" y="280167"/>
                </a:cubicBezTo>
                <a:cubicBezTo>
                  <a:pt x="94023" y="280167"/>
                  <a:pt x="79558" y="280167"/>
                  <a:pt x="65093" y="280167"/>
                </a:cubicBezTo>
                <a:cubicBezTo>
                  <a:pt x="57860" y="272983"/>
                  <a:pt x="43396" y="265800"/>
                  <a:pt x="36163" y="258615"/>
                </a:cubicBezTo>
                <a:cubicBezTo>
                  <a:pt x="28931" y="251432"/>
                  <a:pt x="14465" y="244248"/>
                  <a:pt x="14465" y="237065"/>
                </a:cubicBezTo>
                <a:cubicBezTo>
                  <a:pt x="7233" y="229880"/>
                  <a:pt x="0" y="215513"/>
                  <a:pt x="0" y="208330"/>
                </a:cubicBezTo>
                <a:cubicBezTo>
                  <a:pt x="79558" y="193962"/>
                  <a:pt x="79558" y="193962"/>
                  <a:pt x="79558" y="193962"/>
                </a:cubicBezTo>
                <a:cubicBezTo>
                  <a:pt x="79558" y="208330"/>
                  <a:pt x="79558" y="215513"/>
                  <a:pt x="86791" y="222697"/>
                </a:cubicBezTo>
                <a:cubicBezTo>
                  <a:pt x="94023" y="229880"/>
                  <a:pt x="108488" y="237065"/>
                  <a:pt x="115721" y="237065"/>
                </a:cubicBezTo>
                <a:cubicBezTo>
                  <a:pt x="122954" y="237065"/>
                  <a:pt x="137419" y="229880"/>
                  <a:pt x="144652" y="222697"/>
                </a:cubicBezTo>
                <a:cubicBezTo>
                  <a:pt x="151884" y="215513"/>
                  <a:pt x="151884" y="201145"/>
                  <a:pt x="151884" y="186778"/>
                </a:cubicBezTo>
                <a:cubicBezTo>
                  <a:pt x="151884" y="172410"/>
                  <a:pt x="151884" y="158043"/>
                  <a:pt x="144652" y="150859"/>
                </a:cubicBezTo>
                <a:cubicBezTo>
                  <a:pt x="137419" y="143675"/>
                  <a:pt x="122954" y="136492"/>
                  <a:pt x="115721" y="136492"/>
                </a:cubicBezTo>
                <a:cubicBezTo>
                  <a:pt x="108488" y="136492"/>
                  <a:pt x="101256" y="143675"/>
                  <a:pt x="94023" y="143675"/>
                </a:cubicBezTo>
                <a:cubicBezTo>
                  <a:pt x="86791" y="143675"/>
                  <a:pt x="79558" y="150859"/>
                  <a:pt x="72325" y="158043"/>
                </a:cubicBezTo>
                <a:cubicBezTo>
                  <a:pt x="7233" y="150859"/>
                  <a:pt x="7233" y="150859"/>
                  <a:pt x="7233" y="150859"/>
                </a:cubicBezTo>
                <a:lnTo>
                  <a:pt x="28931"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9893300" y="5257800"/>
            <a:ext cx="219260" cy="286259"/>
          </a:xfrm>
          <a:custGeom>
            <a:avLst/>
            <a:gdLst/>
            <a:ahLst/>
            <a:cxnLst/>
            <a:rect l="l" t="t" r="r" b="b"/>
            <a:pathLst>
              <a:path w="219260" h="286259">
                <a:moveTo>
                  <a:pt x="70729" y="85877"/>
                </a:moveTo>
                <a:cubicBezTo>
                  <a:pt x="0" y="71564"/>
                  <a:pt x="0" y="71564"/>
                  <a:pt x="0" y="71564"/>
                </a:cubicBezTo>
                <a:cubicBezTo>
                  <a:pt x="7073" y="50095"/>
                  <a:pt x="21219" y="35782"/>
                  <a:pt x="35364" y="21469"/>
                </a:cubicBezTo>
                <a:cubicBezTo>
                  <a:pt x="49511" y="7156"/>
                  <a:pt x="77803" y="0"/>
                  <a:pt x="106095" y="0"/>
                </a:cubicBezTo>
                <a:cubicBezTo>
                  <a:pt x="141459" y="0"/>
                  <a:pt x="169751" y="7156"/>
                  <a:pt x="183896" y="21469"/>
                </a:cubicBezTo>
                <a:cubicBezTo>
                  <a:pt x="198043" y="35782"/>
                  <a:pt x="212188" y="50095"/>
                  <a:pt x="212188" y="71564"/>
                </a:cubicBezTo>
                <a:cubicBezTo>
                  <a:pt x="212188" y="85877"/>
                  <a:pt x="205115" y="93034"/>
                  <a:pt x="198043" y="107347"/>
                </a:cubicBezTo>
                <a:cubicBezTo>
                  <a:pt x="190969" y="114503"/>
                  <a:pt x="183896" y="121660"/>
                  <a:pt x="169751" y="128816"/>
                </a:cubicBezTo>
                <a:cubicBezTo>
                  <a:pt x="176823" y="135973"/>
                  <a:pt x="190969" y="135973"/>
                  <a:pt x="190969" y="143129"/>
                </a:cubicBezTo>
                <a:cubicBezTo>
                  <a:pt x="205115" y="143129"/>
                  <a:pt x="212188" y="150285"/>
                  <a:pt x="212188" y="164598"/>
                </a:cubicBezTo>
                <a:cubicBezTo>
                  <a:pt x="219260" y="171755"/>
                  <a:pt x="219260" y="186069"/>
                  <a:pt x="219260" y="193225"/>
                </a:cubicBezTo>
                <a:cubicBezTo>
                  <a:pt x="219260" y="214695"/>
                  <a:pt x="219260" y="229008"/>
                  <a:pt x="212188" y="243321"/>
                </a:cubicBezTo>
                <a:cubicBezTo>
                  <a:pt x="205115" y="257633"/>
                  <a:pt x="190969" y="271946"/>
                  <a:pt x="176823" y="279103"/>
                </a:cubicBezTo>
                <a:cubicBezTo>
                  <a:pt x="155604" y="286259"/>
                  <a:pt x="134386" y="286259"/>
                  <a:pt x="113167" y="286259"/>
                </a:cubicBezTo>
                <a:cubicBezTo>
                  <a:pt x="84875" y="286259"/>
                  <a:pt x="70729" y="286259"/>
                  <a:pt x="56584" y="279103"/>
                </a:cubicBezTo>
                <a:cubicBezTo>
                  <a:pt x="42437" y="271946"/>
                  <a:pt x="28292" y="264790"/>
                  <a:pt x="21219" y="250477"/>
                </a:cubicBezTo>
                <a:cubicBezTo>
                  <a:pt x="7073" y="243321"/>
                  <a:pt x="0" y="229008"/>
                  <a:pt x="0" y="207538"/>
                </a:cubicBezTo>
                <a:cubicBezTo>
                  <a:pt x="70729" y="200382"/>
                  <a:pt x="70729" y="200382"/>
                  <a:pt x="70729" y="200382"/>
                </a:cubicBezTo>
                <a:cubicBezTo>
                  <a:pt x="77803" y="214695"/>
                  <a:pt x="77803" y="229008"/>
                  <a:pt x="84875" y="229008"/>
                </a:cubicBezTo>
                <a:cubicBezTo>
                  <a:pt x="91948" y="236164"/>
                  <a:pt x="99021" y="243321"/>
                  <a:pt x="113167" y="243321"/>
                </a:cubicBezTo>
                <a:cubicBezTo>
                  <a:pt x="120240" y="243321"/>
                  <a:pt x="127312" y="236164"/>
                  <a:pt x="134386" y="229008"/>
                </a:cubicBezTo>
                <a:cubicBezTo>
                  <a:pt x="141459" y="221851"/>
                  <a:pt x="148532" y="214695"/>
                  <a:pt x="148532" y="200382"/>
                </a:cubicBezTo>
                <a:cubicBezTo>
                  <a:pt x="148532" y="186069"/>
                  <a:pt x="141459" y="178911"/>
                  <a:pt x="134386" y="171755"/>
                </a:cubicBezTo>
                <a:cubicBezTo>
                  <a:pt x="127312" y="164598"/>
                  <a:pt x="120240" y="157442"/>
                  <a:pt x="106095" y="157442"/>
                </a:cubicBezTo>
                <a:cubicBezTo>
                  <a:pt x="106095" y="157442"/>
                  <a:pt x="99021" y="164598"/>
                  <a:pt x="84875" y="164598"/>
                </a:cubicBezTo>
                <a:cubicBezTo>
                  <a:pt x="91948" y="107347"/>
                  <a:pt x="91948" y="107347"/>
                  <a:pt x="91948" y="107347"/>
                </a:cubicBezTo>
                <a:cubicBezTo>
                  <a:pt x="91948" y="107347"/>
                  <a:pt x="99021" y="107347"/>
                  <a:pt x="99021" y="107347"/>
                </a:cubicBezTo>
                <a:cubicBezTo>
                  <a:pt x="106095" y="107347"/>
                  <a:pt x="120240" y="107347"/>
                  <a:pt x="120240" y="100190"/>
                </a:cubicBezTo>
                <a:cubicBezTo>
                  <a:pt x="127312" y="93034"/>
                  <a:pt x="134386" y="85877"/>
                  <a:pt x="134386" y="78721"/>
                </a:cubicBezTo>
                <a:cubicBezTo>
                  <a:pt x="134386" y="71564"/>
                  <a:pt x="127312" y="64408"/>
                  <a:pt x="127312" y="57252"/>
                </a:cubicBezTo>
                <a:cubicBezTo>
                  <a:pt x="120240" y="50095"/>
                  <a:pt x="113167" y="50095"/>
                  <a:pt x="106095" y="50095"/>
                </a:cubicBezTo>
                <a:cubicBezTo>
                  <a:pt x="99021" y="50095"/>
                  <a:pt x="91948" y="50095"/>
                  <a:pt x="84875" y="57252"/>
                </a:cubicBezTo>
                <a:cubicBezTo>
                  <a:pt x="77803" y="64408"/>
                  <a:pt x="77803" y="71564"/>
                  <a:pt x="70729" y="85877"/>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8001000" y="5511800"/>
            <a:ext cx="66998" cy="36543"/>
          </a:xfrm>
          <a:custGeom>
            <a:avLst/>
            <a:gdLst/>
            <a:ahLst/>
            <a:cxnLst/>
            <a:rect l="l" t="t" r="r" b="b"/>
            <a:pathLst>
              <a:path w="66998" h="36543">
                <a:moveTo>
                  <a:pt x="0" y="36543"/>
                </a:moveTo>
                <a:lnTo>
                  <a:pt x="30453" y="30452"/>
                </a:lnTo>
                <a:lnTo>
                  <a:pt x="66998" y="12181"/>
                </a:lnTo>
                <a:lnTo>
                  <a:pt x="48726" y="6091"/>
                </a:lnTo>
                <a:lnTo>
                  <a:pt x="24362" y="0"/>
                </a:lnTo>
                <a:lnTo>
                  <a:pt x="0" y="36543"/>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8394700" y="800100"/>
            <a:ext cx="170536" cy="133993"/>
          </a:xfrm>
          <a:custGeom>
            <a:avLst/>
            <a:gdLst/>
            <a:ahLst/>
            <a:cxnLst/>
            <a:rect l="l" t="t" r="r" b="b"/>
            <a:pathLst>
              <a:path w="170536" h="133993">
                <a:moveTo>
                  <a:pt x="156324" y="77575"/>
                </a:moveTo>
                <a:cubicBezTo>
                  <a:pt x="163430" y="70523"/>
                  <a:pt x="170536" y="63471"/>
                  <a:pt x="170536" y="56418"/>
                </a:cubicBezTo>
                <a:cubicBezTo>
                  <a:pt x="170536" y="42314"/>
                  <a:pt x="170536" y="35262"/>
                  <a:pt x="170536" y="28209"/>
                </a:cubicBezTo>
                <a:cubicBezTo>
                  <a:pt x="163430" y="14105"/>
                  <a:pt x="156324" y="7052"/>
                  <a:pt x="149219" y="0"/>
                </a:cubicBezTo>
                <a:cubicBezTo>
                  <a:pt x="135007" y="0"/>
                  <a:pt x="127902" y="0"/>
                  <a:pt x="113690" y="0"/>
                </a:cubicBezTo>
                <a:cubicBezTo>
                  <a:pt x="106585" y="7052"/>
                  <a:pt x="85268" y="14105"/>
                  <a:pt x="56845" y="28209"/>
                </a:cubicBezTo>
                <a:cubicBezTo>
                  <a:pt x="0" y="49366"/>
                  <a:pt x="0" y="49366"/>
                  <a:pt x="0" y="49366"/>
                </a:cubicBezTo>
                <a:cubicBezTo>
                  <a:pt x="35528" y="133993"/>
                  <a:pt x="35528" y="133993"/>
                  <a:pt x="35528" y="133993"/>
                </a:cubicBezTo>
                <a:cubicBezTo>
                  <a:pt x="92373" y="112836"/>
                  <a:pt x="92373" y="112836"/>
                  <a:pt x="92373" y="112836"/>
                </a:cubicBezTo>
                <a:cubicBezTo>
                  <a:pt x="127902" y="91680"/>
                  <a:pt x="149219" y="84628"/>
                  <a:pt x="156324" y="7757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912600" y="1854200"/>
            <a:ext cx="140085" cy="176629"/>
          </a:xfrm>
          <a:custGeom>
            <a:avLst/>
            <a:gdLst/>
            <a:ahLst/>
            <a:cxnLst/>
            <a:rect l="l" t="t" r="r" b="b"/>
            <a:pathLst>
              <a:path w="140085" h="176629">
                <a:moveTo>
                  <a:pt x="70043" y="162499"/>
                </a:moveTo>
                <a:cubicBezTo>
                  <a:pt x="77047" y="169564"/>
                  <a:pt x="84051" y="169564"/>
                  <a:pt x="91055" y="176629"/>
                </a:cubicBezTo>
                <a:cubicBezTo>
                  <a:pt x="105063" y="176629"/>
                  <a:pt x="112069" y="169564"/>
                  <a:pt x="119073" y="169564"/>
                </a:cubicBezTo>
                <a:cubicBezTo>
                  <a:pt x="133081" y="162499"/>
                  <a:pt x="140085" y="148368"/>
                  <a:pt x="140085" y="141303"/>
                </a:cubicBezTo>
                <a:cubicBezTo>
                  <a:pt x="140085" y="134238"/>
                  <a:pt x="140085" y="120108"/>
                  <a:pt x="140085" y="105978"/>
                </a:cubicBezTo>
                <a:cubicBezTo>
                  <a:pt x="133081" y="98913"/>
                  <a:pt x="126077" y="84781"/>
                  <a:pt x="105063" y="56521"/>
                </a:cubicBezTo>
                <a:cubicBezTo>
                  <a:pt x="77047" y="0"/>
                  <a:pt x="77047" y="0"/>
                  <a:pt x="77047" y="0"/>
                </a:cubicBezTo>
                <a:cubicBezTo>
                  <a:pt x="0" y="49456"/>
                  <a:pt x="0" y="49456"/>
                  <a:pt x="0" y="49456"/>
                </a:cubicBezTo>
                <a:cubicBezTo>
                  <a:pt x="28017" y="98913"/>
                  <a:pt x="28017" y="98913"/>
                  <a:pt x="28017" y="98913"/>
                </a:cubicBezTo>
                <a:cubicBezTo>
                  <a:pt x="49030" y="134238"/>
                  <a:pt x="63038" y="155434"/>
                  <a:pt x="70043" y="16249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6921500" y="2552700"/>
            <a:ext cx="152265" cy="109630"/>
          </a:xfrm>
          <a:custGeom>
            <a:avLst/>
            <a:gdLst/>
            <a:ahLst/>
            <a:cxnLst/>
            <a:rect l="l" t="t" r="r" b="b"/>
            <a:pathLst>
              <a:path w="152265" h="109630">
                <a:moveTo>
                  <a:pt x="152265" y="0"/>
                </a:moveTo>
                <a:lnTo>
                  <a:pt x="0" y="18271"/>
                </a:lnTo>
                <a:lnTo>
                  <a:pt x="115722" y="109630"/>
                </a:lnTo>
                <a:lnTo>
                  <a:pt x="15226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9906000" y="6096000"/>
            <a:ext cx="146174" cy="237534"/>
          </a:xfrm>
          <a:custGeom>
            <a:avLst/>
            <a:gdLst/>
            <a:ahLst/>
            <a:cxnLst/>
            <a:rect l="l" t="t" r="r" b="b"/>
            <a:pathLst>
              <a:path w="146174" h="237534">
                <a:moveTo>
                  <a:pt x="48725" y="71980"/>
                </a:moveTo>
                <a:cubicBezTo>
                  <a:pt x="34803" y="71980"/>
                  <a:pt x="27842" y="86377"/>
                  <a:pt x="27842" y="86377"/>
                </a:cubicBezTo>
                <a:cubicBezTo>
                  <a:pt x="6961" y="100772"/>
                  <a:pt x="13922" y="107970"/>
                  <a:pt x="13922" y="107970"/>
                </a:cubicBezTo>
                <a:cubicBezTo>
                  <a:pt x="13922" y="115169"/>
                  <a:pt x="6961" y="136762"/>
                  <a:pt x="6961" y="136762"/>
                </a:cubicBezTo>
                <a:cubicBezTo>
                  <a:pt x="0" y="143961"/>
                  <a:pt x="0" y="165555"/>
                  <a:pt x="0" y="165555"/>
                </a:cubicBezTo>
                <a:cubicBezTo>
                  <a:pt x="0" y="172753"/>
                  <a:pt x="13922" y="187148"/>
                  <a:pt x="13922" y="187148"/>
                </a:cubicBezTo>
                <a:cubicBezTo>
                  <a:pt x="20883" y="208742"/>
                  <a:pt x="62647" y="230337"/>
                  <a:pt x="62647" y="230337"/>
                </a:cubicBezTo>
                <a:cubicBezTo>
                  <a:pt x="69606" y="237534"/>
                  <a:pt x="76567" y="237534"/>
                  <a:pt x="83528" y="237534"/>
                </a:cubicBezTo>
                <a:cubicBezTo>
                  <a:pt x="90489" y="237534"/>
                  <a:pt x="97450" y="237534"/>
                  <a:pt x="104411" y="237534"/>
                </a:cubicBezTo>
                <a:cubicBezTo>
                  <a:pt x="132253" y="237534"/>
                  <a:pt x="132253" y="208742"/>
                  <a:pt x="132253" y="208742"/>
                </a:cubicBezTo>
                <a:cubicBezTo>
                  <a:pt x="125292" y="201545"/>
                  <a:pt x="139214" y="187148"/>
                  <a:pt x="139214" y="187148"/>
                </a:cubicBezTo>
                <a:cubicBezTo>
                  <a:pt x="146174" y="179951"/>
                  <a:pt x="146174" y="172753"/>
                  <a:pt x="146174" y="172753"/>
                </a:cubicBezTo>
                <a:cubicBezTo>
                  <a:pt x="139214" y="165555"/>
                  <a:pt x="139214" y="143961"/>
                  <a:pt x="139214" y="143961"/>
                </a:cubicBezTo>
                <a:cubicBezTo>
                  <a:pt x="125292" y="136762"/>
                  <a:pt x="97450" y="115169"/>
                  <a:pt x="97450" y="115169"/>
                </a:cubicBezTo>
                <a:cubicBezTo>
                  <a:pt x="76567" y="86377"/>
                  <a:pt x="97450" y="79178"/>
                  <a:pt x="97450" y="79178"/>
                </a:cubicBezTo>
                <a:cubicBezTo>
                  <a:pt x="111370" y="86377"/>
                  <a:pt x="118331" y="79178"/>
                  <a:pt x="118331" y="79178"/>
                </a:cubicBezTo>
                <a:cubicBezTo>
                  <a:pt x="132253" y="79178"/>
                  <a:pt x="125292" y="57584"/>
                  <a:pt x="125292" y="57584"/>
                </a:cubicBezTo>
                <a:cubicBezTo>
                  <a:pt x="125292" y="43188"/>
                  <a:pt x="125292" y="35991"/>
                  <a:pt x="125292" y="35991"/>
                </a:cubicBezTo>
                <a:cubicBezTo>
                  <a:pt x="132253" y="14395"/>
                  <a:pt x="125292" y="14395"/>
                  <a:pt x="125292" y="14395"/>
                </a:cubicBezTo>
                <a:cubicBezTo>
                  <a:pt x="111370" y="0"/>
                  <a:pt x="104411" y="14395"/>
                  <a:pt x="104411" y="14395"/>
                </a:cubicBezTo>
                <a:cubicBezTo>
                  <a:pt x="97450" y="28792"/>
                  <a:pt x="69606" y="57584"/>
                  <a:pt x="69606" y="57584"/>
                </a:cubicBezTo>
                <a:cubicBezTo>
                  <a:pt x="62647" y="57584"/>
                  <a:pt x="62647" y="64783"/>
                  <a:pt x="62647" y="64783"/>
                </a:cubicBezTo>
                <a:cubicBezTo>
                  <a:pt x="55686" y="71980"/>
                  <a:pt x="48725" y="71980"/>
                  <a:pt x="48725" y="7198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8547100" y="5854700"/>
            <a:ext cx="30455" cy="79179"/>
          </a:xfrm>
          <a:custGeom>
            <a:avLst/>
            <a:gdLst/>
            <a:ahLst/>
            <a:cxnLst/>
            <a:rect l="l" t="t" r="r" b="b"/>
            <a:pathLst>
              <a:path w="30455" h="79179">
                <a:moveTo>
                  <a:pt x="0" y="0"/>
                </a:moveTo>
                <a:cubicBezTo>
                  <a:pt x="7614" y="21594"/>
                  <a:pt x="15227" y="28792"/>
                  <a:pt x="15227" y="35991"/>
                </a:cubicBezTo>
                <a:cubicBezTo>
                  <a:pt x="15227" y="43189"/>
                  <a:pt x="15227" y="50387"/>
                  <a:pt x="15227" y="50387"/>
                </a:cubicBezTo>
                <a:cubicBezTo>
                  <a:pt x="30455" y="64783"/>
                  <a:pt x="22841" y="57584"/>
                  <a:pt x="22841" y="71981"/>
                </a:cubicBezTo>
                <a:cubicBezTo>
                  <a:pt x="30455" y="79179"/>
                  <a:pt x="30455" y="71981"/>
                  <a:pt x="30455" y="64783"/>
                </a:cubicBezTo>
                <a:cubicBezTo>
                  <a:pt x="30455" y="57584"/>
                  <a:pt x="30455" y="35991"/>
                  <a:pt x="22841" y="21594"/>
                </a:cubicBezTo>
                <a:cubicBezTo>
                  <a:pt x="22841" y="14397"/>
                  <a:pt x="22841" y="7198"/>
                  <a:pt x="22841" y="0"/>
                </a:cubicBezTo>
                <a:cubicBezTo>
                  <a:pt x="15227" y="0"/>
                  <a:pt x="7614" y="0"/>
                  <a:pt x="0"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07400" y="5905500"/>
            <a:ext cx="127904" cy="48725"/>
          </a:xfrm>
          <a:custGeom>
            <a:avLst/>
            <a:gdLst/>
            <a:ahLst/>
            <a:cxnLst/>
            <a:rect l="l" t="t" r="r" b="b"/>
            <a:pathLst>
              <a:path w="127904" h="48725">
                <a:moveTo>
                  <a:pt x="0" y="48725"/>
                </a:moveTo>
                <a:cubicBezTo>
                  <a:pt x="7106" y="48725"/>
                  <a:pt x="21317" y="41764"/>
                  <a:pt x="35530" y="41764"/>
                </a:cubicBezTo>
                <a:cubicBezTo>
                  <a:pt x="63952" y="41764"/>
                  <a:pt x="106587" y="34803"/>
                  <a:pt x="120799" y="20883"/>
                </a:cubicBezTo>
                <a:cubicBezTo>
                  <a:pt x="127904" y="20883"/>
                  <a:pt x="127904" y="20883"/>
                  <a:pt x="127904" y="13922"/>
                </a:cubicBezTo>
                <a:cubicBezTo>
                  <a:pt x="127904" y="13922"/>
                  <a:pt x="127904" y="13922"/>
                  <a:pt x="127904" y="13922"/>
                </a:cubicBezTo>
                <a:cubicBezTo>
                  <a:pt x="127904" y="6961"/>
                  <a:pt x="120799" y="6961"/>
                  <a:pt x="120799" y="0"/>
                </a:cubicBezTo>
                <a:cubicBezTo>
                  <a:pt x="85269" y="27843"/>
                  <a:pt x="21317" y="34803"/>
                  <a:pt x="0" y="4872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0198100" y="660400"/>
            <a:ext cx="243623" cy="261897"/>
          </a:xfrm>
          <a:custGeom>
            <a:avLst/>
            <a:gdLst/>
            <a:ahLst/>
            <a:cxnLst/>
            <a:rect l="l" t="t" r="r" b="b"/>
            <a:pathLst>
              <a:path w="243623" h="261897">
                <a:moveTo>
                  <a:pt x="85984" y="254819"/>
                </a:moveTo>
                <a:cubicBezTo>
                  <a:pt x="121812" y="261897"/>
                  <a:pt x="150473" y="261897"/>
                  <a:pt x="171969" y="247740"/>
                </a:cubicBezTo>
                <a:cubicBezTo>
                  <a:pt x="200631" y="233583"/>
                  <a:pt x="222127" y="205270"/>
                  <a:pt x="229292" y="162801"/>
                </a:cubicBezTo>
                <a:cubicBezTo>
                  <a:pt x="243623" y="120331"/>
                  <a:pt x="243623" y="84940"/>
                  <a:pt x="229292" y="63704"/>
                </a:cubicBezTo>
                <a:cubicBezTo>
                  <a:pt x="214961" y="35391"/>
                  <a:pt x="186300" y="21234"/>
                  <a:pt x="157639" y="14157"/>
                </a:cubicBezTo>
                <a:cubicBezTo>
                  <a:pt x="121812" y="0"/>
                  <a:pt x="93149" y="7078"/>
                  <a:pt x="71653" y="21234"/>
                </a:cubicBezTo>
                <a:cubicBezTo>
                  <a:pt x="42992" y="35391"/>
                  <a:pt x="21496" y="63704"/>
                  <a:pt x="14331" y="106175"/>
                </a:cubicBezTo>
                <a:cubicBezTo>
                  <a:pt x="0" y="141566"/>
                  <a:pt x="7165" y="176958"/>
                  <a:pt x="21496" y="205270"/>
                </a:cubicBezTo>
                <a:cubicBezTo>
                  <a:pt x="35827" y="233583"/>
                  <a:pt x="57323" y="247740"/>
                  <a:pt x="85984" y="25481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6413500" y="203200"/>
            <a:ext cx="6437748" cy="6419474"/>
          </a:xfrm>
          <a:custGeom>
            <a:avLst/>
            <a:gdLst/>
            <a:ahLst/>
            <a:cxnLst/>
            <a:rect l="l" t="t" r="r" b="b"/>
            <a:pathLst>
              <a:path w="6437748" h="6419474">
                <a:moveTo>
                  <a:pt x="3222431" y="0"/>
                </a:moveTo>
                <a:cubicBezTo>
                  <a:pt x="1444047" y="0"/>
                  <a:pt x="0" y="1439949"/>
                  <a:pt x="0" y="3213284"/>
                </a:cubicBezTo>
                <a:cubicBezTo>
                  <a:pt x="0" y="4979525"/>
                  <a:pt x="1444047" y="6419474"/>
                  <a:pt x="3222431" y="6419474"/>
                </a:cubicBezTo>
                <a:cubicBezTo>
                  <a:pt x="5000814" y="6419474"/>
                  <a:pt x="6437748" y="4979525"/>
                  <a:pt x="6437748" y="3213284"/>
                </a:cubicBezTo>
                <a:cubicBezTo>
                  <a:pt x="6437748" y="1439949"/>
                  <a:pt x="5000814" y="0"/>
                  <a:pt x="3222431" y="0"/>
                </a:cubicBezTo>
                <a:close/>
                <a:moveTo>
                  <a:pt x="6103412" y="3050137"/>
                </a:moveTo>
                <a:cubicBezTo>
                  <a:pt x="6039390" y="3057230"/>
                  <a:pt x="6039390" y="3057230"/>
                  <a:pt x="6039390" y="3057230"/>
                </a:cubicBezTo>
                <a:cubicBezTo>
                  <a:pt x="6018050" y="2837336"/>
                  <a:pt x="6018050" y="2837336"/>
                  <a:pt x="6018050" y="2837336"/>
                </a:cubicBezTo>
                <a:cubicBezTo>
                  <a:pt x="5939800" y="2844430"/>
                  <a:pt x="5939800" y="2844430"/>
                  <a:pt x="5939800" y="2844430"/>
                </a:cubicBezTo>
                <a:cubicBezTo>
                  <a:pt x="5961141" y="3050137"/>
                  <a:pt x="5961141" y="3050137"/>
                  <a:pt x="5961141" y="3050137"/>
                </a:cubicBezTo>
                <a:cubicBezTo>
                  <a:pt x="5897119" y="3057230"/>
                  <a:pt x="5897119" y="3057230"/>
                  <a:pt x="5897119" y="3057230"/>
                </a:cubicBezTo>
                <a:cubicBezTo>
                  <a:pt x="5875779" y="2851523"/>
                  <a:pt x="5875779" y="2851523"/>
                  <a:pt x="5875779" y="2851523"/>
                </a:cubicBezTo>
                <a:cubicBezTo>
                  <a:pt x="5776190" y="2865711"/>
                  <a:pt x="5776190" y="2865711"/>
                  <a:pt x="5776190" y="2865711"/>
                </a:cubicBezTo>
                <a:cubicBezTo>
                  <a:pt x="5804643" y="3085603"/>
                  <a:pt x="5804643" y="3085603"/>
                  <a:pt x="5804643" y="3085603"/>
                </a:cubicBezTo>
                <a:cubicBezTo>
                  <a:pt x="5740622" y="3092696"/>
                  <a:pt x="5740622" y="3092696"/>
                  <a:pt x="5740622" y="3092696"/>
                </a:cubicBezTo>
                <a:cubicBezTo>
                  <a:pt x="5705055" y="2787683"/>
                  <a:pt x="5705055" y="2787683"/>
                  <a:pt x="5705055" y="2787683"/>
                </a:cubicBezTo>
                <a:cubicBezTo>
                  <a:pt x="6074957" y="2752217"/>
                  <a:pt x="6074957" y="2752217"/>
                  <a:pt x="6074957" y="2752217"/>
                </a:cubicBezTo>
                <a:lnTo>
                  <a:pt x="6103412" y="3050137"/>
                </a:lnTo>
                <a:close/>
                <a:moveTo>
                  <a:pt x="5683714" y="1709495"/>
                </a:moveTo>
                <a:cubicBezTo>
                  <a:pt x="5705055" y="1744962"/>
                  <a:pt x="5719281" y="1773335"/>
                  <a:pt x="5719281" y="1794615"/>
                </a:cubicBezTo>
                <a:cubicBezTo>
                  <a:pt x="5726394" y="1815896"/>
                  <a:pt x="5726394" y="1830083"/>
                  <a:pt x="5719281" y="1851362"/>
                </a:cubicBezTo>
                <a:cubicBezTo>
                  <a:pt x="5712168" y="1872642"/>
                  <a:pt x="5697940" y="1886829"/>
                  <a:pt x="5676600" y="1893922"/>
                </a:cubicBezTo>
                <a:cubicBezTo>
                  <a:pt x="5655259" y="1908109"/>
                  <a:pt x="5626805" y="1915202"/>
                  <a:pt x="5605465" y="1908109"/>
                </a:cubicBezTo>
                <a:cubicBezTo>
                  <a:pt x="5577011" y="1901016"/>
                  <a:pt x="5555670" y="1886829"/>
                  <a:pt x="5534330" y="1858456"/>
                </a:cubicBezTo>
                <a:cubicBezTo>
                  <a:pt x="5534330" y="1879736"/>
                  <a:pt x="5534330" y="1893922"/>
                  <a:pt x="5534330" y="1908109"/>
                </a:cubicBezTo>
                <a:cubicBezTo>
                  <a:pt x="5527215" y="1929389"/>
                  <a:pt x="5520102" y="1950669"/>
                  <a:pt x="5505875" y="1979042"/>
                </a:cubicBezTo>
                <a:cubicBezTo>
                  <a:pt x="5470308" y="2064163"/>
                  <a:pt x="5470308" y="2064163"/>
                  <a:pt x="5470308" y="2064163"/>
                </a:cubicBezTo>
                <a:cubicBezTo>
                  <a:pt x="5420512" y="1979042"/>
                  <a:pt x="5420512" y="1979042"/>
                  <a:pt x="5420512" y="1979042"/>
                </a:cubicBezTo>
                <a:cubicBezTo>
                  <a:pt x="5456080" y="1886829"/>
                  <a:pt x="5456080" y="1886829"/>
                  <a:pt x="5456080" y="1886829"/>
                </a:cubicBezTo>
                <a:cubicBezTo>
                  <a:pt x="5470308" y="1851362"/>
                  <a:pt x="5477421" y="1830083"/>
                  <a:pt x="5477421" y="1822988"/>
                </a:cubicBezTo>
                <a:cubicBezTo>
                  <a:pt x="5484534" y="1808803"/>
                  <a:pt x="5484534" y="1801708"/>
                  <a:pt x="5477421" y="1794615"/>
                </a:cubicBezTo>
                <a:cubicBezTo>
                  <a:pt x="5477421" y="1787522"/>
                  <a:pt x="5470308" y="1773335"/>
                  <a:pt x="5463193" y="1759148"/>
                </a:cubicBezTo>
                <a:cubicBezTo>
                  <a:pt x="5448967" y="1744962"/>
                  <a:pt x="5448967" y="1744962"/>
                  <a:pt x="5448967" y="1744962"/>
                </a:cubicBezTo>
                <a:cubicBezTo>
                  <a:pt x="5320923" y="1822988"/>
                  <a:pt x="5320923" y="1822988"/>
                  <a:pt x="5320923" y="1822988"/>
                </a:cubicBezTo>
                <a:cubicBezTo>
                  <a:pt x="5278242" y="1752055"/>
                  <a:pt x="5278242" y="1752055"/>
                  <a:pt x="5278242" y="1752055"/>
                </a:cubicBezTo>
                <a:cubicBezTo>
                  <a:pt x="5591237" y="1560535"/>
                  <a:pt x="5591237" y="1560535"/>
                  <a:pt x="5591237" y="1560535"/>
                </a:cubicBezTo>
                <a:lnTo>
                  <a:pt x="5683714" y="1709495"/>
                </a:lnTo>
                <a:close/>
                <a:moveTo>
                  <a:pt x="5335151" y="1248428"/>
                </a:moveTo>
                <a:cubicBezTo>
                  <a:pt x="5541443" y="1489602"/>
                  <a:pt x="5541443" y="1489602"/>
                  <a:pt x="5541443" y="1489602"/>
                </a:cubicBezTo>
                <a:cubicBezTo>
                  <a:pt x="5491648" y="1532162"/>
                  <a:pt x="5491648" y="1532162"/>
                  <a:pt x="5491648" y="1532162"/>
                </a:cubicBezTo>
                <a:cubicBezTo>
                  <a:pt x="5413399" y="1439949"/>
                  <a:pt x="5413399" y="1439949"/>
                  <a:pt x="5413399" y="1439949"/>
                </a:cubicBezTo>
                <a:cubicBezTo>
                  <a:pt x="5178652" y="1631469"/>
                  <a:pt x="5178652" y="1631469"/>
                  <a:pt x="5178652" y="1631469"/>
                </a:cubicBezTo>
                <a:cubicBezTo>
                  <a:pt x="5128858" y="1567628"/>
                  <a:pt x="5128858" y="1567628"/>
                  <a:pt x="5128858" y="1567628"/>
                </a:cubicBezTo>
                <a:cubicBezTo>
                  <a:pt x="5363605" y="1376108"/>
                  <a:pt x="5363605" y="1376108"/>
                  <a:pt x="5363605" y="1376108"/>
                </a:cubicBezTo>
                <a:cubicBezTo>
                  <a:pt x="5292468" y="1283895"/>
                  <a:pt x="5292468" y="1283895"/>
                  <a:pt x="5292468" y="1283895"/>
                </a:cubicBezTo>
                <a:lnTo>
                  <a:pt x="5335151" y="1248428"/>
                </a:lnTo>
                <a:close/>
                <a:moveTo>
                  <a:pt x="5278242" y="1184587"/>
                </a:moveTo>
                <a:cubicBezTo>
                  <a:pt x="5235561" y="1234242"/>
                  <a:pt x="5235561" y="1234242"/>
                  <a:pt x="5235561" y="1234242"/>
                </a:cubicBezTo>
                <a:cubicBezTo>
                  <a:pt x="5079063" y="1085281"/>
                  <a:pt x="5079063" y="1085281"/>
                  <a:pt x="5079063" y="1085281"/>
                </a:cubicBezTo>
                <a:cubicBezTo>
                  <a:pt x="5022155" y="1149121"/>
                  <a:pt x="5022155" y="1149121"/>
                  <a:pt x="5022155" y="1149121"/>
                </a:cubicBezTo>
                <a:cubicBezTo>
                  <a:pt x="5171539" y="1283895"/>
                  <a:pt x="5171539" y="1283895"/>
                  <a:pt x="5171539" y="1283895"/>
                </a:cubicBezTo>
                <a:cubicBezTo>
                  <a:pt x="5128858" y="1326455"/>
                  <a:pt x="5128858" y="1326455"/>
                  <a:pt x="5128858" y="1326455"/>
                </a:cubicBezTo>
                <a:cubicBezTo>
                  <a:pt x="4979473" y="1191682"/>
                  <a:pt x="4979473" y="1191682"/>
                  <a:pt x="4979473" y="1191682"/>
                </a:cubicBezTo>
                <a:cubicBezTo>
                  <a:pt x="4915451" y="1262615"/>
                  <a:pt x="4915451" y="1262615"/>
                  <a:pt x="4915451" y="1262615"/>
                </a:cubicBezTo>
                <a:cubicBezTo>
                  <a:pt x="5079063" y="1418669"/>
                  <a:pt x="5079063" y="1418669"/>
                  <a:pt x="5079063" y="1418669"/>
                </a:cubicBezTo>
                <a:cubicBezTo>
                  <a:pt x="5036382" y="1461228"/>
                  <a:pt x="5036382" y="1461228"/>
                  <a:pt x="5036382" y="1461228"/>
                </a:cubicBezTo>
                <a:cubicBezTo>
                  <a:pt x="4815863" y="1255522"/>
                  <a:pt x="4815863" y="1255522"/>
                  <a:pt x="4815863" y="1255522"/>
                </a:cubicBezTo>
                <a:cubicBezTo>
                  <a:pt x="5057723" y="985975"/>
                  <a:pt x="5057723" y="985975"/>
                  <a:pt x="5057723" y="985975"/>
                </a:cubicBezTo>
                <a:lnTo>
                  <a:pt x="5278242" y="1184587"/>
                </a:lnTo>
                <a:close/>
                <a:moveTo>
                  <a:pt x="4730500" y="744800"/>
                </a:moveTo>
                <a:cubicBezTo>
                  <a:pt x="4837203" y="822828"/>
                  <a:pt x="4837203" y="822828"/>
                  <a:pt x="4837203" y="822828"/>
                </a:cubicBezTo>
                <a:cubicBezTo>
                  <a:pt x="4879884" y="851201"/>
                  <a:pt x="4901225" y="865388"/>
                  <a:pt x="4915451" y="879574"/>
                </a:cubicBezTo>
                <a:cubicBezTo>
                  <a:pt x="4929679" y="900854"/>
                  <a:pt x="4936792" y="922134"/>
                  <a:pt x="4943906" y="943414"/>
                </a:cubicBezTo>
                <a:cubicBezTo>
                  <a:pt x="4943906" y="964695"/>
                  <a:pt x="4936792" y="993068"/>
                  <a:pt x="4922566" y="1014348"/>
                </a:cubicBezTo>
                <a:cubicBezTo>
                  <a:pt x="4908338" y="1035628"/>
                  <a:pt x="4894111" y="1049815"/>
                  <a:pt x="4872770" y="1056908"/>
                </a:cubicBezTo>
                <a:cubicBezTo>
                  <a:pt x="4858544" y="1064001"/>
                  <a:pt x="4844316" y="1064001"/>
                  <a:pt x="4830089" y="1064001"/>
                </a:cubicBezTo>
                <a:cubicBezTo>
                  <a:pt x="4808748" y="1064001"/>
                  <a:pt x="4794522" y="1056908"/>
                  <a:pt x="4780295" y="1056908"/>
                </a:cubicBezTo>
                <a:cubicBezTo>
                  <a:pt x="4766067" y="1049815"/>
                  <a:pt x="4737613" y="1028535"/>
                  <a:pt x="4709159" y="1014348"/>
                </a:cubicBezTo>
                <a:cubicBezTo>
                  <a:pt x="4666478" y="978882"/>
                  <a:pt x="4666478" y="978882"/>
                  <a:pt x="4666478" y="978882"/>
                </a:cubicBezTo>
                <a:cubicBezTo>
                  <a:pt x="4588229" y="1092374"/>
                  <a:pt x="4588229" y="1092374"/>
                  <a:pt x="4588229" y="1092374"/>
                </a:cubicBezTo>
                <a:cubicBezTo>
                  <a:pt x="4517094" y="1049815"/>
                  <a:pt x="4517094" y="1049815"/>
                  <a:pt x="4517094" y="1049815"/>
                </a:cubicBezTo>
                <a:lnTo>
                  <a:pt x="4730500" y="744800"/>
                </a:lnTo>
                <a:close/>
                <a:moveTo>
                  <a:pt x="4495753" y="617121"/>
                </a:moveTo>
                <a:cubicBezTo>
                  <a:pt x="4474413" y="673867"/>
                  <a:pt x="4474413" y="673867"/>
                  <a:pt x="4474413" y="673867"/>
                </a:cubicBezTo>
                <a:cubicBezTo>
                  <a:pt x="4289461" y="595841"/>
                  <a:pt x="4289461" y="595841"/>
                  <a:pt x="4289461" y="595841"/>
                </a:cubicBezTo>
                <a:cubicBezTo>
                  <a:pt x="4253893" y="673867"/>
                  <a:pt x="4253893" y="673867"/>
                  <a:pt x="4253893" y="673867"/>
                </a:cubicBezTo>
                <a:cubicBezTo>
                  <a:pt x="4410391" y="744800"/>
                  <a:pt x="4410391" y="744800"/>
                  <a:pt x="4410391" y="744800"/>
                </a:cubicBezTo>
                <a:cubicBezTo>
                  <a:pt x="4389050" y="801548"/>
                  <a:pt x="4389050" y="801548"/>
                  <a:pt x="4389050" y="801548"/>
                </a:cubicBezTo>
                <a:cubicBezTo>
                  <a:pt x="4232553" y="730614"/>
                  <a:pt x="4232553" y="730614"/>
                  <a:pt x="4232553" y="730614"/>
                </a:cubicBezTo>
                <a:cubicBezTo>
                  <a:pt x="4168531" y="872481"/>
                  <a:pt x="4168531" y="872481"/>
                  <a:pt x="4168531" y="872481"/>
                </a:cubicBezTo>
                <a:cubicBezTo>
                  <a:pt x="4097396" y="844108"/>
                  <a:pt x="4097396" y="844108"/>
                  <a:pt x="4097396" y="844108"/>
                </a:cubicBezTo>
                <a:cubicBezTo>
                  <a:pt x="4239666" y="503627"/>
                  <a:pt x="4239666" y="503627"/>
                  <a:pt x="4239666" y="503627"/>
                </a:cubicBezTo>
                <a:lnTo>
                  <a:pt x="4495753" y="617121"/>
                </a:lnTo>
                <a:close/>
                <a:moveTo>
                  <a:pt x="3720379" y="546188"/>
                </a:moveTo>
                <a:cubicBezTo>
                  <a:pt x="3734605" y="510720"/>
                  <a:pt x="3748832" y="482347"/>
                  <a:pt x="3763060" y="461067"/>
                </a:cubicBezTo>
                <a:cubicBezTo>
                  <a:pt x="3777286" y="446880"/>
                  <a:pt x="3798627" y="432694"/>
                  <a:pt x="3812854" y="418507"/>
                </a:cubicBezTo>
                <a:cubicBezTo>
                  <a:pt x="3834195" y="411414"/>
                  <a:pt x="3855536" y="404321"/>
                  <a:pt x="3876876" y="404321"/>
                </a:cubicBezTo>
                <a:cubicBezTo>
                  <a:pt x="3898217" y="397227"/>
                  <a:pt x="3933784" y="404321"/>
                  <a:pt x="3962239" y="411414"/>
                </a:cubicBezTo>
                <a:cubicBezTo>
                  <a:pt x="4019146" y="425600"/>
                  <a:pt x="4061828" y="453974"/>
                  <a:pt x="4090281" y="496534"/>
                </a:cubicBezTo>
                <a:cubicBezTo>
                  <a:pt x="4111622" y="539093"/>
                  <a:pt x="4118736" y="588748"/>
                  <a:pt x="4104509" y="645494"/>
                </a:cubicBezTo>
                <a:cubicBezTo>
                  <a:pt x="4090281" y="702241"/>
                  <a:pt x="4054714" y="744800"/>
                  <a:pt x="4012033" y="766081"/>
                </a:cubicBezTo>
                <a:cubicBezTo>
                  <a:pt x="3969352" y="787361"/>
                  <a:pt x="3919557" y="794455"/>
                  <a:pt x="3862649" y="780268"/>
                </a:cubicBezTo>
                <a:cubicBezTo>
                  <a:pt x="3805740" y="766081"/>
                  <a:pt x="3763060" y="737707"/>
                  <a:pt x="3741718" y="695147"/>
                </a:cubicBezTo>
                <a:cubicBezTo>
                  <a:pt x="3713264" y="652587"/>
                  <a:pt x="3706151" y="602934"/>
                  <a:pt x="3720379" y="546188"/>
                </a:cubicBezTo>
                <a:close/>
                <a:moveTo>
                  <a:pt x="3272226" y="319201"/>
                </a:moveTo>
                <a:cubicBezTo>
                  <a:pt x="3364701" y="468160"/>
                  <a:pt x="3364701" y="468160"/>
                  <a:pt x="3364701" y="468160"/>
                </a:cubicBezTo>
                <a:cubicBezTo>
                  <a:pt x="3464291" y="326293"/>
                  <a:pt x="3464291" y="326293"/>
                  <a:pt x="3464291" y="326293"/>
                </a:cubicBezTo>
                <a:cubicBezTo>
                  <a:pt x="3556767" y="333386"/>
                  <a:pt x="3556767" y="333386"/>
                  <a:pt x="3556767" y="333386"/>
                </a:cubicBezTo>
                <a:cubicBezTo>
                  <a:pt x="3393156" y="539093"/>
                  <a:pt x="3393156" y="539093"/>
                  <a:pt x="3393156" y="539093"/>
                </a:cubicBezTo>
                <a:cubicBezTo>
                  <a:pt x="3386042" y="688054"/>
                  <a:pt x="3386042" y="688054"/>
                  <a:pt x="3386042" y="688054"/>
                </a:cubicBezTo>
                <a:cubicBezTo>
                  <a:pt x="3307794" y="688054"/>
                  <a:pt x="3307794" y="688054"/>
                  <a:pt x="3307794" y="688054"/>
                </a:cubicBezTo>
                <a:cubicBezTo>
                  <a:pt x="3314907" y="532000"/>
                  <a:pt x="3314907" y="532000"/>
                  <a:pt x="3314907" y="532000"/>
                </a:cubicBezTo>
                <a:cubicBezTo>
                  <a:pt x="3179750" y="312108"/>
                  <a:pt x="3179750" y="312108"/>
                  <a:pt x="3179750" y="312108"/>
                </a:cubicBezTo>
                <a:lnTo>
                  <a:pt x="3272226" y="319201"/>
                </a:lnTo>
                <a:close/>
                <a:moveTo>
                  <a:pt x="3137069" y="312108"/>
                </a:moveTo>
                <a:cubicBezTo>
                  <a:pt x="3144182" y="375947"/>
                  <a:pt x="3144182" y="375947"/>
                  <a:pt x="3144182" y="375947"/>
                </a:cubicBezTo>
                <a:cubicBezTo>
                  <a:pt x="3023252" y="383041"/>
                  <a:pt x="3023252" y="383041"/>
                  <a:pt x="3023252" y="383041"/>
                </a:cubicBezTo>
                <a:cubicBezTo>
                  <a:pt x="3044593" y="688054"/>
                  <a:pt x="3044593" y="688054"/>
                  <a:pt x="3044593" y="688054"/>
                </a:cubicBezTo>
                <a:cubicBezTo>
                  <a:pt x="2966344" y="695147"/>
                  <a:pt x="2966344" y="695147"/>
                  <a:pt x="2966344" y="695147"/>
                </a:cubicBezTo>
                <a:cubicBezTo>
                  <a:pt x="2937890" y="390134"/>
                  <a:pt x="2937890" y="390134"/>
                  <a:pt x="2937890" y="390134"/>
                </a:cubicBezTo>
                <a:cubicBezTo>
                  <a:pt x="2824072" y="397227"/>
                  <a:pt x="2824072" y="397227"/>
                  <a:pt x="2824072" y="397227"/>
                </a:cubicBezTo>
                <a:cubicBezTo>
                  <a:pt x="2816959" y="340481"/>
                  <a:pt x="2816959" y="340481"/>
                  <a:pt x="2816959" y="340481"/>
                </a:cubicBezTo>
                <a:lnTo>
                  <a:pt x="3137069" y="312108"/>
                </a:lnTo>
                <a:close/>
                <a:moveTo>
                  <a:pt x="2745824" y="354667"/>
                </a:moveTo>
                <a:cubicBezTo>
                  <a:pt x="2809846" y="716427"/>
                  <a:pt x="2809846" y="716427"/>
                  <a:pt x="2809846" y="716427"/>
                </a:cubicBezTo>
                <a:cubicBezTo>
                  <a:pt x="2731597" y="730614"/>
                  <a:pt x="2731597" y="730614"/>
                  <a:pt x="2731597" y="730614"/>
                </a:cubicBezTo>
                <a:cubicBezTo>
                  <a:pt x="2667575" y="368854"/>
                  <a:pt x="2667575" y="368854"/>
                  <a:pt x="2667575" y="368854"/>
                </a:cubicBezTo>
                <a:lnTo>
                  <a:pt x="2745824" y="354667"/>
                </a:lnTo>
                <a:close/>
                <a:moveTo>
                  <a:pt x="2304785" y="496534"/>
                </a:moveTo>
                <a:cubicBezTo>
                  <a:pt x="2311898" y="482347"/>
                  <a:pt x="2326126" y="461067"/>
                  <a:pt x="2347467" y="446880"/>
                </a:cubicBezTo>
                <a:cubicBezTo>
                  <a:pt x="2368807" y="432694"/>
                  <a:pt x="2390148" y="425600"/>
                  <a:pt x="2418602" y="418507"/>
                </a:cubicBezTo>
                <a:cubicBezTo>
                  <a:pt x="2468396" y="404321"/>
                  <a:pt x="2511077" y="404321"/>
                  <a:pt x="2539531" y="418507"/>
                </a:cubicBezTo>
                <a:cubicBezTo>
                  <a:pt x="2567986" y="425600"/>
                  <a:pt x="2589327" y="446880"/>
                  <a:pt x="2596440" y="482347"/>
                </a:cubicBezTo>
                <a:cubicBezTo>
                  <a:pt x="2518192" y="503627"/>
                  <a:pt x="2518192" y="503627"/>
                  <a:pt x="2518192" y="503627"/>
                </a:cubicBezTo>
                <a:cubicBezTo>
                  <a:pt x="2511077" y="489440"/>
                  <a:pt x="2503964" y="475254"/>
                  <a:pt x="2489737" y="475254"/>
                </a:cubicBezTo>
                <a:cubicBezTo>
                  <a:pt x="2475509" y="468160"/>
                  <a:pt x="2454170" y="468160"/>
                  <a:pt x="2432829" y="475254"/>
                </a:cubicBezTo>
                <a:cubicBezTo>
                  <a:pt x="2411487" y="482347"/>
                  <a:pt x="2397261" y="489440"/>
                  <a:pt x="2383034" y="503627"/>
                </a:cubicBezTo>
                <a:cubicBezTo>
                  <a:pt x="2375920" y="510720"/>
                  <a:pt x="2375920" y="517813"/>
                  <a:pt x="2375920" y="524908"/>
                </a:cubicBezTo>
                <a:cubicBezTo>
                  <a:pt x="2383034" y="539093"/>
                  <a:pt x="2390148" y="539093"/>
                  <a:pt x="2397261" y="546188"/>
                </a:cubicBezTo>
                <a:cubicBezTo>
                  <a:pt x="2411487" y="553281"/>
                  <a:pt x="2432829" y="553281"/>
                  <a:pt x="2475509" y="553281"/>
                </a:cubicBezTo>
                <a:cubicBezTo>
                  <a:pt x="2518192" y="546188"/>
                  <a:pt x="2546645" y="546188"/>
                  <a:pt x="2567986" y="553281"/>
                </a:cubicBezTo>
                <a:cubicBezTo>
                  <a:pt x="2589327" y="560374"/>
                  <a:pt x="2603553" y="567468"/>
                  <a:pt x="2617780" y="574561"/>
                </a:cubicBezTo>
                <a:cubicBezTo>
                  <a:pt x="2632008" y="588748"/>
                  <a:pt x="2646234" y="610028"/>
                  <a:pt x="2653348" y="631307"/>
                </a:cubicBezTo>
                <a:cubicBezTo>
                  <a:pt x="2653348" y="652587"/>
                  <a:pt x="2653348" y="673867"/>
                  <a:pt x="2646234" y="695147"/>
                </a:cubicBezTo>
                <a:cubicBezTo>
                  <a:pt x="2639121" y="716427"/>
                  <a:pt x="2624894" y="730614"/>
                  <a:pt x="2603553" y="744800"/>
                </a:cubicBezTo>
                <a:cubicBezTo>
                  <a:pt x="2589327" y="758988"/>
                  <a:pt x="2560872" y="773175"/>
                  <a:pt x="2525305" y="780268"/>
                </a:cubicBezTo>
                <a:cubicBezTo>
                  <a:pt x="2475509" y="794455"/>
                  <a:pt x="2432829" y="794455"/>
                  <a:pt x="2404374" y="780268"/>
                </a:cubicBezTo>
                <a:cubicBezTo>
                  <a:pt x="2368807" y="766081"/>
                  <a:pt x="2347467" y="744800"/>
                  <a:pt x="2333239" y="709334"/>
                </a:cubicBezTo>
                <a:cubicBezTo>
                  <a:pt x="2404374" y="680961"/>
                  <a:pt x="2404374" y="680961"/>
                  <a:pt x="2404374" y="680961"/>
                </a:cubicBezTo>
                <a:cubicBezTo>
                  <a:pt x="2418602" y="702241"/>
                  <a:pt x="2432829" y="716427"/>
                  <a:pt x="2447055" y="723520"/>
                </a:cubicBezTo>
                <a:cubicBezTo>
                  <a:pt x="2461283" y="730614"/>
                  <a:pt x="2482623" y="730614"/>
                  <a:pt x="2511077" y="723520"/>
                </a:cubicBezTo>
                <a:cubicBezTo>
                  <a:pt x="2532418" y="716427"/>
                  <a:pt x="2553759" y="702241"/>
                  <a:pt x="2560872" y="688054"/>
                </a:cubicBezTo>
                <a:cubicBezTo>
                  <a:pt x="2575099" y="680961"/>
                  <a:pt x="2575099" y="666774"/>
                  <a:pt x="2575099" y="652587"/>
                </a:cubicBezTo>
                <a:cubicBezTo>
                  <a:pt x="2567986" y="645494"/>
                  <a:pt x="2567986" y="638401"/>
                  <a:pt x="2560872" y="631307"/>
                </a:cubicBezTo>
                <a:cubicBezTo>
                  <a:pt x="2553759" y="631307"/>
                  <a:pt x="2539531" y="624214"/>
                  <a:pt x="2525305" y="624214"/>
                </a:cubicBezTo>
                <a:cubicBezTo>
                  <a:pt x="2518192" y="624214"/>
                  <a:pt x="2496850" y="624214"/>
                  <a:pt x="2461283" y="624214"/>
                </a:cubicBezTo>
                <a:cubicBezTo>
                  <a:pt x="2411487" y="631307"/>
                  <a:pt x="2383034" y="624214"/>
                  <a:pt x="2361693" y="617121"/>
                </a:cubicBezTo>
                <a:cubicBezTo>
                  <a:pt x="2333239" y="602934"/>
                  <a:pt x="2311898" y="581654"/>
                  <a:pt x="2304785" y="553281"/>
                </a:cubicBezTo>
                <a:cubicBezTo>
                  <a:pt x="2297671" y="539093"/>
                  <a:pt x="2297671" y="517813"/>
                  <a:pt x="2304785" y="496534"/>
                </a:cubicBezTo>
                <a:close/>
                <a:moveTo>
                  <a:pt x="2034470" y="560374"/>
                </a:moveTo>
                <a:cubicBezTo>
                  <a:pt x="2077152" y="546188"/>
                  <a:pt x="2105605" y="532000"/>
                  <a:pt x="2126946" y="532000"/>
                </a:cubicBezTo>
                <a:cubicBezTo>
                  <a:pt x="2148288" y="532000"/>
                  <a:pt x="2162514" y="532000"/>
                  <a:pt x="2183855" y="546188"/>
                </a:cubicBezTo>
                <a:cubicBezTo>
                  <a:pt x="2198082" y="553281"/>
                  <a:pt x="2212310" y="567468"/>
                  <a:pt x="2219423" y="588748"/>
                </a:cubicBezTo>
                <a:cubicBezTo>
                  <a:pt x="2233649" y="617121"/>
                  <a:pt x="2233649" y="638401"/>
                  <a:pt x="2226536" y="666774"/>
                </a:cubicBezTo>
                <a:cubicBezTo>
                  <a:pt x="2212310" y="688054"/>
                  <a:pt x="2198082" y="709334"/>
                  <a:pt x="2162514" y="723520"/>
                </a:cubicBezTo>
                <a:cubicBezTo>
                  <a:pt x="2183855" y="730614"/>
                  <a:pt x="2205195" y="730614"/>
                  <a:pt x="2219423" y="737707"/>
                </a:cubicBezTo>
                <a:cubicBezTo>
                  <a:pt x="2233649" y="744800"/>
                  <a:pt x="2254990" y="751895"/>
                  <a:pt x="2283445" y="773175"/>
                </a:cubicBezTo>
                <a:cubicBezTo>
                  <a:pt x="2354580" y="815734"/>
                  <a:pt x="2354580" y="815734"/>
                  <a:pt x="2354580" y="815734"/>
                </a:cubicBezTo>
                <a:cubicBezTo>
                  <a:pt x="2269217" y="858294"/>
                  <a:pt x="2269217" y="858294"/>
                  <a:pt x="2269217" y="858294"/>
                </a:cubicBezTo>
                <a:cubicBezTo>
                  <a:pt x="2183855" y="808641"/>
                  <a:pt x="2183855" y="808641"/>
                  <a:pt x="2183855" y="808641"/>
                </a:cubicBezTo>
                <a:cubicBezTo>
                  <a:pt x="2148288" y="794455"/>
                  <a:pt x="2134060" y="780268"/>
                  <a:pt x="2119833" y="773175"/>
                </a:cubicBezTo>
                <a:cubicBezTo>
                  <a:pt x="2112720" y="773175"/>
                  <a:pt x="2098492" y="773175"/>
                  <a:pt x="2091379" y="773175"/>
                </a:cubicBezTo>
                <a:cubicBezTo>
                  <a:pt x="2084266" y="773175"/>
                  <a:pt x="2070038" y="780268"/>
                  <a:pt x="2055811" y="787361"/>
                </a:cubicBezTo>
                <a:cubicBezTo>
                  <a:pt x="2034470" y="794455"/>
                  <a:pt x="2034470" y="794455"/>
                  <a:pt x="2034470" y="794455"/>
                </a:cubicBezTo>
                <a:cubicBezTo>
                  <a:pt x="2098492" y="929227"/>
                  <a:pt x="2098492" y="929227"/>
                  <a:pt x="2098492" y="929227"/>
                </a:cubicBezTo>
                <a:cubicBezTo>
                  <a:pt x="2027357" y="964695"/>
                  <a:pt x="2027357" y="964695"/>
                  <a:pt x="2027357" y="964695"/>
                </a:cubicBezTo>
                <a:cubicBezTo>
                  <a:pt x="1877973" y="631307"/>
                  <a:pt x="1877973" y="631307"/>
                  <a:pt x="1877973" y="631307"/>
                </a:cubicBezTo>
                <a:lnTo>
                  <a:pt x="2034470" y="560374"/>
                </a:lnTo>
                <a:close/>
                <a:moveTo>
                  <a:pt x="1778384" y="680961"/>
                </a:moveTo>
                <a:cubicBezTo>
                  <a:pt x="1813951" y="737707"/>
                  <a:pt x="1813951" y="737707"/>
                  <a:pt x="1813951" y="737707"/>
                </a:cubicBezTo>
                <a:cubicBezTo>
                  <a:pt x="1629000" y="851201"/>
                  <a:pt x="1629000" y="851201"/>
                  <a:pt x="1629000" y="851201"/>
                </a:cubicBezTo>
                <a:cubicBezTo>
                  <a:pt x="1671681" y="922134"/>
                  <a:pt x="1671681" y="922134"/>
                  <a:pt x="1671681" y="922134"/>
                </a:cubicBezTo>
                <a:cubicBezTo>
                  <a:pt x="1842406" y="815734"/>
                  <a:pt x="1842406" y="815734"/>
                  <a:pt x="1842406" y="815734"/>
                </a:cubicBezTo>
                <a:cubicBezTo>
                  <a:pt x="1877973" y="865388"/>
                  <a:pt x="1877973" y="865388"/>
                  <a:pt x="1877973" y="865388"/>
                </a:cubicBezTo>
                <a:cubicBezTo>
                  <a:pt x="1707248" y="971787"/>
                  <a:pt x="1707248" y="971787"/>
                  <a:pt x="1707248" y="971787"/>
                </a:cubicBezTo>
                <a:cubicBezTo>
                  <a:pt x="1757042" y="1056908"/>
                  <a:pt x="1757042" y="1056908"/>
                  <a:pt x="1757042" y="1056908"/>
                </a:cubicBezTo>
                <a:cubicBezTo>
                  <a:pt x="1949108" y="936321"/>
                  <a:pt x="1949108" y="936321"/>
                  <a:pt x="1949108" y="936321"/>
                </a:cubicBezTo>
                <a:cubicBezTo>
                  <a:pt x="1977563" y="985975"/>
                  <a:pt x="1977563" y="985975"/>
                  <a:pt x="1977563" y="985975"/>
                </a:cubicBezTo>
                <a:cubicBezTo>
                  <a:pt x="1721475" y="1149121"/>
                  <a:pt x="1721475" y="1149121"/>
                  <a:pt x="1721475" y="1149121"/>
                </a:cubicBezTo>
                <a:cubicBezTo>
                  <a:pt x="1522296" y="844108"/>
                  <a:pt x="1522296" y="844108"/>
                  <a:pt x="1522296" y="844108"/>
                </a:cubicBezTo>
                <a:lnTo>
                  <a:pt x="1778384" y="680961"/>
                </a:lnTo>
                <a:close/>
                <a:moveTo>
                  <a:pt x="1244868" y="1071095"/>
                </a:moveTo>
                <a:cubicBezTo>
                  <a:pt x="1493843" y="1212962"/>
                  <a:pt x="1493843" y="1212962"/>
                  <a:pt x="1493843" y="1212962"/>
                </a:cubicBezTo>
                <a:cubicBezTo>
                  <a:pt x="1394253" y="943414"/>
                  <a:pt x="1394253" y="943414"/>
                  <a:pt x="1394253" y="943414"/>
                </a:cubicBezTo>
                <a:cubicBezTo>
                  <a:pt x="1465388" y="886668"/>
                  <a:pt x="1465388" y="886668"/>
                  <a:pt x="1465388" y="886668"/>
                </a:cubicBezTo>
                <a:cubicBezTo>
                  <a:pt x="1586318" y="1255522"/>
                  <a:pt x="1586318" y="1255522"/>
                  <a:pt x="1586318" y="1255522"/>
                </a:cubicBezTo>
                <a:cubicBezTo>
                  <a:pt x="1522296" y="1312268"/>
                  <a:pt x="1522296" y="1312268"/>
                  <a:pt x="1522296" y="1312268"/>
                </a:cubicBezTo>
                <a:cubicBezTo>
                  <a:pt x="1173733" y="1127841"/>
                  <a:pt x="1173733" y="1127841"/>
                  <a:pt x="1173733" y="1127841"/>
                </a:cubicBezTo>
                <a:lnTo>
                  <a:pt x="1244868" y="1071095"/>
                </a:lnTo>
                <a:close/>
                <a:moveTo>
                  <a:pt x="1138165" y="1170402"/>
                </a:moveTo>
                <a:cubicBezTo>
                  <a:pt x="1401366" y="1425762"/>
                  <a:pt x="1401366" y="1425762"/>
                  <a:pt x="1401366" y="1425762"/>
                </a:cubicBezTo>
                <a:cubicBezTo>
                  <a:pt x="1344458" y="1482508"/>
                  <a:pt x="1344458" y="1482508"/>
                  <a:pt x="1344458" y="1482508"/>
                </a:cubicBezTo>
                <a:cubicBezTo>
                  <a:pt x="1081258" y="1234242"/>
                  <a:pt x="1081258" y="1234242"/>
                  <a:pt x="1081258" y="1234242"/>
                </a:cubicBezTo>
                <a:lnTo>
                  <a:pt x="1138165" y="1170402"/>
                </a:lnTo>
                <a:close/>
                <a:moveTo>
                  <a:pt x="860737" y="1496695"/>
                </a:moveTo>
                <a:cubicBezTo>
                  <a:pt x="1159506" y="1517975"/>
                  <a:pt x="1159506" y="1517975"/>
                  <a:pt x="1159506" y="1517975"/>
                </a:cubicBezTo>
                <a:cubicBezTo>
                  <a:pt x="960327" y="1369014"/>
                  <a:pt x="960327" y="1369014"/>
                  <a:pt x="960327" y="1369014"/>
                </a:cubicBezTo>
                <a:cubicBezTo>
                  <a:pt x="1010121" y="1305175"/>
                  <a:pt x="1010121" y="1305175"/>
                  <a:pt x="1010121" y="1305175"/>
                </a:cubicBezTo>
                <a:cubicBezTo>
                  <a:pt x="1294663" y="1532162"/>
                  <a:pt x="1294663" y="1532162"/>
                  <a:pt x="1294663" y="1532162"/>
                </a:cubicBezTo>
                <a:cubicBezTo>
                  <a:pt x="1244868" y="1596001"/>
                  <a:pt x="1244868" y="1596001"/>
                  <a:pt x="1244868" y="1596001"/>
                </a:cubicBezTo>
                <a:cubicBezTo>
                  <a:pt x="953214" y="1574721"/>
                  <a:pt x="953214" y="1574721"/>
                  <a:pt x="953214" y="1574721"/>
                </a:cubicBezTo>
                <a:cubicBezTo>
                  <a:pt x="1145278" y="1723682"/>
                  <a:pt x="1145278" y="1723682"/>
                  <a:pt x="1145278" y="1723682"/>
                </a:cubicBezTo>
                <a:cubicBezTo>
                  <a:pt x="1102597" y="1787522"/>
                  <a:pt x="1102597" y="1787522"/>
                  <a:pt x="1102597" y="1787522"/>
                </a:cubicBezTo>
                <a:cubicBezTo>
                  <a:pt x="810943" y="1560535"/>
                  <a:pt x="810943" y="1560535"/>
                  <a:pt x="810943" y="1560535"/>
                </a:cubicBezTo>
                <a:lnTo>
                  <a:pt x="860737" y="1496695"/>
                </a:lnTo>
                <a:close/>
                <a:moveTo>
                  <a:pt x="625991" y="1872642"/>
                </a:moveTo>
                <a:cubicBezTo>
                  <a:pt x="796715" y="1971949"/>
                  <a:pt x="796715" y="1971949"/>
                  <a:pt x="796715" y="1971949"/>
                </a:cubicBezTo>
                <a:cubicBezTo>
                  <a:pt x="825170" y="1986135"/>
                  <a:pt x="846511" y="1993229"/>
                  <a:pt x="853624" y="1993229"/>
                </a:cubicBezTo>
                <a:cubicBezTo>
                  <a:pt x="867851" y="2000322"/>
                  <a:pt x="882079" y="2000322"/>
                  <a:pt x="896305" y="1993229"/>
                </a:cubicBezTo>
                <a:cubicBezTo>
                  <a:pt x="910533" y="1986135"/>
                  <a:pt x="924759" y="1971949"/>
                  <a:pt x="938986" y="1950669"/>
                </a:cubicBezTo>
                <a:cubicBezTo>
                  <a:pt x="946100" y="1929389"/>
                  <a:pt x="953214" y="1915202"/>
                  <a:pt x="953214" y="1901016"/>
                </a:cubicBezTo>
                <a:cubicBezTo>
                  <a:pt x="953214" y="1886829"/>
                  <a:pt x="946100" y="1872642"/>
                  <a:pt x="931873" y="1865549"/>
                </a:cubicBezTo>
                <a:cubicBezTo>
                  <a:pt x="924759" y="1858456"/>
                  <a:pt x="903418" y="1844269"/>
                  <a:pt x="882079" y="1830083"/>
                </a:cubicBezTo>
                <a:cubicBezTo>
                  <a:pt x="704240" y="1730775"/>
                  <a:pt x="704240" y="1730775"/>
                  <a:pt x="704240" y="1730775"/>
                </a:cubicBezTo>
                <a:cubicBezTo>
                  <a:pt x="739808" y="1659842"/>
                  <a:pt x="739808" y="1659842"/>
                  <a:pt x="739808" y="1659842"/>
                </a:cubicBezTo>
                <a:cubicBezTo>
                  <a:pt x="910533" y="1759148"/>
                  <a:pt x="910533" y="1759148"/>
                  <a:pt x="910533" y="1759148"/>
                </a:cubicBezTo>
                <a:cubicBezTo>
                  <a:pt x="953214" y="1780428"/>
                  <a:pt x="974554" y="1794615"/>
                  <a:pt x="988781" y="1808803"/>
                </a:cubicBezTo>
                <a:cubicBezTo>
                  <a:pt x="1003008" y="1822988"/>
                  <a:pt x="1010121" y="1837176"/>
                  <a:pt x="1017236" y="1851362"/>
                </a:cubicBezTo>
                <a:cubicBezTo>
                  <a:pt x="1024349" y="1865549"/>
                  <a:pt x="1024349" y="1886829"/>
                  <a:pt x="1024349" y="1908109"/>
                </a:cubicBezTo>
                <a:cubicBezTo>
                  <a:pt x="1017236" y="1929389"/>
                  <a:pt x="1010121" y="1950669"/>
                  <a:pt x="995895" y="1979042"/>
                </a:cubicBezTo>
                <a:cubicBezTo>
                  <a:pt x="974554" y="2014510"/>
                  <a:pt x="953214" y="2035788"/>
                  <a:pt x="938986" y="2049976"/>
                </a:cubicBezTo>
                <a:cubicBezTo>
                  <a:pt x="924759" y="2064163"/>
                  <a:pt x="903418" y="2071256"/>
                  <a:pt x="889192" y="2078349"/>
                </a:cubicBezTo>
                <a:cubicBezTo>
                  <a:pt x="874965" y="2078349"/>
                  <a:pt x="853624" y="2078349"/>
                  <a:pt x="839398" y="2078349"/>
                </a:cubicBezTo>
                <a:cubicBezTo>
                  <a:pt x="818057" y="2071256"/>
                  <a:pt x="789602" y="2057069"/>
                  <a:pt x="754035" y="2035788"/>
                </a:cubicBezTo>
                <a:cubicBezTo>
                  <a:pt x="583310" y="1943575"/>
                  <a:pt x="583310" y="1943575"/>
                  <a:pt x="583310" y="1943575"/>
                </a:cubicBezTo>
                <a:lnTo>
                  <a:pt x="625991" y="1872642"/>
                </a:lnTo>
                <a:close/>
                <a:moveTo>
                  <a:pt x="320109" y="2851523"/>
                </a:moveTo>
                <a:cubicBezTo>
                  <a:pt x="583310" y="2723843"/>
                  <a:pt x="583310" y="2723843"/>
                  <a:pt x="583310" y="2723843"/>
                </a:cubicBezTo>
                <a:cubicBezTo>
                  <a:pt x="341450" y="2688377"/>
                  <a:pt x="341450" y="2688377"/>
                  <a:pt x="341450" y="2688377"/>
                </a:cubicBezTo>
                <a:cubicBezTo>
                  <a:pt x="355676" y="2610349"/>
                  <a:pt x="355676" y="2610349"/>
                  <a:pt x="355676" y="2610349"/>
                </a:cubicBezTo>
                <a:cubicBezTo>
                  <a:pt x="718467" y="2667097"/>
                  <a:pt x="718467" y="2667097"/>
                  <a:pt x="718467" y="2667097"/>
                </a:cubicBezTo>
                <a:cubicBezTo>
                  <a:pt x="704240" y="2745123"/>
                  <a:pt x="704240" y="2745123"/>
                  <a:pt x="704240" y="2745123"/>
                </a:cubicBezTo>
                <a:cubicBezTo>
                  <a:pt x="441039" y="2872804"/>
                  <a:pt x="441039" y="2872804"/>
                  <a:pt x="441039" y="2872804"/>
                </a:cubicBezTo>
                <a:cubicBezTo>
                  <a:pt x="675786" y="2908270"/>
                  <a:pt x="675786" y="2908270"/>
                  <a:pt x="675786" y="2908270"/>
                </a:cubicBezTo>
                <a:cubicBezTo>
                  <a:pt x="668673" y="2986297"/>
                  <a:pt x="668673" y="2986297"/>
                  <a:pt x="668673" y="2986297"/>
                </a:cubicBezTo>
                <a:cubicBezTo>
                  <a:pt x="305882" y="2929550"/>
                  <a:pt x="305882" y="2929550"/>
                  <a:pt x="305882" y="2929550"/>
                </a:cubicBezTo>
                <a:lnTo>
                  <a:pt x="320109" y="2851523"/>
                </a:lnTo>
                <a:close/>
                <a:moveTo>
                  <a:pt x="298769" y="3028857"/>
                </a:moveTo>
                <a:cubicBezTo>
                  <a:pt x="668673" y="3050137"/>
                  <a:pt x="668673" y="3050137"/>
                  <a:pt x="668673" y="3050137"/>
                </a:cubicBezTo>
                <a:cubicBezTo>
                  <a:pt x="661558" y="3128164"/>
                  <a:pt x="661558" y="3128164"/>
                  <a:pt x="661558" y="3128164"/>
                </a:cubicBezTo>
                <a:cubicBezTo>
                  <a:pt x="298769" y="3113976"/>
                  <a:pt x="298769" y="3113976"/>
                  <a:pt x="298769" y="3113976"/>
                </a:cubicBezTo>
                <a:lnTo>
                  <a:pt x="298769" y="3028857"/>
                </a:lnTo>
                <a:close/>
                <a:moveTo>
                  <a:pt x="305882" y="3454457"/>
                </a:moveTo>
                <a:cubicBezTo>
                  <a:pt x="448153" y="3447364"/>
                  <a:pt x="448153" y="3447364"/>
                  <a:pt x="448153" y="3447364"/>
                </a:cubicBezTo>
                <a:cubicBezTo>
                  <a:pt x="441039" y="3291310"/>
                  <a:pt x="441039" y="3291310"/>
                  <a:pt x="441039" y="3291310"/>
                </a:cubicBezTo>
                <a:cubicBezTo>
                  <a:pt x="298769" y="3298403"/>
                  <a:pt x="298769" y="3298403"/>
                  <a:pt x="298769" y="3298403"/>
                </a:cubicBezTo>
                <a:cubicBezTo>
                  <a:pt x="291656" y="3213284"/>
                  <a:pt x="291656" y="3213284"/>
                  <a:pt x="291656" y="3213284"/>
                </a:cubicBezTo>
                <a:cubicBezTo>
                  <a:pt x="654445" y="3192004"/>
                  <a:pt x="654445" y="3192004"/>
                  <a:pt x="654445" y="3192004"/>
                </a:cubicBezTo>
                <a:cubicBezTo>
                  <a:pt x="661558" y="3277123"/>
                  <a:pt x="661558" y="3277123"/>
                  <a:pt x="661558" y="3277123"/>
                </a:cubicBezTo>
                <a:cubicBezTo>
                  <a:pt x="505061" y="3284217"/>
                  <a:pt x="505061" y="3284217"/>
                  <a:pt x="505061" y="3284217"/>
                </a:cubicBezTo>
                <a:cubicBezTo>
                  <a:pt x="512174" y="3447364"/>
                  <a:pt x="512174" y="3447364"/>
                  <a:pt x="512174" y="3447364"/>
                </a:cubicBezTo>
                <a:cubicBezTo>
                  <a:pt x="668673" y="3433177"/>
                  <a:pt x="668673" y="3433177"/>
                  <a:pt x="668673" y="3433177"/>
                </a:cubicBezTo>
                <a:cubicBezTo>
                  <a:pt x="675786" y="3518298"/>
                  <a:pt x="675786" y="3518298"/>
                  <a:pt x="675786" y="3518298"/>
                </a:cubicBezTo>
                <a:cubicBezTo>
                  <a:pt x="305882" y="3539578"/>
                  <a:pt x="305882" y="3539578"/>
                  <a:pt x="305882" y="3539578"/>
                </a:cubicBezTo>
                <a:lnTo>
                  <a:pt x="305882" y="3454457"/>
                </a:lnTo>
                <a:close/>
                <a:moveTo>
                  <a:pt x="697126" y="3872964"/>
                </a:moveTo>
                <a:cubicBezTo>
                  <a:pt x="675786" y="3908431"/>
                  <a:pt x="633104" y="3936804"/>
                  <a:pt x="576196" y="3950992"/>
                </a:cubicBezTo>
                <a:cubicBezTo>
                  <a:pt x="519288" y="3965177"/>
                  <a:pt x="469494" y="3958085"/>
                  <a:pt x="426811" y="3929711"/>
                </a:cubicBezTo>
                <a:cubicBezTo>
                  <a:pt x="384131" y="3901338"/>
                  <a:pt x="362791" y="3858778"/>
                  <a:pt x="348563" y="3802031"/>
                </a:cubicBezTo>
                <a:cubicBezTo>
                  <a:pt x="341450" y="3752378"/>
                  <a:pt x="341450" y="3709817"/>
                  <a:pt x="362791" y="3674351"/>
                </a:cubicBezTo>
                <a:cubicBezTo>
                  <a:pt x="377017" y="3653071"/>
                  <a:pt x="391244" y="3638884"/>
                  <a:pt x="419698" y="3624697"/>
                </a:cubicBezTo>
                <a:cubicBezTo>
                  <a:pt x="455266" y="3695631"/>
                  <a:pt x="455266" y="3695631"/>
                  <a:pt x="455266" y="3695631"/>
                </a:cubicBezTo>
                <a:cubicBezTo>
                  <a:pt x="433926" y="3709817"/>
                  <a:pt x="426811" y="3716912"/>
                  <a:pt x="412585" y="3738190"/>
                </a:cubicBezTo>
                <a:cubicBezTo>
                  <a:pt x="405472" y="3752378"/>
                  <a:pt x="405472" y="3773658"/>
                  <a:pt x="412585" y="3794938"/>
                </a:cubicBezTo>
                <a:cubicBezTo>
                  <a:pt x="419698" y="3823311"/>
                  <a:pt x="433926" y="3844591"/>
                  <a:pt x="455266" y="3858778"/>
                </a:cubicBezTo>
                <a:cubicBezTo>
                  <a:pt x="476607" y="3872964"/>
                  <a:pt x="512174" y="3880058"/>
                  <a:pt x="554855" y="3865871"/>
                </a:cubicBezTo>
                <a:cubicBezTo>
                  <a:pt x="597536" y="3858778"/>
                  <a:pt x="633104" y="3844591"/>
                  <a:pt x="647332" y="3823311"/>
                </a:cubicBezTo>
                <a:cubicBezTo>
                  <a:pt x="661558" y="3802031"/>
                  <a:pt x="668673" y="3773658"/>
                  <a:pt x="661558" y="3745285"/>
                </a:cubicBezTo>
                <a:cubicBezTo>
                  <a:pt x="654445" y="3724004"/>
                  <a:pt x="647332" y="3702724"/>
                  <a:pt x="633104" y="3695631"/>
                </a:cubicBezTo>
                <a:cubicBezTo>
                  <a:pt x="611764" y="3681444"/>
                  <a:pt x="590423" y="3674351"/>
                  <a:pt x="561969" y="3674351"/>
                </a:cubicBezTo>
                <a:cubicBezTo>
                  <a:pt x="569083" y="3589231"/>
                  <a:pt x="569083" y="3589231"/>
                  <a:pt x="569083" y="3589231"/>
                </a:cubicBezTo>
                <a:cubicBezTo>
                  <a:pt x="611764" y="3596324"/>
                  <a:pt x="647332" y="3610511"/>
                  <a:pt x="668673" y="3631791"/>
                </a:cubicBezTo>
                <a:cubicBezTo>
                  <a:pt x="697126" y="3653071"/>
                  <a:pt x="711354" y="3688537"/>
                  <a:pt x="718467" y="3731097"/>
                </a:cubicBezTo>
                <a:cubicBezTo>
                  <a:pt x="732693" y="3780751"/>
                  <a:pt x="725580" y="3830404"/>
                  <a:pt x="697126" y="3872964"/>
                </a:cubicBezTo>
                <a:close/>
                <a:moveTo>
                  <a:pt x="818057" y="2340803"/>
                </a:moveTo>
                <a:cubicBezTo>
                  <a:pt x="725580" y="2347896"/>
                  <a:pt x="725580" y="2347896"/>
                  <a:pt x="725580" y="2347896"/>
                </a:cubicBezTo>
                <a:cubicBezTo>
                  <a:pt x="675786" y="2503950"/>
                  <a:pt x="675786" y="2503950"/>
                  <a:pt x="675786" y="2503950"/>
                </a:cubicBezTo>
                <a:cubicBezTo>
                  <a:pt x="746921" y="2560696"/>
                  <a:pt x="746921" y="2560696"/>
                  <a:pt x="746921" y="2560696"/>
                </a:cubicBezTo>
                <a:cubicBezTo>
                  <a:pt x="718467" y="2645816"/>
                  <a:pt x="718467" y="2645816"/>
                  <a:pt x="718467" y="2645816"/>
                </a:cubicBezTo>
                <a:cubicBezTo>
                  <a:pt x="419698" y="2383363"/>
                  <a:pt x="419698" y="2383363"/>
                  <a:pt x="419698" y="2383363"/>
                </a:cubicBezTo>
                <a:cubicBezTo>
                  <a:pt x="441039" y="2298243"/>
                  <a:pt x="441039" y="2298243"/>
                  <a:pt x="441039" y="2298243"/>
                </a:cubicBezTo>
                <a:cubicBezTo>
                  <a:pt x="839398" y="2255683"/>
                  <a:pt x="839398" y="2255683"/>
                  <a:pt x="839398" y="2255683"/>
                </a:cubicBezTo>
                <a:lnTo>
                  <a:pt x="818057" y="2340803"/>
                </a:lnTo>
                <a:close/>
                <a:moveTo>
                  <a:pt x="1792610" y="5405126"/>
                </a:moveTo>
                <a:cubicBezTo>
                  <a:pt x="1792610" y="5412219"/>
                  <a:pt x="1785497" y="5419312"/>
                  <a:pt x="1778384" y="5419312"/>
                </a:cubicBezTo>
                <a:cubicBezTo>
                  <a:pt x="1764156" y="5426406"/>
                  <a:pt x="1700135" y="5412219"/>
                  <a:pt x="1693020" y="5419312"/>
                </a:cubicBezTo>
                <a:cubicBezTo>
                  <a:pt x="1657453" y="5419312"/>
                  <a:pt x="1650340" y="5419312"/>
                  <a:pt x="1643226" y="5433499"/>
                </a:cubicBezTo>
                <a:cubicBezTo>
                  <a:pt x="1643226" y="5440592"/>
                  <a:pt x="1643226" y="5461872"/>
                  <a:pt x="1629000" y="5461872"/>
                </a:cubicBezTo>
                <a:cubicBezTo>
                  <a:pt x="1614772" y="5454780"/>
                  <a:pt x="1579204" y="5447687"/>
                  <a:pt x="1557863" y="5447687"/>
                </a:cubicBezTo>
                <a:cubicBezTo>
                  <a:pt x="1550750" y="5447687"/>
                  <a:pt x="1543637" y="5447687"/>
                  <a:pt x="1536523" y="5447687"/>
                </a:cubicBezTo>
                <a:cubicBezTo>
                  <a:pt x="1458275" y="5539900"/>
                  <a:pt x="1401366" y="5617926"/>
                  <a:pt x="1316003" y="5703047"/>
                </a:cubicBezTo>
                <a:cubicBezTo>
                  <a:pt x="1316003" y="5703047"/>
                  <a:pt x="1301777" y="5710140"/>
                  <a:pt x="1301777" y="5710140"/>
                </a:cubicBezTo>
                <a:cubicBezTo>
                  <a:pt x="1358685" y="5617926"/>
                  <a:pt x="1415593" y="5525713"/>
                  <a:pt x="1479615" y="5433499"/>
                </a:cubicBezTo>
                <a:cubicBezTo>
                  <a:pt x="1486728" y="5419312"/>
                  <a:pt x="1479615" y="5412219"/>
                  <a:pt x="1479615" y="5412219"/>
                </a:cubicBezTo>
                <a:cubicBezTo>
                  <a:pt x="1472501" y="5398033"/>
                  <a:pt x="1493843" y="5376753"/>
                  <a:pt x="1508069" y="5376753"/>
                </a:cubicBezTo>
                <a:cubicBezTo>
                  <a:pt x="1508069" y="5376753"/>
                  <a:pt x="1515182" y="5376753"/>
                  <a:pt x="1522296" y="5376753"/>
                </a:cubicBezTo>
                <a:cubicBezTo>
                  <a:pt x="1557863" y="5320006"/>
                  <a:pt x="1557863" y="5320006"/>
                  <a:pt x="1572091" y="5298726"/>
                </a:cubicBezTo>
                <a:cubicBezTo>
                  <a:pt x="1557863" y="5291633"/>
                  <a:pt x="1500956" y="5270353"/>
                  <a:pt x="1515182" y="5256166"/>
                </a:cubicBezTo>
                <a:cubicBezTo>
                  <a:pt x="1522296" y="5256166"/>
                  <a:pt x="1536523" y="5256166"/>
                  <a:pt x="1550750" y="5256166"/>
                </a:cubicBezTo>
                <a:cubicBezTo>
                  <a:pt x="1564978" y="5263260"/>
                  <a:pt x="1579204" y="5263260"/>
                  <a:pt x="1586318" y="5270353"/>
                </a:cubicBezTo>
                <a:cubicBezTo>
                  <a:pt x="1614772" y="5241980"/>
                  <a:pt x="1629000" y="5220699"/>
                  <a:pt x="1643226" y="5185232"/>
                </a:cubicBezTo>
                <a:cubicBezTo>
                  <a:pt x="1643226" y="5178139"/>
                  <a:pt x="1664567" y="5149766"/>
                  <a:pt x="1657453" y="5149766"/>
                </a:cubicBezTo>
                <a:cubicBezTo>
                  <a:pt x="1657453" y="5135579"/>
                  <a:pt x="1657453" y="5135579"/>
                  <a:pt x="1657453" y="5128486"/>
                </a:cubicBezTo>
                <a:cubicBezTo>
                  <a:pt x="1685907" y="5142672"/>
                  <a:pt x="1700135" y="5156859"/>
                  <a:pt x="1700135" y="5185232"/>
                </a:cubicBezTo>
                <a:cubicBezTo>
                  <a:pt x="1700135" y="5185232"/>
                  <a:pt x="1700135" y="5206512"/>
                  <a:pt x="1700135" y="5213607"/>
                </a:cubicBezTo>
                <a:cubicBezTo>
                  <a:pt x="1678794" y="5234885"/>
                  <a:pt x="1664567" y="5263260"/>
                  <a:pt x="1643226" y="5284540"/>
                </a:cubicBezTo>
                <a:cubicBezTo>
                  <a:pt x="1650340" y="5291633"/>
                  <a:pt x="1657453" y="5291633"/>
                  <a:pt x="1664567" y="5291633"/>
                </a:cubicBezTo>
                <a:cubicBezTo>
                  <a:pt x="1685907" y="5305820"/>
                  <a:pt x="1700135" y="5305820"/>
                  <a:pt x="1721475" y="5320006"/>
                </a:cubicBezTo>
                <a:cubicBezTo>
                  <a:pt x="1728588" y="5312913"/>
                  <a:pt x="1735703" y="5320006"/>
                  <a:pt x="1735703" y="5312913"/>
                </a:cubicBezTo>
                <a:cubicBezTo>
                  <a:pt x="1792610" y="5341286"/>
                  <a:pt x="1799725" y="5398033"/>
                  <a:pt x="1792610" y="5405126"/>
                </a:cubicBezTo>
                <a:close/>
                <a:moveTo>
                  <a:pt x="1344458" y="5213607"/>
                </a:moveTo>
                <a:cubicBezTo>
                  <a:pt x="1365799" y="5227792"/>
                  <a:pt x="1387138" y="5241980"/>
                  <a:pt x="1394253" y="5263260"/>
                </a:cubicBezTo>
                <a:cubicBezTo>
                  <a:pt x="1401366" y="5270353"/>
                  <a:pt x="1429821" y="5305820"/>
                  <a:pt x="1444047" y="5348379"/>
                </a:cubicBezTo>
                <a:cubicBezTo>
                  <a:pt x="1451160" y="5369659"/>
                  <a:pt x="1458275" y="5376753"/>
                  <a:pt x="1451160" y="5398033"/>
                </a:cubicBezTo>
                <a:cubicBezTo>
                  <a:pt x="1415593" y="5376753"/>
                  <a:pt x="1422707" y="5369659"/>
                  <a:pt x="1408480" y="5334193"/>
                </a:cubicBezTo>
                <a:cubicBezTo>
                  <a:pt x="1408480" y="5320006"/>
                  <a:pt x="1401366" y="5305820"/>
                  <a:pt x="1372912" y="5277446"/>
                </a:cubicBezTo>
                <a:cubicBezTo>
                  <a:pt x="1372912" y="5263260"/>
                  <a:pt x="1344458" y="5234885"/>
                  <a:pt x="1344458" y="5213607"/>
                </a:cubicBezTo>
                <a:close/>
                <a:moveTo>
                  <a:pt x="1863745" y="5816540"/>
                </a:moveTo>
                <a:cubicBezTo>
                  <a:pt x="1863745" y="5802353"/>
                  <a:pt x="1849519" y="5795260"/>
                  <a:pt x="1849519" y="5781073"/>
                </a:cubicBezTo>
                <a:cubicBezTo>
                  <a:pt x="1892200" y="5724327"/>
                  <a:pt x="1949108" y="5596646"/>
                  <a:pt x="1998903" y="5525713"/>
                </a:cubicBezTo>
                <a:cubicBezTo>
                  <a:pt x="2006017" y="5511526"/>
                  <a:pt x="2013130" y="5504433"/>
                  <a:pt x="2020244" y="5504433"/>
                </a:cubicBezTo>
                <a:cubicBezTo>
                  <a:pt x="2020244" y="5511526"/>
                  <a:pt x="2027357" y="5511526"/>
                  <a:pt x="2013130" y="5539900"/>
                </a:cubicBezTo>
                <a:cubicBezTo>
                  <a:pt x="2013130" y="5546993"/>
                  <a:pt x="1870860" y="5809446"/>
                  <a:pt x="1885086" y="5823633"/>
                </a:cubicBezTo>
                <a:cubicBezTo>
                  <a:pt x="1870860" y="5823633"/>
                  <a:pt x="1870860" y="5823633"/>
                  <a:pt x="1863745" y="5816540"/>
                </a:cubicBezTo>
                <a:close/>
                <a:moveTo>
                  <a:pt x="2055811" y="5880381"/>
                </a:moveTo>
                <a:cubicBezTo>
                  <a:pt x="2048698" y="5887474"/>
                  <a:pt x="2048698" y="5887474"/>
                  <a:pt x="2041585" y="5887474"/>
                </a:cubicBezTo>
                <a:cubicBezTo>
                  <a:pt x="2034470" y="5887474"/>
                  <a:pt x="2020244" y="5880381"/>
                  <a:pt x="2006017" y="5873286"/>
                </a:cubicBezTo>
                <a:cubicBezTo>
                  <a:pt x="1991789" y="5859101"/>
                  <a:pt x="1956222" y="5802353"/>
                  <a:pt x="1963335" y="5788167"/>
                </a:cubicBezTo>
                <a:cubicBezTo>
                  <a:pt x="1963335" y="5788167"/>
                  <a:pt x="1963335" y="5788167"/>
                  <a:pt x="1963335" y="5788167"/>
                </a:cubicBezTo>
                <a:cubicBezTo>
                  <a:pt x="1977563" y="5830726"/>
                  <a:pt x="2034470" y="5816540"/>
                  <a:pt x="2091379" y="5802353"/>
                </a:cubicBezTo>
                <a:cubicBezTo>
                  <a:pt x="2134060" y="5788167"/>
                  <a:pt x="2169627" y="5766887"/>
                  <a:pt x="2169627" y="5759793"/>
                </a:cubicBezTo>
                <a:cubicBezTo>
                  <a:pt x="2169627" y="5752700"/>
                  <a:pt x="2169627" y="5745607"/>
                  <a:pt x="2162514" y="5738513"/>
                </a:cubicBezTo>
                <a:cubicBezTo>
                  <a:pt x="2162514" y="5745607"/>
                  <a:pt x="2141173" y="5752700"/>
                  <a:pt x="2112720" y="5759793"/>
                </a:cubicBezTo>
                <a:cubicBezTo>
                  <a:pt x="2048698" y="5773980"/>
                  <a:pt x="1956222" y="5788167"/>
                  <a:pt x="1941995" y="5781073"/>
                </a:cubicBezTo>
                <a:cubicBezTo>
                  <a:pt x="1920654" y="5773980"/>
                  <a:pt x="1920654" y="5766887"/>
                  <a:pt x="1941995" y="5738513"/>
                </a:cubicBezTo>
                <a:cubicBezTo>
                  <a:pt x="1984676" y="5724327"/>
                  <a:pt x="2062924" y="5710140"/>
                  <a:pt x="2112720" y="5688860"/>
                </a:cubicBezTo>
                <a:cubicBezTo>
                  <a:pt x="2112720" y="5681767"/>
                  <a:pt x="2126946" y="5681767"/>
                  <a:pt x="2119833" y="5667579"/>
                </a:cubicBezTo>
                <a:cubicBezTo>
                  <a:pt x="2098492" y="5674674"/>
                  <a:pt x="2034470" y="5681767"/>
                  <a:pt x="2020244" y="5681767"/>
                </a:cubicBezTo>
                <a:cubicBezTo>
                  <a:pt x="1998903" y="5660487"/>
                  <a:pt x="2013130" y="5639206"/>
                  <a:pt x="2020244" y="5617926"/>
                </a:cubicBezTo>
                <a:cubicBezTo>
                  <a:pt x="2027357" y="5617926"/>
                  <a:pt x="2020244" y="5617926"/>
                  <a:pt x="2027357" y="5617926"/>
                </a:cubicBezTo>
                <a:cubicBezTo>
                  <a:pt x="2041585" y="5632113"/>
                  <a:pt x="2091379" y="5617926"/>
                  <a:pt x="2098492" y="5610833"/>
                </a:cubicBezTo>
                <a:cubicBezTo>
                  <a:pt x="2091379" y="5596646"/>
                  <a:pt x="2077152" y="5561180"/>
                  <a:pt x="2084266" y="5568273"/>
                </a:cubicBezTo>
                <a:cubicBezTo>
                  <a:pt x="2098492" y="5575366"/>
                  <a:pt x="2098492" y="5582460"/>
                  <a:pt x="2119833" y="5582460"/>
                </a:cubicBezTo>
                <a:cubicBezTo>
                  <a:pt x="2119833" y="5582460"/>
                  <a:pt x="2126946" y="5582460"/>
                  <a:pt x="2119833" y="5582460"/>
                </a:cubicBezTo>
                <a:cubicBezTo>
                  <a:pt x="2112720" y="5575366"/>
                  <a:pt x="2098492" y="5568273"/>
                  <a:pt x="2098492" y="5561180"/>
                </a:cubicBezTo>
                <a:cubicBezTo>
                  <a:pt x="2105605" y="5546993"/>
                  <a:pt x="2119833" y="5546993"/>
                  <a:pt x="2126946" y="5554086"/>
                </a:cubicBezTo>
                <a:cubicBezTo>
                  <a:pt x="2141173" y="5561180"/>
                  <a:pt x="2190968" y="5596646"/>
                  <a:pt x="2190968" y="5596646"/>
                </a:cubicBezTo>
                <a:cubicBezTo>
                  <a:pt x="2198082" y="5603739"/>
                  <a:pt x="2198082" y="5603739"/>
                  <a:pt x="2198082" y="5603739"/>
                </a:cubicBezTo>
                <a:cubicBezTo>
                  <a:pt x="2205195" y="5610833"/>
                  <a:pt x="2205195" y="5617926"/>
                  <a:pt x="2205195" y="5625019"/>
                </a:cubicBezTo>
                <a:cubicBezTo>
                  <a:pt x="2205195" y="5646299"/>
                  <a:pt x="2190968" y="5653394"/>
                  <a:pt x="2169627" y="5653394"/>
                </a:cubicBezTo>
                <a:cubicBezTo>
                  <a:pt x="2176742" y="5688860"/>
                  <a:pt x="2176742" y="5717233"/>
                  <a:pt x="2198082" y="5752700"/>
                </a:cubicBezTo>
                <a:cubicBezTo>
                  <a:pt x="2212310" y="5738513"/>
                  <a:pt x="2226536" y="5738513"/>
                  <a:pt x="2226536" y="5731420"/>
                </a:cubicBezTo>
                <a:cubicBezTo>
                  <a:pt x="2247877" y="5745607"/>
                  <a:pt x="2254990" y="5752700"/>
                  <a:pt x="2254990" y="5773980"/>
                </a:cubicBezTo>
                <a:cubicBezTo>
                  <a:pt x="2240763" y="5802353"/>
                  <a:pt x="2205195" y="5795260"/>
                  <a:pt x="2198082" y="5809446"/>
                </a:cubicBezTo>
                <a:cubicBezTo>
                  <a:pt x="2190968" y="5837820"/>
                  <a:pt x="2198082" y="5894567"/>
                  <a:pt x="2183855" y="5915847"/>
                </a:cubicBezTo>
                <a:cubicBezTo>
                  <a:pt x="2183855" y="5922940"/>
                  <a:pt x="2176742" y="5922940"/>
                  <a:pt x="2169627" y="5915847"/>
                </a:cubicBezTo>
                <a:cubicBezTo>
                  <a:pt x="2162514" y="5894567"/>
                  <a:pt x="2169627" y="5844913"/>
                  <a:pt x="2169627" y="5816540"/>
                </a:cubicBezTo>
                <a:cubicBezTo>
                  <a:pt x="2155401" y="5823633"/>
                  <a:pt x="2126946" y="5837820"/>
                  <a:pt x="2098492" y="5837820"/>
                </a:cubicBezTo>
                <a:cubicBezTo>
                  <a:pt x="2098492" y="5844913"/>
                  <a:pt x="2098492" y="5844913"/>
                  <a:pt x="2098492" y="5852006"/>
                </a:cubicBezTo>
                <a:cubicBezTo>
                  <a:pt x="2112720" y="5859101"/>
                  <a:pt x="2112720" y="5866194"/>
                  <a:pt x="2119833" y="5873286"/>
                </a:cubicBezTo>
                <a:cubicBezTo>
                  <a:pt x="2119833" y="5880381"/>
                  <a:pt x="2105605" y="5887474"/>
                  <a:pt x="2105605" y="5894567"/>
                </a:cubicBezTo>
                <a:cubicBezTo>
                  <a:pt x="2098492" y="5894567"/>
                  <a:pt x="2084266" y="5887474"/>
                  <a:pt x="2070038" y="5880381"/>
                </a:cubicBezTo>
                <a:cubicBezTo>
                  <a:pt x="2062924" y="5880381"/>
                  <a:pt x="2055811" y="5880381"/>
                  <a:pt x="2055811" y="5880381"/>
                </a:cubicBezTo>
                <a:close/>
                <a:moveTo>
                  <a:pt x="2254990" y="5582460"/>
                </a:moveTo>
                <a:cubicBezTo>
                  <a:pt x="2254990" y="5568273"/>
                  <a:pt x="2269217" y="5575366"/>
                  <a:pt x="2276330" y="5575366"/>
                </a:cubicBezTo>
                <a:cubicBezTo>
                  <a:pt x="2297671" y="5589553"/>
                  <a:pt x="2311898" y="5596646"/>
                  <a:pt x="2319012" y="5632113"/>
                </a:cubicBezTo>
                <a:cubicBezTo>
                  <a:pt x="2319012" y="5639206"/>
                  <a:pt x="2319012" y="5646299"/>
                  <a:pt x="2311898" y="5660487"/>
                </a:cubicBezTo>
                <a:cubicBezTo>
                  <a:pt x="2297671" y="5660487"/>
                  <a:pt x="2269217" y="5660487"/>
                  <a:pt x="2269217" y="5639206"/>
                </a:cubicBezTo>
                <a:cubicBezTo>
                  <a:pt x="2262104" y="5625019"/>
                  <a:pt x="2247877" y="5589553"/>
                  <a:pt x="2254990" y="5582460"/>
                </a:cubicBezTo>
                <a:close/>
                <a:moveTo>
                  <a:pt x="2425715" y="5688860"/>
                </a:moveTo>
                <a:cubicBezTo>
                  <a:pt x="2375920" y="5695953"/>
                  <a:pt x="2269217" y="5993873"/>
                  <a:pt x="2219423" y="6057713"/>
                </a:cubicBezTo>
                <a:cubicBezTo>
                  <a:pt x="2190968" y="6107366"/>
                  <a:pt x="2176742" y="6107366"/>
                  <a:pt x="2155401" y="6086086"/>
                </a:cubicBezTo>
                <a:cubicBezTo>
                  <a:pt x="2126946" y="6057713"/>
                  <a:pt x="2091379" y="5930034"/>
                  <a:pt x="2098492" y="5901660"/>
                </a:cubicBezTo>
                <a:cubicBezTo>
                  <a:pt x="2105605" y="5908754"/>
                  <a:pt x="2112720" y="5930034"/>
                  <a:pt x="2112720" y="5937127"/>
                </a:cubicBezTo>
                <a:cubicBezTo>
                  <a:pt x="2119833" y="5930034"/>
                  <a:pt x="2112720" y="5930034"/>
                  <a:pt x="2119833" y="5922940"/>
                </a:cubicBezTo>
                <a:cubicBezTo>
                  <a:pt x="2126946" y="5944220"/>
                  <a:pt x="2155401" y="6000967"/>
                  <a:pt x="2162514" y="6008060"/>
                </a:cubicBezTo>
                <a:cubicBezTo>
                  <a:pt x="2183855" y="6022247"/>
                  <a:pt x="2190968" y="5986780"/>
                  <a:pt x="2205195" y="5972594"/>
                </a:cubicBezTo>
                <a:cubicBezTo>
                  <a:pt x="2233649" y="5915847"/>
                  <a:pt x="2311898" y="5724327"/>
                  <a:pt x="2340352" y="5667579"/>
                </a:cubicBezTo>
                <a:cubicBezTo>
                  <a:pt x="2361693" y="5632113"/>
                  <a:pt x="2375920" y="5596646"/>
                  <a:pt x="2354580" y="5575366"/>
                </a:cubicBezTo>
                <a:cubicBezTo>
                  <a:pt x="2276330" y="5532806"/>
                  <a:pt x="2176742" y="5561180"/>
                  <a:pt x="2105605" y="5518620"/>
                </a:cubicBezTo>
                <a:cubicBezTo>
                  <a:pt x="2105605" y="5518620"/>
                  <a:pt x="2105605" y="5518620"/>
                  <a:pt x="2105605" y="5518620"/>
                </a:cubicBezTo>
                <a:cubicBezTo>
                  <a:pt x="2148288" y="5504433"/>
                  <a:pt x="2333239" y="5546993"/>
                  <a:pt x="2333239" y="5546993"/>
                </a:cubicBezTo>
                <a:cubicBezTo>
                  <a:pt x="2390148" y="5561180"/>
                  <a:pt x="2461283" y="5617926"/>
                  <a:pt x="2425715" y="5688860"/>
                </a:cubicBezTo>
                <a:close/>
                <a:moveTo>
                  <a:pt x="2596440" y="6086086"/>
                </a:moveTo>
                <a:cubicBezTo>
                  <a:pt x="2596440" y="6086086"/>
                  <a:pt x="2582212" y="6093181"/>
                  <a:pt x="2575099" y="6093181"/>
                </a:cubicBezTo>
                <a:cubicBezTo>
                  <a:pt x="2575099" y="6093181"/>
                  <a:pt x="2575099" y="6100274"/>
                  <a:pt x="2560872" y="6107366"/>
                </a:cubicBezTo>
                <a:cubicBezTo>
                  <a:pt x="2560872" y="6107366"/>
                  <a:pt x="2546645" y="6114461"/>
                  <a:pt x="2532418" y="6107366"/>
                </a:cubicBezTo>
                <a:cubicBezTo>
                  <a:pt x="2532418" y="6107366"/>
                  <a:pt x="2525305" y="6100274"/>
                  <a:pt x="2518192" y="6100274"/>
                </a:cubicBezTo>
                <a:cubicBezTo>
                  <a:pt x="2518192" y="6100274"/>
                  <a:pt x="2503964" y="6093181"/>
                  <a:pt x="2496850" y="6093181"/>
                </a:cubicBezTo>
                <a:cubicBezTo>
                  <a:pt x="2496850" y="6093181"/>
                  <a:pt x="2482623" y="6093181"/>
                  <a:pt x="2503964" y="6086086"/>
                </a:cubicBezTo>
                <a:cubicBezTo>
                  <a:pt x="2503964" y="6086086"/>
                  <a:pt x="2503964" y="6078993"/>
                  <a:pt x="2511077" y="6078993"/>
                </a:cubicBezTo>
                <a:cubicBezTo>
                  <a:pt x="2511077" y="6078993"/>
                  <a:pt x="2518192" y="6078993"/>
                  <a:pt x="2518192" y="6078993"/>
                </a:cubicBezTo>
                <a:cubicBezTo>
                  <a:pt x="2518192" y="6078993"/>
                  <a:pt x="2518192" y="6071900"/>
                  <a:pt x="2525305" y="6078993"/>
                </a:cubicBezTo>
                <a:cubicBezTo>
                  <a:pt x="2525305" y="6078993"/>
                  <a:pt x="2532418" y="6086086"/>
                  <a:pt x="2539531" y="6064808"/>
                </a:cubicBezTo>
                <a:cubicBezTo>
                  <a:pt x="2539531" y="6064808"/>
                  <a:pt x="2539531" y="6064808"/>
                  <a:pt x="2546645" y="6064808"/>
                </a:cubicBezTo>
                <a:cubicBezTo>
                  <a:pt x="2546645" y="6064808"/>
                  <a:pt x="2575099" y="6050620"/>
                  <a:pt x="2639121" y="6008060"/>
                </a:cubicBezTo>
                <a:cubicBezTo>
                  <a:pt x="2639121" y="6008060"/>
                  <a:pt x="2696030" y="5972594"/>
                  <a:pt x="2731597" y="5937127"/>
                </a:cubicBezTo>
                <a:cubicBezTo>
                  <a:pt x="2731597" y="5937127"/>
                  <a:pt x="2760052" y="5915847"/>
                  <a:pt x="2795619" y="5887474"/>
                </a:cubicBezTo>
                <a:cubicBezTo>
                  <a:pt x="2795619" y="5887474"/>
                  <a:pt x="2888094" y="5816540"/>
                  <a:pt x="2902322" y="5795260"/>
                </a:cubicBezTo>
                <a:cubicBezTo>
                  <a:pt x="2902322" y="5795260"/>
                  <a:pt x="2838300" y="5759793"/>
                  <a:pt x="2845413" y="5731420"/>
                </a:cubicBezTo>
                <a:cubicBezTo>
                  <a:pt x="2845413" y="5731420"/>
                  <a:pt x="2852527" y="5717233"/>
                  <a:pt x="2859640" y="5731420"/>
                </a:cubicBezTo>
                <a:cubicBezTo>
                  <a:pt x="2859640" y="5731420"/>
                  <a:pt x="2888094" y="5752700"/>
                  <a:pt x="2937890" y="5745607"/>
                </a:cubicBezTo>
                <a:cubicBezTo>
                  <a:pt x="2937890" y="5745607"/>
                  <a:pt x="2959230" y="5745607"/>
                  <a:pt x="2987684" y="5724327"/>
                </a:cubicBezTo>
                <a:cubicBezTo>
                  <a:pt x="2987684" y="5724327"/>
                  <a:pt x="3023252" y="5717233"/>
                  <a:pt x="3037479" y="5781073"/>
                </a:cubicBezTo>
                <a:cubicBezTo>
                  <a:pt x="3037479" y="5781073"/>
                  <a:pt x="3037479" y="5809446"/>
                  <a:pt x="3023252" y="5802353"/>
                </a:cubicBezTo>
                <a:cubicBezTo>
                  <a:pt x="3023252" y="5802353"/>
                  <a:pt x="3001912" y="5802353"/>
                  <a:pt x="2980571" y="5809446"/>
                </a:cubicBezTo>
                <a:cubicBezTo>
                  <a:pt x="2980571" y="5809446"/>
                  <a:pt x="2973457" y="5802353"/>
                  <a:pt x="2959230" y="5816540"/>
                </a:cubicBezTo>
                <a:cubicBezTo>
                  <a:pt x="2959230" y="5816540"/>
                  <a:pt x="2916549" y="5859101"/>
                  <a:pt x="2824072" y="5915847"/>
                </a:cubicBezTo>
                <a:cubicBezTo>
                  <a:pt x="2824072" y="5915847"/>
                  <a:pt x="2774278" y="5951314"/>
                  <a:pt x="2710256" y="6015153"/>
                </a:cubicBezTo>
                <a:cubicBezTo>
                  <a:pt x="2710256" y="6015153"/>
                  <a:pt x="2660462" y="6057713"/>
                  <a:pt x="2596440" y="6086086"/>
                </a:cubicBezTo>
                <a:close/>
                <a:moveTo>
                  <a:pt x="3058819" y="6086086"/>
                </a:moveTo>
                <a:cubicBezTo>
                  <a:pt x="3058819" y="6086086"/>
                  <a:pt x="3058819" y="6093181"/>
                  <a:pt x="3058819" y="6100274"/>
                </a:cubicBezTo>
                <a:cubicBezTo>
                  <a:pt x="3058819" y="6100274"/>
                  <a:pt x="3058819" y="6114461"/>
                  <a:pt x="3037479" y="6114461"/>
                </a:cubicBezTo>
                <a:cubicBezTo>
                  <a:pt x="3037479" y="6114461"/>
                  <a:pt x="2987684" y="6128647"/>
                  <a:pt x="2980571" y="6142834"/>
                </a:cubicBezTo>
                <a:cubicBezTo>
                  <a:pt x="2980571" y="6142834"/>
                  <a:pt x="2952116" y="6164114"/>
                  <a:pt x="2959230" y="6185394"/>
                </a:cubicBezTo>
                <a:cubicBezTo>
                  <a:pt x="2959230" y="6185394"/>
                  <a:pt x="2959230" y="6199580"/>
                  <a:pt x="2937890" y="6206674"/>
                </a:cubicBezTo>
                <a:cubicBezTo>
                  <a:pt x="2937890" y="6206674"/>
                  <a:pt x="2923662" y="6206674"/>
                  <a:pt x="2909435" y="6206674"/>
                </a:cubicBezTo>
                <a:cubicBezTo>
                  <a:pt x="2909435" y="6206674"/>
                  <a:pt x="2895209" y="6192487"/>
                  <a:pt x="2873868" y="6206674"/>
                </a:cubicBezTo>
                <a:cubicBezTo>
                  <a:pt x="2873868" y="6206674"/>
                  <a:pt x="2873868" y="6213767"/>
                  <a:pt x="2859640" y="6206674"/>
                </a:cubicBezTo>
                <a:cubicBezTo>
                  <a:pt x="2859640" y="6206674"/>
                  <a:pt x="2859640" y="6199580"/>
                  <a:pt x="2852527" y="6199580"/>
                </a:cubicBezTo>
                <a:cubicBezTo>
                  <a:pt x="2852527" y="6199580"/>
                  <a:pt x="2845413" y="6192487"/>
                  <a:pt x="2845413" y="6185394"/>
                </a:cubicBezTo>
                <a:cubicBezTo>
                  <a:pt x="2845413" y="6185394"/>
                  <a:pt x="2845413" y="6171207"/>
                  <a:pt x="2831187" y="6164114"/>
                </a:cubicBezTo>
                <a:cubicBezTo>
                  <a:pt x="2831187" y="6164114"/>
                  <a:pt x="2824072" y="6164114"/>
                  <a:pt x="2824072" y="6149927"/>
                </a:cubicBezTo>
                <a:cubicBezTo>
                  <a:pt x="2824072" y="6149927"/>
                  <a:pt x="2816959" y="6107366"/>
                  <a:pt x="2809846" y="6086086"/>
                </a:cubicBezTo>
                <a:cubicBezTo>
                  <a:pt x="2809846" y="6086086"/>
                  <a:pt x="2802733" y="6064808"/>
                  <a:pt x="2781391" y="6057713"/>
                </a:cubicBezTo>
                <a:cubicBezTo>
                  <a:pt x="2781391" y="6057713"/>
                  <a:pt x="2752937" y="6015153"/>
                  <a:pt x="2767165" y="6015153"/>
                </a:cubicBezTo>
                <a:cubicBezTo>
                  <a:pt x="2767165" y="6015153"/>
                  <a:pt x="2795619" y="6015153"/>
                  <a:pt x="2816959" y="6057713"/>
                </a:cubicBezTo>
                <a:cubicBezTo>
                  <a:pt x="2816959" y="6057713"/>
                  <a:pt x="2816959" y="6071900"/>
                  <a:pt x="2816959" y="6086086"/>
                </a:cubicBezTo>
                <a:cubicBezTo>
                  <a:pt x="2816959" y="6086086"/>
                  <a:pt x="2824072" y="6093181"/>
                  <a:pt x="2838300" y="6142834"/>
                </a:cubicBezTo>
                <a:cubicBezTo>
                  <a:pt x="2838300" y="6142834"/>
                  <a:pt x="2845413" y="6149927"/>
                  <a:pt x="2845413" y="6135741"/>
                </a:cubicBezTo>
                <a:cubicBezTo>
                  <a:pt x="2859640" y="6121554"/>
                  <a:pt x="2859640" y="6121554"/>
                  <a:pt x="2859640" y="6121554"/>
                </a:cubicBezTo>
                <a:cubicBezTo>
                  <a:pt x="2859640" y="6121554"/>
                  <a:pt x="2866754" y="6107366"/>
                  <a:pt x="2873868" y="6114461"/>
                </a:cubicBezTo>
                <a:cubicBezTo>
                  <a:pt x="2873868" y="6114461"/>
                  <a:pt x="2873868" y="6121554"/>
                  <a:pt x="2880981" y="6114461"/>
                </a:cubicBezTo>
                <a:cubicBezTo>
                  <a:pt x="2880981" y="6114461"/>
                  <a:pt x="2902322" y="6100274"/>
                  <a:pt x="2916549" y="6086086"/>
                </a:cubicBezTo>
                <a:cubicBezTo>
                  <a:pt x="2916549" y="6086086"/>
                  <a:pt x="2937890" y="6071900"/>
                  <a:pt x="2930776" y="6064808"/>
                </a:cubicBezTo>
                <a:cubicBezTo>
                  <a:pt x="2930776" y="6064808"/>
                  <a:pt x="2909435" y="6036433"/>
                  <a:pt x="2902322" y="6029340"/>
                </a:cubicBezTo>
                <a:cubicBezTo>
                  <a:pt x="2902322" y="6029340"/>
                  <a:pt x="2880981" y="6015153"/>
                  <a:pt x="2895209" y="6015153"/>
                </a:cubicBezTo>
                <a:cubicBezTo>
                  <a:pt x="2895209" y="6015153"/>
                  <a:pt x="2902322" y="6015153"/>
                  <a:pt x="2923662" y="6022247"/>
                </a:cubicBezTo>
                <a:cubicBezTo>
                  <a:pt x="2923662" y="6022247"/>
                  <a:pt x="2966344" y="6029340"/>
                  <a:pt x="2980571" y="6015153"/>
                </a:cubicBezTo>
                <a:cubicBezTo>
                  <a:pt x="2980571" y="6015153"/>
                  <a:pt x="2980571" y="6000967"/>
                  <a:pt x="2994797" y="6008060"/>
                </a:cubicBezTo>
                <a:cubicBezTo>
                  <a:pt x="2994797" y="6008060"/>
                  <a:pt x="3016138" y="6029340"/>
                  <a:pt x="3023252" y="6029340"/>
                </a:cubicBezTo>
                <a:cubicBezTo>
                  <a:pt x="3023252" y="6029340"/>
                  <a:pt x="3065932" y="6043527"/>
                  <a:pt x="3058819" y="6086086"/>
                </a:cubicBezTo>
                <a:close/>
                <a:moveTo>
                  <a:pt x="3450064" y="6213767"/>
                </a:moveTo>
                <a:cubicBezTo>
                  <a:pt x="3450064" y="6213767"/>
                  <a:pt x="3450064" y="6227954"/>
                  <a:pt x="3435836" y="6220860"/>
                </a:cubicBezTo>
                <a:cubicBezTo>
                  <a:pt x="3435836" y="6220860"/>
                  <a:pt x="3393156" y="6199580"/>
                  <a:pt x="3378929" y="6142834"/>
                </a:cubicBezTo>
                <a:cubicBezTo>
                  <a:pt x="3378929" y="6142834"/>
                  <a:pt x="3364701" y="6078993"/>
                  <a:pt x="3364701" y="6071900"/>
                </a:cubicBezTo>
                <a:cubicBezTo>
                  <a:pt x="3364701" y="6071900"/>
                  <a:pt x="3364701" y="6071900"/>
                  <a:pt x="3364701" y="6057713"/>
                </a:cubicBezTo>
                <a:cubicBezTo>
                  <a:pt x="3357588" y="6015153"/>
                  <a:pt x="3357588" y="6015153"/>
                  <a:pt x="3357588" y="6015153"/>
                </a:cubicBezTo>
                <a:cubicBezTo>
                  <a:pt x="3357588" y="6015153"/>
                  <a:pt x="3357588" y="6015153"/>
                  <a:pt x="3364701" y="6008060"/>
                </a:cubicBezTo>
                <a:cubicBezTo>
                  <a:pt x="3364701" y="6008060"/>
                  <a:pt x="3357588" y="6000967"/>
                  <a:pt x="3364701" y="5993873"/>
                </a:cubicBezTo>
                <a:cubicBezTo>
                  <a:pt x="3364701" y="5993873"/>
                  <a:pt x="3364701" y="5993873"/>
                  <a:pt x="3364701" y="5993873"/>
                </a:cubicBezTo>
                <a:cubicBezTo>
                  <a:pt x="3364701" y="5993873"/>
                  <a:pt x="3364701" y="5972594"/>
                  <a:pt x="3371814" y="5979687"/>
                </a:cubicBezTo>
                <a:cubicBezTo>
                  <a:pt x="3371814" y="5979687"/>
                  <a:pt x="3378929" y="5986780"/>
                  <a:pt x="3371814" y="6000967"/>
                </a:cubicBezTo>
                <a:cubicBezTo>
                  <a:pt x="3371814" y="6000967"/>
                  <a:pt x="3364701" y="6015153"/>
                  <a:pt x="3393156" y="6064808"/>
                </a:cubicBezTo>
                <a:cubicBezTo>
                  <a:pt x="3393156" y="6064808"/>
                  <a:pt x="3400269" y="6071900"/>
                  <a:pt x="3407382" y="6071900"/>
                </a:cubicBezTo>
                <a:cubicBezTo>
                  <a:pt x="3407382" y="6071900"/>
                  <a:pt x="3414497" y="6078993"/>
                  <a:pt x="3421610" y="6100274"/>
                </a:cubicBezTo>
                <a:cubicBezTo>
                  <a:pt x="3421610" y="6100274"/>
                  <a:pt x="3421610" y="6114461"/>
                  <a:pt x="3421610" y="6114461"/>
                </a:cubicBezTo>
                <a:cubicBezTo>
                  <a:pt x="3421610" y="6114461"/>
                  <a:pt x="3414497" y="6128647"/>
                  <a:pt x="3428723" y="6121554"/>
                </a:cubicBezTo>
                <a:cubicBezTo>
                  <a:pt x="3428723" y="6121554"/>
                  <a:pt x="3435836" y="6121554"/>
                  <a:pt x="3435836" y="6128647"/>
                </a:cubicBezTo>
                <a:cubicBezTo>
                  <a:pt x="3435836" y="6128647"/>
                  <a:pt x="3435836" y="6149927"/>
                  <a:pt x="3435836" y="6157021"/>
                </a:cubicBezTo>
                <a:cubicBezTo>
                  <a:pt x="3435836" y="6157021"/>
                  <a:pt x="3442950" y="6164114"/>
                  <a:pt x="3442950" y="6171207"/>
                </a:cubicBezTo>
                <a:cubicBezTo>
                  <a:pt x="3442950" y="6171207"/>
                  <a:pt x="3442950" y="6178300"/>
                  <a:pt x="3442950" y="6178300"/>
                </a:cubicBezTo>
                <a:cubicBezTo>
                  <a:pt x="3442950" y="6178300"/>
                  <a:pt x="3450064" y="6178300"/>
                  <a:pt x="3450064" y="6178300"/>
                </a:cubicBezTo>
                <a:cubicBezTo>
                  <a:pt x="3450064" y="6178300"/>
                  <a:pt x="3457177" y="6213767"/>
                  <a:pt x="3450064" y="6213767"/>
                </a:cubicBezTo>
                <a:close/>
                <a:moveTo>
                  <a:pt x="3428723" y="5915847"/>
                </a:moveTo>
                <a:cubicBezTo>
                  <a:pt x="3428723" y="5915847"/>
                  <a:pt x="3421610" y="5908754"/>
                  <a:pt x="3414497" y="5908754"/>
                </a:cubicBezTo>
                <a:cubicBezTo>
                  <a:pt x="3414497" y="5908754"/>
                  <a:pt x="3407382" y="5908754"/>
                  <a:pt x="3400269" y="5908754"/>
                </a:cubicBezTo>
                <a:cubicBezTo>
                  <a:pt x="3400269" y="5908754"/>
                  <a:pt x="3386042" y="5908754"/>
                  <a:pt x="3393156" y="5894567"/>
                </a:cubicBezTo>
                <a:cubicBezTo>
                  <a:pt x="3393156" y="5894567"/>
                  <a:pt x="3407382" y="5866194"/>
                  <a:pt x="3400269" y="5837820"/>
                </a:cubicBezTo>
                <a:cubicBezTo>
                  <a:pt x="3400269" y="5837820"/>
                  <a:pt x="3400269" y="5830726"/>
                  <a:pt x="3407382" y="5823633"/>
                </a:cubicBezTo>
                <a:cubicBezTo>
                  <a:pt x="3407382" y="5823633"/>
                  <a:pt x="3407382" y="5816540"/>
                  <a:pt x="3414497" y="5823633"/>
                </a:cubicBezTo>
                <a:cubicBezTo>
                  <a:pt x="3414497" y="5823633"/>
                  <a:pt x="3450064" y="5873286"/>
                  <a:pt x="3450064" y="5901660"/>
                </a:cubicBezTo>
                <a:cubicBezTo>
                  <a:pt x="3450064" y="5901660"/>
                  <a:pt x="3457177" y="5922940"/>
                  <a:pt x="3428723" y="5915847"/>
                </a:cubicBezTo>
                <a:close/>
                <a:moveTo>
                  <a:pt x="3841308" y="5944220"/>
                </a:moveTo>
                <a:cubicBezTo>
                  <a:pt x="3841308" y="5944220"/>
                  <a:pt x="3834195" y="5972594"/>
                  <a:pt x="3819968" y="5979687"/>
                </a:cubicBezTo>
                <a:cubicBezTo>
                  <a:pt x="3819968" y="5979687"/>
                  <a:pt x="3812854" y="5986780"/>
                  <a:pt x="3812854" y="6000967"/>
                </a:cubicBezTo>
                <a:cubicBezTo>
                  <a:pt x="3812854" y="6000967"/>
                  <a:pt x="3791514" y="6043527"/>
                  <a:pt x="3777286" y="6050620"/>
                </a:cubicBezTo>
                <a:cubicBezTo>
                  <a:pt x="3777286" y="6050620"/>
                  <a:pt x="3755946" y="6064808"/>
                  <a:pt x="3763060" y="6078993"/>
                </a:cubicBezTo>
                <a:cubicBezTo>
                  <a:pt x="3763060" y="6078993"/>
                  <a:pt x="3791514" y="6100274"/>
                  <a:pt x="3784399" y="6128647"/>
                </a:cubicBezTo>
                <a:cubicBezTo>
                  <a:pt x="3784399" y="6128647"/>
                  <a:pt x="3784399" y="6135741"/>
                  <a:pt x="3777286" y="6135741"/>
                </a:cubicBezTo>
                <a:cubicBezTo>
                  <a:pt x="3777286" y="6135741"/>
                  <a:pt x="3770173" y="6142834"/>
                  <a:pt x="3763060" y="6142834"/>
                </a:cubicBezTo>
                <a:cubicBezTo>
                  <a:pt x="3763060" y="6142834"/>
                  <a:pt x="3755946" y="6142834"/>
                  <a:pt x="3755946" y="6142834"/>
                </a:cubicBezTo>
                <a:cubicBezTo>
                  <a:pt x="3755946" y="6142834"/>
                  <a:pt x="3727492" y="6157021"/>
                  <a:pt x="3713264" y="6157021"/>
                </a:cubicBezTo>
                <a:cubicBezTo>
                  <a:pt x="3713264" y="6157021"/>
                  <a:pt x="3699038" y="6157021"/>
                  <a:pt x="3677696" y="6157021"/>
                </a:cubicBezTo>
                <a:cubicBezTo>
                  <a:pt x="3677696" y="6157021"/>
                  <a:pt x="3677696" y="6149927"/>
                  <a:pt x="3670583" y="6157021"/>
                </a:cubicBezTo>
                <a:cubicBezTo>
                  <a:pt x="3670583" y="6157021"/>
                  <a:pt x="3642129" y="6192487"/>
                  <a:pt x="3606561" y="6164114"/>
                </a:cubicBezTo>
                <a:cubicBezTo>
                  <a:pt x="3606561" y="6164114"/>
                  <a:pt x="3599448" y="6157021"/>
                  <a:pt x="3592335" y="6149927"/>
                </a:cubicBezTo>
                <a:cubicBezTo>
                  <a:pt x="3585221" y="6149927"/>
                  <a:pt x="3578107" y="6142834"/>
                  <a:pt x="3570994" y="6142834"/>
                </a:cubicBezTo>
                <a:cubicBezTo>
                  <a:pt x="3570994" y="6142834"/>
                  <a:pt x="3528313" y="6114461"/>
                  <a:pt x="3514086" y="6107366"/>
                </a:cubicBezTo>
                <a:cubicBezTo>
                  <a:pt x="3514086" y="6107366"/>
                  <a:pt x="3485632" y="6086086"/>
                  <a:pt x="3485632" y="6071900"/>
                </a:cubicBezTo>
                <a:cubicBezTo>
                  <a:pt x="3485632" y="6071900"/>
                  <a:pt x="3478519" y="6050620"/>
                  <a:pt x="3464291" y="6050620"/>
                </a:cubicBezTo>
                <a:cubicBezTo>
                  <a:pt x="3464291" y="6050620"/>
                  <a:pt x="3457177" y="6050620"/>
                  <a:pt x="3457177" y="6036433"/>
                </a:cubicBezTo>
                <a:cubicBezTo>
                  <a:pt x="3457177" y="6036433"/>
                  <a:pt x="3457177" y="6036433"/>
                  <a:pt x="3457177" y="6036433"/>
                </a:cubicBezTo>
                <a:cubicBezTo>
                  <a:pt x="3457177" y="6036433"/>
                  <a:pt x="3457177" y="6036433"/>
                  <a:pt x="3457177" y="6029340"/>
                </a:cubicBezTo>
                <a:cubicBezTo>
                  <a:pt x="3457177" y="6029340"/>
                  <a:pt x="3450064" y="6022247"/>
                  <a:pt x="3464291" y="6000967"/>
                </a:cubicBezTo>
                <a:cubicBezTo>
                  <a:pt x="3464291" y="6000967"/>
                  <a:pt x="3478519" y="5986780"/>
                  <a:pt x="3492745" y="5979687"/>
                </a:cubicBezTo>
                <a:cubicBezTo>
                  <a:pt x="3492745" y="5979687"/>
                  <a:pt x="3521199" y="5951314"/>
                  <a:pt x="3542539" y="5937127"/>
                </a:cubicBezTo>
                <a:cubicBezTo>
                  <a:pt x="3542539" y="5937127"/>
                  <a:pt x="3549654" y="5930034"/>
                  <a:pt x="3556767" y="5922940"/>
                </a:cubicBezTo>
                <a:cubicBezTo>
                  <a:pt x="3563880" y="5915847"/>
                  <a:pt x="3570994" y="5908754"/>
                  <a:pt x="3570994" y="5908754"/>
                </a:cubicBezTo>
                <a:cubicBezTo>
                  <a:pt x="3570994" y="5908754"/>
                  <a:pt x="3585221" y="5894567"/>
                  <a:pt x="3599448" y="5887474"/>
                </a:cubicBezTo>
                <a:cubicBezTo>
                  <a:pt x="3599448" y="5887474"/>
                  <a:pt x="3620789" y="5880381"/>
                  <a:pt x="3620789" y="5873286"/>
                </a:cubicBezTo>
                <a:cubicBezTo>
                  <a:pt x="3620789" y="5873286"/>
                  <a:pt x="3620789" y="5852006"/>
                  <a:pt x="3620789" y="5844913"/>
                </a:cubicBezTo>
                <a:cubicBezTo>
                  <a:pt x="3606561" y="5738513"/>
                  <a:pt x="3606561" y="5738513"/>
                  <a:pt x="3606561" y="5738513"/>
                </a:cubicBezTo>
                <a:cubicBezTo>
                  <a:pt x="3606561" y="5738513"/>
                  <a:pt x="3606561" y="5731420"/>
                  <a:pt x="3613675" y="5738513"/>
                </a:cubicBezTo>
                <a:cubicBezTo>
                  <a:pt x="3613675" y="5738513"/>
                  <a:pt x="3620789" y="5738513"/>
                  <a:pt x="3627902" y="5738513"/>
                </a:cubicBezTo>
                <a:cubicBezTo>
                  <a:pt x="3627902" y="5738513"/>
                  <a:pt x="3642129" y="5731420"/>
                  <a:pt x="3649243" y="5759793"/>
                </a:cubicBezTo>
                <a:cubicBezTo>
                  <a:pt x="3649243" y="5759793"/>
                  <a:pt x="3663470" y="5788167"/>
                  <a:pt x="3670583" y="5816540"/>
                </a:cubicBezTo>
                <a:cubicBezTo>
                  <a:pt x="3670583" y="5816540"/>
                  <a:pt x="3670583" y="5852006"/>
                  <a:pt x="3670583" y="5859101"/>
                </a:cubicBezTo>
                <a:cubicBezTo>
                  <a:pt x="3670583" y="5859101"/>
                  <a:pt x="3670583" y="5873286"/>
                  <a:pt x="3684811" y="5873286"/>
                </a:cubicBezTo>
                <a:cubicBezTo>
                  <a:pt x="3684811" y="5873286"/>
                  <a:pt x="3699038" y="5873286"/>
                  <a:pt x="3720379" y="5873286"/>
                </a:cubicBezTo>
                <a:cubicBezTo>
                  <a:pt x="3748832" y="5880381"/>
                  <a:pt x="3777286" y="5880381"/>
                  <a:pt x="3791514" y="5880381"/>
                </a:cubicBezTo>
                <a:cubicBezTo>
                  <a:pt x="3791514" y="5880381"/>
                  <a:pt x="3819968" y="5887474"/>
                  <a:pt x="3848421" y="5922940"/>
                </a:cubicBezTo>
                <a:cubicBezTo>
                  <a:pt x="3848421" y="5922940"/>
                  <a:pt x="3855536" y="5922940"/>
                  <a:pt x="3841308" y="5944220"/>
                </a:cubicBezTo>
                <a:close/>
                <a:moveTo>
                  <a:pt x="4296574" y="5738513"/>
                </a:moveTo>
                <a:cubicBezTo>
                  <a:pt x="4296574" y="5738513"/>
                  <a:pt x="4289461" y="5738513"/>
                  <a:pt x="4289461" y="5752700"/>
                </a:cubicBezTo>
                <a:cubicBezTo>
                  <a:pt x="4289461" y="5752700"/>
                  <a:pt x="4282347" y="5773980"/>
                  <a:pt x="4289461" y="5788167"/>
                </a:cubicBezTo>
                <a:cubicBezTo>
                  <a:pt x="4289461" y="5788167"/>
                  <a:pt x="4289461" y="5802353"/>
                  <a:pt x="4282347" y="5823633"/>
                </a:cubicBezTo>
                <a:cubicBezTo>
                  <a:pt x="4282347" y="5823633"/>
                  <a:pt x="4253893" y="5859101"/>
                  <a:pt x="4275234" y="5894567"/>
                </a:cubicBezTo>
                <a:cubicBezTo>
                  <a:pt x="4275234" y="5894567"/>
                  <a:pt x="4296574" y="5915847"/>
                  <a:pt x="4275234" y="5930034"/>
                </a:cubicBezTo>
                <a:cubicBezTo>
                  <a:pt x="4275234" y="5930034"/>
                  <a:pt x="4268121" y="5937127"/>
                  <a:pt x="4261006" y="5958407"/>
                </a:cubicBezTo>
                <a:cubicBezTo>
                  <a:pt x="4261006" y="5958407"/>
                  <a:pt x="4261006" y="5972594"/>
                  <a:pt x="4261006" y="5972594"/>
                </a:cubicBezTo>
                <a:cubicBezTo>
                  <a:pt x="4261006" y="5972594"/>
                  <a:pt x="4253893" y="5986780"/>
                  <a:pt x="4253893" y="5993873"/>
                </a:cubicBezTo>
                <a:cubicBezTo>
                  <a:pt x="4253893" y="5993873"/>
                  <a:pt x="4253893" y="6008060"/>
                  <a:pt x="4232553" y="6015153"/>
                </a:cubicBezTo>
                <a:cubicBezTo>
                  <a:pt x="4232553" y="6015153"/>
                  <a:pt x="4218325" y="6029340"/>
                  <a:pt x="4211212" y="6036433"/>
                </a:cubicBezTo>
                <a:cubicBezTo>
                  <a:pt x="4211212" y="6036433"/>
                  <a:pt x="4204099" y="6050620"/>
                  <a:pt x="4196986" y="6050620"/>
                </a:cubicBezTo>
                <a:cubicBezTo>
                  <a:pt x="4196986" y="6050620"/>
                  <a:pt x="4196986" y="6050620"/>
                  <a:pt x="4196986" y="6057713"/>
                </a:cubicBezTo>
                <a:cubicBezTo>
                  <a:pt x="4196986" y="6057713"/>
                  <a:pt x="4189871" y="6071900"/>
                  <a:pt x="4168531" y="6078993"/>
                </a:cubicBezTo>
                <a:cubicBezTo>
                  <a:pt x="4168531" y="6078993"/>
                  <a:pt x="4168531" y="6029340"/>
                  <a:pt x="4168531" y="6015153"/>
                </a:cubicBezTo>
                <a:cubicBezTo>
                  <a:pt x="4168531" y="6015153"/>
                  <a:pt x="4168531" y="5993873"/>
                  <a:pt x="4168531" y="5979687"/>
                </a:cubicBezTo>
                <a:cubicBezTo>
                  <a:pt x="4168531" y="5979687"/>
                  <a:pt x="4168531" y="5958407"/>
                  <a:pt x="4182758" y="5958407"/>
                </a:cubicBezTo>
                <a:cubicBezTo>
                  <a:pt x="4182758" y="5958407"/>
                  <a:pt x="4182758" y="5965500"/>
                  <a:pt x="4182758" y="5958407"/>
                </a:cubicBezTo>
                <a:cubicBezTo>
                  <a:pt x="4182758" y="5958407"/>
                  <a:pt x="4196986" y="5930034"/>
                  <a:pt x="4196986" y="5922940"/>
                </a:cubicBezTo>
                <a:cubicBezTo>
                  <a:pt x="4196986" y="5922940"/>
                  <a:pt x="4182758" y="5915847"/>
                  <a:pt x="4182758" y="5915847"/>
                </a:cubicBezTo>
                <a:cubicBezTo>
                  <a:pt x="4182758" y="5915847"/>
                  <a:pt x="4175644" y="5908754"/>
                  <a:pt x="4175644" y="5901660"/>
                </a:cubicBezTo>
                <a:cubicBezTo>
                  <a:pt x="4175644" y="5901660"/>
                  <a:pt x="4175644" y="5901660"/>
                  <a:pt x="4168531" y="5894567"/>
                </a:cubicBezTo>
                <a:cubicBezTo>
                  <a:pt x="4168531" y="5894567"/>
                  <a:pt x="4154303" y="5887474"/>
                  <a:pt x="4154303" y="5894567"/>
                </a:cubicBezTo>
                <a:cubicBezTo>
                  <a:pt x="4154303" y="5894567"/>
                  <a:pt x="4154303" y="5894567"/>
                  <a:pt x="4140077" y="5894567"/>
                </a:cubicBezTo>
                <a:cubicBezTo>
                  <a:pt x="4140077" y="5894567"/>
                  <a:pt x="4076055" y="5880381"/>
                  <a:pt x="4104509" y="5866194"/>
                </a:cubicBezTo>
                <a:cubicBezTo>
                  <a:pt x="4104509" y="5866194"/>
                  <a:pt x="4140077" y="5866194"/>
                  <a:pt x="4161417" y="5830726"/>
                </a:cubicBezTo>
                <a:cubicBezTo>
                  <a:pt x="4161417" y="5830726"/>
                  <a:pt x="4168531" y="5830726"/>
                  <a:pt x="4175644" y="5773980"/>
                </a:cubicBezTo>
                <a:cubicBezTo>
                  <a:pt x="4175644" y="5773980"/>
                  <a:pt x="4175644" y="5766887"/>
                  <a:pt x="4168531" y="5766887"/>
                </a:cubicBezTo>
                <a:cubicBezTo>
                  <a:pt x="4168531" y="5766887"/>
                  <a:pt x="4161417" y="5759793"/>
                  <a:pt x="4168531" y="5759793"/>
                </a:cubicBezTo>
                <a:cubicBezTo>
                  <a:pt x="4168531" y="5759793"/>
                  <a:pt x="4168531" y="5752700"/>
                  <a:pt x="4161417" y="5745607"/>
                </a:cubicBezTo>
                <a:cubicBezTo>
                  <a:pt x="4161417" y="5745607"/>
                  <a:pt x="4154303" y="5738513"/>
                  <a:pt x="4161417" y="5731420"/>
                </a:cubicBezTo>
                <a:cubicBezTo>
                  <a:pt x="4161417" y="5731420"/>
                  <a:pt x="4161417" y="5724327"/>
                  <a:pt x="4154303" y="5717233"/>
                </a:cubicBezTo>
                <a:cubicBezTo>
                  <a:pt x="4154303" y="5717233"/>
                  <a:pt x="4154303" y="5717233"/>
                  <a:pt x="4154303" y="5710140"/>
                </a:cubicBezTo>
                <a:cubicBezTo>
                  <a:pt x="4154303" y="5710140"/>
                  <a:pt x="4154303" y="5710140"/>
                  <a:pt x="4147190" y="5695953"/>
                </a:cubicBezTo>
                <a:cubicBezTo>
                  <a:pt x="4147190" y="5695953"/>
                  <a:pt x="4147190" y="5695953"/>
                  <a:pt x="4154303" y="5688860"/>
                </a:cubicBezTo>
                <a:cubicBezTo>
                  <a:pt x="4154303" y="5688860"/>
                  <a:pt x="4161417" y="5695953"/>
                  <a:pt x="4154303" y="5681767"/>
                </a:cubicBezTo>
                <a:cubicBezTo>
                  <a:pt x="4154303" y="5681767"/>
                  <a:pt x="4147190" y="5674674"/>
                  <a:pt x="4140077" y="5667579"/>
                </a:cubicBezTo>
                <a:cubicBezTo>
                  <a:pt x="4132964" y="5660487"/>
                  <a:pt x="4132964" y="5660487"/>
                  <a:pt x="4132964" y="5660487"/>
                </a:cubicBezTo>
                <a:cubicBezTo>
                  <a:pt x="4104509" y="5610833"/>
                  <a:pt x="4104509" y="5610833"/>
                  <a:pt x="4104509" y="5610833"/>
                </a:cubicBezTo>
                <a:cubicBezTo>
                  <a:pt x="4104509" y="5610833"/>
                  <a:pt x="4083168" y="5589553"/>
                  <a:pt x="4111622" y="5596646"/>
                </a:cubicBezTo>
                <a:cubicBezTo>
                  <a:pt x="4111622" y="5596646"/>
                  <a:pt x="4132964" y="5589553"/>
                  <a:pt x="4154303" y="5596646"/>
                </a:cubicBezTo>
                <a:cubicBezTo>
                  <a:pt x="4154303" y="5596646"/>
                  <a:pt x="4175644" y="5596646"/>
                  <a:pt x="4189871" y="5596646"/>
                </a:cubicBezTo>
                <a:cubicBezTo>
                  <a:pt x="4189871" y="5596646"/>
                  <a:pt x="4196986" y="5589553"/>
                  <a:pt x="4204099" y="5617926"/>
                </a:cubicBezTo>
                <a:cubicBezTo>
                  <a:pt x="4204099" y="5617926"/>
                  <a:pt x="4218325" y="5639206"/>
                  <a:pt x="4218325" y="5639206"/>
                </a:cubicBezTo>
                <a:cubicBezTo>
                  <a:pt x="4218325" y="5639206"/>
                  <a:pt x="4253893" y="5646299"/>
                  <a:pt x="4261006" y="5653394"/>
                </a:cubicBezTo>
                <a:cubicBezTo>
                  <a:pt x="4261006" y="5653394"/>
                  <a:pt x="4261006" y="5653394"/>
                  <a:pt x="4261006" y="5646299"/>
                </a:cubicBezTo>
                <a:cubicBezTo>
                  <a:pt x="4261006" y="5646299"/>
                  <a:pt x="4275234" y="5646299"/>
                  <a:pt x="4289461" y="5660487"/>
                </a:cubicBezTo>
                <a:cubicBezTo>
                  <a:pt x="4289461" y="5660487"/>
                  <a:pt x="4282347" y="5674674"/>
                  <a:pt x="4296574" y="5667579"/>
                </a:cubicBezTo>
                <a:cubicBezTo>
                  <a:pt x="4296574" y="5667579"/>
                  <a:pt x="4310802" y="5667579"/>
                  <a:pt x="4310802" y="5688860"/>
                </a:cubicBezTo>
                <a:cubicBezTo>
                  <a:pt x="4310802" y="5688860"/>
                  <a:pt x="4317915" y="5717233"/>
                  <a:pt x="4296574" y="5738513"/>
                </a:cubicBezTo>
                <a:close/>
                <a:moveTo>
                  <a:pt x="4495753" y="5915847"/>
                </a:moveTo>
                <a:cubicBezTo>
                  <a:pt x="4495753" y="5915847"/>
                  <a:pt x="4488640" y="5937127"/>
                  <a:pt x="4467299" y="5944220"/>
                </a:cubicBezTo>
                <a:cubicBezTo>
                  <a:pt x="4467299" y="5944220"/>
                  <a:pt x="4453072" y="5951314"/>
                  <a:pt x="4438846" y="5951314"/>
                </a:cubicBezTo>
                <a:cubicBezTo>
                  <a:pt x="4438846" y="5951314"/>
                  <a:pt x="4424618" y="5951314"/>
                  <a:pt x="4424618" y="5944220"/>
                </a:cubicBezTo>
                <a:cubicBezTo>
                  <a:pt x="4424618" y="5944220"/>
                  <a:pt x="4417504" y="5944220"/>
                  <a:pt x="4410391" y="5951314"/>
                </a:cubicBezTo>
                <a:cubicBezTo>
                  <a:pt x="4410391" y="5951314"/>
                  <a:pt x="4403278" y="5951314"/>
                  <a:pt x="4396163" y="5937127"/>
                </a:cubicBezTo>
                <a:cubicBezTo>
                  <a:pt x="4396163" y="5937127"/>
                  <a:pt x="4381937" y="5930034"/>
                  <a:pt x="4381937" y="5915847"/>
                </a:cubicBezTo>
                <a:cubicBezTo>
                  <a:pt x="4381937" y="5915847"/>
                  <a:pt x="4381937" y="5894567"/>
                  <a:pt x="4374824" y="5880381"/>
                </a:cubicBezTo>
                <a:cubicBezTo>
                  <a:pt x="4374824" y="5880381"/>
                  <a:pt x="4360596" y="5844913"/>
                  <a:pt x="4381937" y="5852006"/>
                </a:cubicBezTo>
                <a:cubicBezTo>
                  <a:pt x="4381937" y="5852006"/>
                  <a:pt x="4389050" y="5852006"/>
                  <a:pt x="4403278" y="5844913"/>
                </a:cubicBezTo>
                <a:cubicBezTo>
                  <a:pt x="4403278" y="5844913"/>
                  <a:pt x="4424618" y="5852006"/>
                  <a:pt x="4453072" y="5859101"/>
                </a:cubicBezTo>
                <a:cubicBezTo>
                  <a:pt x="4453072" y="5859101"/>
                  <a:pt x="4474413" y="5873286"/>
                  <a:pt x="4481526" y="5873286"/>
                </a:cubicBezTo>
                <a:cubicBezTo>
                  <a:pt x="4481526" y="5873286"/>
                  <a:pt x="4495753" y="5873286"/>
                  <a:pt x="4495753" y="5894567"/>
                </a:cubicBezTo>
                <a:cubicBezTo>
                  <a:pt x="4495753" y="5894567"/>
                  <a:pt x="4495753" y="5901660"/>
                  <a:pt x="4495753" y="5908754"/>
                </a:cubicBezTo>
                <a:cubicBezTo>
                  <a:pt x="4495753" y="5908754"/>
                  <a:pt x="4495753" y="5915847"/>
                  <a:pt x="4495753" y="5915847"/>
                </a:cubicBezTo>
                <a:close/>
                <a:moveTo>
                  <a:pt x="4744726" y="5483153"/>
                </a:moveTo>
                <a:cubicBezTo>
                  <a:pt x="4744726" y="5483153"/>
                  <a:pt x="4730500" y="5476060"/>
                  <a:pt x="4723387" y="5476060"/>
                </a:cubicBezTo>
                <a:cubicBezTo>
                  <a:pt x="4723387" y="5476060"/>
                  <a:pt x="4709159" y="5461872"/>
                  <a:pt x="4709159" y="5483153"/>
                </a:cubicBezTo>
                <a:cubicBezTo>
                  <a:pt x="4709159" y="5483153"/>
                  <a:pt x="4666478" y="5518620"/>
                  <a:pt x="4666478" y="5554086"/>
                </a:cubicBezTo>
                <a:cubicBezTo>
                  <a:pt x="4666478" y="5554086"/>
                  <a:pt x="4666478" y="5561180"/>
                  <a:pt x="4673591" y="5568273"/>
                </a:cubicBezTo>
                <a:cubicBezTo>
                  <a:pt x="4673591" y="5568273"/>
                  <a:pt x="4673591" y="5589553"/>
                  <a:pt x="4666478" y="5596646"/>
                </a:cubicBezTo>
                <a:cubicBezTo>
                  <a:pt x="4666478" y="5596646"/>
                  <a:pt x="4666478" y="5617926"/>
                  <a:pt x="4659365" y="5625019"/>
                </a:cubicBezTo>
                <a:cubicBezTo>
                  <a:pt x="4659365" y="5625019"/>
                  <a:pt x="4652251" y="5625019"/>
                  <a:pt x="4645138" y="5632113"/>
                </a:cubicBezTo>
                <a:cubicBezTo>
                  <a:pt x="4645138" y="5632113"/>
                  <a:pt x="4645138" y="5632113"/>
                  <a:pt x="4638023" y="5632113"/>
                </a:cubicBezTo>
                <a:cubicBezTo>
                  <a:pt x="4638023" y="5632113"/>
                  <a:pt x="4602456" y="5632113"/>
                  <a:pt x="4609570" y="5610833"/>
                </a:cubicBezTo>
                <a:cubicBezTo>
                  <a:pt x="4609570" y="5610833"/>
                  <a:pt x="4609570" y="5582460"/>
                  <a:pt x="4609570" y="5568273"/>
                </a:cubicBezTo>
                <a:cubicBezTo>
                  <a:pt x="4609570" y="5568273"/>
                  <a:pt x="4595343" y="5546993"/>
                  <a:pt x="4616684" y="5539900"/>
                </a:cubicBezTo>
                <a:cubicBezTo>
                  <a:pt x="4616684" y="5539900"/>
                  <a:pt x="4630910" y="5532806"/>
                  <a:pt x="4638023" y="5532806"/>
                </a:cubicBezTo>
                <a:cubicBezTo>
                  <a:pt x="4638023" y="5532806"/>
                  <a:pt x="4645138" y="5532806"/>
                  <a:pt x="4652251" y="5525713"/>
                </a:cubicBezTo>
                <a:cubicBezTo>
                  <a:pt x="4652251" y="5525713"/>
                  <a:pt x="4687819" y="5483153"/>
                  <a:pt x="4702045" y="5461872"/>
                </a:cubicBezTo>
                <a:cubicBezTo>
                  <a:pt x="4702045" y="5461872"/>
                  <a:pt x="4709159" y="5454780"/>
                  <a:pt x="4694932" y="5440592"/>
                </a:cubicBezTo>
                <a:cubicBezTo>
                  <a:pt x="4694932" y="5440592"/>
                  <a:pt x="4652251" y="5405126"/>
                  <a:pt x="4623797" y="5390939"/>
                </a:cubicBezTo>
                <a:cubicBezTo>
                  <a:pt x="4623797" y="5390939"/>
                  <a:pt x="4588229" y="5376753"/>
                  <a:pt x="4566888" y="5383846"/>
                </a:cubicBezTo>
                <a:cubicBezTo>
                  <a:pt x="4566888" y="5383846"/>
                  <a:pt x="4509981" y="5376753"/>
                  <a:pt x="4552662" y="5362566"/>
                </a:cubicBezTo>
                <a:cubicBezTo>
                  <a:pt x="4552662" y="5362566"/>
                  <a:pt x="4588229" y="5348379"/>
                  <a:pt x="4652251" y="5390939"/>
                </a:cubicBezTo>
                <a:cubicBezTo>
                  <a:pt x="4652251" y="5390939"/>
                  <a:pt x="4694932" y="5419312"/>
                  <a:pt x="4702045" y="5440592"/>
                </a:cubicBezTo>
                <a:cubicBezTo>
                  <a:pt x="4702045" y="5440592"/>
                  <a:pt x="4709159" y="5447687"/>
                  <a:pt x="4716273" y="5440592"/>
                </a:cubicBezTo>
                <a:cubicBezTo>
                  <a:pt x="4716273" y="5440592"/>
                  <a:pt x="4737613" y="5426406"/>
                  <a:pt x="4723387" y="5412219"/>
                </a:cubicBezTo>
                <a:cubicBezTo>
                  <a:pt x="4723387" y="5412219"/>
                  <a:pt x="4702045" y="5369659"/>
                  <a:pt x="4623797" y="5320006"/>
                </a:cubicBezTo>
                <a:cubicBezTo>
                  <a:pt x="4623797" y="5320006"/>
                  <a:pt x="4595343" y="5298726"/>
                  <a:pt x="4581116" y="5305820"/>
                </a:cubicBezTo>
                <a:cubicBezTo>
                  <a:pt x="4581116" y="5305820"/>
                  <a:pt x="4566888" y="5298726"/>
                  <a:pt x="4581116" y="5298726"/>
                </a:cubicBezTo>
                <a:cubicBezTo>
                  <a:pt x="4581116" y="5298726"/>
                  <a:pt x="4616684" y="5284540"/>
                  <a:pt x="4666478" y="5320006"/>
                </a:cubicBezTo>
                <a:cubicBezTo>
                  <a:pt x="4666478" y="5320006"/>
                  <a:pt x="4702045" y="5348379"/>
                  <a:pt x="4723387" y="5376753"/>
                </a:cubicBezTo>
                <a:cubicBezTo>
                  <a:pt x="4723387" y="5376753"/>
                  <a:pt x="4737613" y="5390939"/>
                  <a:pt x="4730500" y="5376753"/>
                </a:cubicBezTo>
                <a:cubicBezTo>
                  <a:pt x="4730500" y="5376753"/>
                  <a:pt x="4723387" y="5362566"/>
                  <a:pt x="4730500" y="5355473"/>
                </a:cubicBezTo>
                <a:cubicBezTo>
                  <a:pt x="4730500" y="5355473"/>
                  <a:pt x="4730500" y="5355473"/>
                  <a:pt x="4730500" y="5348379"/>
                </a:cubicBezTo>
                <a:cubicBezTo>
                  <a:pt x="4730500" y="5348379"/>
                  <a:pt x="4723387" y="5341286"/>
                  <a:pt x="4723387" y="5334193"/>
                </a:cubicBezTo>
                <a:cubicBezTo>
                  <a:pt x="4723387" y="5334193"/>
                  <a:pt x="4730500" y="5334193"/>
                  <a:pt x="4716273" y="5334193"/>
                </a:cubicBezTo>
                <a:cubicBezTo>
                  <a:pt x="4716273" y="5334193"/>
                  <a:pt x="4709159" y="5327099"/>
                  <a:pt x="4702045" y="5327099"/>
                </a:cubicBezTo>
                <a:cubicBezTo>
                  <a:pt x="4702045" y="5327099"/>
                  <a:pt x="4666478" y="5327099"/>
                  <a:pt x="4694932" y="5320006"/>
                </a:cubicBezTo>
                <a:cubicBezTo>
                  <a:pt x="4694932" y="5320006"/>
                  <a:pt x="4702045" y="5320006"/>
                  <a:pt x="4716273" y="5320006"/>
                </a:cubicBezTo>
                <a:cubicBezTo>
                  <a:pt x="4716273" y="5320006"/>
                  <a:pt x="4723387" y="5320006"/>
                  <a:pt x="4716273" y="5312913"/>
                </a:cubicBezTo>
                <a:cubicBezTo>
                  <a:pt x="4716273" y="5312913"/>
                  <a:pt x="4702045" y="5284540"/>
                  <a:pt x="4702045" y="5277446"/>
                </a:cubicBezTo>
                <a:cubicBezTo>
                  <a:pt x="4702045" y="5277446"/>
                  <a:pt x="4694932" y="5263260"/>
                  <a:pt x="4694932" y="5277446"/>
                </a:cubicBezTo>
                <a:cubicBezTo>
                  <a:pt x="4694932" y="5277446"/>
                  <a:pt x="4687819" y="5291633"/>
                  <a:pt x="4666478" y="5277446"/>
                </a:cubicBezTo>
                <a:cubicBezTo>
                  <a:pt x="4666478" y="5277446"/>
                  <a:pt x="4630910" y="5277446"/>
                  <a:pt x="4630910" y="5256166"/>
                </a:cubicBezTo>
                <a:cubicBezTo>
                  <a:pt x="4630910" y="5256166"/>
                  <a:pt x="4638023" y="5227792"/>
                  <a:pt x="4616684" y="5227792"/>
                </a:cubicBezTo>
                <a:cubicBezTo>
                  <a:pt x="4616684" y="5227792"/>
                  <a:pt x="4595343" y="5220699"/>
                  <a:pt x="4616684" y="5213607"/>
                </a:cubicBezTo>
                <a:cubicBezTo>
                  <a:pt x="4616684" y="5213607"/>
                  <a:pt x="4638023" y="5206512"/>
                  <a:pt x="4666478" y="5213607"/>
                </a:cubicBezTo>
                <a:cubicBezTo>
                  <a:pt x="4666478" y="5213607"/>
                  <a:pt x="4666478" y="5220699"/>
                  <a:pt x="4680706" y="5213607"/>
                </a:cubicBezTo>
                <a:cubicBezTo>
                  <a:pt x="4680706" y="5213607"/>
                  <a:pt x="4744726" y="5185232"/>
                  <a:pt x="4751841" y="5227792"/>
                </a:cubicBezTo>
                <a:cubicBezTo>
                  <a:pt x="4751841" y="5227792"/>
                  <a:pt x="4744726" y="5256166"/>
                  <a:pt x="4758954" y="5277446"/>
                </a:cubicBezTo>
                <a:cubicBezTo>
                  <a:pt x="4758954" y="5277446"/>
                  <a:pt x="4758954" y="5291633"/>
                  <a:pt x="4758954" y="5298726"/>
                </a:cubicBezTo>
                <a:cubicBezTo>
                  <a:pt x="4758954" y="5298726"/>
                  <a:pt x="4758954" y="5305820"/>
                  <a:pt x="4766067" y="5320006"/>
                </a:cubicBezTo>
                <a:cubicBezTo>
                  <a:pt x="4766067" y="5320006"/>
                  <a:pt x="4773181" y="5320006"/>
                  <a:pt x="4766067" y="5327099"/>
                </a:cubicBezTo>
                <a:cubicBezTo>
                  <a:pt x="4766067" y="5327099"/>
                  <a:pt x="4766067" y="5341286"/>
                  <a:pt x="4766067" y="5355473"/>
                </a:cubicBezTo>
                <a:cubicBezTo>
                  <a:pt x="4766067" y="5355473"/>
                  <a:pt x="4758954" y="5376753"/>
                  <a:pt x="4773181" y="5362566"/>
                </a:cubicBezTo>
                <a:cubicBezTo>
                  <a:pt x="4773181" y="5362566"/>
                  <a:pt x="4808748" y="5312913"/>
                  <a:pt x="4822976" y="5291633"/>
                </a:cubicBezTo>
                <a:cubicBezTo>
                  <a:pt x="4822976" y="5291633"/>
                  <a:pt x="4837203" y="5277446"/>
                  <a:pt x="4815863" y="5277446"/>
                </a:cubicBezTo>
                <a:cubicBezTo>
                  <a:pt x="4815863" y="5277446"/>
                  <a:pt x="4794522" y="5270353"/>
                  <a:pt x="4780295" y="5263260"/>
                </a:cubicBezTo>
                <a:cubicBezTo>
                  <a:pt x="4780295" y="5263260"/>
                  <a:pt x="4766067" y="5256166"/>
                  <a:pt x="4780295" y="5249073"/>
                </a:cubicBezTo>
                <a:cubicBezTo>
                  <a:pt x="4780295" y="5249073"/>
                  <a:pt x="4794522" y="5256166"/>
                  <a:pt x="4794522" y="5249073"/>
                </a:cubicBezTo>
                <a:cubicBezTo>
                  <a:pt x="4794522" y="5249073"/>
                  <a:pt x="4787409" y="5241980"/>
                  <a:pt x="4794522" y="5241980"/>
                </a:cubicBezTo>
                <a:cubicBezTo>
                  <a:pt x="4794522" y="5241980"/>
                  <a:pt x="4808748" y="5241980"/>
                  <a:pt x="4808748" y="5227792"/>
                </a:cubicBezTo>
                <a:cubicBezTo>
                  <a:pt x="4808748" y="5227792"/>
                  <a:pt x="4801635" y="5206512"/>
                  <a:pt x="4794522" y="5213607"/>
                </a:cubicBezTo>
                <a:cubicBezTo>
                  <a:pt x="4794522" y="5213607"/>
                  <a:pt x="4766067" y="5213607"/>
                  <a:pt x="4758954" y="5199419"/>
                </a:cubicBezTo>
                <a:cubicBezTo>
                  <a:pt x="4758954" y="5199419"/>
                  <a:pt x="4744726" y="5192326"/>
                  <a:pt x="4744726" y="5185232"/>
                </a:cubicBezTo>
                <a:cubicBezTo>
                  <a:pt x="4744726" y="5185232"/>
                  <a:pt x="4744726" y="5178139"/>
                  <a:pt x="4758954" y="5185232"/>
                </a:cubicBezTo>
                <a:cubicBezTo>
                  <a:pt x="4758954" y="5185232"/>
                  <a:pt x="4787409" y="5199419"/>
                  <a:pt x="4773181" y="5178139"/>
                </a:cubicBezTo>
                <a:cubicBezTo>
                  <a:pt x="4758954" y="5163952"/>
                  <a:pt x="4758954" y="5163952"/>
                  <a:pt x="4758954" y="5163952"/>
                </a:cubicBezTo>
                <a:cubicBezTo>
                  <a:pt x="4758954" y="5163952"/>
                  <a:pt x="4758954" y="5149766"/>
                  <a:pt x="4737613" y="5163952"/>
                </a:cubicBezTo>
                <a:cubicBezTo>
                  <a:pt x="4737613" y="5163952"/>
                  <a:pt x="4694932" y="5171046"/>
                  <a:pt x="4709159" y="5156859"/>
                </a:cubicBezTo>
                <a:cubicBezTo>
                  <a:pt x="4709159" y="5156859"/>
                  <a:pt x="4723387" y="5149766"/>
                  <a:pt x="4716273" y="5142672"/>
                </a:cubicBezTo>
                <a:cubicBezTo>
                  <a:pt x="4716273" y="5142672"/>
                  <a:pt x="4716273" y="5135579"/>
                  <a:pt x="4730500" y="5128486"/>
                </a:cubicBezTo>
                <a:cubicBezTo>
                  <a:pt x="4730500" y="5128486"/>
                  <a:pt x="4737613" y="5121393"/>
                  <a:pt x="4730500" y="5114299"/>
                </a:cubicBezTo>
                <a:cubicBezTo>
                  <a:pt x="4730500" y="5114299"/>
                  <a:pt x="4730500" y="5114299"/>
                  <a:pt x="4751841" y="5107206"/>
                </a:cubicBezTo>
                <a:cubicBezTo>
                  <a:pt x="4751841" y="5107206"/>
                  <a:pt x="4808748" y="5085926"/>
                  <a:pt x="4815863" y="5114299"/>
                </a:cubicBezTo>
                <a:cubicBezTo>
                  <a:pt x="4815863" y="5114299"/>
                  <a:pt x="4822976" y="5128486"/>
                  <a:pt x="4815863" y="5142672"/>
                </a:cubicBezTo>
                <a:cubicBezTo>
                  <a:pt x="4815863" y="5142672"/>
                  <a:pt x="4808748" y="5142672"/>
                  <a:pt x="4815863" y="5171046"/>
                </a:cubicBezTo>
                <a:cubicBezTo>
                  <a:pt x="4815863" y="5171046"/>
                  <a:pt x="4815863" y="5185232"/>
                  <a:pt x="4830089" y="5192326"/>
                </a:cubicBezTo>
                <a:cubicBezTo>
                  <a:pt x="4830089" y="5192326"/>
                  <a:pt x="4837203" y="5206512"/>
                  <a:pt x="4844316" y="5220699"/>
                </a:cubicBezTo>
                <a:cubicBezTo>
                  <a:pt x="4844316" y="5220699"/>
                  <a:pt x="4858544" y="5241980"/>
                  <a:pt x="4858544" y="5249073"/>
                </a:cubicBezTo>
                <a:cubicBezTo>
                  <a:pt x="4858544" y="5249073"/>
                  <a:pt x="4858544" y="5263260"/>
                  <a:pt x="4865657" y="5256166"/>
                </a:cubicBezTo>
                <a:cubicBezTo>
                  <a:pt x="4865657" y="5256166"/>
                  <a:pt x="4922566" y="5185232"/>
                  <a:pt x="4965247" y="5206512"/>
                </a:cubicBezTo>
                <a:cubicBezTo>
                  <a:pt x="4965247" y="5206512"/>
                  <a:pt x="4986588" y="5199419"/>
                  <a:pt x="4958133" y="5234885"/>
                </a:cubicBezTo>
                <a:cubicBezTo>
                  <a:pt x="4958133" y="5234885"/>
                  <a:pt x="4951020" y="5249073"/>
                  <a:pt x="4943906" y="5249073"/>
                </a:cubicBezTo>
                <a:cubicBezTo>
                  <a:pt x="4894111" y="5270353"/>
                  <a:pt x="4894111" y="5270353"/>
                  <a:pt x="4894111" y="5270353"/>
                </a:cubicBezTo>
                <a:cubicBezTo>
                  <a:pt x="4894111" y="5270353"/>
                  <a:pt x="4879884" y="5277446"/>
                  <a:pt x="4901225" y="5263260"/>
                </a:cubicBezTo>
                <a:cubicBezTo>
                  <a:pt x="4901225" y="5263260"/>
                  <a:pt x="4922566" y="5241980"/>
                  <a:pt x="4922566" y="5234885"/>
                </a:cubicBezTo>
                <a:cubicBezTo>
                  <a:pt x="4922566" y="5234885"/>
                  <a:pt x="4922566" y="5220699"/>
                  <a:pt x="4915451" y="5234885"/>
                </a:cubicBezTo>
                <a:cubicBezTo>
                  <a:pt x="4915451" y="5234885"/>
                  <a:pt x="4886998" y="5256166"/>
                  <a:pt x="4879884" y="5263260"/>
                </a:cubicBezTo>
                <a:cubicBezTo>
                  <a:pt x="4879884" y="5263260"/>
                  <a:pt x="4865657" y="5270353"/>
                  <a:pt x="4872770" y="5284540"/>
                </a:cubicBezTo>
                <a:cubicBezTo>
                  <a:pt x="4872770" y="5284540"/>
                  <a:pt x="4872770" y="5291633"/>
                  <a:pt x="4872770" y="5291633"/>
                </a:cubicBezTo>
                <a:cubicBezTo>
                  <a:pt x="4872770" y="5291633"/>
                  <a:pt x="4872770" y="5298726"/>
                  <a:pt x="4872770" y="5298726"/>
                </a:cubicBezTo>
                <a:cubicBezTo>
                  <a:pt x="4872770" y="5298726"/>
                  <a:pt x="4886998" y="5327099"/>
                  <a:pt x="4865657" y="5327099"/>
                </a:cubicBezTo>
                <a:cubicBezTo>
                  <a:pt x="4865657" y="5327099"/>
                  <a:pt x="4844316" y="5327099"/>
                  <a:pt x="4837203" y="5312913"/>
                </a:cubicBezTo>
                <a:cubicBezTo>
                  <a:pt x="4837203" y="5312913"/>
                  <a:pt x="4830089" y="5298726"/>
                  <a:pt x="4822976" y="5320006"/>
                </a:cubicBezTo>
                <a:cubicBezTo>
                  <a:pt x="4822976" y="5320006"/>
                  <a:pt x="4801635" y="5355473"/>
                  <a:pt x="4787409" y="5369659"/>
                </a:cubicBezTo>
                <a:cubicBezTo>
                  <a:pt x="4787409" y="5369659"/>
                  <a:pt x="4751841" y="5405126"/>
                  <a:pt x="4758954" y="5412219"/>
                </a:cubicBezTo>
                <a:cubicBezTo>
                  <a:pt x="4758954" y="5412219"/>
                  <a:pt x="4773181" y="5426406"/>
                  <a:pt x="4766067" y="5426406"/>
                </a:cubicBezTo>
                <a:cubicBezTo>
                  <a:pt x="4766067" y="5426406"/>
                  <a:pt x="4758954" y="5433499"/>
                  <a:pt x="4744726" y="5426406"/>
                </a:cubicBezTo>
                <a:cubicBezTo>
                  <a:pt x="4744726" y="5426406"/>
                  <a:pt x="4744726" y="5426406"/>
                  <a:pt x="4737613" y="5440592"/>
                </a:cubicBezTo>
                <a:cubicBezTo>
                  <a:pt x="4737613" y="5440592"/>
                  <a:pt x="4716273" y="5461872"/>
                  <a:pt x="4730500" y="5468967"/>
                </a:cubicBezTo>
                <a:cubicBezTo>
                  <a:pt x="4730500" y="5468967"/>
                  <a:pt x="4737613" y="5468967"/>
                  <a:pt x="4744726" y="5476060"/>
                </a:cubicBezTo>
                <a:cubicBezTo>
                  <a:pt x="4744726" y="5476060"/>
                  <a:pt x="4758954" y="5476060"/>
                  <a:pt x="4744726" y="5483153"/>
                </a:cubicBezTo>
                <a:close/>
                <a:moveTo>
                  <a:pt x="5022155" y="5646299"/>
                </a:moveTo>
                <a:cubicBezTo>
                  <a:pt x="5022155" y="5646299"/>
                  <a:pt x="5022155" y="5653394"/>
                  <a:pt x="5022155" y="5667579"/>
                </a:cubicBezTo>
                <a:cubicBezTo>
                  <a:pt x="5022155" y="5667579"/>
                  <a:pt x="5022155" y="5674674"/>
                  <a:pt x="5015041" y="5681767"/>
                </a:cubicBezTo>
                <a:cubicBezTo>
                  <a:pt x="4943906" y="5731420"/>
                  <a:pt x="4943906" y="5731420"/>
                  <a:pt x="4943906" y="5731420"/>
                </a:cubicBezTo>
                <a:cubicBezTo>
                  <a:pt x="4943906" y="5731420"/>
                  <a:pt x="4936792" y="5724327"/>
                  <a:pt x="4929679" y="5738513"/>
                </a:cubicBezTo>
                <a:cubicBezTo>
                  <a:pt x="4929679" y="5738513"/>
                  <a:pt x="4929679" y="5731420"/>
                  <a:pt x="4922566" y="5731420"/>
                </a:cubicBezTo>
                <a:cubicBezTo>
                  <a:pt x="4922566" y="5731420"/>
                  <a:pt x="4922566" y="5731420"/>
                  <a:pt x="4922566" y="5738513"/>
                </a:cubicBezTo>
                <a:cubicBezTo>
                  <a:pt x="4922566" y="5738513"/>
                  <a:pt x="4908338" y="5731420"/>
                  <a:pt x="4908338" y="5738513"/>
                </a:cubicBezTo>
                <a:cubicBezTo>
                  <a:pt x="4865657" y="5745607"/>
                  <a:pt x="4865657" y="5745607"/>
                  <a:pt x="4865657" y="5745607"/>
                </a:cubicBezTo>
                <a:cubicBezTo>
                  <a:pt x="4865657" y="5745607"/>
                  <a:pt x="4851430" y="5745607"/>
                  <a:pt x="4872770" y="5738513"/>
                </a:cubicBezTo>
                <a:cubicBezTo>
                  <a:pt x="4872770" y="5738513"/>
                  <a:pt x="4922566" y="5724327"/>
                  <a:pt x="4894111" y="5724327"/>
                </a:cubicBezTo>
                <a:cubicBezTo>
                  <a:pt x="4894111" y="5724327"/>
                  <a:pt x="4879884" y="5717233"/>
                  <a:pt x="4894111" y="5717233"/>
                </a:cubicBezTo>
                <a:cubicBezTo>
                  <a:pt x="4894111" y="5717233"/>
                  <a:pt x="4943906" y="5681767"/>
                  <a:pt x="4958133" y="5646299"/>
                </a:cubicBezTo>
                <a:cubicBezTo>
                  <a:pt x="4958133" y="5646299"/>
                  <a:pt x="5007928" y="5568273"/>
                  <a:pt x="4943906" y="5525713"/>
                </a:cubicBezTo>
                <a:cubicBezTo>
                  <a:pt x="4943906" y="5525713"/>
                  <a:pt x="4915451" y="5525713"/>
                  <a:pt x="4894111" y="5561180"/>
                </a:cubicBezTo>
                <a:cubicBezTo>
                  <a:pt x="4894111" y="5561180"/>
                  <a:pt x="4879884" y="5596646"/>
                  <a:pt x="4858544" y="5603739"/>
                </a:cubicBezTo>
                <a:cubicBezTo>
                  <a:pt x="4858544" y="5603739"/>
                  <a:pt x="4822976" y="5596646"/>
                  <a:pt x="4801635" y="5582460"/>
                </a:cubicBezTo>
                <a:cubicBezTo>
                  <a:pt x="4801635" y="5582460"/>
                  <a:pt x="4780295" y="5575366"/>
                  <a:pt x="4801635" y="5575366"/>
                </a:cubicBezTo>
                <a:cubicBezTo>
                  <a:pt x="4801635" y="5575366"/>
                  <a:pt x="4808748" y="5575366"/>
                  <a:pt x="4822976" y="5561180"/>
                </a:cubicBezTo>
                <a:cubicBezTo>
                  <a:pt x="4822976" y="5561180"/>
                  <a:pt x="4844316" y="5554086"/>
                  <a:pt x="4844316" y="5546993"/>
                </a:cubicBezTo>
                <a:cubicBezTo>
                  <a:pt x="4844316" y="5546993"/>
                  <a:pt x="4858544" y="5525713"/>
                  <a:pt x="4872770" y="5511526"/>
                </a:cubicBezTo>
                <a:cubicBezTo>
                  <a:pt x="4872770" y="5511526"/>
                  <a:pt x="4894111" y="5497340"/>
                  <a:pt x="4901225" y="5483153"/>
                </a:cubicBezTo>
                <a:cubicBezTo>
                  <a:pt x="4901225" y="5483153"/>
                  <a:pt x="4901225" y="5468967"/>
                  <a:pt x="4886998" y="5476060"/>
                </a:cubicBezTo>
                <a:cubicBezTo>
                  <a:pt x="4886998" y="5476060"/>
                  <a:pt x="4858544" y="5504433"/>
                  <a:pt x="4830089" y="5454780"/>
                </a:cubicBezTo>
                <a:cubicBezTo>
                  <a:pt x="4830089" y="5454780"/>
                  <a:pt x="4830089" y="5398033"/>
                  <a:pt x="4822976" y="5419312"/>
                </a:cubicBezTo>
                <a:cubicBezTo>
                  <a:pt x="4822976" y="5419312"/>
                  <a:pt x="4808748" y="5454780"/>
                  <a:pt x="4787409" y="5461872"/>
                </a:cubicBezTo>
                <a:cubicBezTo>
                  <a:pt x="4787409" y="5461872"/>
                  <a:pt x="4773181" y="5468967"/>
                  <a:pt x="4758954" y="5461872"/>
                </a:cubicBezTo>
                <a:cubicBezTo>
                  <a:pt x="4758954" y="5461872"/>
                  <a:pt x="4737613" y="5454780"/>
                  <a:pt x="4758954" y="5454780"/>
                </a:cubicBezTo>
                <a:cubicBezTo>
                  <a:pt x="4758954" y="5454780"/>
                  <a:pt x="4780295" y="5447687"/>
                  <a:pt x="4794522" y="5419312"/>
                </a:cubicBezTo>
                <a:cubicBezTo>
                  <a:pt x="4794522" y="5419312"/>
                  <a:pt x="4808748" y="5398033"/>
                  <a:pt x="4808748" y="5383846"/>
                </a:cubicBezTo>
                <a:cubicBezTo>
                  <a:pt x="4808748" y="5383846"/>
                  <a:pt x="4801635" y="5376753"/>
                  <a:pt x="4822976" y="5369659"/>
                </a:cubicBezTo>
                <a:cubicBezTo>
                  <a:pt x="4822976" y="5369659"/>
                  <a:pt x="4865657" y="5334193"/>
                  <a:pt x="4894111" y="5355473"/>
                </a:cubicBezTo>
                <a:cubicBezTo>
                  <a:pt x="4894111" y="5355473"/>
                  <a:pt x="4901225" y="5369659"/>
                  <a:pt x="4894111" y="5390939"/>
                </a:cubicBezTo>
                <a:cubicBezTo>
                  <a:pt x="4894111" y="5390939"/>
                  <a:pt x="4886998" y="5405126"/>
                  <a:pt x="4908338" y="5426406"/>
                </a:cubicBezTo>
                <a:cubicBezTo>
                  <a:pt x="4908338" y="5426406"/>
                  <a:pt x="4936792" y="5440592"/>
                  <a:pt x="4943906" y="5433499"/>
                </a:cubicBezTo>
                <a:cubicBezTo>
                  <a:pt x="4943906" y="5433499"/>
                  <a:pt x="4979473" y="5405126"/>
                  <a:pt x="4993701" y="5412219"/>
                </a:cubicBezTo>
                <a:cubicBezTo>
                  <a:pt x="4993701" y="5412219"/>
                  <a:pt x="5022155" y="5412219"/>
                  <a:pt x="5015041" y="5433499"/>
                </a:cubicBezTo>
                <a:cubicBezTo>
                  <a:pt x="5015041" y="5433499"/>
                  <a:pt x="5007928" y="5447687"/>
                  <a:pt x="5007928" y="5454780"/>
                </a:cubicBezTo>
                <a:cubicBezTo>
                  <a:pt x="5007928" y="5454780"/>
                  <a:pt x="5007928" y="5454780"/>
                  <a:pt x="4993701" y="5461872"/>
                </a:cubicBezTo>
                <a:cubicBezTo>
                  <a:pt x="4993701" y="5461872"/>
                  <a:pt x="4972360" y="5476060"/>
                  <a:pt x="4993701" y="5497340"/>
                </a:cubicBezTo>
                <a:cubicBezTo>
                  <a:pt x="5029269" y="5546993"/>
                  <a:pt x="5029269" y="5546993"/>
                  <a:pt x="5029269" y="5546993"/>
                </a:cubicBezTo>
                <a:cubicBezTo>
                  <a:pt x="5029269" y="5546993"/>
                  <a:pt x="5043495" y="5589553"/>
                  <a:pt x="5036382" y="5625019"/>
                </a:cubicBezTo>
                <a:cubicBezTo>
                  <a:pt x="5036382" y="5625019"/>
                  <a:pt x="5029269" y="5639206"/>
                  <a:pt x="5022155" y="5646299"/>
                </a:cubicBezTo>
                <a:close/>
                <a:moveTo>
                  <a:pt x="3215317" y="5582460"/>
                </a:moveTo>
                <a:cubicBezTo>
                  <a:pt x="1906427" y="5582460"/>
                  <a:pt x="846511" y="4525552"/>
                  <a:pt x="846511" y="3220377"/>
                </a:cubicBezTo>
                <a:cubicBezTo>
                  <a:pt x="846511" y="1915202"/>
                  <a:pt x="1906427" y="858294"/>
                  <a:pt x="3215317" y="858294"/>
                </a:cubicBezTo>
                <a:cubicBezTo>
                  <a:pt x="4524207" y="858294"/>
                  <a:pt x="5584124" y="1915202"/>
                  <a:pt x="5584124" y="3220377"/>
                </a:cubicBezTo>
                <a:cubicBezTo>
                  <a:pt x="5584124" y="4525552"/>
                  <a:pt x="4524207" y="5582460"/>
                  <a:pt x="3215317" y="5582460"/>
                </a:cubicBezTo>
                <a:close/>
                <a:moveTo>
                  <a:pt x="5541443" y="2255683"/>
                </a:moveTo>
                <a:cubicBezTo>
                  <a:pt x="5520102" y="2198936"/>
                  <a:pt x="5512989" y="2149282"/>
                  <a:pt x="5534330" y="2099629"/>
                </a:cubicBezTo>
                <a:cubicBezTo>
                  <a:pt x="5548556" y="2057069"/>
                  <a:pt x="5584124" y="2021603"/>
                  <a:pt x="5641033" y="2000322"/>
                </a:cubicBezTo>
                <a:cubicBezTo>
                  <a:pt x="5676600" y="1986135"/>
                  <a:pt x="5705055" y="1979042"/>
                  <a:pt x="5733508" y="1979042"/>
                </a:cubicBezTo>
                <a:cubicBezTo>
                  <a:pt x="5754849" y="1979042"/>
                  <a:pt x="5776190" y="1986135"/>
                  <a:pt x="5797530" y="1993229"/>
                </a:cubicBezTo>
                <a:cubicBezTo>
                  <a:pt x="5811757" y="2007415"/>
                  <a:pt x="5833097" y="2014510"/>
                  <a:pt x="5847325" y="2028695"/>
                </a:cubicBezTo>
                <a:cubicBezTo>
                  <a:pt x="5861552" y="2049976"/>
                  <a:pt x="5882893" y="2078349"/>
                  <a:pt x="5890006" y="2106723"/>
                </a:cubicBezTo>
                <a:cubicBezTo>
                  <a:pt x="5918460" y="2163469"/>
                  <a:pt x="5918460" y="2213122"/>
                  <a:pt x="5897119" y="2255683"/>
                </a:cubicBezTo>
                <a:cubicBezTo>
                  <a:pt x="5882893" y="2305336"/>
                  <a:pt x="5847325" y="2340803"/>
                  <a:pt x="5790416" y="2362083"/>
                </a:cubicBezTo>
                <a:cubicBezTo>
                  <a:pt x="5733508" y="2383363"/>
                  <a:pt x="5683714" y="2383363"/>
                  <a:pt x="5641033" y="2362083"/>
                </a:cubicBezTo>
                <a:cubicBezTo>
                  <a:pt x="5598350" y="2347896"/>
                  <a:pt x="5562783" y="2305336"/>
                  <a:pt x="5541443" y="2255683"/>
                </a:cubicBezTo>
                <a:close/>
                <a:moveTo>
                  <a:pt x="5982482" y="2390456"/>
                </a:moveTo>
                <a:cubicBezTo>
                  <a:pt x="6003822" y="2468482"/>
                  <a:pt x="6003822" y="2468482"/>
                  <a:pt x="6003822" y="2468482"/>
                </a:cubicBezTo>
                <a:cubicBezTo>
                  <a:pt x="5712168" y="2539416"/>
                  <a:pt x="5712168" y="2539416"/>
                  <a:pt x="5712168" y="2539416"/>
                </a:cubicBezTo>
                <a:cubicBezTo>
                  <a:pt x="5761962" y="2738030"/>
                  <a:pt x="5761962" y="2738030"/>
                  <a:pt x="5761962" y="2738030"/>
                </a:cubicBezTo>
                <a:cubicBezTo>
                  <a:pt x="5697940" y="2752217"/>
                  <a:pt x="5697940" y="2752217"/>
                  <a:pt x="5697940" y="2752217"/>
                </a:cubicBezTo>
                <a:cubicBezTo>
                  <a:pt x="5633918" y="2475577"/>
                  <a:pt x="5633918" y="2475577"/>
                  <a:pt x="5633918" y="2475577"/>
                </a:cubicBezTo>
                <a:lnTo>
                  <a:pt x="5982482" y="2390456"/>
                </a:lnTo>
                <a:close/>
                <a:moveTo>
                  <a:pt x="6060731" y="3724004"/>
                </a:moveTo>
                <a:cubicBezTo>
                  <a:pt x="5804643" y="3745285"/>
                  <a:pt x="5804643" y="3745285"/>
                  <a:pt x="5804643" y="3745285"/>
                </a:cubicBezTo>
                <a:cubicBezTo>
                  <a:pt x="6032276" y="3865871"/>
                  <a:pt x="6032276" y="3865871"/>
                  <a:pt x="6032276" y="3865871"/>
                </a:cubicBezTo>
                <a:cubicBezTo>
                  <a:pt x="6010935" y="3986458"/>
                  <a:pt x="6010935" y="3986458"/>
                  <a:pt x="6010935" y="3986458"/>
                </a:cubicBezTo>
                <a:cubicBezTo>
                  <a:pt x="5648146" y="3915524"/>
                  <a:pt x="5648146" y="3915524"/>
                  <a:pt x="5648146" y="3915524"/>
                </a:cubicBezTo>
                <a:cubicBezTo>
                  <a:pt x="5662372" y="3837498"/>
                  <a:pt x="5662372" y="3837498"/>
                  <a:pt x="5662372" y="3837498"/>
                </a:cubicBezTo>
                <a:cubicBezTo>
                  <a:pt x="5946915" y="3894244"/>
                  <a:pt x="5946915" y="3894244"/>
                  <a:pt x="5946915" y="3894244"/>
                </a:cubicBezTo>
                <a:cubicBezTo>
                  <a:pt x="5676600" y="3759471"/>
                  <a:pt x="5676600" y="3759471"/>
                  <a:pt x="5676600" y="3759471"/>
                </a:cubicBezTo>
                <a:cubicBezTo>
                  <a:pt x="5697940" y="3681444"/>
                  <a:pt x="5697940" y="3681444"/>
                  <a:pt x="5697940" y="3681444"/>
                </a:cubicBezTo>
                <a:cubicBezTo>
                  <a:pt x="5996709" y="3660164"/>
                  <a:pt x="5996709" y="3660164"/>
                  <a:pt x="5996709" y="3660164"/>
                </a:cubicBezTo>
                <a:cubicBezTo>
                  <a:pt x="5712168" y="3603418"/>
                  <a:pt x="5712168" y="3603418"/>
                  <a:pt x="5712168" y="3603418"/>
                </a:cubicBezTo>
                <a:cubicBezTo>
                  <a:pt x="5726394" y="3532483"/>
                  <a:pt x="5726394" y="3532483"/>
                  <a:pt x="5726394" y="3532483"/>
                </a:cubicBezTo>
                <a:cubicBezTo>
                  <a:pt x="6089185" y="3603418"/>
                  <a:pt x="6089185" y="3603418"/>
                  <a:pt x="6089185" y="3603418"/>
                </a:cubicBezTo>
                <a:lnTo>
                  <a:pt x="6060731" y="3724004"/>
                </a:lnTo>
                <a:close/>
                <a:moveTo>
                  <a:pt x="5804643" y="3362244"/>
                </a:moveTo>
                <a:cubicBezTo>
                  <a:pt x="5811757" y="3376431"/>
                  <a:pt x="5818871" y="3383524"/>
                  <a:pt x="5833097" y="3383524"/>
                </a:cubicBezTo>
                <a:cubicBezTo>
                  <a:pt x="5847325" y="3390617"/>
                  <a:pt x="5868665" y="3390617"/>
                  <a:pt x="5897119" y="3390617"/>
                </a:cubicBezTo>
                <a:cubicBezTo>
                  <a:pt x="6103412" y="3397711"/>
                  <a:pt x="6103412" y="3397711"/>
                  <a:pt x="6103412" y="3397711"/>
                </a:cubicBezTo>
                <a:cubicBezTo>
                  <a:pt x="6096298" y="3482830"/>
                  <a:pt x="6096298" y="3482830"/>
                  <a:pt x="6096298" y="3482830"/>
                </a:cubicBezTo>
                <a:cubicBezTo>
                  <a:pt x="5904233" y="3475737"/>
                  <a:pt x="5904233" y="3475737"/>
                  <a:pt x="5904233" y="3475737"/>
                </a:cubicBezTo>
                <a:cubicBezTo>
                  <a:pt x="5861552" y="3475737"/>
                  <a:pt x="5825984" y="3468644"/>
                  <a:pt x="5811757" y="3461550"/>
                </a:cubicBezTo>
                <a:cubicBezTo>
                  <a:pt x="5790416" y="3461550"/>
                  <a:pt x="5776190" y="3447364"/>
                  <a:pt x="5769075" y="3440270"/>
                </a:cubicBezTo>
                <a:cubicBezTo>
                  <a:pt x="5754849" y="3426084"/>
                  <a:pt x="5747736" y="3411897"/>
                  <a:pt x="5740622" y="3390617"/>
                </a:cubicBezTo>
                <a:cubicBezTo>
                  <a:pt x="5733508" y="3369337"/>
                  <a:pt x="5726394" y="3340964"/>
                  <a:pt x="5726394" y="3312591"/>
                </a:cubicBezTo>
                <a:cubicBezTo>
                  <a:pt x="5733508" y="3270030"/>
                  <a:pt x="5733508" y="3241657"/>
                  <a:pt x="5747736" y="3227470"/>
                </a:cubicBezTo>
                <a:cubicBezTo>
                  <a:pt x="5754849" y="3206190"/>
                  <a:pt x="5761962" y="3192004"/>
                  <a:pt x="5776190" y="3177817"/>
                </a:cubicBezTo>
                <a:cubicBezTo>
                  <a:pt x="5790416" y="3170724"/>
                  <a:pt x="5804643" y="3163630"/>
                  <a:pt x="5818871" y="3156537"/>
                </a:cubicBezTo>
                <a:cubicBezTo>
                  <a:pt x="5840211" y="3149444"/>
                  <a:pt x="5868665" y="3149444"/>
                  <a:pt x="5911347" y="3149444"/>
                </a:cubicBezTo>
                <a:cubicBezTo>
                  <a:pt x="6110525" y="3156537"/>
                  <a:pt x="6110525" y="3156537"/>
                  <a:pt x="6110525" y="3156537"/>
                </a:cubicBezTo>
                <a:cubicBezTo>
                  <a:pt x="6103412" y="3241657"/>
                  <a:pt x="6103412" y="3241657"/>
                  <a:pt x="6103412" y="3241657"/>
                </a:cubicBezTo>
                <a:cubicBezTo>
                  <a:pt x="5904233" y="3234564"/>
                  <a:pt x="5904233" y="3234564"/>
                  <a:pt x="5904233" y="3234564"/>
                </a:cubicBezTo>
                <a:cubicBezTo>
                  <a:pt x="5875779" y="3234564"/>
                  <a:pt x="5854438" y="3234564"/>
                  <a:pt x="5847325" y="3234564"/>
                </a:cubicBezTo>
                <a:cubicBezTo>
                  <a:pt x="5825984" y="3234564"/>
                  <a:pt x="5818871" y="3241657"/>
                  <a:pt x="5804643" y="3255843"/>
                </a:cubicBezTo>
                <a:cubicBezTo>
                  <a:pt x="5797530" y="3270030"/>
                  <a:pt x="5790416" y="3291310"/>
                  <a:pt x="5790416" y="3312591"/>
                </a:cubicBezTo>
                <a:cubicBezTo>
                  <a:pt x="5790416" y="3333871"/>
                  <a:pt x="5797530" y="3355151"/>
                  <a:pt x="5804643" y="336224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1112500" y="1041400"/>
            <a:ext cx="158355" cy="152265"/>
          </a:xfrm>
          <a:custGeom>
            <a:avLst/>
            <a:gdLst/>
            <a:ahLst/>
            <a:cxnLst/>
            <a:rect l="l" t="t" r="r" b="b"/>
            <a:pathLst>
              <a:path w="158355" h="152265">
                <a:moveTo>
                  <a:pt x="93574" y="145015"/>
                </a:moveTo>
                <a:cubicBezTo>
                  <a:pt x="100772" y="152265"/>
                  <a:pt x="115167" y="152265"/>
                  <a:pt x="122366" y="145015"/>
                </a:cubicBezTo>
                <a:cubicBezTo>
                  <a:pt x="136761" y="145015"/>
                  <a:pt x="143960" y="137765"/>
                  <a:pt x="151157" y="123262"/>
                </a:cubicBezTo>
                <a:cubicBezTo>
                  <a:pt x="158355" y="116012"/>
                  <a:pt x="158355" y="101511"/>
                  <a:pt x="158355" y="94259"/>
                </a:cubicBezTo>
                <a:cubicBezTo>
                  <a:pt x="158355" y="79759"/>
                  <a:pt x="151157" y="65256"/>
                  <a:pt x="136761" y="58006"/>
                </a:cubicBezTo>
                <a:cubicBezTo>
                  <a:pt x="129563" y="50756"/>
                  <a:pt x="115167" y="36253"/>
                  <a:pt x="93574" y="21753"/>
                </a:cubicBezTo>
                <a:cubicBezTo>
                  <a:pt x="57583" y="0"/>
                  <a:pt x="57583" y="0"/>
                  <a:pt x="57583" y="0"/>
                </a:cubicBezTo>
                <a:cubicBezTo>
                  <a:pt x="0" y="87009"/>
                  <a:pt x="0" y="87009"/>
                  <a:pt x="0" y="87009"/>
                </a:cubicBezTo>
                <a:cubicBezTo>
                  <a:pt x="35989" y="116012"/>
                  <a:pt x="35989" y="116012"/>
                  <a:pt x="35989" y="116012"/>
                </a:cubicBezTo>
                <a:cubicBezTo>
                  <a:pt x="64781" y="130514"/>
                  <a:pt x="79177" y="145015"/>
                  <a:pt x="93574" y="14501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083800" y="6083300"/>
            <a:ext cx="127904" cy="200991"/>
          </a:xfrm>
          <a:custGeom>
            <a:avLst/>
            <a:gdLst/>
            <a:ahLst/>
            <a:cxnLst/>
            <a:rect l="l" t="t" r="r" b="b"/>
            <a:pathLst>
              <a:path w="127904" h="200991">
                <a:moveTo>
                  <a:pt x="21317" y="21534"/>
                </a:moveTo>
                <a:cubicBezTo>
                  <a:pt x="28423" y="28713"/>
                  <a:pt x="35530" y="43070"/>
                  <a:pt x="35530" y="43070"/>
                </a:cubicBezTo>
                <a:cubicBezTo>
                  <a:pt x="42635" y="57426"/>
                  <a:pt x="49741" y="57426"/>
                  <a:pt x="49741" y="57426"/>
                </a:cubicBezTo>
                <a:cubicBezTo>
                  <a:pt x="56846" y="64604"/>
                  <a:pt x="49741" y="78961"/>
                  <a:pt x="49741" y="78961"/>
                </a:cubicBezTo>
                <a:cubicBezTo>
                  <a:pt x="42635" y="86139"/>
                  <a:pt x="42635" y="93317"/>
                  <a:pt x="42635" y="93317"/>
                </a:cubicBezTo>
                <a:cubicBezTo>
                  <a:pt x="35530" y="114852"/>
                  <a:pt x="14211" y="136387"/>
                  <a:pt x="14211" y="136387"/>
                </a:cubicBezTo>
                <a:cubicBezTo>
                  <a:pt x="0" y="150743"/>
                  <a:pt x="21317" y="179456"/>
                  <a:pt x="21317" y="179456"/>
                </a:cubicBezTo>
                <a:cubicBezTo>
                  <a:pt x="28423" y="200991"/>
                  <a:pt x="56846" y="157922"/>
                  <a:pt x="56846" y="157922"/>
                </a:cubicBezTo>
                <a:cubicBezTo>
                  <a:pt x="56846" y="150743"/>
                  <a:pt x="63952" y="150743"/>
                  <a:pt x="63952" y="150743"/>
                </a:cubicBezTo>
                <a:cubicBezTo>
                  <a:pt x="71058" y="143565"/>
                  <a:pt x="71058" y="136387"/>
                  <a:pt x="71058" y="136387"/>
                </a:cubicBezTo>
                <a:cubicBezTo>
                  <a:pt x="85269" y="114852"/>
                  <a:pt x="99480" y="93317"/>
                  <a:pt x="99480" y="93317"/>
                </a:cubicBezTo>
                <a:cubicBezTo>
                  <a:pt x="106587" y="86139"/>
                  <a:pt x="120799" y="43070"/>
                  <a:pt x="120799" y="43070"/>
                </a:cubicBezTo>
                <a:cubicBezTo>
                  <a:pt x="127904" y="43070"/>
                  <a:pt x="120799" y="28713"/>
                  <a:pt x="120799" y="28713"/>
                </a:cubicBezTo>
                <a:cubicBezTo>
                  <a:pt x="120799" y="21534"/>
                  <a:pt x="85269" y="7178"/>
                  <a:pt x="85269" y="7178"/>
                </a:cubicBezTo>
                <a:cubicBezTo>
                  <a:pt x="78163" y="7178"/>
                  <a:pt x="63952" y="0"/>
                  <a:pt x="49741" y="0"/>
                </a:cubicBezTo>
                <a:cubicBezTo>
                  <a:pt x="42635" y="0"/>
                  <a:pt x="28423" y="0"/>
                  <a:pt x="28423" y="0"/>
                </a:cubicBezTo>
                <a:cubicBezTo>
                  <a:pt x="7106" y="7178"/>
                  <a:pt x="21317" y="21534"/>
                  <a:pt x="21317" y="2153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988800" y="2247900"/>
            <a:ext cx="261897" cy="243623"/>
          </a:xfrm>
          <a:custGeom>
            <a:avLst/>
            <a:gdLst/>
            <a:ahLst/>
            <a:cxnLst/>
            <a:rect l="l" t="t" r="r" b="b"/>
            <a:pathLst>
              <a:path w="261897" h="243623">
                <a:moveTo>
                  <a:pt x="176958" y="229292"/>
                </a:moveTo>
                <a:cubicBezTo>
                  <a:pt x="212349" y="207796"/>
                  <a:pt x="240662" y="186300"/>
                  <a:pt x="247740" y="164804"/>
                </a:cubicBezTo>
                <a:cubicBezTo>
                  <a:pt x="261897" y="136143"/>
                  <a:pt x="261897" y="107481"/>
                  <a:pt x="247740" y="71653"/>
                </a:cubicBezTo>
                <a:cubicBezTo>
                  <a:pt x="233583" y="42992"/>
                  <a:pt x="219427" y="21496"/>
                  <a:pt x="191113" y="14331"/>
                </a:cubicBezTo>
                <a:cubicBezTo>
                  <a:pt x="162801" y="0"/>
                  <a:pt x="127409" y="0"/>
                  <a:pt x="92018" y="21496"/>
                </a:cubicBezTo>
                <a:cubicBezTo>
                  <a:pt x="49548" y="35827"/>
                  <a:pt x="28313" y="57323"/>
                  <a:pt x="14157" y="85984"/>
                </a:cubicBezTo>
                <a:cubicBezTo>
                  <a:pt x="0" y="114647"/>
                  <a:pt x="0" y="143308"/>
                  <a:pt x="14157" y="171969"/>
                </a:cubicBezTo>
                <a:cubicBezTo>
                  <a:pt x="28313" y="200631"/>
                  <a:pt x="49548" y="222127"/>
                  <a:pt x="77861" y="236457"/>
                </a:cubicBezTo>
                <a:cubicBezTo>
                  <a:pt x="99096" y="243623"/>
                  <a:pt x="134488" y="243623"/>
                  <a:pt x="176958" y="22929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0" y="0"/>
            <a:ext cx="12192000" cy="11430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27" name="Picture 27"/>
          <p:cNvPicPr>
            <a:picLocks noChangeAspect="1"/>
          </p:cNvPicPr>
          <p:nvPr/>
        </p:nvPicPr>
        <p:blipFill>
          <a:blip r:embed="rId3"/>
          <a:srcRect l="3549" r="3549"/>
          <a:stretch>
            <a:fillRect/>
          </a:stretch>
        </p:blipFill>
        <p:spPr>
          <a:xfrm>
            <a:off x="8610600" y="6629400"/>
            <a:ext cx="2908300" cy="114300"/>
          </a:xfrm>
          <a:prstGeom prst="rect">
            <a:avLst/>
          </a:prstGeom>
          <a:noFill/>
          <a:ln w="25400" cap="flat" cmpd="sng">
            <a:noFill/>
            <a:prstDash val="solid"/>
            <a:round/>
          </a:ln>
        </p:spPr>
      </p:pic>
      <p:pic>
        <p:nvPicPr>
          <p:cNvPr id="28" name="Picture 28"/>
          <p:cNvPicPr>
            <a:picLocks noChangeAspect="1"/>
          </p:cNvPicPr>
          <p:nvPr/>
        </p:nvPicPr>
        <p:blipFill>
          <a:blip r:embed="rId4"/>
          <a:srcRect l="415" r="415"/>
          <a:stretch>
            <a:fillRect/>
          </a:stretch>
        </p:blipFill>
        <p:spPr>
          <a:xfrm>
            <a:off x="660400" y="609600"/>
            <a:ext cx="1752600" cy="419100"/>
          </a:xfrm>
          <a:prstGeom prst="rect">
            <a:avLst/>
          </a:prstGeom>
          <a:noFill/>
          <a:ln w="25400" cap="flat" cmpd="sng">
            <a:noFill/>
            <a:prstDash val="solid"/>
            <a:round/>
          </a:ln>
        </p:spPr>
      </p:pic>
      <p:sp>
        <p:nvSpPr>
          <p:cNvPr id="29" name="AutoShape 29"/>
          <p:cNvSpPr/>
          <p:nvPr/>
        </p:nvSpPr>
        <p:spPr>
          <a:xfrm>
            <a:off x="1841500" y="2209800"/>
            <a:ext cx="2705100" cy="23368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spcBef>
                <a:spcPts val="1000"/>
              </a:spcBef>
              <a:defRPr/>
            </a:pPr>
            <a:r>
              <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rPr>
              <a:t>02</a:t>
            </a:r>
            <a:endPar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endParaRPr>
          </a:p>
        </p:txBody>
      </p:sp>
      <p:sp>
        <p:nvSpPr>
          <p:cNvPr id="30" name="AutoShape 30"/>
          <p:cNvSpPr/>
          <p:nvPr/>
        </p:nvSpPr>
        <p:spPr>
          <a:xfrm>
            <a:off x="1841500" y="3695700"/>
            <a:ext cx="4013200" cy="5461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defRPr/>
            </a:pPr>
            <a:r>
              <a:rPr lang="en-US" sz="5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课题概述</a:t>
            </a:r>
            <a:endParaRPr lang="en-US" sz="1100"/>
          </a:p>
        </p:txBody>
      </p:sp>
      <p:sp>
        <p:nvSpPr>
          <p:cNvPr id="31" name="AutoShape 31"/>
          <p:cNvSpPr/>
          <p:nvPr/>
        </p:nvSpPr>
        <p:spPr>
          <a:xfrm>
            <a:off x="1841500" y="4305300"/>
            <a:ext cx="4013200" cy="469900"/>
          </a:xfrm>
          <a:prstGeom prst="rect">
            <a:avLst/>
          </a:prstGeom>
          <a:noFill/>
          <a:ln w="12700" cap="flat" cmpd="sng">
            <a:noFill/>
            <a:prstDash val="solid"/>
            <a:round/>
          </a:ln>
        </p:spPr>
        <p:txBody>
          <a:bodyPr vert="horz" wrap="square" lIns="0" tIns="50800" rIns="88900" bIns="50800" rtlCol="0" anchor="t" anchorCtr="0"/>
          <a:lstStyle/>
          <a:p>
            <a:pPr indent="0" algn="l">
              <a:lnSpc>
                <a:spcPct val="92000"/>
              </a:lnSpc>
              <a:spcBef>
                <a:spcPts val="1000"/>
              </a:spcBef>
              <a:defRPr/>
            </a:pPr>
            <a:r>
              <a:rPr lang="en-US" sz="2400" b="0" i="0" u="none" strike="noStrike">
                <a:solidFill>
                  <a:srgbClr val="808080"/>
                </a:solidFill>
                <a:latin typeface="Segoe UI Light" panose="020B0502040204020203"/>
                <a:ea typeface="Segoe UI Light" panose="020B0502040204020203"/>
                <a:cs typeface="Segoe UI Light" panose="020B0502040204020203"/>
                <a:sym typeface="Segoe UI Light" panose="020B0502040204020203"/>
              </a:rPr>
              <a:t>Overview of Project</a:t>
            </a:r>
            <a:endParaRPr lang="en-US" sz="1100"/>
          </a:p>
        </p:txBody>
      </p:sp>
      <p:sp>
        <p:nvSpPr>
          <p:cNvPr id="32" name="AutoShape 32"/>
          <p:cNvSpPr/>
          <p:nvPr/>
        </p:nvSpPr>
        <p:spPr>
          <a:xfrm>
            <a:off x="7327900" y="711200"/>
            <a:ext cx="4191000" cy="292100"/>
          </a:xfrm>
          <a:prstGeom prst="rect">
            <a:avLst/>
          </a:prstGeom>
          <a:noFill/>
          <a:ln w="12700" cap="flat" cmpd="sng">
            <a:noFill/>
            <a:prstDash val="solid"/>
            <a:round/>
          </a:ln>
        </p:spPr>
        <p:txBody>
          <a:bodyPr vert="horz" wrap="square" lIns="88900" tIns="50800" rIns="0" bIns="0" rtlCol="0" anchor="b" anchorCtr="0"/>
          <a:lstStyle/>
          <a:p>
            <a:pPr indent="0" algn="r">
              <a:lnSpc>
                <a:spcPct val="92000"/>
              </a:lnSpc>
              <a:spcBef>
                <a:spcPts val="1000"/>
              </a:spcBef>
              <a:defRPr/>
            </a:pP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技术方案与系统架构设计</a:t>
            </a:r>
            <a:endParaRPr lang="en-US" sz="1100"/>
          </a:p>
        </p:txBody>
      </p:sp>
      <p:sp>
        <p:nvSpPr>
          <p:cNvPr id="33" name="AutoShape 33"/>
          <p:cNvSpPr/>
          <p:nvPr/>
        </p:nvSpPr>
        <p:spPr>
          <a:xfrm>
            <a:off x="863600" y="5994400"/>
            <a:ext cx="139700" cy="139700"/>
          </a:xfrm>
          <a:prstGeom prst="roundRect">
            <a:avLst>
              <a:gd name="adj" fmla="val 0"/>
            </a:avLst>
          </a:prstGeom>
          <a:solidFill>
            <a:srgbClr val="003778">
              <a:alpha val="100000"/>
            </a:srgbClr>
          </a:solid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4" name="AutoShape 34"/>
          <p:cNvSpPr/>
          <p:nvPr/>
        </p:nvSpPr>
        <p:spPr>
          <a:xfrm>
            <a:off x="6604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5" name="AutoShape 35"/>
          <p:cNvSpPr/>
          <p:nvPr/>
        </p:nvSpPr>
        <p:spPr>
          <a:xfrm>
            <a:off x="10795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6" name="AutoShape 36"/>
          <p:cNvSpPr/>
          <p:nvPr/>
        </p:nvSpPr>
        <p:spPr>
          <a:xfrm>
            <a:off x="12827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7" name="AutoShape 37"/>
          <p:cNvSpPr/>
          <p:nvPr/>
        </p:nvSpPr>
        <p:spPr>
          <a:xfrm>
            <a:off x="14859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8" name="AutoShape 38"/>
          <p:cNvSpPr/>
          <p:nvPr/>
        </p:nvSpPr>
        <p:spPr>
          <a:xfrm>
            <a:off x="16891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7874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当前系统架构（代码落地）</a:t>
            </a:r>
            <a:endParaRPr lang="en-US" sz="1100"/>
          </a:p>
        </p:txBody>
      </p:sp>
      <p:sp>
        <p:nvSpPr>
          <p:cNvPr id="11" name="AutoShape 11"/>
          <p:cNvSpPr/>
          <p:nvPr/>
        </p:nvSpPr>
        <p:spPr>
          <a:xfrm>
            <a:off x="660400" y="1397000"/>
            <a:ext cx="10871200" cy="34290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50900" y="1587500"/>
            <a:ext cx="5207000" cy="3048000"/>
          </a:xfrm>
          <a:prstGeom prst="roundRect">
            <a:avLst>
              <a:gd name="adj" fmla="val 0"/>
            </a:avLst>
          </a:prstGeom>
          <a:solidFill>
            <a:srgbClr val="FFFFFF">
              <a:alpha val="9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41400" y="1778000"/>
            <a:ext cx="4826000" cy="266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01. 核心代码结构与职责</a:t>
            </a:r>
            <a:endParaRPr lang="en-US" sz="1100"/>
          </a:p>
          <a:p>
            <a:pPr indent="0" algn="l">
              <a:lnSpc>
                <a:spcPct val="100000"/>
              </a:lnSpc>
              <a:spcBef>
                <a:spcPts val="10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总入口 EcsWorld：</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作为架构核心枢纽，统一协调三大核心模块，确保数据与逻辑流转的一致性。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6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三大基础模块：</a:t>
            </a:r>
            <a:endPar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0000"/>
              </a:lnSpc>
              <a:spcBef>
                <a:spcPts val="400"/>
              </a:spcBef>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EntityManager：</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负责实体的创建、销毁与生命周期管理。</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0000"/>
              </a:lnSpc>
              <a:spcBef>
                <a:spcPts val="200"/>
              </a:spcBef>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ComponentStore：</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集中存储与检索各类组件数据，保障数据访问性能。</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0000"/>
              </a:lnSpc>
              <a:spcBef>
                <a:spcPts val="200"/>
              </a:spcBef>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SystemScheduler：</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调度并执行各类业务逻辑系统，控制游戏帧内逻辑顺序。</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1587500"/>
            <a:ext cx="5207000" cy="3048000"/>
          </a:xfrm>
          <a:prstGeom prst="roundRect">
            <a:avLst>
              <a:gd name="adj" fmla="val 0"/>
            </a:avLst>
          </a:prstGeom>
          <a:solidFill>
            <a:srgbClr val="FFFFFF">
              <a:alpha val="96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1778000"/>
            <a:ext cx="4826000" cy="266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02. 实体(Entity)与组件(Component)映射关系</a:t>
            </a:r>
            <a:endParaRPr lang="en-US" sz="1100"/>
          </a:p>
          <a:p>
            <a:pPr indent="0" algn="l">
              <a:lnSpc>
                <a:spcPct val="108000"/>
              </a:lnSpc>
              <a:spcBef>
                <a:spcPts val="10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玩家实体 (PlayerEntity)：</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Position(位置), Velocity(速度), Attribute(属性), Skill(技能), Experience(经验)</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等组件，完整支撑角色养成与操作。</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怪物实体 (MonsterEntity)：</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绑定核心基础组件：</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Position, Velocity, Attribute</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，满足基础AI与战斗交互需求。</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会话实体 (SessionEntity)：</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挂载</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GameSession(游戏会话状态)</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，实现跨场景的用户状态持久化与管理。</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60400" y="5080000"/>
            <a:ext cx="10871200" cy="1143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系统扩展性与业务逻辑分层</a:t>
            </a:r>
            <a:endParaRPr lang="en-US" sz="1100"/>
          </a:p>
          <a:p>
            <a:pPr indent="0" algn="ctr">
              <a:lnSpc>
                <a:spcPct val="117000"/>
              </a:lnSpc>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已实现</a:t>
            </a:r>
            <a:r>
              <a:rPr lang="en-US" sz="14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SkillSystem, BulletSystem, MonsterSystem, ExperienceSystem</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等独立逻辑系统，与数据层完全解耦，降低维护成本，支持快速迭代。</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2705100" y="1828800"/>
            <a:ext cx="7721600" cy="3683000"/>
          </a:xfrm>
          <a:prstGeom prst="roundRect">
            <a:avLst>
              <a:gd name="adj" fmla="val 0"/>
            </a:avLst>
          </a:prstGeom>
          <a:noFill/>
          <a:ln w="25400" cap="flat" cmpd="sng">
            <a:solidFill>
              <a:srgbClr val="BFBFBF">
                <a:alpha val="100000"/>
              </a:srgbClr>
            </a:solidFill>
            <a:prstDash val="solid"/>
            <a:miter lim="10000000"/>
          </a:ln>
        </p:spPr>
        <p:txBody>
          <a:bodyPr vert="horz" wrap="square" lIns="63500" tIns="63500" rIns="63500" bIns="63500" rtlCol="0" anchor="ctr"/>
          <a:lstStyle/>
          <a:p>
            <a:pPr algn="ctr">
              <a:defRPr/>
            </a:pPr>
          </a:p>
        </p:txBody>
      </p:sp>
      <p:sp>
        <p:nvSpPr>
          <p:cNvPr id="11" name="AutoShape 11"/>
          <p:cNvSpPr/>
          <p:nvPr/>
        </p:nvSpPr>
        <p:spPr>
          <a:xfrm rot="5400000" flipV="1">
            <a:off x="9563100" y="1816100"/>
            <a:ext cx="876300" cy="876300"/>
          </a:xfrm>
          <a:prstGeom prst="triangle">
            <a:avLst>
              <a:gd name="adj" fmla="val 0"/>
            </a:avLst>
          </a:prstGeom>
          <a:solidFill>
            <a:srgbClr val="003778">
              <a:alpha val="100000"/>
            </a:srgbClr>
          </a:solidFill>
          <a:ln w="25400" cap="flat" cmpd="sng">
            <a:noFill/>
            <a:prstDash val="solid"/>
            <a:round/>
          </a:ln>
          <a:effectLst>
            <a:outerShdw blurRad="127000" dist="38100" dir="8100000" algn="tr" rotWithShape="0">
              <a:srgbClr val="000000">
                <a:alpha val="40000"/>
              </a:srgbClr>
            </a:outerShdw>
          </a:effectLst>
        </p:spPr>
        <p:txBody>
          <a:bodyPr vert="horz" wrap="square" lIns="63500" tIns="63500" rIns="63500" bIns="63500" rtlCol="0" anchor="ctr"/>
          <a:lstStyle/>
          <a:p>
            <a:pPr algn="ctr">
              <a:defRPr/>
            </a:pPr>
          </a:p>
        </p:txBody>
      </p:sp>
      <p:sp>
        <p:nvSpPr>
          <p:cNvPr id="12" name="AutoShape 12"/>
          <p:cNvSpPr/>
          <p:nvPr/>
        </p:nvSpPr>
        <p:spPr>
          <a:xfrm>
            <a:off x="787400" y="508000"/>
            <a:ext cx="7315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极简版 ECS 一帧执行流程</a:t>
            </a:r>
            <a:endParaRPr lang="en-US" sz="1100"/>
          </a:p>
        </p:txBody>
      </p:sp>
      <p:sp>
        <p:nvSpPr>
          <p:cNvPr id="13" name="AutoShape 13"/>
          <p:cNvSpPr/>
          <p:nvPr/>
        </p:nvSpPr>
        <p:spPr>
          <a:xfrm>
            <a:off x="254000" y="1905000"/>
            <a:ext cx="2286000" cy="3429000"/>
          </a:xfrm>
          <a:prstGeom prst="roundRect">
            <a:avLst>
              <a:gd name="adj" fmla="val 4444"/>
            </a:avLst>
          </a:prstGeom>
          <a:solidFill>
            <a:srgbClr val="F0F5FA">
              <a:alpha val="100000"/>
            </a:srgbClr>
          </a:solidFill>
          <a:ln w="12700" cap="flat" cmpd="sng">
            <a:solidFill>
              <a:srgbClr val="003778">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81000" y="2032000"/>
            <a:ext cx="2032000" cy="3175000"/>
          </a:xfrm>
          <a:prstGeom prst="rect">
            <a:avLst/>
          </a:prstGeom>
          <a:noFill/>
          <a:ln w="12700" cap="flat" cmpd="sng">
            <a:noFill/>
            <a:prstDash val="solid"/>
            <a:round/>
          </a:ln>
        </p:spPr>
        <p:txBody>
          <a:bodyPr vert="horz" wrap="square" lIns="0" tIns="0" rIns="0" bIns="0" rtlCol="0" anchor="t" anchorCtr="0"/>
          <a:lstStyle/>
          <a:p>
            <a:pPr indent="0" algn="ctr">
              <a:lnSpc>
                <a:spcPct val="108000"/>
              </a:lnSpc>
              <a:spcBef>
                <a:spcPts val="800"/>
              </a:spcBef>
              <a:defRPr/>
            </a:pPr>
            <a:r>
              <a:rPr lang="en-US" sz="1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核心流程速览</a:t>
            </a:r>
            <a:endParaRPr lang="en-US" sz="1100"/>
          </a:p>
          <a:p>
            <a:pPr indent="0" algn="l">
              <a:lnSpc>
                <a:spcPct val="108000"/>
              </a:lnSpc>
              <a:spcBef>
                <a:spcPts val="1200"/>
              </a:spcBef>
            </a:pPr>
            <a:r>
              <a:rPr lang="en-US" sz="1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01. 驱动：</a:t>
            </a:r>
            <a:b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引擎每帧触发更新</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spcBef>
                <a:spcPts val="1000"/>
              </a:spcBef>
            </a:pPr>
            <a:r>
              <a:rPr lang="en-US" sz="1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02. 调度：</a:t>
            </a:r>
            <a:b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按优先级执行系统</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spcBef>
                <a:spcPts val="1000"/>
              </a:spcBef>
            </a:pPr>
            <a:r>
              <a:rPr lang="en-US" sz="1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03. 处理：</a:t>
            </a:r>
            <a:b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查询组件并更新实体</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spcBef>
                <a:spcPts val="1000"/>
              </a:spcBef>
            </a:pPr>
            <a:r>
              <a:rPr lang="en-US" sz="1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04. 同步：</a:t>
            </a:r>
            <a:b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状态同步至画面UI</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nvSpPr>
        <p:spPr>
          <a:xfrm>
            <a:off x="2921000" y="2032000"/>
            <a:ext cx="7112000" cy="2413000"/>
          </a:xfrm>
          <a:prstGeom prst="rect">
            <a:avLst/>
          </a:prstGeom>
          <a:noFill/>
          <a:ln w="12700" cap="flat" cmpd="sng">
            <a:noFill/>
            <a:prstDash val="solid"/>
            <a:round/>
          </a:ln>
        </p:spPr>
        <p:txBody>
          <a:bodyPr vert="horz" wrap="square" lIns="0" tIns="0" rIns="0" bIns="0" rtlCol="0" anchor="t" anchorCtr="0"/>
          <a:lstStyle/>
          <a:p>
            <a:pPr indent="0" algn="l">
              <a:lnSpc>
                <a:spcPct val="125000"/>
              </a:lnSpc>
              <a:spcBef>
                <a:spcPts val="1000"/>
              </a:spcBef>
              <a:defRPr/>
            </a:pPr>
            <a:r>
              <a:rPr lang="en-US" sz="1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详细执行逻辑</a:t>
            </a:r>
            <a:endParaRPr lang="en-US" sz="1100"/>
          </a:p>
          <a:p>
            <a:pPr indent="0" algn="l">
              <a:lnSpc>
                <a:spcPct val="125000"/>
              </a:lnSpc>
              <a:spcBef>
                <a:spcPts val="800"/>
              </a:spcBef>
            </a:pPr>
            <a:r>
              <a:rPr lang="en-US" sz="13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1. 引擎驱动：</a:t>
            </a:r>
            <a:r>
              <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游戏引擎 (如LayaAir) 每帧循环调用</a:t>
            </a:r>
            <a:r>
              <a:rPr lang="en-US" sz="1300" b="0" i="0" u="none" strike="noStrike">
                <a:solidFill>
                  <a:srgbClr val="D93025"/>
                </a:solidFill>
                <a:latin typeface="Consolas" panose="020B0609020204030204"/>
                <a:ea typeface="Consolas" panose="020B0609020204030204"/>
                <a:cs typeface="Consolas" panose="020B0609020204030204"/>
                <a:sym typeface="Consolas" panose="020B0609020204030204"/>
              </a:rPr>
              <a:t>EcsWorld.update()</a:t>
            </a:r>
            <a:r>
              <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，作为ECS世界运转的总开关。</a:t>
            </a:r>
            <a:endPar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r>
              <a:rPr lang="en-US" sz="13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2. 系统调度：</a:t>
            </a:r>
            <a:r>
              <a:rPr lang="en-US" sz="1300" b="0" i="0" u="none" strike="noStrike">
                <a:solidFill>
                  <a:srgbClr val="323232"/>
                </a:solidFill>
                <a:latin typeface="Consolas" panose="020B0609020204030204"/>
                <a:ea typeface="Consolas" panose="020B0609020204030204"/>
                <a:cs typeface="Consolas" panose="020B0609020204030204"/>
                <a:sym typeface="Consolas" panose="020B0609020204030204"/>
              </a:rPr>
              <a:t>SystemScheduler</a:t>
            </a:r>
            <a:r>
              <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核心调度器根据系统预设的优先级和依赖关系，确保逻辑执行的先后顺序正确。</a:t>
            </a:r>
            <a:endPar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r>
              <a:rPr lang="en-US" sz="13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3. 数据处理：</a:t>
            </a:r>
            <a:r>
              <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系统通过“组件查询(Query)”精准筛选拥有特定组件的实体，直接读写组件数据，系统间完全解耦，无直接通信。</a:t>
            </a:r>
            <a:endPar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r>
              <a:rPr lang="en-US" sz="13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4. 渲染同步：</a:t>
            </a:r>
            <a:r>
              <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专用渲染系统 (如 ViewSync) 负责将实体内部的状态数据（位置、数值等）最终映射到游戏视图和UI界面。</a:t>
            </a:r>
            <a:endParaRPr lang="en-US" sz="13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16"/>
          <p:cNvSpPr/>
          <p:nvPr/>
        </p:nvSpPr>
        <p:spPr>
          <a:xfrm>
            <a:off x="2921000" y="4572000"/>
            <a:ext cx="7112000" cy="762000"/>
          </a:xfrm>
          <a:prstGeom prst="roundRect">
            <a:avLst>
              <a:gd name="adj" fmla="val 13333"/>
            </a:avLst>
          </a:prstGeom>
          <a:solidFill>
            <a:srgbClr val="003778">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048000" y="4699000"/>
            <a:ext cx="685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核心特点：数据驱动 · 逻辑与数据分离 · 高性能迭代</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130300"/>
            <a:ext cx="12192000" cy="53594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617200" y="2743200"/>
            <a:ext cx="25400" cy="12700"/>
          </a:xfrm>
          <a:prstGeom prst="roundRect">
            <a:avLst>
              <a:gd name="adj" fmla="val 0"/>
            </a:avLst>
          </a:pr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7772400" y="1384300"/>
            <a:ext cx="3520357" cy="4123326"/>
          </a:xfrm>
          <a:custGeom>
            <a:avLst/>
            <a:gdLst/>
            <a:ahLst/>
            <a:cxnLst/>
            <a:rect l="l" t="t" r="r" b="b"/>
            <a:pathLst>
              <a:path w="3520357" h="4123326">
                <a:moveTo>
                  <a:pt x="2631378" y="2611676"/>
                </a:moveTo>
                <a:cubicBezTo>
                  <a:pt x="2375352" y="2561998"/>
                  <a:pt x="2375352" y="2561998"/>
                  <a:pt x="2375352" y="2561998"/>
                </a:cubicBezTo>
                <a:cubicBezTo>
                  <a:pt x="2062432" y="2625870"/>
                  <a:pt x="2062432" y="2625870"/>
                  <a:pt x="2062432" y="2625870"/>
                </a:cubicBezTo>
                <a:cubicBezTo>
                  <a:pt x="2126438" y="2561998"/>
                  <a:pt x="2126438" y="2561998"/>
                  <a:pt x="2126438" y="2561998"/>
                </a:cubicBezTo>
                <a:cubicBezTo>
                  <a:pt x="2403799" y="2476834"/>
                  <a:pt x="2403799" y="2476834"/>
                  <a:pt x="2403799" y="2476834"/>
                </a:cubicBezTo>
                <a:cubicBezTo>
                  <a:pt x="2681160" y="2569094"/>
                  <a:pt x="2681160" y="2569094"/>
                  <a:pt x="2681160" y="2569094"/>
                </a:cubicBezTo>
                <a:lnTo>
                  <a:pt x="2631378" y="2611676"/>
                </a:lnTo>
                <a:close/>
                <a:moveTo>
                  <a:pt x="2432247" y="3477504"/>
                </a:moveTo>
                <a:cubicBezTo>
                  <a:pt x="2403799" y="3328468"/>
                  <a:pt x="2403799" y="3328468"/>
                  <a:pt x="2403799" y="3328468"/>
                </a:cubicBezTo>
                <a:cubicBezTo>
                  <a:pt x="2489142" y="2994911"/>
                  <a:pt x="2489142" y="2994911"/>
                  <a:pt x="2489142" y="2994911"/>
                </a:cubicBezTo>
                <a:cubicBezTo>
                  <a:pt x="2489142" y="2994911"/>
                  <a:pt x="2489142" y="2994911"/>
                  <a:pt x="2489142" y="2994911"/>
                </a:cubicBezTo>
                <a:cubicBezTo>
                  <a:pt x="2489142" y="2994911"/>
                  <a:pt x="2489142" y="2994911"/>
                  <a:pt x="2489142" y="2994911"/>
                </a:cubicBezTo>
                <a:cubicBezTo>
                  <a:pt x="2595819" y="2980718"/>
                  <a:pt x="2595819" y="2980718"/>
                  <a:pt x="2595819" y="2980718"/>
                </a:cubicBezTo>
                <a:cubicBezTo>
                  <a:pt x="2674048" y="3498794"/>
                  <a:pt x="2674048" y="3498794"/>
                  <a:pt x="2674048" y="3498794"/>
                </a:cubicBezTo>
                <a:cubicBezTo>
                  <a:pt x="2595819" y="3491697"/>
                  <a:pt x="2517588" y="3484601"/>
                  <a:pt x="2432247" y="3477504"/>
                </a:cubicBezTo>
                <a:close/>
                <a:moveTo>
                  <a:pt x="1898860" y="2789100"/>
                </a:moveTo>
                <a:cubicBezTo>
                  <a:pt x="2133549" y="2845876"/>
                  <a:pt x="2133549" y="2845876"/>
                  <a:pt x="2133549" y="2845876"/>
                </a:cubicBezTo>
                <a:cubicBezTo>
                  <a:pt x="2453582" y="2725227"/>
                  <a:pt x="2453582" y="2725227"/>
                  <a:pt x="2453582" y="2725227"/>
                </a:cubicBezTo>
                <a:cubicBezTo>
                  <a:pt x="2631378" y="2810391"/>
                  <a:pt x="2631378" y="2810391"/>
                  <a:pt x="2631378" y="2810391"/>
                </a:cubicBezTo>
                <a:cubicBezTo>
                  <a:pt x="2453582" y="2782004"/>
                  <a:pt x="2453582" y="2782004"/>
                  <a:pt x="2453582" y="2782004"/>
                </a:cubicBezTo>
                <a:cubicBezTo>
                  <a:pt x="2126438" y="2902651"/>
                  <a:pt x="2126438" y="2902651"/>
                  <a:pt x="2126438" y="2902651"/>
                </a:cubicBezTo>
                <a:lnTo>
                  <a:pt x="1898860" y="2789100"/>
                </a:lnTo>
                <a:close/>
                <a:moveTo>
                  <a:pt x="1223235" y="3349758"/>
                </a:moveTo>
                <a:cubicBezTo>
                  <a:pt x="1102335" y="3023300"/>
                  <a:pt x="1102335" y="3023300"/>
                  <a:pt x="1102335" y="3023300"/>
                </a:cubicBezTo>
                <a:cubicBezTo>
                  <a:pt x="938762" y="2973621"/>
                  <a:pt x="938762" y="2973621"/>
                  <a:pt x="938762" y="2973621"/>
                </a:cubicBezTo>
                <a:cubicBezTo>
                  <a:pt x="1216123" y="2888458"/>
                  <a:pt x="1216123" y="2888458"/>
                  <a:pt x="1216123" y="2888458"/>
                </a:cubicBezTo>
                <a:cubicBezTo>
                  <a:pt x="1322800" y="3243304"/>
                  <a:pt x="1322800" y="3243304"/>
                  <a:pt x="1322800" y="3243304"/>
                </a:cubicBezTo>
                <a:cubicBezTo>
                  <a:pt x="1977089" y="3143947"/>
                  <a:pt x="1977089" y="3143947"/>
                  <a:pt x="1977089" y="3143947"/>
                </a:cubicBezTo>
                <a:lnTo>
                  <a:pt x="1223235" y="3349758"/>
                </a:lnTo>
                <a:close/>
                <a:moveTo>
                  <a:pt x="1102335" y="2313605"/>
                </a:moveTo>
                <a:cubicBezTo>
                  <a:pt x="1130781" y="2313605"/>
                  <a:pt x="1130781" y="2313605"/>
                  <a:pt x="1130781" y="2313605"/>
                </a:cubicBezTo>
                <a:cubicBezTo>
                  <a:pt x="1130781" y="2491029"/>
                  <a:pt x="1130781" y="2491029"/>
                  <a:pt x="1130781" y="2491029"/>
                </a:cubicBezTo>
                <a:cubicBezTo>
                  <a:pt x="1102335" y="2491029"/>
                  <a:pt x="1102335" y="2491029"/>
                  <a:pt x="1102335" y="2491029"/>
                </a:cubicBezTo>
                <a:lnTo>
                  <a:pt x="1102335" y="2313605"/>
                </a:lnTo>
                <a:close/>
                <a:moveTo>
                  <a:pt x="1166340" y="2313605"/>
                </a:moveTo>
                <a:cubicBezTo>
                  <a:pt x="1329912" y="2313605"/>
                  <a:pt x="1329912" y="2313605"/>
                  <a:pt x="1329912" y="2313605"/>
                </a:cubicBezTo>
                <a:cubicBezTo>
                  <a:pt x="1329912" y="2491029"/>
                  <a:pt x="1329912" y="2491029"/>
                  <a:pt x="1329912" y="2491029"/>
                </a:cubicBezTo>
                <a:cubicBezTo>
                  <a:pt x="1166340" y="2491029"/>
                  <a:pt x="1166340" y="2491029"/>
                  <a:pt x="1166340" y="2491029"/>
                </a:cubicBezTo>
                <a:lnTo>
                  <a:pt x="1166340" y="2313605"/>
                </a:lnTo>
                <a:close/>
                <a:moveTo>
                  <a:pt x="768078" y="1887788"/>
                </a:moveTo>
                <a:cubicBezTo>
                  <a:pt x="768078" y="1887788"/>
                  <a:pt x="768078" y="1887788"/>
                  <a:pt x="768078" y="1887788"/>
                </a:cubicBezTo>
                <a:cubicBezTo>
                  <a:pt x="561835" y="1887788"/>
                  <a:pt x="561835" y="1887788"/>
                  <a:pt x="561835" y="1887788"/>
                </a:cubicBezTo>
                <a:cubicBezTo>
                  <a:pt x="561835" y="709695"/>
                  <a:pt x="561835" y="709695"/>
                  <a:pt x="561835" y="709695"/>
                </a:cubicBezTo>
                <a:cubicBezTo>
                  <a:pt x="782301" y="709695"/>
                  <a:pt x="782301" y="709695"/>
                  <a:pt x="782301" y="709695"/>
                </a:cubicBezTo>
                <a:cubicBezTo>
                  <a:pt x="782301" y="695500"/>
                  <a:pt x="782301" y="695500"/>
                  <a:pt x="782301" y="695500"/>
                </a:cubicBezTo>
                <a:cubicBezTo>
                  <a:pt x="1059663" y="695500"/>
                  <a:pt x="1059663" y="695500"/>
                  <a:pt x="1059663" y="695500"/>
                </a:cubicBezTo>
                <a:cubicBezTo>
                  <a:pt x="1059663" y="702598"/>
                  <a:pt x="1059663" y="709695"/>
                  <a:pt x="1066775" y="716792"/>
                </a:cubicBezTo>
                <a:cubicBezTo>
                  <a:pt x="839196" y="809052"/>
                  <a:pt x="839196" y="809052"/>
                  <a:pt x="839196" y="809052"/>
                </a:cubicBezTo>
                <a:cubicBezTo>
                  <a:pt x="832085" y="794857"/>
                  <a:pt x="832085" y="794857"/>
                  <a:pt x="832085" y="794857"/>
                </a:cubicBezTo>
                <a:cubicBezTo>
                  <a:pt x="832085" y="794857"/>
                  <a:pt x="832085" y="794857"/>
                  <a:pt x="832085" y="794857"/>
                </a:cubicBezTo>
                <a:cubicBezTo>
                  <a:pt x="803637" y="809052"/>
                  <a:pt x="803637" y="809052"/>
                  <a:pt x="803637" y="809052"/>
                </a:cubicBezTo>
                <a:cubicBezTo>
                  <a:pt x="853420" y="936796"/>
                  <a:pt x="853420" y="936796"/>
                  <a:pt x="853420" y="936796"/>
                </a:cubicBezTo>
                <a:cubicBezTo>
                  <a:pt x="881868" y="922603"/>
                  <a:pt x="881868" y="922603"/>
                  <a:pt x="881868" y="922603"/>
                </a:cubicBezTo>
                <a:cubicBezTo>
                  <a:pt x="874756" y="908409"/>
                  <a:pt x="874756" y="908409"/>
                  <a:pt x="874756" y="908409"/>
                </a:cubicBezTo>
                <a:cubicBezTo>
                  <a:pt x="1102335" y="816149"/>
                  <a:pt x="1102335" y="816149"/>
                  <a:pt x="1102335" y="816149"/>
                </a:cubicBezTo>
                <a:cubicBezTo>
                  <a:pt x="1109445" y="823246"/>
                  <a:pt x="1116557" y="830343"/>
                  <a:pt x="1116557" y="837439"/>
                </a:cubicBezTo>
                <a:cubicBezTo>
                  <a:pt x="952985" y="1007767"/>
                  <a:pt x="952985" y="1007767"/>
                  <a:pt x="952985" y="1007767"/>
                </a:cubicBezTo>
                <a:cubicBezTo>
                  <a:pt x="938762" y="1000670"/>
                  <a:pt x="938762" y="1000670"/>
                  <a:pt x="938762" y="1000670"/>
                </a:cubicBezTo>
                <a:cubicBezTo>
                  <a:pt x="938762" y="1000670"/>
                  <a:pt x="938762" y="1000670"/>
                  <a:pt x="938762" y="1000670"/>
                </a:cubicBezTo>
                <a:cubicBezTo>
                  <a:pt x="917426" y="1021960"/>
                  <a:pt x="917426" y="1021960"/>
                  <a:pt x="917426" y="1021960"/>
                </a:cubicBezTo>
                <a:cubicBezTo>
                  <a:pt x="1016992" y="1121317"/>
                  <a:pt x="1016992" y="1121317"/>
                  <a:pt x="1016992" y="1121317"/>
                </a:cubicBezTo>
                <a:cubicBezTo>
                  <a:pt x="1038328" y="1100027"/>
                  <a:pt x="1038328" y="1100027"/>
                  <a:pt x="1038328" y="1100027"/>
                </a:cubicBezTo>
                <a:cubicBezTo>
                  <a:pt x="1024104" y="1085832"/>
                  <a:pt x="1024104" y="1085832"/>
                  <a:pt x="1024104" y="1085832"/>
                </a:cubicBezTo>
                <a:cubicBezTo>
                  <a:pt x="1194788" y="915506"/>
                  <a:pt x="1194788" y="915506"/>
                  <a:pt x="1194788" y="915506"/>
                </a:cubicBezTo>
                <a:cubicBezTo>
                  <a:pt x="1201900" y="922603"/>
                  <a:pt x="1209012" y="929700"/>
                  <a:pt x="1216123" y="929700"/>
                </a:cubicBezTo>
                <a:cubicBezTo>
                  <a:pt x="1130781" y="1156802"/>
                  <a:pt x="1130781" y="1156802"/>
                  <a:pt x="1130781" y="1156802"/>
                </a:cubicBezTo>
                <a:cubicBezTo>
                  <a:pt x="1116557" y="1149706"/>
                  <a:pt x="1116557" y="1149706"/>
                  <a:pt x="1116557" y="1149706"/>
                </a:cubicBezTo>
                <a:cubicBezTo>
                  <a:pt x="1116557" y="1149706"/>
                  <a:pt x="1116557" y="1149706"/>
                  <a:pt x="1116557" y="1149706"/>
                </a:cubicBezTo>
                <a:cubicBezTo>
                  <a:pt x="1102335" y="1178093"/>
                  <a:pt x="1102335" y="1178093"/>
                  <a:pt x="1102335" y="1178093"/>
                </a:cubicBezTo>
                <a:cubicBezTo>
                  <a:pt x="1230347" y="1227771"/>
                  <a:pt x="1230347" y="1227771"/>
                  <a:pt x="1230347" y="1227771"/>
                </a:cubicBezTo>
                <a:cubicBezTo>
                  <a:pt x="1244571" y="1199384"/>
                  <a:pt x="1244571" y="1199384"/>
                  <a:pt x="1244571" y="1199384"/>
                </a:cubicBezTo>
                <a:cubicBezTo>
                  <a:pt x="1230347" y="1192287"/>
                  <a:pt x="1230347" y="1192287"/>
                  <a:pt x="1230347" y="1192287"/>
                </a:cubicBezTo>
                <a:cubicBezTo>
                  <a:pt x="1315690" y="972282"/>
                  <a:pt x="1315690" y="972282"/>
                  <a:pt x="1315690" y="972282"/>
                </a:cubicBezTo>
                <a:cubicBezTo>
                  <a:pt x="1329912" y="972282"/>
                  <a:pt x="1337024" y="979378"/>
                  <a:pt x="1351248" y="979378"/>
                </a:cubicBezTo>
                <a:cubicBezTo>
                  <a:pt x="1351248" y="1213578"/>
                  <a:pt x="1351248" y="1213578"/>
                  <a:pt x="1351248" y="1213578"/>
                </a:cubicBezTo>
                <a:cubicBezTo>
                  <a:pt x="1329912" y="1213578"/>
                  <a:pt x="1329912" y="1213578"/>
                  <a:pt x="1329912" y="1213578"/>
                </a:cubicBezTo>
                <a:cubicBezTo>
                  <a:pt x="1329912" y="1887788"/>
                  <a:pt x="1329912" y="1887788"/>
                  <a:pt x="1329912" y="1887788"/>
                </a:cubicBezTo>
                <a:lnTo>
                  <a:pt x="768078" y="1887788"/>
                </a:lnTo>
                <a:close/>
                <a:moveTo>
                  <a:pt x="526275" y="1887788"/>
                </a:moveTo>
                <a:cubicBezTo>
                  <a:pt x="483605" y="1887788"/>
                  <a:pt x="483605" y="1887788"/>
                  <a:pt x="483605" y="1887788"/>
                </a:cubicBezTo>
                <a:cubicBezTo>
                  <a:pt x="483605" y="709695"/>
                  <a:pt x="483605" y="709695"/>
                  <a:pt x="483605" y="709695"/>
                </a:cubicBezTo>
                <a:cubicBezTo>
                  <a:pt x="526275" y="709695"/>
                  <a:pt x="526275" y="709695"/>
                  <a:pt x="526275" y="709695"/>
                </a:cubicBezTo>
                <a:lnTo>
                  <a:pt x="526275" y="1887788"/>
                </a:lnTo>
                <a:close/>
                <a:moveTo>
                  <a:pt x="1088111" y="787761"/>
                </a:moveTo>
                <a:cubicBezTo>
                  <a:pt x="1088111" y="794857"/>
                  <a:pt x="1095223" y="794857"/>
                  <a:pt x="1095223" y="801955"/>
                </a:cubicBezTo>
                <a:cubicBezTo>
                  <a:pt x="888978" y="887118"/>
                  <a:pt x="888978" y="887118"/>
                  <a:pt x="888978" y="887118"/>
                </a:cubicBezTo>
                <a:cubicBezTo>
                  <a:pt x="881868" y="872924"/>
                  <a:pt x="881868" y="872924"/>
                  <a:pt x="881868" y="872924"/>
                </a:cubicBezTo>
                <a:lnTo>
                  <a:pt x="1088111" y="787761"/>
                </a:lnTo>
                <a:close/>
                <a:moveTo>
                  <a:pt x="867644" y="404525"/>
                </a:moveTo>
                <a:cubicBezTo>
                  <a:pt x="874756" y="390332"/>
                  <a:pt x="874756" y="390332"/>
                  <a:pt x="874756" y="390332"/>
                </a:cubicBezTo>
                <a:cubicBezTo>
                  <a:pt x="1109445" y="489689"/>
                  <a:pt x="1109445" y="489689"/>
                  <a:pt x="1109445" y="489689"/>
                </a:cubicBezTo>
                <a:cubicBezTo>
                  <a:pt x="1102335" y="496786"/>
                  <a:pt x="1102335" y="496786"/>
                  <a:pt x="1102335" y="496786"/>
                </a:cubicBezTo>
                <a:lnTo>
                  <a:pt x="867644" y="404525"/>
                </a:lnTo>
                <a:close/>
                <a:moveTo>
                  <a:pt x="1180564" y="880021"/>
                </a:moveTo>
                <a:cubicBezTo>
                  <a:pt x="1180564" y="887118"/>
                  <a:pt x="1187676" y="887118"/>
                  <a:pt x="1194788" y="894216"/>
                </a:cubicBezTo>
                <a:cubicBezTo>
                  <a:pt x="1009880" y="1057445"/>
                  <a:pt x="1009880" y="1057445"/>
                  <a:pt x="1009880" y="1057445"/>
                </a:cubicBezTo>
                <a:cubicBezTo>
                  <a:pt x="1002768" y="1050348"/>
                  <a:pt x="1002768" y="1050348"/>
                  <a:pt x="1002768" y="1050348"/>
                </a:cubicBezTo>
                <a:lnTo>
                  <a:pt x="1180564" y="880021"/>
                </a:lnTo>
                <a:close/>
                <a:moveTo>
                  <a:pt x="995657" y="205811"/>
                </a:moveTo>
                <a:cubicBezTo>
                  <a:pt x="1024104" y="212908"/>
                  <a:pt x="1024104" y="212908"/>
                  <a:pt x="1024104" y="212908"/>
                </a:cubicBezTo>
                <a:cubicBezTo>
                  <a:pt x="1194788" y="383235"/>
                  <a:pt x="1194788" y="383235"/>
                  <a:pt x="1194788" y="383235"/>
                </a:cubicBezTo>
                <a:cubicBezTo>
                  <a:pt x="1180564" y="397429"/>
                  <a:pt x="1180564" y="397429"/>
                  <a:pt x="1180564" y="397429"/>
                </a:cubicBezTo>
                <a:lnTo>
                  <a:pt x="995657" y="205811"/>
                </a:lnTo>
                <a:close/>
                <a:moveTo>
                  <a:pt x="1287242" y="943894"/>
                </a:moveTo>
                <a:cubicBezTo>
                  <a:pt x="1294354" y="943894"/>
                  <a:pt x="1294354" y="950991"/>
                  <a:pt x="1301466" y="950991"/>
                </a:cubicBezTo>
                <a:cubicBezTo>
                  <a:pt x="1209012" y="1178093"/>
                  <a:pt x="1209012" y="1178093"/>
                  <a:pt x="1209012" y="1178093"/>
                </a:cubicBezTo>
                <a:cubicBezTo>
                  <a:pt x="1194788" y="1170996"/>
                  <a:pt x="1194788" y="1170996"/>
                  <a:pt x="1194788" y="1170996"/>
                </a:cubicBezTo>
                <a:lnTo>
                  <a:pt x="1287242" y="943894"/>
                </a:lnTo>
                <a:close/>
                <a:moveTo>
                  <a:pt x="1187676" y="70969"/>
                </a:moveTo>
                <a:cubicBezTo>
                  <a:pt x="1216123" y="120647"/>
                  <a:pt x="1216123" y="120647"/>
                  <a:pt x="1216123" y="120647"/>
                </a:cubicBezTo>
                <a:cubicBezTo>
                  <a:pt x="1315690" y="326460"/>
                  <a:pt x="1315690" y="326460"/>
                  <a:pt x="1315690" y="326460"/>
                </a:cubicBezTo>
                <a:cubicBezTo>
                  <a:pt x="1308578" y="326460"/>
                  <a:pt x="1301466" y="333557"/>
                  <a:pt x="1294354" y="333557"/>
                </a:cubicBezTo>
                <a:lnTo>
                  <a:pt x="1187676" y="70969"/>
                </a:lnTo>
                <a:close/>
                <a:moveTo>
                  <a:pt x="1401031" y="2292313"/>
                </a:moveTo>
                <a:cubicBezTo>
                  <a:pt x="1401031" y="2292313"/>
                  <a:pt x="1401031" y="2292313"/>
                  <a:pt x="1401031" y="2292313"/>
                </a:cubicBezTo>
                <a:cubicBezTo>
                  <a:pt x="1429478" y="2327798"/>
                  <a:pt x="1429478" y="2327798"/>
                  <a:pt x="1429478" y="2327798"/>
                </a:cubicBezTo>
                <a:cubicBezTo>
                  <a:pt x="1429478" y="2491029"/>
                  <a:pt x="1429478" y="2491029"/>
                  <a:pt x="1429478" y="2491029"/>
                </a:cubicBezTo>
                <a:cubicBezTo>
                  <a:pt x="1401031" y="2491029"/>
                  <a:pt x="1401031" y="2491029"/>
                  <a:pt x="1401031" y="2491029"/>
                </a:cubicBezTo>
                <a:lnTo>
                  <a:pt x="1401031" y="2292313"/>
                </a:lnTo>
                <a:close/>
                <a:moveTo>
                  <a:pt x="1401031" y="2001338"/>
                </a:moveTo>
                <a:cubicBezTo>
                  <a:pt x="1401031" y="2001338"/>
                  <a:pt x="1401031" y="2001338"/>
                  <a:pt x="1401031" y="2001338"/>
                </a:cubicBezTo>
                <a:cubicBezTo>
                  <a:pt x="1429478" y="2036823"/>
                  <a:pt x="1429478" y="2036823"/>
                  <a:pt x="1429478" y="2036823"/>
                </a:cubicBezTo>
                <a:cubicBezTo>
                  <a:pt x="1429478" y="2178762"/>
                  <a:pt x="1429478" y="2178762"/>
                  <a:pt x="1429478" y="2178762"/>
                </a:cubicBezTo>
                <a:cubicBezTo>
                  <a:pt x="1401031" y="2178762"/>
                  <a:pt x="1401031" y="2178762"/>
                  <a:pt x="1401031" y="2178762"/>
                </a:cubicBezTo>
                <a:lnTo>
                  <a:pt x="1401031" y="2001338"/>
                </a:lnTo>
                <a:close/>
                <a:moveTo>
                  <a:pt x="1401031" y="1213578"/>
                </a:moveTo>
                <a:cubicBezTo>
                  <a:pt x="1415255" y="1213578"/>
                  <a:pt x="1415255" y="1213578"/>
                  <a:pt x="1415255" y="1213578"/>
                </a:cubicBezTo>
                <a:cubicBezTo>
                  <a:pt x="1415255" y="965185"/>
                  <a:pt x="1415255" y="965185"/>
                  <a:pt x="1415255" y="965185"/>
                </a:cubicBezTo>
                <a:cubicBezTo>
                  <a:pt x="1422367" y="965185"/>
                  <a:pt x="1429478" y="965185"/>
                  <a:pt x="1429478" y="965185"/>
                </a:cubicBezTo>
                <a:cubicBezTo>
                  <a:pt x="1429478" y="1213578"/>
                  <a:pt x="1429478" y="1213578"/>
                  <a:pt x="1429478" y="1213578"/>
                </a:cubicBezTo>
                <a:cubicBezTo>
                  <a:pt x="1429478" y="1213578"/>
                  <a:pt x="1429478" y="1213578"/>
                  <a:pt x="1429478" y="1213578"/>
                </a:cubicBezTo>
                <a:cubicBezTo>
                  <a:pt x="1429478" y="1894884"/>
                  <a:pt x="1429478" y="1894884"/>
                  <a:pt x="1429478" y="1894884"/>
                </a:cubicBezTo>
                <a:cubicBezTo>
                  <a:pt x="1401031" y="1894884"/>
                  <a:pt x="1401031" y="1894884"/>
                  <a:pt x="1401031" y="1894884"/>
                </a:cubicBezTo>
                <a:lnTo>
                  <a:pt x="1401031" y="1213578"/>
                </a:lnTo>
                <a:close/>
                <a:moveTo>
                  <a:pt x="1415255" y="35485"/>
                </a:moveTo>
                <a:cubicBezTo>
                  <a:pt x="1429478" y="35485"/>
                  <a:pt x="1429478" y="35485"/>
                  <a:pt x="1429478" y="35485"/>
                </a:cubicBezTo>
                <a:cubicBezTo>
                  <a:pt x="1429478" y="319363"/>
                  <a:pt x="1429478" y="319363"/>
                  <a:pt x="1429478" y="319363"/>
                </a:cubicBezTo>
                <a:cubicBezTo>
                  <a:pt x="1429478" y="319363"/>
                  <a:pt x="1422367" y="319363"/>
                  <a:pt x="1415255" y="312265"/>
                </a:cubicBezTo>
                <a:lnTo>
                  <a:pt x="1415255" y="35485"/>
                </a:lnTo>
                <a:close/>
                <a:moveTo>
                  <a:pt x="1507708" y="432914"/>
                </a:moveTo>
                <a:cubicBezTo>
                  <a:pt x="1543267" y="432914"/>
                  <a:pt x="1578827" y="468399"/>
                  <a:pt x="1578827" y="503883"/>
                </a:cubicBezTo>
                <a:cubicBezTo>
                  <a:pt x="1578827" y="546464"/>
                  <a:pt x="1543267" y="574853"/>
                  <a:pt x="1507708" y="574853"/>
                </a:cubicBezTo>
                <a:cubicBezTo>
                  <a:pt x="1465038" y="574853"/>
                  <a:pt x="1436590" y="546464"/>
                  <a:pt x="1436590" y="503883"/>
                </a:cubicBezTo>
                <a:cubicBezTo>
                  <a:pt x="1436590" y="468399"/>
                  <a:pt x="1465038" y="432914"/>
                  <a:pt x="1507708" y="432914"/>
                </a:cubicBezTo>
                <a:close/>
                <a:moveTo>
                  <a:pt x="1642834" y="1163899"/>
                </a:moveTo>
                <a:cubicBezTo>
                  <a:pt x="1635722" y="1163899"/>
                  <a:pt x="1635722" y="1163899"/>
                  <a:pt x="1635722" y="1163899"/>
                </a:cubicBezTo>
                <a:cubicBezTo>
                  <a:pt x="1543267" y="929700"/>
                  <a:pt x="1543267" y="929700"/>
                  <a:pt x="1543267" y="929700"/>
                </a:cubicBezTo>
                <a:cubicBezTo>
                  <a:pt x="1564603" y="922603"/>
                  <a:pt x="1564603" y="922603"/>
                  <a:pt x="1564603" y="922603"/>
                </a:cubicBezTo>
                <a:lnTo>
                  <a:pt x="1642834" y="1163899"/>
                </a:lnTo>
                <a:close/>
                <a:moveTo>
                  <a:pt x="1657057" y="844536"/>
                </a:moveTo>
                <a:cubicBezTo>
                  <a:pt x="1834853" y="1014863"/>
                  <a:pt x="1834853" y="1014863"/>
                  <a:pt x="1834853" y="1014863"/>
                </a:cubicBezTo>
                <a:cubicBezTo>
                  <a:pt x="1820629" y="1029057"/>
                  <a:pt x="1820629" y="1029057"/>
                  <a:pt x="1820629" y="1029057"/>
                </a:cubicBezTo>
                <a:cubicBezTo>
                  <a:pt x="1642834" y="851634"/>
                  <a:pt x="1642834" y="851634"/>
                  <a:pt x="1642834" y="851634"/>
                </a:cubicBezTo>
                <a:cubicBezTo>
                  <a:pt x="1649945" y="851634"/>
                  <a:pt x="1649945" y="844536"/>
                  <a:pt x="1657057" y="844536"/>
                </a:cubicBezTo>
                <a:close/>
                <a:moveTo>
                  <a:pt x="1713951" y="730985"/>
                </a:moveTo>
                <a:cubicBezTo>
                  <a:pt x="1941530" y="823246"/>
                  <a:pt x="1941530" y="823246"/>
                  <a:pt x="1941530" y="823246"/>
                </a:cubicBezTo>
                <a:cubicBezTo>
                  <a:pt x="1934418" y="837439"/>
                  <a:pt x="1934418" y="837439"/>
                  <a:pt x="1934418" y="837439"/>
                </a:cubicBezTo>
                <a:cubicBezTo>
                  <a:pt x="1706839" y="738082"/>
                  <a:pt x="1706839" y="738082"/>
                  <a:pt x="1706839" y="738082"/>
                </a:cubicBezTo>
                <a:cubicBezTo>
                  <a:pt x="1706839" y="738082"/>
                  <a:pt x="1713951" y="730985"/>
                  <a:pt x="1713951" y="730985"/>
                </a:cubicBezTo>
                <a:close/>
                <a:moveTo>
                  <a:pt x="1984201" y="596143"/>
                </a:moveTo>
                <a:cubicBezTo>
                  <a:pt x="2666936" y="596143"/>
                  <a:pt x="2666936" y="596143"/>
                  <a:pt x="2666936" y="596143"/>
                </a:cubicBezTo>
                <a:cubicBezTo>
                  <a:pt x="2666936" y="624531"/>
                  <a:pt x="2666936" y="624531"/>
                  <a:pt x="2666936" y="624531"/>
                </a:cubicBezTo>
                <a:cubicBezTo>
                  <a:pt x="1984201" y="624531"/>
                  <a:pt x="1984201" y="624531"/>
                  <a:pt x="1984201" y="624531"/>
                </a:cubicBezTo>
                <a:lnTo>
                  <a:pt x="1984201" y="596143"/>
                </a:lnTo>
                <a:close/>
                <a:moveTo>
                  <a:pt x="2553148" y="390332"/>
                </a:moveTo>
                <a:cubicBezTo>
                  <a:pt x="2574483" y="567756"/>
                  <a:pt x="2574483" y="567756"/>
                  <a:pt x="2574483" y="567756"/>
                </a:cubicBezTo>
                <a:cubicBezTo>
                  <a:pt x="2560259" y="567756"/>
                  <a:pt x="2560259" y="567756"/>
                  <a:pt x="2560259" y="567756"/>
                </a:cubicBezTo>
                <a:cubicBezTo>
                  <a:pt x="2546036" y="383235"/>
                  <a:pt x="2546036" y="383235"/>
                  <a:pt x="2546036" y="383235"/>
                </a:cubicBezTo>
                <a:lnTo>
                  <a:pt x="2553148" y="390332"/>
                </a:lnTo>
                <a:close/>
                <a:moveTo>
                  <a:pt x="2631378" y="475496"/>
                </a:moveTo>
                <a:cubicBezTo>
                  <a:pt x="2823398" y="589046"/>
                  <a:pt x="2823398" y="589046"/>
                  <a:pt x="2823398" y="589046"/>
                </a:cubicBezTo>
                <a:cubicBezTo>
                  <a:pt x="2823398" y="603240"/>
                  <a:pt x="2823398" y="603240"/>
                  <a:pt x="2823398" y="603240"/>
                </a:cubicBezTo>
                <a:cubicBezTo>
                  <a:pt x="2631378" y="510981"/>
                  <a:pt x="2631378" y="510981"/>
                  <a:pt x="2631378" y="510981"/>
                </a:cubicBezTo>
                <a:lnTo>
                  <a:pt x="2631378" y="475496"/>
                </a:lnTo>
                <a:close/>
                <a:moveTo>
                  <a:pt x="2922963" y="631628"/>
                </a:moveTo>
                <a:cubicBezTo>
                  <a:pt x="2930075" y="660016"/>
                  <a:pt x="2930075" y="660016"/>
                  <a:pt x="2930075" y="660016"/>
                </a:cubicBezTo>
                <a:cubicBezTo>
                  <a:pt x="2716720" y="702598"/>
                  <a:pt x="2716720" y="702598"/>
                  <a:pt x="2716720" y="702598"/>
                </a:cubicBezTo>
                <a:cubicBezTo>
                  <a:pt x="2688272" y="688403"/>
                  <a:pt x="2688272" y="688403"/>
                  <a:pt x="2688272" y="688403"/>
                </a:cubicBezTo>
                <a:lnTo>
                  <a:pt x="2922963" y="631628"/>
                </a:lnTo>
                <a:close/>
                <a:moveTo>
                  <a:pt x="3065200" y="674210"/>
                </a:moveTo>
                <a:cubicBezTo>
                  <a:pt x="2866069" y="922603"/>
                  <a:pt x="2866069" y="922603"/>
                  <a:pt x="2866069" y="922603"/>
                </a:cubicBezTo>
                <a:cubicBezTo>
                  <a:pt x="2844733" y="901313"/>
                  <a:pt x="2844733" y="901313"/>
                  <a:pt x="2844733" y="901313"/>
                </a:cubicBezTo>
                <a:cubicBezTo>
                  <a:pt x="3043864" y="645822"/>
                  <a:pt x="3043864" y="645822"/>
                  <a:pt x="3043864" y="645822"/>
                </a:cubicBezTo>
                <a:lnTo>
                  <a:pt x="3065200" y="674210"/>
                </a:lnTo>
                <a:close/>
                <a:moveTo>
                  <a:pt x="3178989" y="695500"/>
                </a:moveTo>
                <a:cubicBezTo>
                  <a:pt x="3072312" y="1021960"/>
                  <a:pt x="3072312" y="1021960"/>
                  <a:pt x="3072312" y="1021960"/>
                </a:cubicBezTo>
                <a:cubicBezTo>
                  <a:pt x="3058088" y="1014863"/>
                  <a:pt x="3058088" y="1014863"/>
                  <a:pt x="3058088" y="1014863"/>
                </a:cubicBezTo>
                <a:cubicBezTo>
                  <a:pt x="3164765" y="681307"/>
                  <a:pt x="3164765" y="681307"/>
                  <a:pt x="3164765" y="681307"/>
                </a:cubicBezTo>
                <a:lnTo>
                  <a:pt x="3178989" y="695500"/>
                </a:lnTo>
                <a:close/>
                <a:moveTo>
                  <a:pt x="3278555" y="674210"/>
                </a:moveTo>
                <a:cubicBezTo>
                  <a:pt x="3292779" y="674210"/>
                  <a:pt x="3292779" y="674210"/>
                  <a:pt x="3292779" y="674210"/>
                </a:cubicBezTo>
                <a:cubicBezTo>
                  <a:pt x="3292779" y="1100027"/>
                  <a:pt x="3292779" y="1100027"/>
                  <a:pt x="3292779" y="1100027"/>
                </a:cubicBezTo>
                <a:cubicBezTo>
                  <a:pt x="3278555" y="1100027"/>
                  <a:pt x="3278555" y="1100027"/>
                  <a:pt x="3278555" y="1100027"/>
                </a:cubicBezTo>
                <a:lnTo>
                  <a:pt x="3278555" y="674210"/>
                </a:lnTo>
                <a:close/>
                <a:moveTo>
                  <a:pt x="1472150" y="2029727"/>
                </a:moveTo>
                <a:cubicBezTo>
                  <a:pt x="1543267" y="2029727"/>
                  <a:pt x="1543267" y="2029727"/>
                  <a:pt x="1543267" y="2029727"/>
                </a:cubicBezTo>
                <a:cubicBezTo>
                  <a:pt x="1543267" y="2178762"/>
                  <a:pt x="1543267" y="2178762"/>
                  <a:pt x="1543267" y="2178762"/>
                </a:cubicBezTo>
                <a:cubicBezTo>
                  <a:pt x="1472150" y="2178762"/>
                  <a:pt x="1472150" y="2178762"/>
                  <a:pt x="1472150" y="2178762"/>
                </a:cubicBezTo>
                <a:lnTo>
                  <a:pt x="1472150" y="2029727"/>
                </a:lnTo>
                <a:close/>
                <a:moveTo>
                  <a:pt x="1578827" y="1980048"/>
                </a:moveTo>
                <a:cubicBezTo>
                  <a:pt x="1607274" y="1958758"/>
                  <a:pt x="1607274" y="1958758"/>
                  <a:pt x="1607274" y="1958758"/>
                </a:cubicBezTo>
                <a:cubicBezTo>
                  <a:pt x="1607274" y="2207151"/>
                  <a:pt x="1607274" y="2207151"/>
                  <a:pt x="1607274" y="2207151"/>
                </a:cubicBezTo>
                <a:cubicBezTo>
                  <a:pt x="1578827" y="2192956"/>
                  <a:pt x="1578827" y="2192956"/>
                  <a:pt x="1578827" y="2192956"/>
                </a:cubicBezTo>
                <a:lnTo>
                  <a:pt x="1578827" y="1980048"/>
                </a:lnTo>
                <a:close/>
                <a:moveTo>
                  <a:pt x="2453582" y="1845206"/>
                </a:moveTo>
                <a:cubicBezTo>
                  <a:pt x="2453582" y="1674880"/>
                  <a:pt x="2453582" y="1674880"/>
                  <a:pt x="2453582" y="1674880"/>
                </a:cubicBezTo>
                <a:cubicBezTo>
                  <a:pt x="2474918" y="1674880"/>
                  <a:pt x="2474918" y="1674880"/>
                  <a:pt x="2474918" y="1674880"/>
                </a:cubicBezTo>
                <a:cubicBezTo>
                  <a:pt x="2489142" y="1823916"/>
                  <a:pt x="2489142" y="1823916"/>
                  <a:pt x="2489142" y="1823916"/>
                </a:cubicBezTo>
                <a:cubicBezTo>
                  <a:pt x="2595819" y="2022630"/>
                  <a:pt x="2595819" y="2022630"/>
                  <a:pt x="2595819" y="2022630"/>
                </a:cubicBezTo>
                <a:lnTo>
                  <a:pt x="2453582" y="1845206"/>
                </a:lnTo>
                <a:close/>
                <a:moveTo>
                  <a:pt x="2823398" y="1362613"/>
                </a:moveTo>
                <a:cubicBezTo>
                  <a:pt x="2823398" y="1291645"/>
                  <a:pt x="2823398" y="1291645"/>
                  <a:pt x="2823398" y="1291645"/>
                </a:cubicBezTo>
                <a:cubicBezTo>
                  <a:pt x="2851845" y="1291645"/>
                  <a:pt x="2851845" y="1291645"/>
                  <a:pt x="2851845" y="1291645"/>
                </a:cubicBezTo>
                <a:cubicBezTo>
                  <a:pt x="2908739" y="1348420"/>
                  <a:pt x="2908739" y="1348420"/>
                  <a:pt x="2908739" y="1348420"/>
                </a:cubicBezTo>
                <a:cubicBezTo>
                  <a:pt x="2894515" y="1447777"/>
                  <a:pt x="2894515" y="1447777"/>
                  <a:pt x="2894515" y="1447777"/>
                </a:cubicBezTo>
                <a:cubicBezTo>
                  <a:pt x="2830509" y="1490359"/>
                  <a:pt x="2830509" y="1490359"/>
                  <a:pt x="2830509" y="1490359"/>
                </a:cubicBezTo>
                <a:cubicBezTo>
                  <a:pt x="2809174" y="1490359"/>
                  <a:pt x="2809174" y="1490359"/>
                  <a:pt x="2809174" y="1490359"/>
                </a:cubicBezTo>
                <a:cubicBezTo>
                  <a:pt x="2809174" y="1440680"/>
                  <a:pt x="2809174" y="1440680"/>
                  <a:pt x="2809174" y="1440680"/>
                </a:cubicBezTo>
                <a:cubicBezTo>
                  <a:pt x="2844733" y="1440680"/>
                  <a:pt x="2844733" y="1440680"/>
                  <a:pt x="2844733" y="1440680"/>
                </a:cubicBezTo>
                <a:cubicBezTo>
                  <a:pt x="2844733" y="1426487"/>
                  <a:pt x="2844733" y="1426487"/>
                  <a:pt x="2844733" y="1426487"/>
                </a:cubicBezTo>
                <a:cubicBezTo>
                  <a:pt x="2809174" y="1426487"/>
                  <a:pt x="2809174" y="1426487"/>
                  <a:pt x="2809174" y="1426487"/>
                </a:cubicBezTo>
                <a:cubicBezTo>
                  <a:pt x="2809174" y="1362613"/>
                  <a:pt x="2809174" y="1362613"/>
                  <a:pt x="2809174" y="1362613"/>
                </a:cubicBezTo>
                <a:lnTo>
                  <a:pt x="2823398" y="1362613"/>
                </a:lnTo>
                <a:close/>
                <a:moveTo>
                  <a:pt x="2894515" y="1554231"/>
                </a:moveTo>
                <a:cubicBezTo>
                  <a:pt x="2851845" y="1554231"/>
                  <a:pt x="2851845" y="1554231"/>
                  <a:pt x="2851845" y="1554231"/>
                </a:cubicBezTo>
                <a:cubicBezTo>
                  <a:pt x="2851845" y="1504552"/>
                  <a:pt x="2851845" y="1504552"/>
                  <a:pt x="2851845" y="1504552"/>
                </a:cubicBezTo>
                <a:cubicBezTo>
                  <a:pt x="2930075" y="1461971"/>
                  <a:pt x="2930075" y="1461971"/>
                  <a:pt x="2930075" y="1461971"/>
                </a:cubicBezTo>
                <a:lnTo>
                  <a:pt x="2894515" y="1554231"/>
                </a:lnTo>
                <a:close/>
                <a:moveTo>
                  <a:pt x="2937186" y="3527182"/>
                </a:moveTo>
                <a:cubicBezTo>
                  <a:pt x="3029641" y="3037493"/>
                  <a:pt x="3029641" y="3037493"/>
                  <a:pt x="3029641" y="3037493"/>
                </a:cubicBezTo>
                <a:cubicBezTo>
                  <a:pt x="3008305" y="2860069"/>
                  <a:pt x="3008305" y="2860069"/>
                  <a:pt x="3008305" y="2860069"/>
                </a:cubicBezTo>
                <a:cubicBezTo>
                  <a:pt x="2930075" y="3200723"/>
                  <a:pt x="2930075" y="3200723"/>
                  <a:pt x="2930075" y="3200723"/>
                </a:cubicBezTo>
                <a:cubicBezTo>
                  <a:pt x="2887403" y="3200723"/>
                  <a:pt x="2887403" y="3200723"/>
                  <a:pt x="2887403" y="3200723"/>
                </a:cubicBezTo>
                <a:cubicBezTo>
                  <a:pt x="2887403" y="2895554"/>
                  <a:pt x="2887403" y="2895554"/>
                  <a:pt x="2887403" y="2895554"/>
                </a:cubicBezTo>
                <a:cubicBezTo>
                  <a:pt x="3015417" y="2803294"/>
                  <a:pt x="3015417" y="2803294"/>
                  <a:pt x="3015417" y="2803294"/>
                </a:cubicBezTo>
                <a:cubicBezTo>
                  <a:pt x="3079424" y="2271023"/>
                  <a:pt x="3079424" y="2271023"/>
                  <a:pt x="3079424" y="2271023"/>
                </a:cubicBezTo>
                <a:cubicBezTo>
                  <a:pt x="2830509" y="2838779"/>
                  <a:pt x="2830509" y="2838779"/>
                  <a:pt x="2830509" y="2838779"/>
                </a:cubicBezTo>
                <a:cubicBezTo>
                  <a:pt x="2809174" y="2838779"/>
                  <a:pt x="2809174" y="2838779"/>
                  <a:pt x="2809174" y="2838779"/>
                </a:cubicBezTo>
                <a:cubicBezTo>
                  <a:pt x="2809174" y="2491029"/>
                  <a:pt x="2809174" y="2491029"/>
                  <a:pt x="2809174" y="2491029"/>
                </a:cubicBezTo>
                <a:cubicBezTo>
                  <a:pt x="2887403" y="2271023"/>
                  <a:pt x="2887403" y="2271023"/>
                  <a:pt x="2887403" y="2271023"/>
                </a:cubicBezTo>
                <a:cubicBezTo>
                  <a:pt x="2738055" y="2143277"/>
                  <a:pt x="2738055" y="2143277"/>
                  <a:pt x="2738055" y="2143277"/>
                </a:cubicBezTo>
                <a:cubicBezTo>
                  <a:pt x="2887403" y="1987145"/>
                  <a:pt x="2887403" y="1987145"/>
                  <a:pt x="2887403" y="1987145"/>
                </a:cubicBezTo>
                <a:cubicBezTo>
                  <a:pt x="2937186" y="2015533"/>
                  <a:pt x="2937186" y="2015533"/>
                  <a:pt x="2937186" y="2015533"/>
                </a:cubicBezTo>
                <a:cubicBezTo>
                  <a:pt x="2873181" y="2136181"/>
                  <a:pt x="2873181" y="2136181"/>
                  <a:pt x="2873181" y="2136181"/>
                </a:cubicBezTo>
                <a:cubicBezTo>
                  <a:pt x="3022529" y="2263926"/>
                  <a:pt x="3022529" y="2263926"/>
                  <a:pt x="3022529" y="2263926"/>
                </a:cubicBezTo>
                <a:cubicBezTo>
                  <a:pt x="3242996" y="2100697"/>
                  <a:pt x="3242996" y="2100697"/>
                  <a:pt x="3242996" y="2100697"/>
                </a:cubicBezTo>
                <a:cubicBezTo>
                  <a:pt x="3399456" y="1547134"/>
                  <a:pt x="3399456" y="1547134"/>
                  <a:pt x="3399456" y="1547134"/>
                </a:cubicBezTo>
                <a:cubicBezTo>
                  <a:pt x="3335449" y="1305838"/>
                  <a:pt x="3335449" y="1305838"/>
                  <a:pt x="3335449" y="1305838"/>
                </a:cubicBezTo>
                <a:cubicBezTo>
                  <a:pt x="3427903" y="1227771"/>
                  <a:pt x="3427903" y="1227771"/>
                  <a:pt x="3427903" y="1227771"/>
                </a:cubicBezTo>
                <a:cubicBezTo>
                  <a:pt x="3456351" y="1185191"/>
                  <a:pt x="3456351" y="1185191"/>
                  <a:pt x="3456351" y="1185191"/>
                </a:cubicBezTo>
                <a:cubicBezTo>
                  <a:pt x="3449239" y="1185191"/>
                  <a:pt x="3449239" y="1185191"/>
                  <a:pt x="3449239" y="1185191"/>
                </a:cubicBezTo>
                <a:cubicBezTo>
                  <a:pt x="3449239" y="1185191"/>
                  <a:pt x="3449239" y="1185191"/>
                  <a:pt x="3449239" y="1185191"/>
                </a:cubicBezTo>
                <a:cubicBezTo>
                  <a:pt x="3285667" y="1249063"/>
                  <a:pt x="3285667" y="1249063"/>
                  <a:pt x="3285667" y="1249063"/>
                </a:cubicBezTo>
                <a:cubicBezTo>
                  <a:pt x="3250108" y="1603910"/>
                  <a:pt x="3250108" y="1603910"/>
                  <a:pt x="3250108" y="1603910"/>
                </a:cubicBezTo>
                <a:cubicBezTo>
                  <a:pt x="2965634" y="1618104"/>
                  <a:pt x="2965634" y="1618104"/>
                  <a:pt x="2965634" y="1618104"/>
                </a:cubicBezTo>
                <a:cubicBezTo>
                  <a:pt x="3271443" y="1653588"/>
                  <a:pt x="3271443" y="1653588"/>
                  <a:pt x="3271443" y="1653588"/>
                </a:cubicBezTo>
                <a:cubicBezTo>
                  <a:pt x="2958522" y="1703267"/>
                  <a:pt x="2958522" y="1703267"/>
                  <a:pt x="2958522" y="1703267"/>
                </a:cubicBezTo>
                <a:cubicBezTo>
                  <a:pt x="2994081" y="1809721"/>
                  <a:pt x="2994081" y="1809721"/>
                  <a:pt x="2994081" y="1809721"/>
                </a:cubicBezTo>
                <a:cubicBezTo>
                  <a:pt x="2937186" y="1880691"/>
                  <a:pt x="2937186" y="1880691"/>
                  <a:pt x="2937186" y="1880691"/>
                </a:cubicBezTo>
                <a:cubicBezTo>
                  <a:pt x="2802062" y="1823916"/>
                  <a:pt x="2802062" y="1823916"/>
                  <a:pt x="2802062" y="1823916"/>
                </a:cubicBezTo>
                <a:cubicBezTo>
                  <a:pt x="2681160" y="1887788"/>
                  <a:pt x="2681160" y="1887788"/>
                  <a:pt x="2681160" y="1887788"/>
                </a:cubicBezTo>
                <a:cubicBezTo>
                  <a:pt x="2617154" y="1816819"/>
                  <a:pt x="2617154" y="1816819"/>
                  <a:pt x="2617154" y="1816819"/>
                </a:cubicBezTo>
                <a:cubicBezTo>
                  <a:pt x="2695384" y="1575523"/>
                  <a:pt x="2695384" y="1575523"/>
                  <a:pt x="2695384" y="1575523"/>
                </a:cubicBezTo>
                <a:cubicBezTo>
                  <a:pt x="2730943" y="1575523"/>
                  <a:pt x="2730943" y="1575523"/>
                  <a:pt x="2730943" y="1575523"/>
                </a:cubicBezTo>
                <a:cubicBezTo>
                  <a:pt x="2752279" y="1781334"/>
                  <a:pt x="2752279" y="1781334"/>
                  <a:pt x="2752279" y="1781334"/>
                </a:cubicBezTo>
                <a:cubicBezTo>
                  <a:pt x="2802062" y="1632298"/>
                  <a:pt x="2802062" y="1632298"/>
                  <a:pt x="2802062" y="1632298"/>
                </a:cubicBezTo>
                <a:cubicBezTo>
                  <a:pt x="2922963" y="1639395"/>
                  <a:pt x="2922963" y="1639395"/>
                  <a:pt x="2922963" y="1639395"/>
                </a:cubicBezTo>
                <a:cubicBezTo>
                  <a:pt x="2873181" y="1618104"/>
                  <a:pt x="2873181" y="1618104"/>
                  <a:pt x="2873181" y="1618104"/>
                </a:cubicBezTo>
                <a:cubicBezTo>
                  <a:pt x="2951410" y="1611006"/>
                  <a:pt x="2951410" y="1611006"/>
                  <a:pt x="2951410" y="1611006"/>
                </a:cubicBezTo>
                <a:cubicBezTo>
                  <a:pt x="2930075" y="1561328"/>
                  <a:pt x="2930075" y="1561328"/>
                  <a:pt x="2930075" y="1561328"/>
                </a:cubicBezTo>
                <a:cubicBezTo>
                  <a:pt x="2972746" y="1490359"/>
                  <a:pt x="2972746" y="1490359"/>
                  <a:pt x="2972746" y="1490359"/>
                </a:cubicBezTo>
                <a:cubicBezTo>
                  <a:pt x="2994081" y="1334226"/>
                  <a:pt x="2994081" y="1334226"/>
                  <a:pt x="2994081" y="1334226"/>
                </a:cubicBezTo>
                <a:cubicBezTo>
                  <a:pt x="2887403" y="1241966"/>
                  <a:pt x="2887403" y="1241966"/>
                  <a:pt x="2887403" y="1241966"/>
                </a:cubicBezTo>
                <a:cubicBezTo>
                  <a:pt x="2802062" y="1249063"/>
                  <a:pt x="2802062" y="1249063"/>
                  <a:pt x="2802062" y="1249063"/>
                </a:cubicBezTo>
                <a:cubicBezTo>
                  <a:pt x="2730943" y="1305838"/>
                  <a:pt x="2730943" y="1305838"/>
                  <a:pt x="2730943" y="1305838"/>
                </a:cubicBezTo>
                <a:cubicBezTo>
                  <a:pt x="2709608" y="865828"/>
                  <a:pt x="2709608" y="865828"/>
                  <a:pt x="2709608" y="865828"/>
                </a:cubicBezTo>
                <a:cubicBezTo>
                  <a:pt x="2688272" y="837439"/>
                  <a:pt x="2688272" y="837439"/>
                  <a:pt x="2688272" y="837439"/>
                </a:cubicBezTo>
                <a:cubicBezTo>
                  <a:pt x="2666936" y="1568425"/>
                  <a:pt x="2666936" y="1568425"/>
                  <a:pt x="2666936" y="1568425"/>
                </a:cubicBezTo>
                <a:cubicBezTo>
                  <a:pt x="2610043" y="1653588"/>
                  <a:pt x="2610043" y="1653588"/>
                  <a:pt x="2610043" y="1653588"/>
                </a:cubicBezTo>
                <a:cubicBezTo>
                  <a:pt x="2610043" y="1653588"/>
                  <a:pt x="2602931" y="1646492"/>
                  <a:pt x="2588707" y="1596813"/>
                </a:cubicBezTo>
                <a:cubicBezTo>
                  <a:pt x="2574483" y="1547134"/>
                  <a:pt x="2595819" y="1419389"/>
                  <a:pt x="2595819" y="1419389"/>
                </a:cubicBezTo>
                <a:cubicBezTo>
                  <a:pt x="2652714" y="851634"/>
                  <a:pt x="2652714" y="851634"/>
                  <a:pt x="2652714" y="851634"/>
                </a:cubicBezTo>
                <a:cubicBezTo>
                  <a:pt x="2610043" y="901313"/>
                  <a:pt x="2610043" y="901313"/>
                  <a:pt x="2610043" y="901313"/>
                </a:cubicBezTo>
                <a:cubicBezTo>
                  <a:pt x="2581595" y="1249063"/>
                  <a:pt x="2581595" y="1249063"/>
                  <a:pt x="2581595" y="1249063"/>
                </a:cubicBezTo>
                <a:cubicBezTo>
                  <a:pt x="2453582" y="1341323"/>
                  <a:pt x="2453582" y="1341323"/>
                  <a:pt x="2453582" y="1341323"/>
                </a:cubicBezTo>
                <a:cubicBezTo>
                  <a:pt x="2418023" y="1525844"/>
                  <a:pt x="2418023" y="1525844"/>
                  <a:pt x="2418023" y="1525844"/>
                </a:cubicBezTo>
                <a:cubicBezTo>
                  <a:pt x="2467806" y="1383905"/>
                  <a:pt x="2467806" y="1383905"/>
                  <a:pt x="2467806" y="1383905"/>
                </a:cubicBezTo>
                <a:cubicBezTo>
                  <a:pt x="2567371" y="1334226"/>
                  <a:pt x="2567371" y="1334226"/>
                  <a:pt x="2567371" y="1334226"/>
                </a:cubicBezTo>
                <a:cubicBezTo>
                  <a:pt x="2553148" y="1426487"/>
                  <a:pt x="2553148" y="1426487"/>
                  <a:pt x="2553148" y="1426487"/>
                </a:cubicBezTo>
                <a:cubicBezTo>
                  <a:pt x="2489142" y="1469067"/>
                  <a:pt x="2489142" y="1469067"/>
                  <a:pt x="2489142" y="1469067"/>
                </a:cubicBezTo>
                <a:cubicBezTo>
                  <a:pt x="2361128" y="1632298"/>
                  <a:pt x="2361128" y="1632298"/>
                  <a:pt x="2361128" y="1632298"/>
                </a:cubicBezTo>
                <a:cubicBezTo>
                  <a:pt x="2346904" y="1916176"/>
                  <a:pt x="2346904" y="1916176"/>
                  <a:pt x="2346904" y="1916176"/>
                </a:cubicBezTo>
                <a:cubicBezTo>
                  <a:pt x="2631378" y="2157472"/>
                  <a:pt x="2631378" y="2157472"/>
                  <a:pt x="2631378" y="2157472"/>
                </a:cubicBezTo>
                <a:cubicBezTo>
                  <a:pt x="2567371" y="2320701"/>
                  <a:pt x="2567371" y="2320701"/>
                  <a:pt x="2567371" y="2320701"/>
                </a:cubicBezTo>
                <a:cubicBezTo>
                  <a:pt x="2802062" y="2491029"/>
                  <a:pt x="2802062" y="2491029"/>
                  <a:pt x="2802062" y="2491029"/>
                </a:cubicBezTo>
                <a:cubicBezTo>
                  <a:pt x="2752279" y="2526513"/>
                  <a:pt x="2752279" y="2526513"/>
                  <a:pt x="2752279" y="2526513"/>
                </a:cubicBezTo>
                <a:cubicBezTo>
                  <a:pt x="2489142" y="2391672"/>
                  <a:pt x="2489142" y="2391672"/>
                  <a:pt x="2489142" y="2391672"/>
                </a:cubicBezTo>
                <a:cubicBezTo>
                  <a:pt x="2567371" y="2320701"/>
                  <a:pt x="2567371" y="2320701"/>
                  <a:pt x="2567371" y="2320701"/>
                </a:cubicBezTo>
                <a:cubicBezTo>
                  <a:pt x="2062432" y="2256829"/>
                  <a:pt x="2062432" y="2256829"/>
                  <a:pt x="2062432" y="2256829"/>
                </a:cubicBezTo>
                <a:cubicBezTo>
                  <a:pt x="1799294" y="2384574"/>
                  <a:pt x="1799294" y="2384574"/>
                  <a:pt x="1799294" y="2384574"/>
                </a:cubicBezTo>
                <a:cubicBezTo>
                  <a:pt x="1799294" y="2483931"/>
                  <a:pt x="1799294" y="2483931"/>
                  <a:pt x="1799294" y="2483931"/>
                </a:cubicBezTo>
                <a:cubicBezTo>
                  <a:pt x="1799294" y="2604580"/>
                  <a:pt x="1799294" y="2604580"/>
                  <a:pt x="1799294" y="2604580"/>
                </a:cubicBezTo>
                <a:cubicBezTo>
                  <a:pt x="1628610" y="2604580"/>
                  <a:pt x="1628610" y="2604580"/>
                  <a:pt x="1628610" y="2604580"/>
                </a:cubicBezTo>
                <a:cubicBezTo>
                  <a:pt x="1564603" y="2491029"/>
                  <a:pt x="1564603" y="2491029"/>
                  <a:pt x="1564603" y="2491029"/>
                </a:cubicBezTo>
                <a:cubicBezTo>
                  <a:pt x="1472150" y="2491029"/>
                  <a:pt x="1472150" y="2491029"/>
                  <a:pt x="1472150" y="2491029"/>
                </a:cubicBezTo>
                <a:cubicBezTo>
                  <a:pt x="1472150" y="2313605"/>
                  <a:pt x="1472150" y="2313605"/>
                  <a:pt x="1472150" y="2313605"/>
                </a:cubicBezTo>
                <a:cubicBezTo>
                  <a:pt x="1614386" y="2313605"/>
                  <a:pt x="1614386" y="2313605"/>
                  <a:pt x="1614386" y="2313605"/>
                </a:cubicBezTo>
                <a:cubicBezTo>
                  <a:pt x="1614386" y="2313605"/>
                  <a:pt x="1614386" y="2313605"/>
                  <a:pt x="1614386" y="2313605"/>
                </a:cubicBezTo>
                <a:cubicBezTo>
                  <a:pt x="1649945" y="2313605"/>
                  <a:pt x="1671281" y="2292313"/>
                  <a:pt x="1671281" y="2256829"/>
                </a:cubicBezTo>
                <a:cubicBezTo>
                  <a:pt x="1671281" y="2256829"/>
                  <a:pt x="1671281" y="2256829"/>
                  <a:pt x="1671281" y="2256829"/>
                </a:cubicBezTo>
                <a:cubicBezTo>
                  <a:pt x="1671281" y="2235538"/>
                  <a:pt x="1671281" y="2235538"/>
                  <a:pt x="1671281" y="2235538"/>
                </a:cubicBezTo>
                <a:cubicBezTo>
                  <a:pt x="1678393" y="2235538"/>
                  <a:pt x="1678393" y="2235538"/>
                  <a:pt x="1678393" y="2235538"/>
                </a:cubicBezTo>
                <a:cubicBezTo>
                  <a:pt x="1678393" y="2029727"/>
                  <a:pt x="1678393" y="2029727"/>
                  <a:pt x="1678393" y="2029727"/>
                </a:cubicBezTo>
                <a:cubicBezTo>
                  <a:pt x="1678393" y="2029727"/>
                  <a:pt x="1678393" y="2029727"/>
                  <a:pt x="1678393" y="2029727"/>
                </a:cubicBezTo>
                <a:cubicBezTo>
                  <a:pt x="1678393" y="1951660"/>
                  <a:pt x="1678393" y="1951660"/>
                  <a:pt x="1678393" y="1951660"/>
                </a:cubicBezTo>
                <a:cubicBezTo>
                  <a:pt x="1678393" y="1951660"/>
                  <a:pt x="1678393" y="1951660"/>
                  <a:pt x="1678393" y="1944563"/>
                </a:cubicBezTo>
                <a:cubicBezTo>
                  <a:pt x="1678393" y="1916176"/>
                  <a:pt x="1649945" y="1887788"/>
                  <a:pt x="1621498" y="1887788"/>
                </a:cubicBezTo>
                <a:cubicBezTo>
                  <a:pt x="1614386" y="1887788"/>
                  <a:pt x="1614386" y="1887788"/>
                  <a:pt x="1614386" y="1887788"/>
                </a:cubicBezTo>
                <a:cubicBezTo>
                  <a:pt x="1472150" y="1887788"/>
                  <a:pt x="1472150" y="1887788"/>
                  <a:pt x="1472150" y="1887788"/>
                </a:cubicBezTo>
                <a:cubicBezTo>
                  <a:pt x="1472150" y="1213578"/>
                  <a:pt x="1472150" y="1213578"/>
                  <a:pt x="1472150" y="1213578"/>
                </a:cubicBezTo>
                <a:cubicBezTo>
                  <a:pt x="1457926" y="1213578"/>
                  <a:pt x="1457926" y="1213578"/>
                  <a:pt x="1457926" y="1213578"/>
                </a:cubicBezTo>
                <a:cubicBezTo>
                  <a:pt x="1457926" y="979378"/>
                  <a:pt x="1457926" y="979378"/>
                  <a:pt x="1457926" y="979378"/>
                </a:cubicBezTo>
                <a:cubicBezTo>
                  <a:pt x="1465038" y="972282"/>
                  <a:pt x="1479262" y="972282"/>
                  <a:pt x="1486372" y="972282"/>
                </a:cubicBezTo>
                <a:cubicBezTo>
                  <a:pt x="1571715" y="1192287"/>
                  <a:pt x="1571715" y="1192287"/>
                  <a:pt x="1571715" y="1192287"/>
                </a:cubicBezTo>
                <a:cubicBezTo>
                  <a:pt x="1557491" y="1199384"/>
                  <a:pt x="1557491" y="1199384"/>
                  <a:pt x="1557491" y="1199384"/>
                </a:cubicBezTo>
                <a:cubicBezTo>
                  <a:pt x="1557491" y="1199384"/>
                  <a:pt x="1557491" y="1199384"/>
                  <a:pt x="1557491" y="1199384"/>
                </a:cubicBezTo>
                <a:cubicBezTo>
                  <a:pt x="1564603" y="1227771"/>
                  <a:pt x="1564603" y="1227771"/>
                  <a:pt x="1564603" y="1227771"/>
                </a:cubicBezTo>
                <a:cubicBezTo>
                  <a:pt x="1699727" y="1178093"/>
                  <a:pt x="1699727" y="1178093"/>
                  <a:pt x="1699727" y="1178093"/>
                </a:cubicBezTo>
                <a:cubicBezTo>
                  <a:pt x="1685505" y="1149706"/>
                  <a:pt x="1685505" y="1149706"/>
                  <a:pt x="1685505" y="1149706"/>
                </a:cubicBezTo>
                <a:cubicBezTo>
                  <a:pt x="1671281" y="1156802"/>
                  <a:pt x="1671281" y="1156802"/>
                  <a:pt x="1671281" y="1156802"/>
                </a:cubicBezTo>
                <a:cubicBezTo>
                  <a:pt x="1585939" y="929700"/>
                  <a:pt x="1585939" y="929700"/>
                  <a:pt x="1585939" y="929700"/>
                </a:cubicBezTo>
                <a:cubicBezTo>
                  <a:pt x="1593050" y="922603"/>
                  <a:pt x="1600162" y="915506"/>
                  <a:pt x="1607274" y="915506"/>
                </a:cubicBezTo>
                <a:cubicBezTo>
                  <a:pt x="1777958" y="1085832"/>
                  <a:pt x="1777958" y="1085832"/>
                  <a:pt x="1777958" y="1085832"/>
                </a:cubicBezTo>
                <a:cubicBezTo>
                  <a:pt x="1770846" y="1100027"/>
                  <a:pt x="1770846" y="1100027"/>
                  <a:pt x="1770846" y="1100027"/>
                </a:cubicBezTo>
                <a:cubicBezTo>
                  <a:pt x="1770846" y="1100027"/>
                  <a:pt x="1770846" y="1100027"/>
                  <a:pt x="1770846" y="1100027"/>
                </a:cubicBezTo>
                <a:cubicBezTo>
                  <a:pt x="1792182" y="1121317"/>
                  <a:pt x="1792182" y="1121317"/>
                  <a:pt x="1792182" y="1121317"/>
                </a:cubicBezTo>
                <a:cubicBezTo>
                  <a:pt x="1884636" y="1021960"/>
                  <a:pt x="1884636" y="1021960"/>
                  <a:pt x="1884636" y="1021960"/>
                </a:cubicBezTo>
                <a:cubicBezTo>
                  <a:pt x="1863300" y="1000670"/>
                  <a:pt x="1863300" y="1000670"/>
                  <a:pt x="1863300" y="1000670"/>
                </a:cubicBezTo>
                <a:cubicBezTo>
                  <a:pt x="1856189" y="1007767"/>
                  <a:pt x="1856189" y="1007767"/>
                  <a:pt x="1856189" y="1007767"/>
                </a:cubicBezTo>
                <a:cubicBezTo>
                  <a:pt x="1678393" y="837439"/>
                  <a:pt x="1678393" y="837439"/>
                  <a:pt x="1678393" y="837439"/>
                </a:cubicBezTo>
                <a:cubicBezTo>
                  <a:pt x="1685505" y="830343"/>
                  <a:pt x="1685505" y="823246"/>
                  <a:pt x="1692617" y="816149"/>
                </a:cubicBezTo>
                <a:cubicBezTo>
                  <a:pt x="1927306" y="908409"/>
                  <a:pt x="1927306" y="908409"/>
                  <a:pt x="1927306" y="908409"/>
                </a:cubicBezTo>
                <a:cubicBezTo>
                  <a:pt x="1920194" y="922603"/>
                  <a:pt x="1920194" y="922603"/>
                  <a:pt x="1920194" y="922603"/>
                </a:cubicBezTo>
                <a:cubicBezTo>
                  <a:pt x="1920194" y="922603"/>
                  <a:pt x="1920194" y="922603"/>
                  <a:pt x="1920194" y="922603"/>
                </a:cubicBezTo>
                <a:cubicBezTo>
                  <a:pt x="1948642" y="936796"/>
                  <a:pt x="1948642" y="936796"/>
                  <a:pt x="1948642" y="936796"/>
                </a:cubicBezTo>
                <a:cubicBezTo>
                  <a:pt x="1998425" y="809052"/>
                  <a:pt x="1998425" y="809052"/>
                  <a:pt x="1998425" y="809052"/>
                </a:cubicBezTo>
                <a:cubicBezTo>
                  <a:pt x="1969977" y="794857"/>
                  <a:pt x="1969977" y="794857"/>
                  <a:pt x="1969977" y="794857"/>
                </a:cubicBezTo>
                <a:cubicBezTo>
                  <a:pt x="1969977" y="809052"/>
                  <a:pt x="1969977" y="809052"/>
                  <a:pt x="1969977" y="809052"/>
                </a:cubicBezTo>
                <a:cubicBezTo>
                  <a:pt x="1735287" y="716792"/>
                  <a:pt x="1735287" y="716792"/>
                  <a:pt x="1735287" y="716792"/>
                </a:cubicBezTo>
                <a:cubicBezTo>
                  <a:pt x="1735287" y="709695"/>
                  <a:pt x="1735287" y="702598"/>
                  <a:pt x="1735287" y="695500"/>
                </a:cubicBezTo>
                <a:cubicBezTo>
                  <a:pt x="1984201" y="695500"/>
                  <a:pt x="1984201" y="695500"/>
                  <a:pt x="1984201" y="695500"/>
                </a:cubicBezTo>
                <a:cubicBezTo>
                  <a:pt x="1984201" y="709695"/>
                  <a:pt x="1984201" y="709695"/>
                  <a:pt x="1984201" y="709695"/>
                </a:cubicBezTo>
                <a:cubicBezTo>
                  <a:pt x="2617154" y="709695"/>
                  <a:pt x="2617154" y="709695"/>
                  <a:pt x="2617154" y="709695"/>
                </a:cubicBezTo>
                <a:cubicBezTo>
                  <a:pt x="2624266" y="716792"/>
                  <a:pt x="2624266" y="730985"/>
                  <a:pt x="2631378" y="745179"/>
                </a:cubicBezTo>
                <a:cubicBezTo>
                  <a:pt x="2638490" y="773567"/>
                  <a:pt x="2659826" y="794857"/>
                  <a:pt x="2666936" y="794857"/>
                </a:cubicBezTo>
                <a:cubicBezTo>
                  <a:pt x="2666936" y="794857"/>
                  <a:pt x="2666936" y="794857"/>
                  <a:pt x="2666936" y="794857"/>
                </a:cubicBezTo>
                <a:cubicBezTo>
                  <a:pt x="2666936" y="794857"/>
                  <a:pt x="2666936" y="794857"/>
                  <a:pt x="2666936" y="794857"/>
                </a:cubicBezTo>
                <a:cubicBezTo>
                  <a:pt x="2887403" y="709695"/>
                  <a:pt x="2887403" y="709695"/>
                  <a:pt x="2887403" y="709695"/>
                </a:cubicBezTo>
                <a:cubicBezTo>
                  <a:pt x="2958522" y="709695"/>
                  <a:pt x="2958522" y="709695"/>
                  <a:pt x="2958522" y="709695"/>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794950" y="929700"/>
                  <a:pt x="2809174" y="950991"/>
                  <a:pt x="2837621" y="965185"/>
                </a:cubicBezTo>
                <a:cubicBezTo>
                  <a:pt x="2866069" y="986475"/>
                  <a:pt x="2887403" y="993573"/>
                  <a:pt x="2894515" y="986475"/>
                </a:cubicBezTo>
                <a:cubicBezTo>
                  <a:pt x="2894515" y="986475"/>
                  <a:pt x="2894515" y="986475"/>
                  <a:pt x="2894515" y="986475"/>
                </a:cubicBezTo>
                <a:cubicBezTo>
                  <a:pt x="3114982" y="709695"/>
                  <a:pt x="3114982" y="709695"/>
                  <a:pt x="3114982" y="709695"/>
                </a:cubicBezTo>
                <a:cubicBezTo>
                  <a:pt x="3122094" y="709695"/>
                  <a:pt x="3122094" y="709695"/>
                  <a:pt x="3122094" y="709695"/>
                </a:cubicBezTo>
                <a:cubicBezTo>
                  <a:pt x="3008305" y="1043252"/>
                  <a:pt x="3008305" y="1043252"/>
                  <a:pt x="3008305" y="1043252"/>
                </a:cubicBezTo>
                <a:cubicBezTo>
                  <a:pt x="3008305" y="1043252"/>
                  <a:pt x="3008305" y="1043252"/>
                  <a:pt x="3008305" y="1043252"/>
                </a:cubicBezTo>
                <a:cubicBezTo>
                  <a:pt x="3008305" y="1043252"/>
                  <a:pt x="3008305" y="1043252"/>
                  <a:pt x="3008305" y="1043252"/>
                </a:cubicBezTo>
                <a:cubicBezTo>
                  <a:pt x="3001193" y="1057445"/>
                  <a:pt x="3029641" y="1071639"/>
                  <a:pt x="3058088" y="1085832"/>
                </a:cubicBezTo>
                <a:cubicBezTo>
                  <a:pt x="3086536" y="1092930"/>
                  <a:pt x="3114982" y="1100027"/>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250108" y="709695"/>
                  <a:pt x="3250108" y="709695"/>
                  <a:pt x="3250108" y="709695"/>
                </a:cubicBezTo>
                <a:cubicBezTo>
                  <a:pt x="3250108" y="709695"/>
                  <a:pt x="3250108" y="709695"/>
                  <a:pt x="3250108" y="709695"/>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35512"/>
                  <a:pt x="3278555" y="1142609"/>
                  <a:pt x="3314113" y="1142609"/>
                </a:cubicBezTo>
                <a:cubicBezTo>
                  <a:pt x="3349673" y="1142609"/>
                  <a:pt x="3371008" y="1135512"/>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709695"/>
                  <a:pt x="3378120" y="709695"/>
                  <a:pt x="3378120" y="709695"/>
                </a:cubicBezTo>
                <a:cubicBezTo>
                  <a:pt x="3420791" y="709695"/>
                  <a:pt x="3420791" y="709695"/>
                  <a:pt x="3420791" y="709695"/>
                </a:cubicBezTo>
                <a:cubicBezTo>
                  <a:pt x="3420791" y="624531"/>
                  <a:pt x="3420791" y="624531"/>
                  <a:pt x="3420791" y="624531"/>
                </a:cubicBezTo>
                <a:cubicBezTo>
                  <a:pt x="2930075" y="624531"/>
                  <a:pt x="2930075" y="624531"/>
                  <a:pt x="2930075" y="624531"/>
                </a:cubicBezTo>
                <a:cubicBezTo>
                  <a:pt x="2930075" y="596143"/>
                  <a:pt x="2930075" y="596143"/>
                  <a:pt x="2930075" y="596143"/>
                </a:cubicBezTo>
                <a:cubicBezTo>
                  <a:pt x="3420791" y="596143"/>
                  <a:pt x="3420791" y="596143"/>
                  <a:pt x="3420791" y="596143"/>
                </a:cubicBezTo>
                <a:cubicBezTo>
                  <a:pt x="3420791" y="567756"/>
                  <a:pt x="3420791" y="567756"/>
                  <a:pt x="3420791" y="567756"/>
                </a:cubicBezTo>
                <a:cubicBezTo>
                  <a:pt x="3242996" y="567756"/>
                  <a:pt x="3242996" y="567756"/>
                  <a:pt x="3242996" y="567756"/>
                </a:cubicBezTo>
                <a:cubicBezTo>
                  <a:pt x="3242996" y="567756"/>
                  <a:pt x="3242996" y="567756"/>
                  <a:pt x="3242996" y="567756"/>
                </a:cubicBezTo>
                <a:cubicBezTo>
                  <a:pt x="2922963" y="567756"/>
                  <a:pt x="2922963" y="567756"/>
                  <a:pt x="2922963" y="567756"/>
                </a:cubicBezTo>
                <a:cubicBezTo>
                  <a:pt x="2873181" y="560659"/>
                  <a:pt x="2745167" y="532271"/>
                  <a:pt x="2659826" y="447107"/>
                </a:cubicBezTo>
                <a:cubicBezTo>
                  <a:pt x="2538924" y="326460"/>
                  <a:pt x="2538924" y="241296"/>
                  <a:pt x="2538924" y="241296"/>
                </a:cubicBezTo>
                <a:cubicBezTo>
                  <a:pt x="2517588" y="241296"/>
                  <a:pt x="2517588" y="241296"/>
                  <a:pt x="2517588" y="241296"/>
                </a:cubicBezTo>
                <a:cubicBezTo>
                  <a:pt x="2517588" y="567756"/>
                  <a:pt x="2517588" y="567756"/>
                  <a:pt x="2517588" y="567756"/>
                </a:cubicBezTo>
                <a:cubicBezTo>
                  <a:pt x="2489142" y="567756"/>
                  <a:pt x="2489142" y="567756"/>
                  <a:pt x="2489142" y="567756"/>
                </a:cubicBezTo>
                <a:cubicBezTo>
                  <a:pt x="2489142" y="241296"/>
                  <a:pt x="2489142" y="241296"/>
                  <a:pt x="2489142" y="241296"/>
                </a:cubicBezTo>
                <a:cubicBezTo>
                  <a:pt x="2446471" y="241296"/>
                  <a:pt x="2446471" y="241296"/>
                  <a:pt x="2446471" y="241296"/>
                </a:cubicBezTo>
                <a:cubicBezTo>
                  <a:pt x="2446471" y="567756"/>
                  <a:pt x="2446471" y="567756"/>
                  <a:pt x="2446471" y="567756"/>
                </a:cubicBezTo>
                <a:cubicBezTo>
                  <a:pt x="1984201" y="567756"/>
                  <a:pt x="1984201" y="567756"/>
                  <a:pt x="1984201" y="567756"/>
                </a:cubicBezTo>
                <a:cubicBezTo>
                  <a:pt x="1984201" y="581950"/>
                  <a:pt x="1984201" y="581950"/>
                  <a:pt x="1984201" y="581950"/>
                </a:cubicBezTo>
                <a:cubicBezTo>
                  <a:pt x="1735287" y="581950"/>
                  <a:pt x="1735287" y="581950"/>
                  <a:pt x="1735287" y="581950"/>
                </a:cubicBezTo>
                <a:cubicBezTo>
                  <a:pt x="1713951" y="440011"/>
                  <a:pt x="1600162" y="326460"/>
                  <a:pt x="1457926" y="305168"/>
                </a:cubicBezTo>
                <a:cubicBezTo>
                  <a:pt x="1457926" y="28388"/>
                  <a:pt x="1457926" y="28388"/>
                  <a:pt x="1457926" y="28388"/>
                </a:cubicBezTo>
                <a:cubicBezTo>
                  <a:pt x="1472150" y="28388"/>
                  <a:pt x="1472150" y="28388"/>
                  <a:pt x="1472150" y="28388"/>
                </a:cubicBezTo>
                <a:cubicBezTo>
                  <a:pt x="1472150" y="0"/>
                  <a:pt x="1472150" y="0"/>
                  <a:pt x="1472150" y="0"/>
                </a:cubicBezTo>
                <a:cubicBezTo>
                  <a:pt x="1329912" y="0"/>
                  <a:pt x="1329912" y="0"/>
                  <a:pt x="1329912" y="0"/>
                </a:cubicBezTo>
                <a:cubicBezTo>
                  <a:pt x="1329912" y="28388"/>
                  <a:pt x="1329912" y="28388"/>
                  <a:pt x="1329912" y="28388"/>
                </a:cubicBezTo>
                <a:cubicBezTo>
                  <a:pt x="1351248" y="28388"/>
                  <a:pt x="1351248" y="28388"/>
                  <a:pt x="1351248" y="28388"/>
                </a:cubicBezTo>
                <a:cubicBezTo>
                  <a:pt x="1351248" y="305168"/>
                  <a:pt x="1351248" y="305168"/>
                  <a:pt x="1351248" y="305168"/>
                </a:cubicBezTo>
                <a:cubicBezTo>
                  <a:pt x="1337024" y="305168"/>
                  <a:pt x="1329912" y="305168"/>
                  <a:pt x="1322800" y="305168"/>
                </a:cubicBezTo>
                <a:cubicBezTo>
                  <a:pt x="1216123" y="56775"/>
                  <a:pt x="1216123" y="56775"/>
                  <a:pt x="1216123" y="56775"/>
                </a:cubicBezTo>
                <a:cubicBezTo>
                  <a:pt x="1230347" y="49679"/>
                  <a:pt x="1230347" y="49679"/>
                  <a:pt x="1230347" y="49679"/>
                </a:cubicBezTo>
                <a:cubicBezTo>
                  <a:pt x="1230347" y="49679"/>
                  <a:pt x="1230347" y="49679"/>
                  <a:pt x="1230347" y="49679"/>
                </a:cubicBezTo>
                <a:cubicBezTo>
                  <a:pt x="1223235" y="21290"/>
                  <a:pt x="1223235" y="21290"/>
                  <a:pt x="1223235" y="21290"/>
                </a:cubicBezTo>
                <a:cubicBezTo>
                  <a:pt x="1095223" y="78067"/>
                  <a:pt x="1095223" y="78067"/>
                  <a:pt x="1095223" y="78067"/>
                </a:cubicBezTo>
                <a:cubicBezTo>
                  <a:pt x="1102335" y="106454"/>
                  <a:pt x="1102335" y="106454"/>
                  <a:pt x="1102335" y="106454"/>
                </a:cubicBezTo>
                <a:cubicBezTo>
                  <a:pt x="1116557" y="99357"/>
                  <a:pt x="1116557" y="99357"/>
                  <a:pt x="1116557" y="99357"/>
                </a:cubicBezTo>
                <a:cubicBezTo>
                  <a:pt x="1223235" y="347750"/>
                  <a:pt x="1223235" y="347750"/>
                  <a:pt x="1223235" y="347750"/>
                </a:cubicBezTo>
                <a:cubicBezTo>
                  <a:pt x="1216123" y="347750"/>
                  <a:pt x="1209012" y="354847"/>
                  <a:pt x="1201900" y="361944"/>
                </a:cubicBezTo>
                <a:cubicBezTo>
                  <a:pt x="1009880" y="170327"/>
                  <a:pt x="1009880" y="170327"/>
                  <a:pt x="1009880" y="170327"/>
                </a:cubicBezTo>
                <a:cubicBezTo>
                  <a:pt x="1024104" y="163229"/>
                  <a:pt x="1024104" y="163229"/>
                  <a:pt x="1024104" y="163229"/>
                </a:cubicBezTo>
                <a:cubicBezTo>
                  <a:pt x="1024104" y="163229"/>
                  <a:pt x="1024104" y="163229"/>
                  <a:pt x="1024104" y="163229"/>
                </a:cubicBezTo>
                <a:cubicBezTo>
                  <a:pt x="1002768" y="141939"/>
                  <a:pt x="1002768" y="141939"/>
                  <a:pt x="1002768" y="141939"/>
                </a:cubicBezTo>
                <a:cubicBezTo>
                  <a:pt x="903202" y="241296"/>
                  <a:pt x="903202" y="241296"/>
                  <a:pt x="903202" y="241296"/>
                </a:cubicBezTo>
                <a:cubicBezTo>
                  <a:pt x="924538" y="262586"/>
                  <a:pt x="924538" y="262586"/>
                  <a:pt x="924538" y="262586"/>
                </a:cubicBezTo>
                <a:cubicBezTo>
                  <a:pt x="938762" y="248393"/>
                  <a:pt x="938762" y="248393"/>
                  <a:pt x="938762" y="248393"/>
                </a:cubicBezTo>
                <a:cubicBezTo>
                  <a:pt x="1123669" y="432914"/>
                  <a:pt x="1123669" y="432914"/>
                  <a:pt x="1123669" y="432914"/>
                </a:cubicBezTo>
                <a:cubicBezTo>
                  <a:pt x="1116557" y="440011"/>
                  <a:pt x="1116557" y="447107"/>
                  <a:pt x="1109445" y="454204"/>
                </a:cubicBezTo>
                <a:cubicBezTo>
                  <a:pt x="867644" y="361944"/>
                  <a:pt x="867644" y="361944"/>
                  <a:pt x="867644" y="361944"/>
                </a:cubicBezTo>
                <a:cubicBezTo>
                  <a:pt x="874756" y="340653"/>
                  <a:pt x="874756" y="340653"/>
                  <a:pt x="874756" y="340653"/>
                </a:cubicBezTo>
                <a:cubicBezTo>
                  <a:pt x="874756" y="340653"/>
                  <a:pt x="874756" y="340653"/>
                  <a:pt x="874756" y="340653"/>
                </a:cubicBezTo>
                <a:cubicBezTo>
                  <a:pt x="846308" y="333557"/>
                  <a:pt x="846308" y="333557"/>
                  <a:pt x="846308" y="333557"/>
                </a:cubicBezTo>
                <a:cubicBezTo>
                  <a:pt x="796525" y="461302"/>
                  <a:pt x="796525" y="461302"/>
                  <a:pt x="796525" y="461302"/>
                </a:cubicBezTo>
                <a:cubicBezTo>
                  <a:pt x="824973" y="468399"/>
                  <a:pt x="824973" y="468399"/>
                  <a:pt x="824973" y="468399"/>
                </a:cubicBezTo>
                <a:cubicBezTo>
                  <a:pt x="824973" y="454204"/>
                  <a:pt x="824973" y="454204"/>
                  <a:pt x="824973" y="454204"/>
                </a:cubicBezTo>
                <a:cubicBezTo>
                  <a:pt x="1066775" y="553561"/>
                  <a:pt x="1066775" y="553561"/>
                  <a:pt x="1066775" y="553561"/>
                </a:cubicBezTo>
                <a:cubicBezTo>
                  <a:pt x="1066775" y="560659"/>
                  <a:pt x="1059663" y="574853"/>
                  <a:pt x="1059663" y="581950"/>
                </a:cubicBezTo>
                <a:cubicBezTo>
                  <a:pt x="782301" y="581950"/>
                  <a:pt x="782301" y="581950"/>
                  <a:pt x="782301" y="581950"/>
                </a:cubicBezTo>
                <a:cubicBezTo>
                  <a:pt x="782301" y="567756"/>
                  <a:pt x="782301" y="567756"/>
                  <a:pt x="782301" y="567756"/>
                </a:cubicBezTo>
                <a:cubicBezTo>
                  <a:pt x="483605" y="567756"/>
                  <a:pt x="483605" y="567756"/>
                  <a:pt x="483605" y="567756"/>
                </a:cubicBezTo>
                <a:cubicBezTo>
                  <a:pt x="483605" y="567756"/>
                  <a:pt x="483605" y="567756"/>
                  <a:pt x="476493" y="567756"/>
                </a:cubicBezTo>
                <a:cubicBezTo>
                  <a:pt x="448046" y="567756"/>
                  <a:pt x="419598" y="596143"/>
                  <a:pt x="419598" y="631628"/>
                </a:cubicBezTo>
                <a:cubicBezTo>
                  <a:pt x="419598" y="631628"/>
                  <a:pt x="419598" y="631628"/>
                  <a:pt x="419598" y="631628"/>
                </a:cubicBezTo>
                <a:cubicBezTo>
                  <a:pt x="419598" y="695500"/>
                  <a:pt x="419598" y="695500"/>
                  <a:pt x="419598" y="695500"/>
                </a:cubicBezTo>
                <a:cubicBezTo>
                  <a:pt x="419598" y="695500"/>
                  <a:pt x="419598" y="695500"/>
                  <a:pt x="419598" y="695500"/>
                </a:cubicBezTo>
                <a:cubicBezTo>
                  <a:pt x="419598" y="1887788"/>
                  <a:pt x="419598" y="1887788"/>
                  <a:pt x="419598" y="1887788"/>
                </a:cubicBezTo>
                <a:cubicBezTo>
                  <a:pt x="419598" y="1887788"/>
                  <a:pt x="419598" y="1887788"/>
                  <a:pt x="419598" y="1887788"/>
                </a:cubicBezTo>
                <a:cubicBezTo>
                  <a:pt x="419598" y="1965855"/>
                  <a:pt x="419598" y="1965855"/>
                  <a:pt x="419598" y="1965855"/>
                </a:cubicBezTo>
                <a:cubicBezTo>
                  <a:pt x="419598" y="1965855"/>
                  <a:pt x="419598" y="1965855"/>
                  <a:pt x="419598" y="1965855"/>
                </a:cubicBezTo>
                <a:cubicBezTo>
                  <a:pt x="419598" y="2001338"/>
                  <a:pt x="448046" y="2029727"/>
                  <a:pt x="476493" y="2029727"/>
                </a:cubicBezTo>
                <a:cubicBezTo>
                  <a:pt x="483605" y="2029727"/>
                  <a:pt x="483605" y="2029727"/>
                  <a:pt x="483605" y="2029727"/>
                </a:cubicBezTo>
                <a:cubicBezTo>
                  <a:pt x="768078" y="2029727"/>
                  <a:pt x="768078" y="2029727"/>
                  <a:pt x="768078" y="2029727"/>
                </a:cubicBezTo>
                <a:cubicBezTo>
                  <a:pt x="768078" y="2029727"/>
                  <a:pt x="768078" y="2029727"/>
                  <a:pt x="768078" y="2029727"/>
                </a:cubicBezTo>
                <a:cubicBezTo>
                  <a:pt x="1315690" y="2029727"/>
                  <a:pt x="1315690" y="2029727"/>
                  <a:pt x="1315690" y="2029727"/>
                </a:cubicBezTo>
                <a:cubicBezTo>
                  <a:pt x="1315690" y="2029727"/>
                  <a:pt x="1315690" y="2029727"/>
                  <a:pt x="1315690" y="2029727"/>
                </a:cubicBezTo>
                <a:cubicBezTo>
                  <a:pt x="1329912" y="2029727"/>
                  <a:pt x="1329912" y="2029727"/>
                  <a:pt x="1329912" y="2029727"/>
                </a:cubicBezTo>
                <a:cubicBezTo>
                  <a:pt x="1329912" y="2178762"/>
                  <a:pt x="1329912" y="2178762"/>
                  <a:pt x="1329912" y="2178762"/>
                </a:cubicBezTo>
                <a:cubicBezTo>
                  <a:pt x="1315690" y="2178762"/>
                  <a:pt x="1315690" y="2178762"/>
                  <a:pt x="1315690" y="2178762"/>
                </a:cubicBezTo>
                <a:cubicBezTo>
                  <a:pt x="1315690" y="2178762"/>
                  <a:pt x="1315690" y="2178762"/>
                  <a:pt x="1315690" y="2178762"/>
                </a:cubicBezTo>
                <a:cubicBezTo>
                  <a:pt x="1088111" y="2178762"/>
                  <a:pt x="1088111" y="2178762"/>
                  <a:pt x="1088111" y="2178762"/>
                </a:cubicBezTo>
                <a:cubicBezTo>
                  <a:pt x="1088111" y="2178762"/>
                  <a:pt x="1088111" y="2178762"/>
                  <a:pt x="1088111" y="2178762"/>
                </a:cubicBezTo>
                <a:cubicBezTo>
                  <a:pt x="1052551" y="2178762"/>
                  <a:pt x="1031216" y="2200054"/>
                  <a:pt x="1031216" y="2235538"/>
                </a:cubicBezTo>
                <a:cubicBezTo>
                  <a:pt x="1031216" y="2235538"/>
                  <a:pt x="1031216" y="2235538"/>
                  <a:pt x="1031216" y="2235538"/>
                </a:cubicBezTo>
                <a:cubicBezTo>
                  <a:pt x="1031216" y="2313605"/>
                  <a:pt x="1031216" y="2313605"/>
                  <a:pt x="1031216" y="2313605"/>
                </a:cubicBezTo>
                <a:cubicBezTo>
                  <a:pt x="1031216" y="2313605"/>
                  <a:pt x="1031216" y="2313605"/>
                  <a:pt x="1031216" y="2313605"/>
                </a:cubicBezTo>
                <a:cubicBezTo>
                  <a:pt x="1031216" y="2491029"/>
                  <a:pt x="1031216" y="2491029"/>
                  <a:pt x="1031216" y="2491029"/>
                </a:cubicBezTo>
                <a:cubicBezTo>
                  <a:pt x="611618" y="2491029"/>
                  <a:pt x="611618" y="2491029"/>
                  <a:pt x="611618" y="2491029"/>
                </a:cubicBezTo>
                <a:cubicBezTo>
                  <a:pt x="618730" y="2838779"/>
                  <a:pt x="618730" y="2838779"/>
                  <a:pt x="618730" y="2838779"/>
                </a:cubicBezTo>
                <a:cubicBezTo>
                  <a:pt x="732518" y="2966523"/>
                  <a:pt x="732518" y="2966523"/>
                  <a:pt x="732518" y="2966523"/>
                </a:cubicBezTo>
                <a:cubicBezTo>
                  <a:pt x="732518" y="3200723"/>
                  <a:pt x="732518" y="3200723"/>
                  <a:pt x="732518" y="3200723"/>
                </a:cubicBezTo>
                <a:cubicBezTo>
                  <a:pt x="867644" y="3257498"/>
                  <a:pt x="867644" y="3257498"/>
                  <a:pt x="867644" y="3257498"/>
                </a:cubicBezTo>
                <a:cubicBezTo>
                  <a:pt x="867644" y="3583958"/>
                  <a:pt x="867644" y="3583958"/>
                  <a:pt x="867644" y="3583958"/>
                </a:cubicBezTo>
                <a:cubicBezTo>
                  <a:pt x="270250" y="3690412"/>
                  <a:pt x="49783" y="3825254"/>
                  <a:pt x="28447" y="3832351"/>
                </a:cubicBezTo>
                <a:cubicBezTo>
                  <a:pt x="0" y="3832351"/>
                  <a:pt x="135124" y="3853642"/>
                  <a:pt x="327144" y="3945903"/>
                </a:cubicBezTo>
                <a:cubicBezTo>
                  <a:pt x="568946" y="4059453"/>
                  <a:pt x="540499" y="4123326"/>
                  <a:pt x="540499" y="4123326"/>
                </a:cubicBezTo>
                <a:cubicBezTo>
                  <a:pt x="540499" y="4123326"/>
                  <a:pt x="960097" y="3853642"/>
                  <a:pt x="1870412" y="3690412"/>
                </a:cubicBezTo>
                <a:cubicBezTo>
                  <a:pt x="2346904" y="3605249"/>
                  <a:pt x="3207436" y="3569764"/>
                  <a:pt x="3520357" y="3633636"/>
                </a:cubicBezTo>
                <a:cubicBezTo>
                  <a:pt x="3520357" y="3633636"/>
                  <a:pt x="3278555" y="3576861"/>
                  <a:pt x="2937186" y="352718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184900" y="0"/>
            <a:ext cx="6882359" cy="6858000"/>
          </a:xfrm>
          <a:custGeom>
            <a:avLst/>
            <a:gdLst/>
            <a:ahLst/>
            <a:cxnLst/>
            <a:rect l="l" t="t" r="r" b="b"/>
            <a:pathLst>
              <a:path w="6882359" h="6858000">
                <a:moveTo>
                  <a:pt x="3441179" y="6758711"/>
                </a:moveTo>
                <a:cubicBezTo>
                  <a:pt x="1592612" y="6758711"/>
                  <a:pt x="99539" y="5262292"/>
                  <a:pt x="99539" y="3418362"/>
                </a:cubicBezTo>
                <a:cubicBezTo>
                  <a:pt x="99539" y="1581525"/>
                  <a:pt x="1592612" y="85104"/>
                  <a:pt x="3441179" y="85104"/>
                </a:cubicBezTo>
                <a:cubicBezTo>
                  <a:pt x="5289747" y="85104"/>
                  <a:pt x="6782821" y="1581525"/>
                  <a:pt x="6782821" y="3418362"/>
                </a:cubicBezTo>
                <a:cubicBezTo>
                  <a:pt x="6782821" y="5262292"/>
                  <a:pt x="5289747" y="6758711"/>
                  <a:pt x="3441179" y="6758711"/>
                </a:cubicBezTo>
                <a:close/>
                <a:moveTo>
                  <a:pt x="3441179" y="0"/>
                </a:moveTo>
                <a:cubicBezTo>
                  <a:pt x="1542843" y="0"/>
                  <a:pt x="0" y="1531880"/>
                  <a:pt x="0" y="3425454"/>
                </a:cubicBezTo>
                <a:cubicBezTo>
                  <a:pt x="0" y="5319028"/>
                  <a:pt x="1542843" y="6858000"/>
                  <a:pt x="3441179" y="6858000"/>
                </a:cubicBezTo>
                <a:cubicBezTo>
                  <a:pt x="5339516" y="6858000"/>
                  <a:pt x="6882359" y="5319028"/>
                  <a:pt x="6882359" y="3425454"/>
                </a:cubicBezTo>
                <a:cubicBezTo>
                  <a:pt x="6882359" y="1531880"/>
                  <a:pt x="5339516" y="0"/>
                  <a:pt x="3441179"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2209800"/>
            <a:ext cx="249716" cy="231442"/>
          </a:xfrm>
          <a:custGeom>
            <a:avLst/>
            <a:gdLst/>
            <a:ahLst/>
            <a:cxnLst/>
            <a:rect l="l" t="t" r="r" b="b"/>
            <a:pathLst>
              <a:path w="249716" h="231442">
                <a:moveTo>
                  <a:pt x="164099" y="21698"/>
                </a:moveTo>
                <a:cubicBezTo>
                  <a:pt x="128425" y="0"/>
                  <a:pt x="92752" y="0"/>
                  <a:pt x="71347" y="7233"/>
                </a:cubicBezTo>
                <a:cubicBezTo>
                  <a:pt x="42808" y="14465"/>
                  <a:pt x="21405" y="36163"/>
                  <a:pt x="14270" y="65093"/>
                </a:cubicBezTo>
                <a:cubicBezTo>
                  <a:pt x="0" y="94023"/>
                  <a:pt x="0" y="122954"/>
                  <a:pt x="7135" y="144652"/>
                </a:cubicBezTo>
                <a:cubicBezTo>
                  <a:pt x="21405" y="173581"/>
                  <a:pt x="42808" y="195279"/>
                  <a:pt x="78482" y="209744"/>
                </a:cubicBezTo>
                <a:cubicBezTo>
                  <a:pt x="114156" y="224210"/>
                  <a:pt x="149830" y="231442"/>
                  <a:pt x="178369" y="224210"/>
                </a:cubicBezTo>
                <a:cubicBezTo>
                  <a:pt x="199772" y="209744"/>
                  <a:pt x="221177" y="195279"/>
                  <a:pt x="235447" y="166348"/>
                </a:cubicBezTo>
                <a:cubicBezTo>
                  <a:pt x="249716" y="137419"/>
                  <a:pt x="249716" y="108488"/>
                  <a:pt x="235447" y="86791"/>
                </a:cubicBezTo>
                <a:cubicBezTo>
                  <a:pt x="228312" y="57860"/>
                  <a:pt x="199772" y="36163"/>
                  <a:pt x="164099" y="21698"/>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169400" y="5257800"/>
            <a:ext cx="158355" cy="286259"/>
          </a:xfrm>
          <a:custGeom>
            <a:avLst/>
            <a:gdLst/>
            <a:ahLst/>
            <a:cxnLst/>
            <a:rect l="l" t="t" r="r" b="b"/>
            <a:pathLst>
              <a:path w="158355" h="286259">
                <a:moveTo>
                  <a:pt x="158355" y="0"/>
                </a:moveTo>
                <a:cubicBezTo>
                  <a:pt x="158355" y="286259"/>
                  <a:pt x="158355" y="286259"/>
                  <a:pt x="158355" y="286259"/>
                </a:cubicBezTo>
                <a:cubicBezTo>
                  <a:pt x="79177" y="286259"/>
                  <a:pt x="79177" y="286259"/>
                  <a:pt x="79177" y="286259"/>
                </a:cubicBezTo>
                <a:cubicBezTo>
                  <a:pt x="79177" y="100190"/>
                  <a:pt x="79177" y="100190"/>
                  <a:pt x="79177" y="100190"/>
                </a:cubicBezTo>
                <a:cubicBezTo>
                  <a:pt x="64781" y="107347"/>
                  <a:pt x="57583" y="114503"/>
                  <a:pt x="43188" y="121660"/>
                </a:cubicBezTo>
                <a:cubicBezTo>
                  <a:pt x="28792" y="128816"/>
                  <a:pt x="14395" y="135973"/>
                  <a:pt x="0" y="135973"/>
                </a:cubicBezTo>
                <a:cubicBezTo>
                  <a:pt x="0" y="78721"/>
                  <a:pt x="0" y="78721"/>
                  <a:pt x="0" y="78721"/>
                </a:cubicBezTo>
                <a:cubicBezTo>
                  <a:pt x="28792" y="71564"/>
                  <a:pt x="43188" y="57252"/>
                  <a:pt x="57583" y="42939"/>
                </a:cubicBezTo>
                <a:cubicBezTo>
                  <a:pt x="71980" y="35782"/>
                  <a:pt x="86375" y="21469"/>
                  <a:pt x="93574" y="0"/>
                </a:cubicBezTo>
                <a:lnTo>
                  <a:pt x="15835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9398000" y="5257800"/>
            <a:ext cx="231442" cy="286259"/>
          </a:xfrm>
          <a:custGeom>
            <a:avLst/>
            <a:gdLst/>
            <a:ahLst/>
            <a:cxnLst/>
            <a:rect l="l" t="t" r="r" b="b"/>
            <a:pathLst>
              <a:path w="231442" h="286259">
                <a:moveTo>
                  <a:pt x="151884" y="100190"/>
                </a:moveTo>
                <a:cubicBezTo>
                  <a:pt x="151884" y="85877"/>
                  <a:pt x="144652" y="71564"/>
                  <a:pt x="137419" y="64408"/>
                </a:cubicBezTo>
                <a:cubicBezTo>
                  <a:pt x="130186" y="57252"/>
                  <a:pt x="122954" y="50095"/>
                  <a:pt x="108488" y="50095"/>
                </a:cubicBezTo>
                <a:cubicBezTo>
                  <a:pt x="101256" y="50095"/>
                  <a:pt x="94023" y="57252"/>
                  <a:pt x="86791" y="64408"/>
                </a:cubicBezTo>
                <a:cubicBezTo>
                  <a:pt x="79558" y="71564"/>
                  <a:pt x="72325" y="78721"/>
                  <a:pt x="72325" y="93034"/>
                </a:cubicBezTo>
                <a:cubicBezTo>
                  <a:pt x="72325" y="114503"/>
                  <a:pt x="79558" y="121660"/>
                  <a:pt x="86791" y="128816"/>
                </a:cubicBezTo>
                <a:cubicBezTo>
                  <a:pt x="94023" y="143129"/>
                  <a:pt x="101256" y="143129"/>
                  <a:pt x="108488" y="143129"/>
                </a:cubicBezTo>
                <a:cubicBezTo>
                  <a:pt x="122954" y="143129"/>
                  <a:pt x="130186" y="143129"/>
                  <a:pt x="137419" y="128816"/>
                </a:cubicBezTo>
                <a:cubicBezTo>
                  <a:pt x="144652" y="121660"/>
                  <a:pt x="151884" y="114503"/>
                  <a:pt x="151884" y="100190"/>
                </a:cubicBezTo>
                <a:close/>
                <a:moveTo>
                  <a:pt x="7233" y="221851"/>
                </a:moveTo>
                <a:cubicBezTo>
                  <a:pt x="86791" y="214695"/>
                  <a:pt x="86791" y="214695"/>
                  <a:pt x="86791" y="214695"/>
                </a:cubicBezTo>
                <a:cubicBezTo>
                  <a:pt x="86791" y="221851"/>
                  <a:pt x="86791" y="229008"/>
                  <a:pt x="94023" y="236164"/>
                </a:cubicBezTo>
                <a:cubicBezTo>
                  <a:pt x="101256" y="236164"/>
                  <a:pt x="108488" y="243321"/>
                  <a:pt x="108488" y="243321"/>
                </a:cubicBezTo>
                <a:cubicBezTo>
                  <a:pt x="122954" y="243321"/>
                  <a:pt x="137419" y="236164"/>
                  <a:pt x="144652" y="221851"/>
                </a:cubicBezTo>
                <a:cubicBezTo>
                  <a:pt x="144652" y="214695"/>
                  <a:pt x="151884" y="193225"/>
                  <a:pt x="151884" y="164598"/>
                </a:cubicBezTo>
                <a:cubicBezTo>
                  <a:pt x="144652" y="171755"/>
                  <a:pt x="137419" y="178911"/>
                  <a:pt x="122954" y="186069"/>
                </a:cubicBezTo>
                <a:cubicBezTo>
                  <a:pt x="115721" y="186069"/>
                  <a:pt x="101256" y="193225"/>
                  <a:pt x="94023" y="193225"/>
                </a:cubicBezTo>
                <a:cubicBezTo>
                  <a:pt x="65093" y="193225"/>
                  <a:pt x="43396" y="186069"/>
                  <a:pt x="28931" y="164598"/>
                </a:cubicBezTo>
                <a:cubicBezTo>
                  <a:pt x="7233" y="150285"/>
                  <a:pt x="0" y="121660"/>
                  <a:pt x="0" y="100190"/>
                </a:cubicBezTo>
                <a:cubicBezTo>
                  <a:pt x="0" y="78721"/>
                  <a:pt x="7233" y="64408"/>
                  <a:pt x="14465" y="50095"/>
                </a:cubicBezTo>
                <a:cubicBezTo>
                  <a:pt x="21698" y="35782"/>
                  <a:pt x="36163" y="21469"/>
                  <a:pt x="50629" y="14313"/>
                </a:cubicBezTo>
                <a:cubicBezTo>
                  <a:pt x="65093" y="7156"/>
                  <a:pt x="86791" y="0"/>
                  <a:pt x="108488" y="0"/>
                </a:cubicBezTo>
                <a:cubicBezTo>
                  <a:pt x="137419" y="0"/>
                  <a:pt x="159116" y="7156"/>
                  <a:pt x="173581" y="14313"/>
                </a:cubicBezTo>
                <a:cubicBezTo>
                  <a:pt x="195279" y="28626"/>
                  <a:pt x="209744" y="42939"/>
                  <a:pt x="216977" y="64408"/>
                </a:cubicBezTo>
                <a:cubicBezTo>
                  <a:pt x="224210" y="78721"/>
                  <a:pt x="231442" y="107347"/>
                  <a:pt x="231442" y="143129"/>
                </a:cubicBezTo>
                <a:cubicBezTo>
                  <a:pt x="231442" y="193225"/>
                  <a:pt x="224210" y="229008"/>
                  <a:pt x="202512" y="250477"/>
                </a:cubicBezTo>
                <a:cubicBezTo>
                  <a:pt x="180814" y="279103"/>
                  <a:pt x="151884" y="286259"/>
                  <a:pt x="108488" y="286259"/>
                </a:cubicBezTo>
                <a:cubicBezTo>
                  <a:pt x="86791" y="286259"/>
                  <a:pt x="72325" y="286259"/>
                  <a:pt x="57860" y="279103"/>
                </a:cubicBezTo>
                <a:cubicBezTo>
                  <a:pt x="43396" y="271946"/>
                  <a:pt x="36163" y="264790"/>
                  <a:pt x="28931" y="257633"/>
                </a:cubicBezTo>
                <a:cubicBezTo>
                  <a:pt x="14465" y="250477"/>
                  <a:pt x="14465" y="236164"/>
                  <a:pt x="7233" y="221851"/>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9639300" y="5257800"/>
            <a:ext cx="231442" cy="280167"/>
          </a:xfrm>
          <a:custGeom>
            <a:avLst/>
            <a:gdLst/>
            <a:ahLst/>
            <a:cxnLst/>
            <a:rect l="l" t="t" r="r" b="b"/>
            <a:pathLst>
              <a:path w="231442" h="280167">
                <a:moveTo>
                  <a:pt x="28931" y="0"/>
                </a:moveTo>
                <a:cubicBezTo>
                  <a:pt x="216977" y="0"/>
                  <a:pt x="216977" y="0"/>
                  <a:pt x="216977" y="0"/>
                </a:cubicBezTo>
                <a:cubicBezTo>
                  <a:pt x="216977" y="57470"/>
                  <a:pt x="216977" y="57470"/>
                  <a:pt x="216977" y="57470"/>
                </a:cubicBezTo>
                <a:cubicBezTo>
                  <a:pt x="94023" y="57470"/>
                  <a:pt x="94023" y="57470"/>
                  <a:pt x="94023" y="57470"/>
                </a:cubicBezTo>
                <a:cubicBezTo>
                  <a:pt x="86791" y="100573"/>
                  <a:pt x="86791" y="100573"/>
                  <a:pt x="86791" y="100573"/>
                </a:cubicBezTo>
                <a:cubicBezTo>
                  <a:pt x="94023" y="100573"/>
                  <a:pt x="101256" y="93389"/>
                  <a:pt x="108488" y="93389"/>
                </a:cubicBezTo>
                <a:cubicBezTo>
                  <a:pt x="122954" y="93389"/>
                  <a:pt x="130186" y="93389"/>
                  <a:pt x="137419" y="93389"/>
                </a:cubicBezTo>
                <a:cubicBezTo>
                  <a:pt x="166348" y="93389"/>
                  <a:pt x="188046" y="100573"/>
                  <a:pt x="202512" y="114940"/>
                </a:cubicBezTo>
                <a:cubicBezTo>
                  <a:pt x="224210" y="129308"/>
                  <a:pt x="231442" y="150859"/>
                  <a:pt x="231442" y="179595"/>
                </a:cubicBezTo>
                <a:cubicBezTo>
                  <a:pt x="231442" y="193962"/>
                  <a:pt x="224210" y="215513"/>
                  <a:pt x="216977" y="229880"/>
                </a:cubicBezTo>
                <a:cubicBezTo>
                  <a:pt x="209744" y="251432"/>
                  <a:pt x="195279" y="258615"/>
                  <a:pt x="180814" y="265800"/>
                </a:cubicBezTo>
                <a:cubicBezTo>
                  <a:pt x="159116" y="280167"/>
                  <a:pt x="144652" y="280167"/>
                  <a:pt x="115721" y="280167"/>
                </a:cubicBezTo>
                <a:cubicBezTo>
                  <a:pt x="94023" y="280167"/>
                  <a:pt x="79558" y="280167"/>
                  <a:pt x="65093" y="280167"/>
                </a:cubicBezTo>
                <a:cubicBezTo>
                  <a:pt x="57860" y="272983"/>
                  <a:pt x="43396" y="265800"/>
                  <a:pt x="36163" y="258615"/>
                </a:cubicBezTo>
                <a:cubicBezTo>
                  <a:pt x="28931" y="251432"/>
                  <a:pt x="14465" y="244248"/>
                  <a:pt x="14465" y="237065"/>
                </a:cubicBezTo>
                <a:cubicBezTo>
                  <a:pt x="7233" y="229880"/>
                  <a:pt x="0" y="215513"/>
                  <a:pt x="0" y="208330"/>
                </a:cubicBezTo>
                <a:cubicBezTo>
                  <a:pt x="79558" y="193962"/>
                  <a:pt x="79558" y="193962"/>
                  <a:pt x="79558" y="193962"/>
                </a:cubicBezTo>
                <a:cubicBezTo>
                  <a:pt x="79558" y="208330"/>
                  <a:pt x="79558" y="215513"/>
                  <a:pt x="86791" y="222697"/>
                </a:cubicBezTo>
                <a:cubicBezTo>
                  <a:pt x="94023" y="229880"/>
                  <a:pt x="108488" y="237065"/>
                  <a:pt x="115721" y="237065"/>
                </a:cubicBezTo>
                <a:cubicBezTo>
                  <a:pt x="122954" y="237065"/>
                  <a:pt x="137419" y="229880"/>
                  <a:pt x="144652" y="222697"/>
                </a:cubicBezTo>
                <a:cubicBezTo>
                  <a:pt x="151884" y="215513"/>
                  <a:pt x="151884" y="201145"/>
                  <a:pt x="151884" y="186778"/>
                </a:cubicBezTo>
                <a:cubicBezTo>
                  <a:pt x="151884" y="172410"/>
                  <a:pt x="151884" y="158043"/>
                  <a:pt x="144652" y="150859"/>
                </a:cubicBezTo>
                <a:cubicBezTo>
                  <a:pt x="137419" y="143675"/>
                  <a:pt x="122954" y="136492"/>
                  <a:pt x="115721" y="136492"/>
                </a:cubicBezTo>
                <a:cubicBezTo>
                  <a:pt x="108488" y="136492"/>
                  <a:pt x="101256" y="143675"/>
                  <a:pt x="94023" y="143675"/>
                </a:cubicBezTo>
                <a:cubicBezTo>
                  <a:pt x="86791" y="143675"/>
                  <a:pt x="79558" y="150859"/>
                  <a:pt x="72325" y="158043"/>
                </a:cubicBezTo>
                <a:cubicBezTo>
                  <a:pt x="7233" y="150859"/>
                  <a:pt x="7233" y="150859"/>
                  <a:pt x="7233" y="150859"/>
                </a:cubicBezTo>
                <a:lnTo>
                  <a:pt x="28931"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9893300" y="5257800"/>
            <a:ext cx="219260" cy="286259"/>
          </a:xfrm>
          <a:custGeom>
            <a:avLst/>
            <a:gdLst/>
            <a:ahLst/>
            <a:cxnLst/>
            <a:rect l="l" t="t" r="r" b="b"/>
            <a:pathLst>
              <a:path w="219260" h="286259">
                <a:moveTo>
                  <a:pt x="70729" y="85877"/>
                </a:moveTo>
                <a:cubicBezTo>
                  <a:pt x="0" y="71564"/>
                  <a:pt x="0" y="71564"/>
                  <a:pt x="0" y="71564"/>
                </a:cubicBezTo>
                <a:cubicBezTo>
                  <a:pt x="7073" y="50095"/>
                  <a:pt x="21219" y="35782"/>
                  <a:pt x="35364" y="21469"/>
                </a:cubicBezTo>
                <a:cubicBezTo>
                  <a:pt x="49511" y="7156"/>
                  <a:pt x="77803" y="0"/>
                  <a:pt x="106095" y="0"/>
                </a:cubicBezTo>
                <a:cubicBezTo>
                  <a:pt x="141459" y="0"/>
                  <a:pt x="169751" y="7156"/>
                  <a:pt x="183896" y="21469"/>
                </a:cubicBezTo>
                <a:cubicBezTo>
                  <a:pt x="198043" y="35782"/>
                  <a:pt x="212188" y="50095"/>
                  <a:pt x="212188" y="71564"/>
                </a:cubicBezTo>
                <a:cubicBezTo>
                  <a:pt x="212188" y="85877"/>
                  <a:pt x="205115" y="93034"/>
                  <a:pt x="198043" y="107347"/>
                </a:cubicBezTo>
                <a:cubicBezTo>
                  <a:pt x="190969" y="114503"/>
                  <a:pt x="183896" y="121660"/>
                  <a:pt x="169751" y="128816"/>
                </a:cubicBezTo>
                <a:cubicBezTo>
                  <a:pt x="176823" y="135973"/>
                  <a:pt x="190969" y="135973"/>
                  <a:pt x="190969" y="143129"/>
                </a:cubicBezTo>
                <a:cubicBezTo>
                  <a:pt x="205115" y="143129"/>
                  <a:pt x="212188" y="150285"/>
                  <a:pt x="212188" y="164598"/>
                </a:cubicBezTo>
                <a:cubicBezTo>
                  <a:pt x="219260" y="171755"/>
                  <a:pt x="219260" y="186069"/>
                  <a:pt x="219260" y="193225"/>
                </a:cubicBezTo>
                <a:cubicBezTo>
                  <a:pt x="219260" y="214695"/>
                  <a:pt x="219260" y="229008"/>
                  <a:pt x="212188" y="243321"/>
                </a:cubicBezTo>
                <a:cubicBezTo>
                  <a:pt x="205115" y="257633"/>
                  <a:pt x="190969" y="271946"/>
                  <a:pt x="176823" y="279103"/>
                </a:cubicBezTo>
                <a:cubicBezTo>
                  <a:pt x="155604" y="286259"/>
                  <a:pt x="134386" y="286259"/>
                  <a:pt x="113167" y="286259"/>
                </a:cubicBezTo>
                <a:cubicBezTo>
                  <a:pt x="84875" y="286259"/>
                  <a:pt x="70729" y="286259"/>
                  <a:pt x="56584" y="279103"/>
                </a:cubicBezTo>
                <a:cubicBezTo>
                  <a:pt x="42437" y="271946"/>
                  <a:pt x="28292" y="264790"/>
                  <a:pt x="21219" y="250477"/>
                </a:cubicBezTo>
                <a:cubicBezTo>
                  <a:pt x="7073" y="243321"/>
                  <a:pt x="0" y="229008"/>
                  <a:pt x="0" y="207538"/>
                </a:cubicBezTo>
                <a:cubicBezTo>
                  <a:pt x="70729" y="200382"/>
                  <a:pt x="70729" y="200382"/>
                  <a:pt x="70729" y="200382"/>
                </a:cubicBezTo>
                <a:cubicBezTo>
                  <a:pt x="77803" y="214695"/>
                  <a:pt x="77803" y="229008"/>
                  <a:pt x="84875" y="229008"/>
                </a:cubicBezTo>
                <a:cubicBezTo>
                  <a:pt x="91948" y="236164"/>
                  <a:pt x="99021" y="243321"/>
                  <a:pt x="113167" y="243321"/>
                </a:cubicBezTo>
                <a:cubicBezTo>
                  <a:pt x="120240" y="243321"/>
                  <a:pt x="127312" y="236164"/>
                  <a:pt x="134386" y="229008"/>
                </a:cubicBezTo>
                <a:cubicBezTo>
                  <a:pt x="141459" y="221851"/>
                  <a:pt x="148532" y="214695"/>
                  <a:pt x="148532" y="200382"/>
                </a:cubicBezTo>
                <a:cubicBezTo>
                  <a:pt x="148532" y="186069"/>
                  <a:pt x="141459" y="178911"/>
                  <a:pt x="134386" y="171755"/>
                </a:cubicBezTo>
                <a:cubicBezTo>
                  <a:pt x="127312" y="164598"/>
                  <a:pt x="120240" y="157442"/>
                  <a:pt x="106095" y="157442"/>
                </a:cubicBezTo>
                <a:cubicBezTo>
                  <a:pt x="106095" y="157442"/>
                  <a:pt x="99021" y="164598"/>
                  <a:pt x="84875" y="164598"/>
                </a:cubicBezTo>
                <a:cubicBezTo>
                  <a:pt x="91948" y="107347"/>
                  <a:pt x="91948" y="107347"/>
                  <a:pt x="91948" y="107347"/>
                </a:cubicBezTo>
                <a:cubicBezTo>
                  <a:pt x="91948" y="107347"/>
                  <a:pt x="99021" y="107347"/>
                  <a:pt x="99021" y="107347"/>
                </a:cubicBezTo>
                <a:cubicBezTo>
                  <a:pt x="106095" y="107347"/>
                  <a:pt x="120240" y="107347"/>
                  <a:pt x="120240" y="100190"/>
                </a:cubicBezTo>
                <a:cubicBezTo>
                  <a:pt x="127312" y="93034"/>
                  <a:pt x="134386" y="85877"/>
                  <a:pt x="134386" y="78721"/>
                </a:cubicBezTo>
                <a:cubicBezTo>
                  <a:pt x="134386" y="71564"/>
                  <a:pt x="127312" y="64408"/>
                  <a:pt x="127312" y="57252"/>
                </a:cubicBezTo>
                <a:cubicBezTo>
                  <a:pt x="120240" y="50095"/>
                  <a:pt x="113167" y="50095"/>
                  <a:pt x="106095" y="50095"/>
                </a:cubicBezTo>
                <a:cubicBezTo>
                  <a:pt x="99021" y="50095"/>
                  <a:pt x="91948" y="50095"/>
                  <a:pt x="84875" y="57252"/>
                </a:cubicBezTo>
                <a:cubicBezTo>
                  <a:pt x="77803" y="64408"/>
                  <a:pt x="77803" y="71564"/>
                  <a:pt x="70729" y="85877"/>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8001000" y="5511800"/>
            <a:ext cx="66998" cy="36543"/>
          </a:xfrm>
          <a:custGeom>
            <a:avLst/>
            <a:gdLst/>
            <a:ahLst/>
            <a:cxnLst/>
            <a:rect l="l" t="t" r="r" b="b"/>
            <a:pathLst>
              <a:path w="66998" h="36543">
                <a:moveTo>
                  <a:pt x="0" y="36543"/>
                </a:moveTo>
                <a:lnTo>
                  <a:pt x="30453" y="30452"/>
                </a:lnTo>
                <a:lnTo>
                  <a:pt x="66998" y="12181"/>
                </a:lnTo>
                <a:lnTo>
                  <a:pt x="48726" y="6091"/>
                </a:lnTo>
                <a:lnTo>
                  <a:pt x="24362" y="0"/>
                </a:lnTo>
                <a:lnTo>
                  <a:pt x="0" y="36543"/>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8394700" y="800100"/>
            <a:ext cx="170536" cy="133993"/>
          </a:xfrm>
          <a:custGeom>
            <a:avLst/>
            <a:gdLst/>
            <a:ahLst/>
            <a:cxnLst/>
            <a:rect l="l" t="t" r="r" b="b"/>
            <a:pathLst>
              <a:path w="170536" h="133993">
                <a:moveTo>
                  <a:pt x="156324" y="77575"/>
                </a:moveTo>
                <a:cubicBezTo>
                  <a:pt x="163430" y="70523"/>
                  <a:pt x="170536" y="63471"/>
                  <a:pt x="170536" y="56418"/>
                </a:cubicBezTo>
                <a:cubicBezTo>
                  <a:pt x="170536" y="42314"/>
                  <a:pt x="170536" y="35262"/>
                  <a:pt x="170536" y="28209"/>
                </a:cubicBezTo>
                <a:cubicBezTo>
                  <a:pt x="163430" y="14105"/>
                  <a:pt x="156324" y="7052"/>
                  <a:pt x="149219" y="0"/>
                </a:cubicBezTo>
                <a:cubicBezTo>
                  <a:pt x="135007" y="0"/>
                  <a:pt x="127902" y="0"/>
                  <a:pt x="113690" y="0"/>
                </a:cubicBezTo>
                <a:cubicBezTo>
                  <a:pt x="106585" y="7052"/>
                  <a:pt x="85268" y="14105"/>
                  <a:pt x="56845" y="28209"/>
                </a:cubicBezTo>
                <a:cubicBezTo>
                  <a:pt x="0" y="49366"/>
                  <a:pt x="0" y="49366"/>
                  <a:pt x="0" y="49366"/>
                </a:cubicBezTo>
                <a:cubicBezTo>
                  <a:pt x="35528" y="133993"/>
                  <a:pt x="35528" y="133993"/>
                  <a:pt x="35528" y="133993"/>
                </a:cubicBezTo>
                <a:cubicBezTo>
                  <a:pt x="92373" y="112836"/>
                  <a:pt x="92373" y="112836"/>
                  <a:pt x="92373" y="112836"/>
                </a:cubicBezTo>
                <a:cubicBezTo>
                  <a:pt x="127902" y="91680"/>
                  <a:pt x="149219" y="84628"/>
                  <a:pt x="156324" y="7757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912600" y="1854200"/>
            <a:ext cx="140085" cy="176629"/>
          </a:xfrm>
          <a:custGeom>
            <a:avLst/>
            <a:gdLst/>
            <a:ahLst/>
            <a:cxnLst/>
            <a:rect l="l" t="t" r="r" b="b"/>
            <a:pathLst>
              <a:path w="140085" h="176629">
                <a:moveTo>
                  <a:pt x="70043" y="162499"/>
                </a:moveTo>
                <a:cubicBezTo>
                  <a:pt x="77047" y="169564"/>
                  <a:pt x="84051" y="169564"/>
                  <a:pt x="91055" y="176629"/>
                </a:cubicBezTo>
                <a:cubicBezTo>
                  <a:pt x="105063" y="176629"/>
                  <a:pt x="112069" y="169564"/>
                  <a:pt x="119073" y="169564"/>
                </a:cubicBezTo>
                <a:cubicBezTo>
                  <a:pt x="133081" y="162499"/>
                  <a:pt x="140085" y="148368"/>
                  <a:pt x="140085" y="141303"/>
                </a:cubicBezTo>
                <a:cubicBezTo>
                  <a:pt x="140085" y="134238"/>
                  <a:pt x="140085" y="120108"/>
                  <a:pt x="140085" y="105978"/>
                </a:cubicBezTo>
                <a:cubicBezTo>
                  <a:pt x="133081" y="98913"/>
                  <a:pt x="126077" y="84781"/>
                  <a:pt x="105063" y="56521"/>
                </a:cubicBezTo>
                <a:cubicBezTo>
                  <a:pt x="77047" y="0"/>
                  <a:pt x="77047" y="0"/>
                  <a:pt x="77047" y="0"/>
                </a:cubicBezTo>
                <a:cubicBezTo>
                  <a:pt x="0" y="49456"/>
                  <a:pt x="0" y="49456"/>
                  <a:pt x="0" y="49456"/>
                </a:cubicBezTo>
                <a:cubicBezTo>
                  <a:pt x="28017" y="98913"/>
                  <a:pt x="28017" y="98913"/>
                  <a:pt x="28017" y="98913"/>
                </a:cubicBezTo>
                <a:cubicBezTo>
                  <a:pt x="49030" y="134238"/>
                  <a:pt x="63038" y="155434"/>
                  <a:pt x="70043" y="16249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6921500" y="2552700"/>
            <a:ext cx="152265" cy="109630"/>
          </a:xfrm>
          <a:custGeom>
            <a:avLst/>
            <a:gdLst/>
            <a:ahLst/>
            <a:cxnLst/>
            <a:rect l="l" t="t" r="r" b="b"/>
            <a:pathLst>
              <a:path w="152265" h="109630">
                <a:moveTo>
                  <a:pt x="152265" y="0"/>
                </a:moveTo>
                <a:lnTo>
                  <a:pt x="0" y="18271"/>
                </a:lnTo>
                <a:lnTo>
                  <a:pt x="115722" y="109630"/>
                </a:lnTo>
                <a:lnTo>
                  <a:pt x="15226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9906000" y="6096000"/>
            <a:ext cx="146174" cy="237534"/>
          </a:xfrm>
          <a:custGeom>
            <a:avLst/>
            <a:gdLst/>
            <a:ahLst/>
            <a:cxnLst/>
            <a:rect l="l" t="t" r="r" b="b"/>
            <a:pathLst>
              <a:path w="146174" h="237534">
                <a:moveTo>
                  <a:pt x="48725" y="71980"/>
                </a:moveTo>
                <a:cubicBezTo>
                  <a:pt x="34803" y="71980"/>
                  <a:pt x="27842" y="86377"/>
                  <a:pt x="27842" y="86377"/>
                </a:cubicBezTo>
                <a:cubicBezTo>
                  <a:pt x="6961" y="100772"/>
                  <a:pt x="13922" y="107970"/>
                  <a:pt x="13922" y="107970"/>
                </a:cubicBezTo>
                <a:cubicBezTo>
                  <a:pt x="13922" y="115169"/>
                  <a:pt x="6961" y="136762"/>
                  <a:pt x="6961" y="136762"/>
                </a:cubicBezTo>
                <a:cubicBezTo>
                  <a:pt x="0" y="143961"/>
                  <a:pt x="0" y="165555"/>
                  <a:pt x="0" y="165555"/>
                </a:cubicBezTo>
                <a:cubicBezTo>
                  <a:pt x="0" y="172753"/>
                  <a:pt x="13922" y="187148"/>
                  <a:pt x="13922" y="187148"/>
                </a:cubicBezTo>
                <a:cubicBezTo>
                  <a:pt x="20883" y="208742"/>
                  <a:pt x="62647" y="230337"/>
                  <a:pt x="62647" y="230337"/>
                </a:cubicBezTo>
                <a:cubicBezTo>
                  <a:pt x="69606" y="237534"/>
                  <a:pt x="76567" y="237534"/>
                  <a:pt x="83528" y="237534"/>
                </a:cubicBezTo>
                <a:cubicBezTo>
                  <a:pt x="90489" y="237534"/>
                  <a:pt x="97450" y="237534"/>
                  <a:pt x="104411" y="237534"/>
                </a:cubicBezTo>
                <a:cubicBezTo>
                  <a:pt x="132253" y="237534"/>
                  <a:pt x="132253" y="208742"/>
                  <a:pt x="132253" y="208742"/>
                </a:cubicBezTo>
                <a:cubicBezTo>
                  <a:pt x="125292" y="201545"/>
                  <a:pt x="139214" y="187148"/>
                  <a:pt x="139214" y="187148"/>
                </a:cubicBezTo>
                <a:cubicBezTo>
                  <a:pt x="146174" y="179951"/>
                  <a:pt x="146174" y="172753"/>
                  <a:pt x="146174" y="172753"/>
                </a:cubicBezTo>
                <a:cubicBezTo>
                  <a:pt x="139214" y="165555"/>
                  <a:pt x="139214" y="143961"/>
                  <a:pt x="139214" y="143961"/>
                </a:cubicBezTo>
                <a:cubicBezTo>
                  <a:pt x="125292" y="136762"/>
                  <a:pt x="97450" y="115169"/>
                  <a:pt x="97450" y="115169"/>
                </a:cubicBezTo>
                <a:cubicBezTo>
                  <a:pt x="76567" y="86377"/>
                  <a:pt x="97450" y="79178"/>
                  <a:pt x="97450" y="79178"/>
                </a:cubicBezTo>
                <a:cubicBezTo>
                  <a:pt x="111370" y="86377"/>
                  <a:pt x="118331" y="79178"/>
                  <a:pt x="118331" y="79178"/>
                </a:cubicBezTo>
                <a:cubicBezTo>
                  <a:pt x="132253" y="79178"/>
                  <a:pt x="125292" y="57584"/>
                  <a:pt x="125292" y="57584"/>
                </a:cubicBezTo>
                <a:cubicBezTo>
                  <a:pt x="125292" y="43188"/>
                  <a:pt x="125292" y="35991"/>
                  <a:pt x="125292" y="35991"/>
                </a:cubicBezTo>
                <a:cubicBezTo>
                  <a:pt x="132253" y="14395"/>
                  <a:pt x="125292" y="14395"/>
                  <a:pt x="125292" y="14395"/>
                </a:cubicBezTo>
                <a:cubicBezTo>
                  <a:pt x="111370" y="0"/>
                  <a:pt x="104411" y="14395"/>
                  <a:pt x="104411" y="14395"/>
                </a:cubicBezTo>
                <a:cubicBezTo>
                  <a:pt x="97450" y="28792"/>
                  <a:pt x="69606" y="57584"/>
                  <a:pt x="69606" y="57584"/>
                </a:cubicBezTo>
                <a:cubicBezTo>
                  <a:pt x="62647" y="57584"/>
                  <a:pt x="62647" y="64783"/>
                  <a:pt x="62647" y="64783"/>
                </a:cubicBezTo>
                <a:cubicBezTo>
                  <a:pt x="55686" y="71980"/>
                  <a:pt x="48725" y="71980"/>
                  <a:pt x="48725" y="7198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8547100" y="5854700"/>
            <a:ext cx="30455" cy="79179"/>
          </a:xfrm>
          <a:custGeom>
            <a:avLst/>
            <a:gdLst/>
            <a:ahLst/>
            <a:cxnLst/>
            <a:rect l="l" t="t" r="r" b="b"/>
            <a:pathLst>
              <a:path w="30455" h="79179">
                <a:moveTo>
                  <a:pt x="0" y="0"/>
                </a:moveTo>
                <a:cubicBezTo>
                  <a:pt x="7614" y="21594"/>
                  <a:pt x="15227" y="28792"/>
                  <a:pt x="15227" y="35991"/>
                </a:cubicBezTo>
                <a:cubicBezTo>
                  <a:pt x="15227" y="43189"/>
                  <a:pt x="15227" y="50387"/>
                  <a:pt x="15227" y="50387"/>
                </a:cubicBezTo>
                <a:cubicBezTo>
                  <a:pt x="30455" y="64783"/>
                  <a:pt x="22841" y="57584"/>
                  <a:pt x="22841" y="71981"/>
                </a:cubicBezTo>
                <a:cubicBezTo>
                  <a:pt x="30455" y="79179"/>
                  <a:pt x="30455" y="71981"/>
                  <a:pt x="30455" y="64783"/>
                </a:cubicBezTo>
                <a:cubicBezTo>
                  <a:pt x="30455" y="57584"/>
                  <a:pt x="30455" y="35991"/>
                  <a:pt x="22841" y="21594"/>
                </a:cubicBezTo>
                <a:cubicBezTo>
                  <a:pt x="22841" y="14397"/>
                  <a:pt x="22841" y="7198"/>
                  <a:pt x="22841" y="0"/>
                </a:cubicBezTo>
                <a:cubicBezTo>
                  <a:pt x="15227" y="0"/>
                  <a:pt x="7614" y="0"/>
                  <a:pt x="0"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07400" y="5905500"/>
            <a:ext cx="127904" cy="48725"/>
          </a:xfrm>
          <a:custGeom>
            <a:avLst/>
            <a:gdLst/>
            <a:ahLst/>
            <a:cxnLst/>
            <a:rect l="l" t="t" r="r" b="b"/>
            <a:pathLst>
              <a:path w="127904" h="48725">
                <a:moveTo>
                  <a:pt x="0" y="48725"/>
                </a:moveTo>
                <a:cubicBezTo>
                  <a:pt x="7106" y="48725"/>
                  <a:pt x="21317" y="41764"/>
                  <a:pt x="35530" y="41764"/>
                </a:cubicBezTo>
                <a:cubicBezTo>
                  <a:pt x="63952" y="41764"/>
                  <a:pt x="106587" y="34803"/>
                  <a:pt x="120799" y="20883"/>
                </a:cubicBezTo>
                <a:cubicBezTo>
                  <a:pt x="127904" y="20883"/>
                  <a:pt x="127904" y="20883"/>
                  <a:pt x="127904" y="13922"/>
                </a:cubicBezTo>
                <a:cubicBezTo>
                  <a:pt x="127904" y="13922"/>
                  <a:pt x="127904" y="13922"/>
                  <a:pt x="127904" y="13922"/>
                </a:cubicBezTo>
                <a:cubicBezTo>
                  <a:pt x="127904" y="6961"/>
                  <a:pt x="120799" y="6961"/>
                  <a:pt x="120799" y="0"/>
                </a:cubicBezTo>
                <a:cubicBezTo>
                  <a:pt x="85269" y="27843"/>
                  <a:pt x="21317" y="34803"/>
                  <a:pt x="0" y="4872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0198100" y="660400"/>
            <a:ext cx="243623" cy="261897"/>
          </a:xfrm>
          <a:custGeom>
            <a:avLst/>
            <a:gdLst/>
            <a:ahLst/>
            <a:cxnLst/>
            <a:rect l="l" t="t" r="r" b="b"/>
            <a:pathLst>
              <a:path w="243623" h="261897">
                <a:moveTo>
                  <a:pt x="85984" y="254819"/>
                </a:moveTo>
                <a:cubicBezTo>
                  <a:pt x="121812" y="261897"/>
                  <a:pt x="150473" y="261897"/>
                  <a:pt x="171969" y="247740"/>
                </a:cubicBezTo>
                <a:cubicBezTo>
                  <a:pt x="200631" y="233583"/>
                  <a:pt x="222127" y="205270"/>
                  <a:pt x="229292" y="162801"/>
                </a:cubicBezTo>
                <a:cubicBezTo>
                  <a:pt x="243623" y="120331"/>
                  <a:pt x="243623" y="84940"/>
                  <a:pt x="229292" y="63704"/>
                </a:cubicBezTo>
                <a:cubicBezTo>
                  <a:pt x="214961" y="35391"/>
                  <a:pt x="186300" y="21234"/>
                  <a:pt x="157639" y="14157"/>
                </a:cubicBezTo>
                <a:cubicBezTo>
                  <a:pt x="121812" y="0"/>
                  <a:pt x="93149" y="7078"/>
                  <a:pt x="71653" y="21234"/>
                </a:cubicBezTo>
                <a:cubicBezTo>
                  <a:pt x="42992" y="35391"/>
                  <a:pt x="21496" y="63704"/>
                  <a:pt x="14331" y="106175"/>
                </a:cubicBezTo>
                <a:cubicBezTo>
                  <a:pt x="0" y="141566"/>
                  <a:pt x="7165" y="176958"/>
                  <a:pt x="21496" y="205270"/>
                </a:cubicBezTo>
                <a:cubicBezTo>
                  <a:pt x="35827" y="233583"/>
                  <a:pt x="57323" y="247740"/>
                  <a:pt x="85984" y="25481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6413500" y="203200"/>
            <a:ext cx="6437748" cy="6419474"/>
          </a:xfrm>
          <a:custGeom>
            <a:avLst/>
            <a:gdLst/>
            <a:ahLst/>
            <a:cxnLst/>
            <a:rect l="l" t="t" r="r" b="b"/>
            <a:pathLst>
              <a:path w="6437748" h="6419474">
                <a:moveTo>
                  <a:pt x="3222431" y="0"/>
                </a:moveTo>
                <a:cubicBezTo>
                  <a:pt x="1444047" y="0"/>
                  <a:pt x="0" y="1439949"/>
                  <a:pt x="0" y="3213284"/>
                </a:cubicBezTo>
                <a:cubicBezTo>
                  <a:pt x="0" y="4979525"/>
                  <a:pt x="1444047" y="6419474"/>
                  <a:pt x="3222431" y="6419474"/>
                </a:cubicBezTo>
                <a:cubicBezTo>
                  <a:pt x="5000814" y="6419474"/>
                  <a:pt x="6437748" y="4979525"/>
                  <a:pt x="6437748" y="3213284"/>
                </a:cubicBezTo>
                <a:cubicBezTo>
                  <a:pt x="6437748" y="1439949"/>
                  <a:pt x="5000814" y="0"/>
                  <a:pt x="3222431" y="0"/>
                </a:cubicBezTo>
                <a:close/>
                <a:moveTo>
                  <a:pt x="6103412" y="3050137"/>
                </a:moveTo>
                <a:cubicBezTo>
                  <a:pt x="6039390" y="3057230"/>
                  <a:pt x="6039390" y="3057230"/>
                  <a:pt x="6039390" y="3057230"/>
                </a:cubicBezTo>
                <a:cubicBezTo>
                  <a:pt x="6018050" y="2837336"/>
                  <a:pt x="6018050" y="2837336"/>
                  <a:pt x="6018050" y="2837336"/>
                </a:cubicBezTo>
                <a:cubicBezTo>
                  <a:pt x="5939800" y="2844430"/>
                  <a:pt x="5939800" y="2844430"/>
                  <a:pt x="5939800" y="2844430"/>
                </a:cubicBezTo>
                <a:cubicBezTo>
                  <a:pt x="5961141" y="3050137"/>
                  <a:pt x="5961141" y="3050137"/>
                  <a:pt x="5961141" y="3050137"/>
                </a:cubicBezTo>
                <a:cubicBezTo>
                  <a:pt x="5897119" y="3057230"/>
                  <a:pt x="5897119" y="3057230"/>
                  <a:pt x="5897119" y="3057230"/>
                </a:cubicBezTo>
                <a:cubicBezTo>
                  <a:pt x="5875779" y="2851523"/>
                  <a:pt x="5875779" y="2851523"/>
                  <a:pt x="5875779" y="2851523"/>
                </a:cubicBezTo>
                <a:cubicBezTo>
                  <a:pt x="5776190" y="2865711"/>
                  <a:pt x="5776190" y="2865711"/>
                  <a:pt x="5776190" y="2865711"/>
                </a:cubicBezTo>
                <a:cubicBezTo>
                  <a:pt x="5804643" y="3085603"/>
                  <a:pt x="5804643" y="3085603"/>
                  <a:pt x="5804643" y="3085603"/>
                </a:cubicBezTo>
                <a:cubicBezTo>
                  <a:pt x="5740622" y="3092696"/>
                  <a:pt x="5740622" y="3092696"/>
                  <a:pt x="5740622" y="3092696"/>
                </a:cubicBezTo>
                <a:cubicBezTo>
                  <a:pt x="5705055" y="2787683"/>
                  <a:pt x="5705055" y="2787683"/>
                  <a:pt x="5705055" y="2787683"/>
                </a:cubicBezTo>
                <a:cubicBezTo>
                  <a:pt x="6074957" y="2752217"/>
                  <a:pt x="6074957" y="2752217"/>
                  <a:pt x="6074957" y="2752217"/>
                </a:cubicBezTo>
                <a:lnTo>
                  <a:pt x="6103412" y="3050137"/>
                </a:lnTo>
                <a:close/>
                <a:moveTo>
                  <a:pt x="5683714" y="1709495"/>
                </a:moveTo>
                <a:cubicBezTo>
                  <a:pt x="5705055" y="1744962"/>
                  <a:pt x="5719281" y="1773335"/>
                  <a:pt x="5719281" y="1794615"/>
                </a:cubicBezTo>
                <a:cubicBezTo>
                  <a:pt x="5726394" y="1815896"/>
                  <a:pt x="5726394" y="1830083"/>
                  <a:pt x="5719281" y="1851362"/>
                </a:cubicBezTo>
                <a:cubicBezTo>
                  <a:pt x="5712168" y="1872642"/>
                  <a:pt x="5697940" y="1886829"/>
                  <a:pt x="5676600" y="1893922"/>
                </a:cubicBezTo>
                <a:cubicBezTo>
                  <a:pt x="5655259" y="1908109"/>
                  <a:pt x="5626805" y="1915202"/>
                  <a:pt x="5605465" y="1908109"/>
                </a:cubicBezTo>
                <a:cubicBezTo>
                  <a:pt x="5577011" y="1901016"/>
                  <a:pt x="5555670" y="1886829"/>
                  <a:pt x="5534330" y="1858456"/>
                </a:cubicBezTo>
                <a:cubicBezTo>
                  <a:pt x="5534330" y="1879736"/>
                  <a:pt x="5534330" y="1893922"/>
                  <a:pt x="5534330" y="1908109"/>
                </a:cubicBezTo>
                <a:cubicBezTo>
                  <a:pt x="5527215" y="1929389"/>
                  <a:pt x="5520102" y="1950669"/>
                  <a:pt x="5505875" y="1979042"/>
                </a:cubicBezTo>
                <a:cubicBezTo>
                  <a:pt x="5470308" y="2064163"/>
                  <a:pt x="5470308" y="2064163"/>
                  <a:pt x="5470308" y="2064163"/>
                </a:cubicBezTo>
                <a:cubicBezTo>
                  <a:pt x="5420512" y="1979042"/>
                  <a:pt x="5420512" y="1979042"/>
                  <a:pt x="5420512" y="1979042"/>
                </a:cubicBezTo>
                <a:cubicBezTo>
                  <a:pt x="5456080" y="1886829"/>
                  <a:pt x="5456080" y="1886829"/>
                  <a:pt x="5456080" y="1886829"/>
                </a:cubicBezTo>
                <a:cubicBezTo>
                  <a:pt x="5470308" y="1851362"/>
                  <a:pt x="5477421" y="1830083"/>
                  <a:pt x="5477421" y="1822988"/>
                </a:cubicBezTo>
                <a:cubicBezTo>
                  <a:pt x="5484534" y="1808803"/>
                  <a:pt x="5484534" y="1801708"/>
                  <a:pt x="5477421" y="1794615"/>
                </a:cubicBezTo>
                <a:cubicBezTo>
                  <a:pt x="5477421" y="1787522"/>
                  <a:pt x="5470308" y="1773335"/>
                  <a:pt x="5463193" y="1759148"/>
                </a:cubicBezTo>
                <a:cubicBezTo>
                  <a:pt x="5448967" y="1744962"/>
                  <a:pt x="5448967" y="1744962"/>
                  <a:pt x="5448967" y="1744962"/>
                </a:cubicBezTo>
                <a:cubicBezTo>
                  <a:pt x="5320923" y="1822988"/>
                  <a:pt x="5320923" y="1822988"/>
                  <a:pt x="5320923" y="1822988"/>
                </a:cubicBezTo>
                <a:cubicBezTo>
                  <a:pt x="5278242" y="1752055"/>
                  <a:pt x="5278242" y="1752055"/>
                  <a:pt x="5278242" y="1752055"/>
                </a:cubicBezTo>
                <a:cubicBezTo>
                  <a:pt x="5591237" y="1560535"/>
                  <a:pt x="5591237" y="1560535"/>
                  <a:pt x="5591237" y="1560535"/>
                </a:cubicBezTo>
                <a:lnTo>
                  <a:pt x="5683714" y="1709495"/>
                </a:lnTo>
                <a:close/>
                <a:moveTo>
                  <a:pt x="5335151" y="1248428"/>
                </a:moveTo>
                <a:cubicBezTo>
                  <a:pt x="5541443" y="1489602"/>
                  <a:pt x="5541443" y="1489602"/>
                  <a:pt x="5541443" y="1489602"/>
                </a:cubicBezTo>
                <a:cubicBezTo>
                  <a:pt x="5491648" y="1532162"/>
                  <a:pt x="5491648" y="1532162"/>
                  <a:pt x="5491648" y="1532162"/>
                </a:cubicBezTo>
                <a:cubicBezTo>
                  <a:pt x="5413399" y="1439949"/>
                  <a:pt x="5413399" y="1439949"/>
                  <a:pt x="5413399" y="1439949"/>
                </a:cubicBezTo>
                <a:cubicBezTo>
                  <a:pt x="5178652" y="1631469"/>
                  <a:pt x="5178652" y="1631469"/>
                  <a:pt x="5178652" y="1631469"/>
                </a:cubicBezTo>
                <a:cubicBezTo>
                  <a:pt x="5128858" y="1567628"/>
                  <a:pt x="5128858" y="1567628"/>
                  <a:pt x="5128858" y="1567628"/>
                </a:cubicBezTo>
                <a:cubicBezTo>
                  <a:pt x="5363605" y="1376108"/>
                  <a:pt x="5363605" y="1376108"/>
                  <a:pt x="5363605" y="1376108"/>
                </a:cubicBezTo>
                <a:cubicBezTo>
                  <a:pt x="5292468" y="1283895"/>
                  <a:pt x="5292468" y="1283895"/>
                  <a:pt x="5292468" y="1283895"/>
                </a:cubicBezTo>
                <a:lnTo>
                  <a:pt x="5335151" y="1248428"/>
                </a:lnTo>
                <a:close/>
                <a:moveTo>
                  <a:pt x="5278242" y="1184587"/>
                </a:moveTo>
                <a:cubicBezTo>
                  <a:pt x="5235561" y="1234242"/>
                  <a:pt x="5235561" y="1234242"/>
                  <a:pt x="5235561" y="1234242"/>
                </a:cubicBezTo>
                <a:cubicBezTo>
                  <a:pt x="5079063" y="1085281"/>
                  <a:pt x="5079063" y="1085281"/>
                  <a:pt x="5079063" y="1085281"/>
                </a:cubicBezTo>
                <a:cubicBezTo>
                  <a:pt x="5022155" y="1149121"/>
                  <a:pt x="5022155" y="1149121"/>
                  <a:pt x="5022155" y="1149121"/>
                </a:cubicBezTo>
                <a:cubicBezTo>
                  <a:pt x="5171539" y="1283895"/>
                  <a:pt x="5171539" y="1283895"/>
                  <a:pt x="5171539" y="1283895"/>
                </a:cubicBezTo>
                <a:cubicBezTo>
                  <a:pt x="5128858" y="1326455"/>
                  <a:pt x="5128858" y="1326455"/>
                  <a:pt x="5128858" y="1326455"/>
                </a:cubicBezTo>
                <a:cubicBezTo>
                  <a:pt x="4979473" y="1191682"/>
                  <a:pt x="4979473" y="1191682"/>
                  <a:pt x="4979473" y="1191682"/>
                </a:cubicBezTo>
                <a:cubicBezTo>
                  <a:pt x="4915451" y="1262615"/>
                  <a:pt x="4915451" y="1262615"/>
                  <a:pt x="4915451" y="1262615"/>
                </a:cubicBezTo>
                <a:cubicBezTo>
                  <a:pt x="5079063" y="1418669"/>
                  <a:pt x="5079063" y="1418669"/>
                  <a:pt x="5079063" y="1418669"/>
                </a:cubicBezTo>
                <a:cubicBezTo>
                  <a:pt x="5036382" y="1461228"/>
                  <a:pt x="5036382" y="1461228"/>
                  <a:pt x="5036382" y="1461228"/>
                </a:cubicBezTo>
                <a:cubicBezTo>
                  <a:pt x="4815863" y="1255522"/>
                  <a:pt x="4815863" y="1255522"/>
                  <a:pt x="4815863" y="1255522"/>
                </a:cubicBezTo>
                <a:cubicBezTo>
                  <a:pt x="5057723" y="985975"/>
                  <a:pt x="5057723" y="985975"/>
                  <a:pt x="5057723" y="985975"/>
                </a:cubicBezTo>
                <a:lnTo>
                  <a:pt x="5278242" y="1184587"/>
                </a:lnTo>
                <a:close/>
                <a:moveTo>
                  <a:pt x="4730500" y="744800"/>
                </a:moveTo>
                <a:cubicBezTo>
                  <a:pt x="4837203" y="822828"/>
                  <a:pt x="4837203" y="822828"/>
                  <a:pt x="4837203" y="822828"/>
                </a:cubicBezTo>
                <a:cubicBezTo>
                  <a:pt x="4879884" y="851201"/>
                  <a:pt x="4901225" y="865388"/>
                  <a:pt x="4915451" y="879574"/>
                </a:cubicBezTo>
                <a:cubicBezTo>
                  <a:pt x="4929679" y="900854"/>
                  <a:pt x="4936792" y="922134"/>
                  <a:pt x="4943906" y="943414"/>
                </a:cubicBezTo>
                <a:cubicBezTo>
                  <a:pt x="4943906" y="964695"/>
                  <a:pt x="4936792" y="993068"/>
                  <a:pt x="4922566" y="1014348"/>
                </a:cubicBezTo>
                <a:cubicBezTo>
                  <a:pt x="4908338" y="1035628"/>
                  <a:pt x="4894111" y="1049815"/>
                  <a:pt x="4872770" y="1056908"/>
                </a:cubicBezTo>
                <a:cubicBezTo>
                  <a:pt x="4858544" y="1064001"/>
                  <a:pt x="4844316" y="1064001"/>
                  <a:pt x="4830089" y="1064001"/>
                </a:cubicBezTo>
                <a:cubicBezTo>
                  <a:pt x="4808748" y="1064001"/>
                  <a:pt x="4794522" y="1056908"/>
                  <a:pt x="4780295" y="1056908"/>
                </a:cubicBezTo>
                <a:cubicBezTo>
                  <a:pt x="4766067" y="1049815"/>
                  <a:pt x="4737613" y="1028535"/>
                  <a:pt x="4709159" y="1014348"/>
                </a:cubicBezTo>
                <a:cubicBezTo>
                  <a:pt x="4666478" y="978882"/>
                  <a:pt x="4666478" y="978882"/>
                  <a:pt x="4666478" y="978882"/>
                </a:cubicBezTo>
                <a:cubicBezTo>
                  <a:pt x="4588229" y="1092374"/>
                  <a:pt x="4588229" y="1092374"/>
                  <a:pt x="4588229" y="1092374"/>
                </a:cubicBezTo>
                <a:cubicBezTo>
                  <a:pt x="4517094" y="1049815"/>
                  <a:pt x="4517094" y="1049815"/>
                  <a:pt x="4517094" y="1049815"/>
                </a:cubicBezTo>
                <a:lnTo>
                  <a:pt x="4730500" y="744800"/>
                </a:lnTo>
                <a:close/>
                <a:moveTo>
                  <a:pt x="4495753" y="617121"/>
                </a:moveTo>
                <a:cubicBezTo>
                  <a:pt x="4474413" y="673867"/>
                  <a:pt x="4474413" y="673867"/>
                  <a:pt x="4474413" y="673867"/>
                </a:cubicBezTo>
                <a:cubicBezTo>
                  <a:pt x="4289461" y="595841"/>
                  <a:pt x="4289461" y="595841"/>
                  <a:pt x="4289461" y="595841"/>
                </a:cubicBezTo>
                <a:cubicBezTo>
                  <a:pt x="4253893" y="673867"/>
                  <a:pt x="4253893" y="673867"/>
                  <a:pt x="4253893" y="673867"/>
                </a:cubicBezTo>
                <a:cubicBezTo>
                  <a:pt x="4410391" y="744800"/>
                  <a:pt x="4410391" y="744800"/>
                  <a:pt x="4410391" y="744800"/>
                </a:cubicBezTo>
                <a:cubicBezTo>
                  <a:pt x="4389050" y="801548"/>
                  <a:pt x="4389050" y="801548"/>
                  <a:pt x="4389050" y="801548"/>
                </a:cubicBezTo>
                <a:cubicBezTo>
                  <a:pt x="4232553" y="730614"/>
                  <a:pt x="4232553" y="730614"/>
                  <a:pt x="4232553" y="730614"/>
                </a:cubicBezTo>
                <a:cubicBezTo>
                  <a:pt x="4168531" y="872481"/>
                  <a:pt x="4168531" y="872481"/>
                  <a:pt x="4168531" y="872481"/>
                </a:cubicBezTo>
                <a:cubicBezTo>
                  <a:pt x="4097396" y="844108"/>
                  <a:pt x="4097396" y="844108"/>
                  <a:pt x="4097396" y="844108"/>
                </a:cubicBezTo>
                <a:cubicBezTo>
                  <a:pt x="4239666" y="503627"/>
                  <a:pt x="4239666" y="503627"/>
                  <a:pt x="4239666" y="503627"/>
                </a:cubicBezTo>
                <a:lnTo>
                  <a:pt x="4495753" y="617121"/>
                </a:lnTo>
                <a:close/>
                <a:moveTo>
                  <a:pt x="3720379" y="546188"/>
                </a:moveTo>
                <a:cubicBezTo>
                  <a:pt x="3734605" y="510720"/>
                  <a:pt x="3748832" y="482347"/>
                  <a:pt x="3763060" y="461067"/>
                </a:cubicBezTo>
                <a:cubicBezTo>
                  <a:pt x="3777286" y="446880"/>
                  <a:pt x="3798627" y="432694"/>
                  <a:pt x="3812854" y="418507"/>
                </a:cubicBezTo>
                <a:cubicBezTo>
                  <a:pt x="3834195" y="411414"/>
                  <a:pt x="3855536" y="404321"/>
                  <a:pt x="3876876" y="404321"/>
                </a:cubicBezTo>
                <a:cubicBezTo>
                  <a:pt x="3898217" y="397227"/>
                  <a:pt x="3933784" y="404321"/>
                  <a:pt x="3962239" y="411414"/>
                </a:cubicBezTo>
                <a:cubicBezTo>
                  <a:pt x="4019146" y="425600"/>
                  <a:pt x="4061828" y="453974"/>
                  <a:pt x="4090281" y="496534"/>
                </a:cubicBezTo>
                <a:cubicBezTo>
                  <a:pt x="4111622" y="539093"/>
                  <a:pt x="4118736" y="588748"/>
                  <a:pt x="4104509" y="645494"/>
                </a:cubicBezTo>
                <a:cubicBezTo>
                  <a:pt x="4090281" y="702241"/>
                  <a:pt x="4054714" y="744800"/>
                  <a:pt x="4012033" y="766081"/>
                </a:cubicBezTo>
                <a:cubicBezTo>
                  <a:pt x="3969352" y="787361"/>
                  <a:pt x="3919557" y="794455"/>
                  <a:pt x="3862649" y="780268"/>
                </a:cubicBezTo>
                <a:cubicBezTo>
                  <a:pt x="3805740" y="766081"/>
                  <a:pt x="3763060" y="737707"/>
                  <a:pt x="3741718" y="695147"/>
                </a:cubicBezTo>
                <a:cubicBezTo>
                  <a:pt x="3713264" y="652587"/>
                  <a:pt x="3706151" y="602934"/>
                  <a:pt x="3720379" y="546188"/>
                </a:cubicBezTo>
                <a:close/>
                <a:moveTo>
                  <a:pt x="3272226" y="319201"/>
                </a:moveTo>
                <a:cubicBezTo>
                  <a:pt x="3364701" y="468160"/>
                  <a:pt x="3364701" y="468160"/>
                  <a:pt x="3364701" y="468160"/>
                </a:cubicBezTo>
                <a:cubicBezTo>
                  <a:pt x="3464291" y="326293"/>
                  <a:pt x="3464291" y="326293"/>
                  <a:pt x="3464291" y="326293"/>
                </a:cubicBezTo>
                <a:cubicBezTo>
                  <a:pt x="3556767" y="333386"/>
                  <a:pt x="3556767" y="333386"/>
                  <a:pt x="3556767" y="333386"/>
                </a:cubicBezTo>
                <a:cubicBezTo>
                  <a:pt x="3393156" y="539093"/>
                  <a:pt x="3393156" y="539093"/>
                  <a:pt x="3393156" y="539093"/>
                </a:cubicBezTo>
                <a:cubicBezTo>
                  <a:pt x="3386042" y="688054"/>
                  <a:pt x="3386042" y="688054"/>
                  <a:pt x="3386042" y="688054"/>
                </a:cubicBezTo>
                <a:cubicBezTo>
                  <a:pt x="3307794" y="688054"/>
                  <a:pt x="3307794" y="688054"/>
                  <a:pt x="3307794" y="688054"/>
                </a:cubicBezTo>
                <a:cubicBezTo>
                  <a:pt x="3314907" y="532000"/>
                  <a:pt x="3314907" y="532000"/>
                  <a:pt x="3314907" y="532000"/>
                </a:cubicBezTo>
                <a:cubicBezTo>
                  <a:pt x="3179750" y="312108"/>
                  <a:pt x="3179750" y="312108"/>
                  <a:pt x="3179750" y="312108"/>
                </a:cubicBezTo>
                <a:lnTo>
                  <a:pt x="3272226" y="319201"/>
                </a:lnTo>
                <a:close/>
                <a:moveTo>
                  <a:pt x="3137069" y="312108"/>
                </a:moveTo>
                <a:cubicBezTo>
                  <a:pt x="3144182" y="375947"/>
                  <a:pt x="3144182" y="375947"/>
                  <a:pt x="3144182" y="375947"/>
                </a:cubicBezTo>
                <a:cubicBezTo>
                  <a:pt x="3023252" y="383041"/>
                  <a:pt x="3023252" y="383041"/>
                  <a:pt x="3023252" y="383041"/>
                </a:cubicBezTo>
                <a:cubicBezTo>
                  <a:pt x="3044593" y="688054"/>
                  <a:pt x="3044593" y="688054"/>
                  <a:pt x="3044593" y="688054"/>
                </a:cubicBezTo>
                <a:cubicBezTo>
                  <a:pt x="2966344" y="695147"/>
                  <a:pt x="2966344" y="695147"/>
                  <a:pt x="2966344" y="695147"/>
                </a:cubicBezTo>
                <a:cubicBezTo>
                  <a:pt x="2937890" y="390134"/>
                  <a:pt x="2937890" y="390134"/>
                  <a:pt x="2937890" y="390134"/>
                </a:cubicBezTo>
                <a:cubicBezTo>
                  <a:pt x="2824072" y="397227"/>
                  <a:pt x="2824072" y="397227"/>
                  <a:pt x="2824072" y="397227"/>
                </a:cubicBezTo>
                <a:cubicBezTo>
                  <a:pt x="2816959" y="340481"/>
                  <a:pt x="2816959" y="340481"/>
                  <a:pt x="2816959" y="340481"/>
                </a:cubicBezTo>
                <a:lnTo>
                  <a:pt x="3137069" y="312108"/>
                </a:lnTo>
                <a:close/>
                <a:moveTo>
                  <a:pt x="2745824" y="354667"/>
                </a:moveTo>
                <a:cubicBezTo>
                  <a:pt x="2809846" y="716427"/>
                  <a:pt x="2809846" y="716427"/>
                  <a:pt x="2809846" y="716427"/>
                </a:cubicBezTo>
                <a:cubicBezTo>
                  <a:pt x="2731597" y="730614"/>
                  <a:pt x="2731597" y="730614"/>
                  <a:pt x="2731597" y="730614"/>
                </a:cubicBezTo>
                <a:cubicBezTo>
                  <a:pt x="2667575" y="368854"/>
                  <a:pt x="2667575" y="368854"/>
                  <a:pt x="2667575" y="368854"/>
                </a:cubicBezTo>
                <a:lnTo>
                  <a:pt x="2745824" y="354667"/>
                </a:lnTo>
                <a:close/>
                <a:moveTo>
                  <a:pt x="2304785" y="496534"/>
                </a:moveTo>
                <a:cubicBezTo>
                  <a:pt x="2311898" y="482347"/>
                  <a:pt x="2326126" y="461067"/>
                  <a:pt x="2347467" y="446880"/>
                </a:cubicBezTo>
                <a:cubicBezTo>
                  <a:pt x="2368807" y="432694"/>
                  <a:pt x="2390148" y="425600"/>
                  <a:pt x="2418602" y="418507"/>
                </a:cubicBezTo>
                <a:cubicBezTo>
                  <a:pt x="2468396" y="404321"/>
                  <a:pt x="2511077" y="404321"/>
                  <a:pt x="2539531" y="418507"/>
                </a:cubicBezTo>
                <a:cubicBezTo>
                  <a:pt x="2567986" y="425600"/>
                  <a:pt x="2589327" y="446880"/>
                  <a:pt x="2596440" y="482347"/>
                </a:cubicBezTo>
                <a:cubicBezTo>
                  <a:pt x="2518192" y="503627"/>
                  <a:pt x="2518192" y="503627"/>
                  <a:pt x="2518192" y="503627"/>
                </a:cubicBezTo>
                <a:cubicBezTo>
                  <a:pt x="2511077" y="489440"/>
                  <a:pt x="2503964" y="475254"/>
                  <a:pt x="2489737" y="475254"/>
                </a:cubicBezTo>
                <a:cubicBezTo>
                  <a:pt x="2475509" y="468160"/>
                  <a:pt x="2454170" y="468160"/>
                  <a:pt x="2432829" y="475254"/>
                </a:cubicBezTo>
                <a:cubicBezTo>
                  <a:pt x="2411487" y="482347"/>
                  <a:pt x="2397261" y="489440"/>
                  <a:pt x="2383034" y="503627"/>
                </a:cubicBezTo>
                <a:cubicBezTo>
                  <a:pt x="2375920" y="510720"/>
                  <a:pt x="2375920" y="517813"/>
                  <a:pt x="2375920" y="524908"/>
                </a:cubicBezTo>
                <a:cubicBezTo>
                  <a:pt x="2383034" y="539093"/>
                  <a:pt x="2390148" y="539093"/>
                  <a:pt x="2397261" y="546188"/>
                </a:cubicBezTo>
                <a:cubicBezTo>
                  <a:pt x="2411487" y="553281"/>
                  <a:pt x="2432829" y="553281"/>
                  <a:pt x="2475509" y="553281"/>
                </a:cubicBezTo>
                <a:cubicBezTo>
                  <a:pt x="2518192" y="546188"/>
                  <a:pt x="2546645" y="546188"/>
                  <a:pt x="2567986" y="553281"/>
                </a:cubicBezTo>
                <a:cubicBezTo>
                  <a:pt x="2589327" y="560374"/>
                  <a:pt x="2603553" y="567468"/>
                  <a:pt x="2617780" y="574561"/>
                </a:cubicBezTo>
                <a:cubicBezTo>
                  <a:pt x="2632008" y="588748"/>
                  <a:pt x="2646234" y="610028"/>
                  <a:pt x="2653348" y="631307"/>
                </a:cubicBezTo>
                <a:cubicBezTo>
                  <a:pt x="2653348" y="652587"/>
                  <a:pt x="2653348" y="673867"/>
                  <a:pt x="2646234" y="695147"/>
                </a:cubicBezTo>
                <a:cubicBezTo>
                  <a:pt x="2639121" y="716427"/>
                  <a:pt x="2624894" y="730614"/>
                  <a:pt x="2603553" y="744800"/>
                </a:cubicBezTo>
                <a:cubicBezTo>
                  <a:pt x="2589327" y="758988"/>
                  <a:pt x="2560872" y="773175"/>
                  <a:pt x="2525305" y="780268"/>
                </a:cubicBezTo>
                <a:cubicBezTo>
                  <a:pt x="2475509" y="794455"/>
                  <a:pt x="2432829" y="794455"/>
                  <a:pt x="2404374" y="780268"/>
                </a:cubicBezTo>
                <a:cubicBezTo>
                  <a:pt x="2368807" y="766081"/>
                  <a:pt x="2347467" y="744800"/>
                  <a:pt x="2333239" y="709334"/>
                </a:cubicBezTo>
                <a:cubicBezTo>
                  <a:pt x="2404374" y="680961"/>
                  <a:pt x="2404374" y="680961"/>
                  <a:pt x="2404374" y="680961"/>
                </a:cubicBezTo>
                <a:cubicBezTo>
                  <a:pt x="2418602" y="702241"/>
                  <a:pt x="2432829" y="716427"/>
                  <a:pt x="2447055" y="723520"/>
                </a:cubicBezTo>
                <a:cubicBezTo>
                  <a:pt x="2461283" y="730614"/>
                  <a:pt x="2482623" y="730614"/>
                  <a:pt x="2511077" y="723520"/>
                </a:cubicBezTo>
                <a:cubicBezTo>
                  <a:pt x="2532418" y="716427"/>
                  <a:pt x="2553759" y="702241"/>
                  <a:pt x="2560872" y="688054"/>
                </a:cubicBezTo>
                <a:cubicBezTo>
                  <a:pt x="2575099" y="680961"/>
                  <a:pt x="2575099" y="666774"/>
                  <a:pt x="2575099" y="652587"/>
                </a:cubicBezTo>
                <a:cubicBezTo>
                  <a:pt x="2567986" y="645494"/>
                  <a:pt x="2567986" y="638401"/>
                  <a:pt x="2560872" y="631307"/>
                </a:cubicBezTo>
                <a:cubicBezTo>
                  <a:pt x="2553759" y="631307"/>
                  <a:pt x="2539531" y="624214"/>
                  <a:pt x="2525305" y="624214"/>
                </a:cubicBezTo>
                <a:cubicBezTo>
                  <a:pt x="2518192" y="624214"/>
                  <a:pt x="2496850" y="624214"/>
                  <a:pt x="2461283" y="624214"/>
                </a:cubicBezTo>
                <a:cubicBezTo>
                  <a:pt x="2411487" y="631307"/>
                  <a:pt x="2383034" y="624214"/>
                  <a:pt x="2361693" y="617121"/>
                </a:cubicBezTo>
                <a:cubicBezTo>
                  <a:pt x="2333239" y="602934"/>
                  <a:pt x="2311898" y="581654"/>
                  <a:pt x="2304785" y="553281"/>
                </a:cubicBezTo>
                <a:cubicBezTo>
                  <a:pt x="2297671" y="539093"/>
                  <a:pt x="2297671" y="517813"/>
                  <a:pt x="2304785" y="496534"/>
                </a:cubicBezTo>
                <a:close/>
                <a:moveTo>
                  <a:pt x="2034470" y="560374"/>
                </a:moveTo>
                <a:cubicBezTo>
                  <a:pt x="2077152" y="546188"/>
                  <a:pt x="2105605" y="532000"/>
                  <a:pt x="2126946" y="532000"/>
                </a:cubicBezTo>
                <a:cubicBezTo>
                  <a:pt x="2148288" y="532000"/>
                  <a:pt x="2162514" y="532000"/>
                  <a:pt x="2183855" y="546188"/>
                </a:cubicBezTo>
                <a:cubicBezTo>
                  <a:pt x="2198082" y="553281"/>
                  <a:pt x="2212310" y="567468"/>
                  <a:pt x="2219423" y="588748"/>
                </a:cubicBezTo>
                <a:cubicBezTo>
                  <a:pt x="2233649" y="617121"/>
                  <a:pt x="2233649" y="638401"/>
                  <a:pt x="2226536" y="666774"/>
                </a:cubicBezTo>
                <a:cubicBezTo>
                  <a:pt x="2212310" y="688054"/>
                  <a:pt x="2198082" y="709334"/>
                  <a:pt x="2162514" y="723520"/>
                </a:cubicBezTo>
                <a:cubicBezTo>
                  <a:pt x="2183855" y="730614"/>
                  <a:pt x="2205195" y="730614"/>
                  <a:pt x="2219423" y="737707"/>
                </a:cubicBezTo>
                <a:cubicBezTo>
                  <a:pt x="2233649" y="744800"/>
                  <a:pt x="2254990" y="751895"/>
                  <a:pt x="2283445" y="773175"/>
                </a:cubicBezTo>
                <a:cubicBezTo>
                  <a:pt x="2354580" y="815734"/>
                  <a:pt x="2354580" y="815734"/>
                  <a:pt x="2354580" y="815734"/>
                </a:cubicBezTo>
                <a:cubicBezTo>
                  <a:pt x="2269217" y="858294"/>
                  <a:pt x="2269217" y="858294"/>
                  <a:pt x="2269217" y="858294"/>
                </a:cubicBezTo>
                <a:cubicBezTo>
                  <a:pt x="2183855" y="808641"/>
                  <a:pt x="2183855" y="808641"/>
                  <a:pt x="2183855" y="808641"/>
                </a:cubicBezTo>
                <a:cubicBezTo>
                  <a:pt x="2148288" y="794455"/>
                  <a:pt x="2134060" y="780268"/>
                  <a:pt x="2119833" y="773175"/>
                </a:cubicBezTo>
                <a:cubicBezTo>
                  <a:pt x="2112720" y="773175"/>
                  <a:pt x="2098492" y="773175"/>
                  <a:pt x="2091379" y="773175"/>
                </a:cubicBezTo>
                <a:cubicBezTo>
                  <a:pt x="2084266" y="773175"/>
                  <a:pt x="2070038" y="780268"/>
                  <a:pt x="2055811" y="787361"/>
                </a:cubicBezTo>
                <a:cubicBezTo>
                  <a:pt x="2034470" y="794455"/>
                  <a:pt x="2034470" y="794455"/>
                  <a:pt x="2034470" y="794455"/>
                </a:cubicBezTo>
                <a:cubicBezTo>
                  <a:pt x="2098492" y="929227"/>
                  <a:pt x="2098492" y="929227"/>
                  <a:pt x="2098492" y="929227"/>
                </a:cubicBezTo>
                <a:cubicBezTo>
                  <a:pt x="2027357" y="964695"/>
                  <a:pt x="2027357" y="964695"/>
                  <a:pt x="2027357" y="964695"/>
                </a:cubicBezTo>
                <a:cubicBezTo>
                  <a:pt x="1877973" y="631307"/>
                  <a:pt x="1877973" y="631307"/>
                  <a:pt x="1877973" y="631307"/>
                </a:cubicBezTo>
                <a:lnTo>
                  <a:pt x="2034470" y="560374"/>
                </a:lnTo>
                <a:close/>
                <a:moveTo>
                  <a:pt x="1778384" y="680961"/>
                </a:moveTo>
                <a:cubicBezTo>
                  <a:pt x="1813951" y="737707"/>
                  <a:pt x="1813951" y="737707"/>
                  <a:pt x="1813951" y="737707"/>
                </a:cubicBezTo>
                <a:cubicBezTo>
                  <a:pt x="1629000" y="851201"/>
                  <a:pt x="1629000" y="851201"/>
                  <a:pt x="1629000" y="851201"/>
                </a:cubicBezTo>
                <a:cubicBezTo>
                  <a:pt x="1671681" y="922134"/>
                  <a:pt x="1671681" y="922134"/>
                  <a:pt x="1671681" y="922134"/>
                </a:cubicBezTo>
                <a:cubicBezTo>
                  <a:pt x="1842406" y="815734"/>
                  <a:pt x="1842406" y="815734"/>
                  <a:pt x="1842406" y="815734"/>
                </a:cubicBezTo>
                <a:cubicBezTo>
                  <a:pt x="1877973" y="865388"/>
                  <a:pt x="1877973" y="865388"/>
                  <a:pt x="1877973" y="865388"/>
                </a:cubicBezTo>
                <a:cubicBezTo>
                  <a:pt x="1707248" y="971787"/>
                  <a:pt x="1707248" y="971787"/>
                  <a:pt x="1707248" y="971787"/>
                </a:cubicBezTo>
                <a:cubicBezTo>
                  <a:pt x="1757042" y="1056908"/>
                  <a:pt x="1757042" y="1056908"/>
                  <a:pt x="1757042" y="1056908"/>
                </a:cubicBezTo>
                <a:cubicBezTo>
                  <a:pt x="1949108" y="936321"/>
                  <a:pt x="1949108" y="936321"/>
                  <a:pt x="1949108" y="936321"/>
                </a:cubicBezTo>
                <a:cubicBezTo>
                  <a:pt x="1977563" y="985975"/>
                  <a:pt x="1977563" y="985975"/>
                  <a:pt x="1977563" y="985975"/>
                </a:cubicBezTo>
                <a:cubicBezTo>
                  <a:pt x="1721475" y="1149121"/>
                  <a:pt x="1721475" y="1149121"/>
                  <a:pt x="1721475" y="1149121"/>
                </a:cubicBezTo>
                <a:cubicBezTo>
                  <a:pt x="1522296" y="844108"/>
                  <a:pt x="1522296" y="844108"/>
                  <a:pt x="1522296" y="844108"/>
                </a:cubicBezTo>
                <a:lnTo>
                  <a:pt x="1778384" y="680961"/>
                </a:lnTo>
                <a:close/>
                <a:moveTo>
                  <a:pt x="1244868" y="1071095"/>
                </a:moveTo>
                <a:cubicBezTo>
                  <a:pt x="1493843" y="1212962"/>
                  <a:pt x="1493843" y="1212962"/>
                  <a:pt x="1493843" y="1212962"/>
                </a:cubicBezTo>
                <a:cubicBezTo>
                  <a:pt x="1394253" y="943414"/>
                  <a:pt x="1394253" y="943414"/>
                  <a:pt x="1394253" y="943414"/>
                </a:cubicBezTo>
                <a:cubicBezTo>
                  <a:pt x="1465388" y="886668"/>
                  <a:pt x="1465388" y="886668"/>
                  <a:pt x="1465388" y="886668"/>
                </a:cubicBezTo>
                <a:cubicBezTo>
                  <a:pt x="1586318" y="1255522"/>
                  <a:pt x="1586318" y="1255522"/>
                  <a:pt x="1586318" y="1255522"/>
                </a:cubicBezTo>
                <a:cubicBezTo>
                  <a:pt x="1522296" y="1312268"/>
                  <a:pt x="1522296" y="1312268"/>
                  <a:pt x="1522296" y="1312268"/>
                </a:cubicBezTo>
                <a:cubicBezTo>
                  <a:pt x="1173733" y="1127841"/>
                  <a:pt x="1173733" y="1127841"/>
                  <a:pt x="1173733" y="1127841"/>
                </a:cubicBezTo>
                <a:lnTo>
                  <a:pt x="1244868" y="1071095"/>
                </a:lnTo>
                <a:close/>
                <a:moveTo>
                  <a:pt x="1138165" y="1170402"/>
                </a:moveTo>
                <a:cubicBezTo>
                  <a:pt x="1401366" y="1425762"/>
                  <a:pt x="1401366" y="1425762"/>
                  <a:pt x="1401366" y="1425762"/>
                </a:cubicBezTo>
                <a:cubicBezTo>
                  <a:pt x="1344458" y="1482508"/>
                  <a:pt x="1344458" y="1482508"/>
                  <a:pt x="1344458" y="1482508"/>
                </a:cubicBezTo>
                <a:cubicBezTo>
                  <a:pt x="1081258" y="1234242"/>
                  <a:pt x="1081258" y="1234242"/>
                  <a:pt x="1081258" y="1234242"/>
                </a:cubicBezTo>
                <a:lnTo>
                  <a:pt x="1138165" y="1170402"/>
                </a:lnTo>
                <a:close/>
                <a:moveTo>
                  <a:pt x="860737" y="1496695"/>
                </a:moveTo>
                <a:cubicBezTo>
                  <a:pt x="1159506" y="1517975"/>
                  <a:pt x="1159506" y="1517975"/>
                  <a:pt x="1159506" y="1517975"/>
                </a:cubicBezTo>
                <a:cubicBezTo>
                  <a:pt x="960327" y="1369014"/>
                  <a:pt x="960327" y="1369014"/>
                  <a:pt x="960327" y="1369014"/>
                </a:cubicBezTo>
                <a:cubicBezTo>
                  <a:pt x="1010121" y="1305175"/>
                  <a:pt x="1010121" y="1305175"/>
                  <a:pt x="1010121" y="1305175"/>
                </a:cubicBezTo>
                <a:cubicBezTo>
                  <a:pt x="1294663" y="1532162"/>
                  <a:pt x="1294663" y="1532162"/>
                  <a:pt x="1294663" y="1532162"/>
                </a:cubicBezTo>
                <a:cubicBezTo>
                  <a:pt x="1244868" y="1596001"/>
                  <a:pt x="1244868" y="1596001"/>
                  <a:pt x="1244868" y="1596001"/>
                </a:cubicBezTo>
                <a:cubicBezTo>
                  <a:pt x="953214" y="1574721"/>
                  <a:pt x="953214" y="1574721"/>
                  <a:pt x="953214" y="1574721"/>
                </a:cubicBezTo>
                <a:cubicBezTo>
                  <a:pt x="1145278" y="1723682"/>
                  <a:pt x="1145278" y="1723682"/>
                  <a:pt x="1145278" y="1723682"/>
                </a:cubicBezTo>
                <a:cubicBezTo>
                  <a:pt x="1102597" y="1787522"/>
                  <a:pt x="1102597" y="1787522"/>
                  <a:pt x="1102597" y="1787522"/>
                </a:cubicBezTo>
                <a:cubicBezTo>
                  <a:pt x="810943" y="1560535"/>
                  <a:pt x="810943" y="1560535"/>
                  <a:pt x="810943" y="1560535"/>
                </a:cubicBezTo>
                <a:lnTo>
                  <a:pt x="860737" y="1496695"/>
                </a:lnTo>
                <a:close/>
                <a:moveTo>
                  <a:pt x="625991" y="1872642"/>
                </a:moveTo>
                <a:cubicBezTo>
                  <a:pt x="796715" y="1971949"/>
                  <a:pt x="796715" y="1971949"/>
                  <a:pt x="796715" y="1971949"/>
                </a:cubicBezTo>
                <a:cubicBezTo>
                  <a:pt x="825170" y="1986135"/>
                  <a:pt x="846511" y="1993229"/>
                  <a:pt x="853624" y="1993229"/>
                </a:cubicBezTo>
                <a:cubicBezTo>
                  <a:pt x="867851" y="2000322"/>
                  <a:pt x="882079" y="2000322"/>
                  <a:pt x="896305" y="1993229"/>
                </a:cubicBezTo>
                <a:cubicBezTo>
                  <a:pt x="910533" y="1986135"/>
                  <a:pt x="924759" y="1971949"/>
                  <a:pt x="938986" y="1950669"/>
                </a:cubicBezTo>
                <a:cubicBezTo>
                  <a:pt x="946100" y="1929389"/>
                  <a:pt x="953214" y="1915202"/>
                  <a:pt x="953214" y="1901016"/>
                </a:cubicBezTo>
                <a:cubicBezTo>
                  <a:pt x="953214" y="1886829"/>
                  <a:pt x="946100" y="1872642"/>
                  <a:pt x="931873" y="1865549"/>
                </a:cubicBezTo>
                <a:cubicBezTo>
                  <a:pt x="924759" y="1858456"/>
                  <a:pt x="903418" y="1844269"/>
                  <a:pt x="882079" y="1830083"/>
                </a:cubicBezTo>
                <a:cubicBezTo>
                  <a:pt x="704240" y="1730775"/>
                  <a:pt x="704240" y="1730775"/>
                  <a:pt x="704240" y="1730775"/>
                </a:cubicBezTo>
                <a:cubicBezTo>
                  <a:pt x="739808" y="1659842"/>
                  <a:pt x="739808" y="1659842"/>
                  <a:pt x="739808" y="1659842"/>
                </a:cubicBezTo>
                <a:cubicBezTo>
                  <a:pt x="910533" y="1759148"/>
                  <a:pt x="910533" y="1759148"/>
                  <a:pt x="910533" y="1759148"/>
                </a:cubicBezTo>
                <a:cubicBezTo>
                  <a:pt x="953214" y="1780428"/>
                  <a:pt x="974554" y="1794615"/>
                  <a:pt x="988781" y="1808803"/>
                </a:cubicBezTo>
                <a:cubicBezTo>
                  <a:pt x="1003008" y="1822988"/>
                  <a:pt x="1010121" y="1837176"/>
                  <a:pt x="1017236" y="1851362"/>
                </a:cubicBezTo>
                <a:cubicBezTo>
                  <a:pt x="1024349" y="1865549"/>
                  <a:pt x="1024349" y="1886829"/>
                  <a:pt x="1024349" y="1908109"/>
                </a:cubicBezTo>
                <a:cubicBezTo>
                  <a:pt x="1017236" y="1929389"/>
                  <a:pt x="1010121" y="1950669"/>
                  <a:pt x="995895" y="1979042"/>
                </a:cubicBezTo>
                <a:cubicBezTo>
                  <a:pt x="974554" y="2014510"/>
                  <a:pt x="953214" y="2035788"/>
                  <a:pt x="938986" y="2049976"/>
                </a:cubicBezTo>
                <a:cubicBezTo>
                  <a:pt x="924759" y="2064163"/>
                  <a:pt x="903418" y="2071256"/>
                  <a:pt x="889192" y="2078349"/>
                </a:cubicBezTo>
                <a:cubicBezTo>
                  <a:pt x="874965" y="2078349"/>
                  <a:pt x="853624" y="2078349"/>
                  <a:pt x="839398" y="2078349"/>
                </a:cubicBezTo>
                <a:cubicBezTo>
                  <a:pt x="818057" y="2071256"/>
                  <a:pt x="789602" y="2057069"/>
                  <a:pt x="754035" y="2035788"/>
                </a:cubicBezTo>
                <a:cubicBezTo>
                  <a:pt x="583310" y="1943575"/>
                  <a:pt x="583310" y="1943575"/>
                  <a:pt x="583310" y="1943575"/>
                </a:cubicBezTo>
                <a:lnTo>
                  <a:pt x="625991" y="1872642"/>
                </a:lnTo>
                <a:close/>
                <a:moveTo>
                  <a:pt x="320109" y="2851523"/>
                </a:moveTo>
                <a:cubicBezTo>
                  <a:pt x="583310" y="2723843"/>
                  <a:pt x="583310" y="2723843"/>
                  <a:pt x="583310" y="2723843"/>
                </a:cubicBezTo>
                <a:cubicBezTo>
                  <a:pt x="341450" y="2688377"/>
                  <a:pt x="341450" y="2688377"/>
                  <a:pt x="341450" y="2688377"/>
                </a:cubicBezTo>
                <a:cubicBezTo>
                  <a:pt x="355676" y="2610349"/>
                  <a:pt x="355676" y="2610349"/>
                  <a:pt x="355676" y="2610349"/>
                </a:cubicBezTo>
                <a:cubicBezTo>
                  <a:pt x="718467" y="2667097"/>
                  <a:pt x="718467" y="2667097"/>
                  <a:pt x="718467" y="2667097"/>
                </a:cubicBezTo>
                <a:cubicBezTo>
                  <a:pt x="704240" y="2745123"/>
                  <a:pt x="704240" y="2745123"/>
                  <a:pt x="704240" y="2745123"/>
                </a:cubicBezTo>
                <a:cubicBezTo>
                  <a:pt x="441039" y="2872804"/>
                  <a:pt x="441039" y="2872804"/>
                  <a:pt x="441039" y="2872804"/>
                </a:cubicBezTo>
                <a:cubicBezTo>
                  <a:pt x="675786" y="2908270"/>
                  <a:pt x="675786" y="2908270"/>
                  <a:pt x="675786" y="2908270"/>
                </a:cubicBezTo>
                <a:cubicBezTo>
                  <a:pt x="668673" y="2986297"/>
                  <a:pt x="668673" y="2986297"/>
                  <a:pt x="668673" y="2986297"/>
                </a:cubicBezTo>
                <a:cubicBezTo>
                  <a:pt x="305882" y="2929550"/>
                  <a:pt x="305882" y="2929550"/>
                  <a:pt x="305882" y="2929550"/>
                </a:cubicBezTo>
                <a:lnTo>
                  <a:pt x="320109" y="2851523"/>
                </a:lnTo>
                <a:close/>
                <a:moveTo>
                  <a:pt x="298769" y="3028857"/>
                </a:moveTo>
                <a:cubicBezTo>
                  <a:pt x="668673" y="3050137"/>
                  <a:pt x="668673" y="3050137"/>
                  <a:pt x="668673" y="3050137"/>
                </a:cubicBezTo>
                <a:cubicBezTo>
                  <a:pt x="661558" y="3128164"/>
                  <a:pt x="661558" y="3128164"/>
                  <a:pt x="661558" y="3128164"/>
                </a:cubicBezTo>
                <a:cubicBezTo>
                  <a:pt x="298769" y="3113976"/>
                  <a:pt x="298769" y="3113976"/>
                  <a:pt x="298769" y="3113976"/>
                </a:cubicBezTo>
                <a:lnTo>
                  <a:pt x="298769" y="3028857"/>
                </a:lnTo>
                <a:close/>
                <a:moveTo>
                  <a:pt x="305882" y="3454457"/>
                </a:moveTo>
                <a:cubicBezTo>
                  <a:pt x="448153" y="3447364"/>
                  <a:pt x="448153" y="3447364"/>
                  <a:pt x="448153" y="3447364"/>
                </a:cubicBezTo>
                <a:cubicBezTo>
                  <a:pt x="441039" y="3291310"/>
                  <a:pt x="441039" y="3291310"/>
                  <a:pt x="441039" y="3291310"/>
                </a:cubicBezTo>
                <a:cubicBezTo>
                  <a:pt x="298769" y="3298403"/>
                  <a:pt x="298769" y="3298403"/>
                  <a:pt x="298769" y="3298403"/>
                </a:cubicBezTo>
                <a:cubicBezTo>
                  <a:pt x="291656" y="3213284"/>
                  <a:pt x="291656" y="3213284"/>
                  <a:pt x="291656" y="3213284"/>
                </a:cubicBezTo>
                <a:cubicBezTo>
                  <a:pt x="654445" y="3192004"/>
                  <a:pt x="654445" y="3192004"/>
                  <a:pt x="654445" y="3192004"/>
                </a:cubicBezTo>
                <a:cubicBezTo>
                  <a:pt x="661558" y="3277123"/>
                  <a:pt x="661558" y="3277123"/>
                  <a:pt x="661558" y="3277123"/>
                </a:cubicBezTo>
                <a:cubicBezTo>
                  <a:pt x="505061" y="3284217"/>
                  <a:pt x="505061" y="3284217"/>
                  <a:pt x="505061" y="3284217"/>
                </a:cubicBezTo>
                <a:cubicBezTo>
                  <a:pt x="512174" y="3447364"/>
                  <a:pt x="512174" y="3447364"/>
                  <a:pt x="512174" y="3447364"/>
                </a:cubicBezTo>
                <a:cubicBezTo>
                  <a:pt x="668673" y="3433177"/>
                  <a:pt x="668673" y="3433177"/>
                  <a:pt x="668673" y="3433177"/>
                </a:cubicBezTo>
                <a:cubicBezTo>
                  <a:pt x="675786" y="3518298"/>
                  <a:pt x="675786" y="3518298"/>
                  <a:pt x="675786" y="3518298"/>
                </a:cubicBezTo>
                <a:cubicBezTo>
                  <a:pt x="305882" y="3539578"/>
                  <a:pt x="305882" y="3539578"/>
                  <a:pt x="305882" y="3539578"/>
                </a:cubicBezTo>
                <a:lnTo>
                  <a:pt x="305882" y="3454457"/>
                </a:lnTo>
                <a:close/>
                <a:moveTo>
                  <a:pt x="697126" y="3872964"/>
                </a:moveTo>
                <a:cubicBezTo>
                  <a:pt x="675786" y="3908431"/>
                  <a:pt x="633104" y="3936804"/>
                  <a:pt x="576196" y="3950992"/>
                </a:cubicBezTo>
                <a:cubicBezTo>
                  <a:pt x="519288" y="3965177"/>
                  <a:pt x="469494" y="3958085"/>
                  <a:pt x="426811" y="3929711"/>
                </a:cubicBezTo>
                <a:cubicBezTo>
                  <a:pt x="384131" y="3901338"/>
                  <a:pt x="362791" y="3858778"/>
                  <a:pt x="348563" y="3802031"/>
                </a:cubicBezTo>
                <a:cubicBezTo>
                  <a:pt x="341450" y="3752378"/>
                  <a:pt x="341450" y="3709817"/>
                  <a:pt x="362791" y="3674351"/>
                </a:cubicBezTo>
                <a:cubicBezTo>
                  <a:pt x="377017" y="3653071"/>
                  <a:pt x="391244" y="3638884"/>
                  <a:pt x="419698" y="3624697"/>
                </a:cubicBezTo>
                <a:cubicBezTo>
                  <a:pt x="455266" y="3695631"/>
                  <a:pt x="455266" y="3695631"/>
                  <a:pt x="455266" y="3695631"/>
                </a:cubicBezTo>
                <a:cubicBezTo>
                  <a:pt x="433926" y="3709817"/>
                  <a:pt x="426811" y="3716912"/>
                  <a:pt x="412585" y="3738190"/>
                </a:cubicBezTo>
                <a:cubicBezTo>
                  <a:pt x="405472" y="3752378"/>
                  <a:pt x="405472" y="3773658"/>
                  <a:pt x="412585" y="3794938"/>
                </a:cubicBezTo>
                <a:cubicBezTo>
                  <a:pt x="419698" y="3823311"/>
                  <a:pt x="433926" y="3844591"/>
                  <a:pt x="455266" y="3858778"/>
                </a:cubicBezTo>
                <a:cubicBezTo>
                  <a:pt x="476607" y="3872964"/>
                  <a:pt x="512174" y="3880058"/>
                  <a:pt x="554855" y="3865871"/>
                </a:cubicBezTo>
                <a:cubicBezTo>
                  <a:pt x="597536" y="3858778"/>
                  <a:pt x="633104" y="3844591"/>
                  <a:pt x="647332" y="3823311"/>
                </a:cubicBezTo>
                <a:cubicBezTo>
                  <a:pt x="661558" y="3802031"/>
                  <a:pt x="668673" y="3773658"/>
                  <a:pt x="661558" y="3745285"/>
                </a:cubicBezTo>
                <a:cubicBezTo>
                  <a:pt x="654445" y="3724004"/>
                  <a:pt x="647332" y="3702724"/>
                  <a:pt x="633104" y="3695631"/>
                </a:cubicBezTo>
                <a:cubicBezTo>
                  <a:pt x="611764" y="3681444"/>
                  <a:pt x="590423" y="3674351"/>
                  <a:pt x="561969" y="3674351"/>
                </a:cubicBezTo>
                <a:cubicBezTo>
                  <a:pt x="569083" y="3589231"/>
                  <a:pt x="569083" y="3589231"/>
                  <a:pt x="569083" y="3589231"/>
                </a:cubicBezTo>
                <a:cubicBezTo>
                  <a:pt x="611764" y="3596324"/>
                  <a:pt x="647332" y="3610511"/>
                  <a:pt x="668673" y="3631791"/>
                </a:cubicBezTo>
                <a:cubicBezTo>
                  <a:pt x="697126" y="3653071"/>
                  <a:pt x="711354" y="3688537"/>
                  <a:pt x="718467" y="3731097"/>
                </a:cubicBezTo>
                <a:cubicBezTo>
                  <a:pt x="732693" y="3780751"/>
                  <a:pt x="725580" y="3830404"/>
                  <a:pt x="697126" y="3872964"/>
                </a:cubicBezTo>
                <a:close/>
                <a:moveTo>
                  <a:pt x="818057" y="2340803"/>
                </a:moveTo>
                <a:cubicBezTo>
                  <a:pt x="725580" y="2347896"/>
                  <a:pt x="725580" y="2347896"/>
                  <a:pt x="725580" y="2347896"/>
                </a:cubicBezTo>
                <a:cubicBezTo>
                  <a:pt x="675786" y="2503950"/>
                  <a:pt x="675786" y="2503950"/>
                  <a:pt x="675786" y="2503950"/>
                </a:cubicBezTo>
                <a:cubicBezTo>
                  <a:pt x="746921" y="2560696"/>
                  <a:pt x="746921" y="2560696"/>
                  <a:pt x="746921" y="2560696"/>
                </a:cubicBezTo>
                <a:cubicBezTo>
                  <a:pt x="718467" y="2645816"/>
                  <a:pt x="718467" y="2645816"/>
                  <a:pt x="718467" y="2645816"/>
                </a:cubicBezTo>
                <a:cubicBezTo>
                  <a:pt x="419698" y="2383363"/>
                  <a:pt x="419698" y="2383363"/>
                  <a:pt x="419698" y="2383363"/>
                </a:cubicBezTo>
                <a:cubicBezTo>
                  <a:pt x="441039" y="2298243"/>
                  <a:pt x="441039" y="2298243"/>
                  <a:pt x="441039" y="2298243"/>
                </a:cubicBezTo>
                <a:cubicBezTo>
                  <a:pt x="839398" y="2255683"/>
                  <a:pt x="839398" y="2255683"/>
                  <a:pt x="839398" y="2255683"/>
                </a:cubicBezTo>
                <a:lnTo>
                  <a:pt x="818057" y="2340803"/>
                </a:lnTo>
                <a:close/>
                <a:moveTo>
                  <a:pt x="1792610" y="5405126"/>
                </a:moveTo>
                <a:cubicBezTo>
                  <a:pt x="1792610" y="5412219"/>
                  <a:pt x="1785497" y="5419312"/>
                  <a:pt x="1778384" y="5419312"/>
                </a:cubicBezTo>
                <a:cubicBezTo>
                  <a:pt x="1764156" y="5426406"/>
                  <a:pt x="1700135" y="5412219"/>
                  <a:pt x="1693020" y="5419312"/>
                </a:cubicBezTo>
                <a:cubicBezTo>
                  <a:pt x="1657453" y="5419312"/>
                  <a:pt x="1650340" y="5419312"/>
                  <a:pt x="1643226" y="5433499"/>
                </a:cubicBezTo>
                <a:cubicBezTo>
                  <a:pt x="1643226" y="5440592"/>
                  <a:pt x="1643226" y="5461872"/>
                  <a:pt x="1629000" y="5461872"/>
                </a:cubicBezTo>
                <a:cubicBezTo>
                  <a:pt x="1614772" y="5454780"/>
                  <a:pt x="1579204" y="5447687"/>
                  <a:pt x="1557863" y="5447687"/>
                </a:cubicBezTo>
                <a:cubicBezTo>
                  <a:pt x="1550750" y="5447687"/>
                  <a:pt x="1543637" y="5447687"/>
                  <a:pt x="1536523" y="5447687"/>
                </a:cubicBezTo>
                <a:cubicBezTo>
                  <a:pt x="1458275" y="5539900"/>
                  <a:pt x="1401366" y="5617926"/>
                  <a:pt x="1316003" y="5703047"/>
                </a:cubicBezTo>
                <a:cubicBezTo>
                  <a:pt x="1316003" y="5703047"/>
                  <a:pt x="1301777" y="5710140"/>
                  <a:pt x="1301777" y="5710140"/>
                </a:cubicBezTo>
                <a:cubicBezTo>
                  <a:pt x="1358685" y="5617926"/>
                  <a:pt x="1415593" y="5525713"/>
                  <a:pt x="1479615" y="5433499"/>
                </a:cubicBezTo>
                <a:cubicBezTo>
                  <a:pt x="1486728" y="5419312"/>
                  <a:pt x="1479615" y="5412219"/>
                  <a:pt x="1479615" y="5412219"/>
                </a:cubicBezTo>
                <a:cubicBezTo>
                  <a:pt x="1472501" y="5398033"/>
                  <a:pt x="1493843" y="5376753"/>
                  <a:pt x="1508069" y="5376753"/>
                </a:cubicBezTo>
                <a:cubicBezTo>
                  <a:pt x="1508069" y="5376753"/>
                  <a:pt x="1515182" y="5376753"/>
                  <a:pt x="1522296" y="5376753"/>
                </a:cubicBezTo>
                <a:cubicBezTo>
                  <a:pt x="1557863" y="5320006"/>
                  <a:pt x="1557863" y="5320006"/>
                  <a:pt x="1572091" y="5298726"/>
                </a:cubicBezTo>
                <a:cubicBezTo>
                  <a:pt x="1557863" y="5291633"/>
                  <a:pt x="1500956" y="5270353"/>
                  <a:pt x="1515182" y="5256166"/>
                </a:cubicBezTo>
                <a:cubicBezTo>
                  <a:pt x="1522296" y="5256166"/>
                  <a:pt x="1536523" y="5256166"/>
                  <a:pt x="1550750" y="5256166"/>
                </a:cubicBezTo>
                <a:cubicBezTo>
                  <a:pt x="1564978" y="5263260"/>
                  <a:pt x="1579204" y="5263260"/>
                  <a:pt x="1586318" y="5270353"/>
                </a:cubicBezTo>
                <a:cubicBezTo>
                  <a:pt x="1614772" y="5241980"/>
                  <a:pt x="1629000" y="5220699"/>
                  <a:pt x="1643226" y="5185232"/>
                </a:cubicBezTo>
                <a:cubicBezTo>
                  <a:pt x="1643226" y="5178139"/>
                  <a:pt x="1664567" y="5149766"/>
                  <a:pt x="1657453" y="5149766"/>
                </a:cubicBezTo>
                <a:cubicBezTo>
                  <a:pt x="1657453" y="5135579"/>
                  <a:pt x="1657453" y="5135579"/>
                  <a:pt x="1657453" y="5128486"/>
                </a:cubicBezTo>
                <a:cubicBezTo>
                  <a:pt x="1685907" y="5142672"/>
                  <a:pt x="1700135" y="5156859"/>
                  <a:pt x="1700135" y="5185232"/>
                </a:cubicBezTo>
                <a:cubicBezTo>
                  <a:pt x="1700135" y="5185232"/>
                  <a:pt x="1700135" y="5206512"/>
                  <a:pt x="1700135" y="5213607"/>
                </a:cubicBezTo>
                <a:cubicBezTo>
                  <a:pt x="1678794" y="5234885"/>
                  <a:pt x="1664567" y="5263260"/>
                  <a:pt x="1643226" y="5284540"/>
                </a:cubicBezTo>
                <a:cubicBezTo>
                  <a:pt x="1650340" y="5291633"/>
                  <a:pt x="1657453" y="5291633"/>
                  <a:pt x="1664567" y="5291633"/>
                </a:cubicBezTo>
                <a:cubicBezTo>
                  <a:pt x="1685907" y="5305820"/>
                  <a:pt x="1700135" y="5305820"/>
                  <a:pt x="1721475" y="5320006"/>
                </a:cubicBezTo>
                <a:cubicBezTo>
                  <a:pt x="1728588" y="5312913"/>
                  <a:pt x="1735703" y="5320006"/>
                  <a:pt x="1735703" y="5312913"/>
                </a:cubicBezTo>
                <a:cubicBezTo>
                  <a:pt x="1792610" y="5341286"/>
                  <a:pt x="1799725" y="5398033"/>
                  <a:pt x="1792610" y="5405126"/>
                </a:cubicBezTo>
                <a:close/>
                <a:moveTo>
                  <a:pt x="1344458" y="5213607"/>
                </a:moveTo>
                <a:cubicBezTo>
                  <a:pt x="1365799" y="5227792"/>
                  <a:pt x="1387138" y="5241980"/>
                  <a:pt x="1394253" y="5263260"/>
                </a:cubicBezTo>
                <a:cubicBezTo>
                  <a:pt x="1401366" y="5270353"/>
                  <a:pt x="1429821" y="5305820"/>
                  <a:pt x="1444047" y="5348379"/>
                </a:cubicBezTo>
                <a:cubicBezTo>
                  <a:pt x="1451160" y="5369659"/>
                  <a:pt x="1458275" y="5376753"/>
                  <a:pt x="1451160" y="5398033"/>
                </a:cubicBezTo>
                <a:cubicBezTo>
                  <a:pt x="1415593" y="5376753"/>
                  <a:pt x="1422707" y="5369659"/>
                  <a:pt x="1408480" y="5334193"/>
                </a:cubicBezTo>
                <a:cubicBezTo>
                  <a:pt x="1408480" y="5320006"/>
                  <a:pt x="1401366" y="5305820"/>
                  <a:pt x="1372912" y="5277446"/>
                </a:cubicBezTo>
                <a:cubicBezTo>
                  <a:pt x="1372912" y="5263260"/>
                  <a:pt x="1344458" y="5234885"/>
                  <a:pt x="1344458" y="5213607"/>
                </a:cubicBezTo>
                <a:close/>
                <a:moveTo>
                  <a:pt x="1863745" y="5816540"/>
                </a:moveTo>
                <a:cubicBezTo>
                  <a:pt x="1863745" y="5802353"/>
                  <a:pt x="1849519" y="5795260"/>
                  <a:pt x="1849519" y="5781073"/>
                </a:cubicBezTo>
                <a:cubicBezTo>
                  <a:pt x="1892200" y="5724327"/>
                  <a:pt x="1949108" y="5596646"/>
                  <a:pt x="1998903" y="5525713"/>
                </a:cubicBezTo>
                <a:cubicBezTo>
                  <a:pt x="2006017" y="5511526"/>
                  <a:pt x="2013130" y="5504433"/>
                  <a:pt x="2020244" y="5504433"/>
                </a:cubicBezTo>
                <a:cubicBezTo>
                  <a:pt x="2020244" y="5511526"/>
                  <a:pt x="2027357" y="5511526"/>
                  <a:pt x="2013130" y="5539900"/>
                </a:cubicBezTo>
                <a:cubicBezTo>
                  <a:pt x="2013130" y="5546993"/>
                  <a:pt x="1870860" y="5809446"/>
                  <a:pt x="1885086" y="5823633"/>
                </a:cubicBezTo>
                <a:cubicBezTo>
                  <a:pt x="1870860" y="5823633"/>
                  <a:pt x="1870860" y="5823633"/>
                  <a:pt x="1863745" y="5816540"/>
                </a:cubicBezTo>
                <a:close/>
                <a:moveTo>
                  <a:pt x="2055811" y="5880381"/>
                </a:moveTo>
                <a:cubicBezTo>
                  <a:pt x="2048698" y="5887474"/>
                  <a:pt x="2048698" y="5887474"/>
                  <a:pt x="2041585" y="5887474"/>
                </a:cubicBezTo>
                <a:cubicBezTo>
                  <a:pt x="2034470" y="5887474"/>
                  <a:pt x="2020244" y="5880381"/>
                  <a:pt x="2006017" y="5873286"/>
                </a:cubicBezTo>
                <a:cubicBezTo>
                  <a:pt x="1991789" y="5859101"/>
                  <a:pt x="1956222" y="5802353"/>
                  <a:pt x="1963335" y="5788167"/>
                </a:cubicBezTo>
                <a:cubicBezTo>
                  <a:pt x="1963335" y="5788167"/>
                  <a:pt x="1963335" y="5788167"/>
                  <a:pt x="1963335" y="5788167"/>
                </a:cubicBezTo>
                <a:cubicBezTo>
                  <a:pt x="1977563" y="5830726"/>
                  <a:pt x="2034470" y="5816540"/>
                  <a:pt x="2091379" y="5802353"/>
                </a:cubicBezTo>
                <a:cubicBezTo>
                  <a:pt x="2134060" y="5788167"/>
                  <a:pt x="2169627" y="5766887"/>
                  <a:pt x="2169627" y="5759793"/>
                </a:cubicBezTo>
                <a:cubicBezTo>
                  <a:pt x="2169627" y="5752700"/>
                  <a:pt x="2169627" y="5745607"/>
                  <a:pt x="2162514" y="5738513"/>
                </a:cubicBezTo>
                <a:cubicBezTo>
                  <a:pt x="2162514" y="5745607"/>
                  <a:pt x="2141173" y="5752700"/>
                  <a:pt x="2112720" y="5759793"/>
                </a:cubicBezTo>
                <a:cubicBezTo>
                  <a:pt x="2048698" y="5773980"/>
                  <a:pt x="1956222" y="5788167"/>
                  <a:pt x="1941995" y="5781073"/>
                </a:cubicBezTo>
                <a:cubicBezTo>
                  <a:pt x="1920654" y="5773980"/>
                  <a:pt x="1920654" y="5766887"/>
                  <a:pt x="1941995" y="5738513"/>
                </a:cubicBezTo>
                <a:cubicBezTo>
                  <a:pt x="1984676" y="5724327"/>
                  <a:pt x="2062924" y="5710140"/>
                  <a:pt x="2112720" y="5688860"/>
                </a:cubicBezTo>
                <a:cubicBezTo>
                  <a:pt x="2112720" y="5681767"/>
                  <a:pt x="2126946" y="5681767"/>
                  <a:pt x="2119833" y="5667579"/>
                </a:cubicBezTo>
                <a:cubicBezTo>
                  <a:pt x="2098492" y="5674674"/>
                  <a:pt x="2034470" y="5681767"/>
                  <a:pt x="2020244" y="5681767"/>
                </a:cubicBezTo>
                <a:cubicBezTo>
                  <a:pt x="1998903" y="5660487"/>
                  <a:pt x="2013130" y="5639206"/>
                  <a:pt x="2020244" y="5617926"/>
                </a:cubicBezTo>
                <a:cubicBezTo>
                  <a:pt x="2027357" y="5617926"/>
                  <a:pt x="2020244" y="5617926"/>
                  <a:pt x="2027357" y="5617926"/>
                </a:cubicBezTo>
                <a:cubicBezTo>
                  <a:pt x="2041585" y="5632113"/>
                  <a:pt x="2091379" y="5617926"/>
                  <a:pt x="2098492" y="5610833"/>
                </a:cubicBezTo>
                <a:cubicBezTo>
                  <a:pt x="2091379" y="5596646"/>
                  <a:pt x="2077152" y="5561180"/>
                  <a:pt x="2084266" y="5568273"/>
                </a:cubicBezTo>
                <a:cubicBezTo>
                  <a:pt x="2098492" y="5575366"/>
                  <a:pt x="2098492" y="5582460"/>
                  <a:pt x="2119833" y="5582460"/>
                </a:cubicBezTo>
                <a:cubicBezTo>
                  <a:pt x="2119833" y="5582460"/>
                  <a:pt x="2126946" y="5582460"/>
                  <a:pt x="2119833" y="5582460"/>
                </a:cubicBezTo>
                <a:cubicBezTo>
                  <a:pt x="2112720" y="5575366"/>
                  <a:pt x="2098492" y="5568273"/>
                  <a:pt x="2098492" y="5561180"/>
                </a:cubicBezTo>
                <a:cubicBezTo>
                  <a:pt x="2105605" y="5546993"/>
                  <a:pt x="2119833" y="5546993"/>
                  <a:pt x="2126946" y="5554086"/>
                </a:cubicBezTo>
                <a:cubicBezTo>
                  <a:pt x="2141173" y="5561180"/>
                  <a:pt x="2190968" y="5596646"/>
                  <a:pt x="2190968" y="5596646"/>
                </a:cubicBezTo>
                <a:cubicBezTo>
                  <a:pt x="2198082" y="5603739"/>
                  <a:pt x="2198082" y="5603739"/>
                  <a:pt x="2198082" y="5603739"/>
                </a:cubicBezTo>
                <a:cubicBezTo>
                  <a:pt x="2205195" y="5610833"/>
                  <a:pt x="2205195" y="5617926"/>
                  <a:pt x="2205195" y="5625019"/>
                </a:cubicBezTo>
                <a:cubicBezTo>
                  <a:pt x="2205195" y="5646299"/>
                  <a:pt x="2190968" y="5653394"/>
                  <a:pt x="2169627" y="5653394"/>
                </a:cubicBezTo>
                <a:cubicBezTo>
                  <a:pt x="2176742" y="5688860"/>
                  <a:pt x="2176742" y="5717233"/>
                  <a:pt x="2198082" y="5752700"/>
                </a:cubicBezTo>
                <a:cubicBezTo>
                  <a:pt x="2212310" y="5738513"/>
                  <a:pt x="2226536" y="5738513"/>
                  <a:pt x="2226536" y="5731420"/>
                </a:cubicBezTo>
                <a:cubicBezTo>
                  <a:pt x="2247877" y="5745607"/>
                  <a:pt x="2254990" y="5752700"/>
                  <a:pt x="2254990" y="5773980"/>
                </a:cubicBezTo>
                <a:cubicBezTo>
                  <a:pt x="2240763" y="5802353"/>
                  <a:pt x="2205195" y="5795260"/>
                  <a:pt x="2198082" y="5809446"/>
                </a:cubicBezTo>
                <a:cubicBezTo>
                  <a:pt x="2190968" y="5837820"/>
                  <a:pt x="2198082" y="5894567"/>
                  <a:pt x="2183855" y="5915847"/>
                </a:cubicBezTo>
                <a:cubicBezTo>
                  <a:pt x="2183855" y="5922940"/>
                  <a:pt x="2176742" y="5922940"/>
                  <a:pt x="2169627" y="5915847"/>
                </a:cubicBezTo>
                <a:cubicBezTo>
                  <a:pt x="2162514" y="5894567"/>
                  <a:pt x="2169627" y="5844913"/>
                  <a:pt x="2169627" y="5816540"/>
                </a:cubicBezTo>
                <a:cubicBezTo>
                  <a:pt x="2155401" y="5823633"/>
                  <a:pt x="2126946" y="5837820"/>
                  <a:pt x="2098492" y="5837820"/>
                </a:cubicBezTo>
                <a:cubicBezTo>
                  <a:pt x="2098492" y="5844913"/>
                  <a:pt x="2098492" y="5844913"/>
                  <a:pt x="2098492" y="5852006"/>
                </a:cubicBezTo>
                <a:cubicBezTo>
                  <a:pt x="2112720" y="5859101"/>
                  <a:pt x="2112720" y="5866194"/>
                  <a:pt x="2119833" y="5873286"/>
                </a:cubicBezTo>
                <a:cubicBezTo>
                  <a:pt x="2119833" y="5880381"/>
                  <a:pt x="2105605" y="5887474"/>
                  <a:pt x="2105605" y="5894567"/>
                </a:cubicBezTo>
                <a:cubicBezTo>
                  <a:pt x="2098492" y="5894567"/>
                  <a:pt x="2084266" y="5887474"/>
                  <a:pt x="2070038" y="5880381"/>
                </a:cubicBezTo>
                <a:cubicBezTo>
                  <a:pt x="2062924" y="5880381"/>
                  <a:pt x="2055811" y="5880381"/>
                  <a:pt x="2055811" y="5880381"/>
                </a:cubicBezTo>
                <a:close/>
                <a:moveTo>
                  <a:pt x="2254990" y="5582460"/>
                </a:moveTo>
                <a:cubicBezTo>
                  <a:pt x="2254990" y="5568273"/>
                  <a:pt x="2269217" y="5575366"/>
                  <a:pt x="2276330" y="5575366"/>
                </a:cubicBezTo>
                <a:cubicBezTo>
                  <a:pt x="2297671" y="5589553"/>
                  <a:pt x="2311898" y="5596646"/>
                  <a:pt x="2319012" y="5632113"/>
                </a:cubicBezTo>
                <a:cubicBezTo>
                  <a:pt x="2319012" y="5639206"/>
                  <a:pt x="2319012" y="5646299"/>
                  <a:pt x="2311898" y="5660487"/>
                </a:cubicBezTo>
                <a:cubicBezTo>
                  <a:pt x="2297671" y="5660487"/>
                  <a:pt x="2269217" y="5660487"/>
                  <a:pt x="2269217" y="5639206"/>
                </a:cubicBezTo>
                <a:cubicBezTo>
                  <a:pt x="2262104" y="5625019"/>
                  <a:pt x="2247877" y="5589553"/>
                  <a:pt x="2254990" y="5582460"/>
                </a:cubicBezTo>
                <a:close/>
                <a:moveTo>
                  <a:pt x="2425715" y="5688860"/>
                </a:moveTo>
                <a:cubicBezTo>
                  <a:pt x="2375920" y="5695953"/>
                  <a:pt x="2269217" y="5993873"/>
                  <a:pt x="2219423" y="6057713"/>
                </a:cubicBezTo>
                <a:cubicBezTo>
                  <a:pt x="2190968" y="6107366"/>
                  <a:pt x="2176742" y="6107366"/>
                  <a:pt x="2155401" y="6086086"/>
                </a:cubicBezTo>
                <a:cubicBezTo>
                  <a:pt x="2126946" y="6057713"/>
                  <a:pt x="2091379" y="5930034"/>
                  <a:pt x="2098492" y="5901660"/>
                </a:cubicBezTo>
                <a:cubicBezTo>
                  <a:pt x="2105605" y="5908754"/>
                  <a:pt x="2112720" y="5930034"/>
                  <a:pt x="2112720" y="5937127"/>
                </a:cubicBezTo>
                <a:cubicBezTo>
                  <a:pt x="2119833" y="5930034"/>
                  <a:pt x="2112720" y="5930034"/>
                  <a:pt x="2119833" y="5922940"/>
                </a:cubicBezTo>
                <a:cubicBezTo>
                  <a:pt x="2126946" y="5944220"/>
                  <a:pt x="2155401" y="6000967"/>
                  <a:pt x="2162514" y="6008060"/>
                </a:cubicBezTo>
                <a:cubicBezTo>
                  <a:pt x="2183855" y="6022247"/>
                  <a:pt x="2190968" y="5986780"/>
                  <a:pt x="2205195" y="5972594"/>
                </a:cubicBezTo>
                <a:cubicBezTo>
                  <a:pt x="2233649" y="5915847"/>
                  <a:pt x="2311898" y="5724327"/>
                  <a:pt x="2340352" y="5667579"/>
                </a:cubicBezTo>
                <a:cubicBezTo>
                  <a:pt x="2361693" y="5632113"/>
                  <a:pt x="2375920" y="5596646"/>
                  <a:pt x="2354580" y="5575366"/>
                </a:cubicBezTo>
                <a:cubicBezTo>
                  <a:pt x="2276330" y="5532806"/>
                  <a:pt x="2176742" y="5561180"/>
                  <a:pt x="2105605" y="5518620"/>
                </a:cubicBezTo>
                <a:cubicBezTo>
                  <a:pt x="2105605" y="5518620"/>
                  <a:pt x="2105605" y="5518620"/>
                  <a:pt x="2105605" y="5518620"/>
                </a:cubicBezTo>
                <a:cubicBezTo>
                  <a:pt x="2148288" y="5504433"/>
                  <a:pt x="2333239" y="5546993"/>
                  <a:pt x="2333239" y="5546993"/>
                </a:cubicBezTo>
                <a:cubicBezTo>
                  <a:pt x="2390148" y="5561180"/>
                  <a:pt x="2461283" y="5617926"/>
                  <a:pt x="2425715" y="5688860"/>
                </a:cubicBezTo>
                <a:close/>
                <a:moveTo>
                  <a:pt x="2596440" y="6086086"/>
                </a:moveTo>
                <a:cubicBezTo>
                  <a:pt x="2596440" y="6086086"/>
                  <a:pt x="2582212" y="6093181"/>
                  <a:pt x="2575099" y="6093181"/>
                </a:cubicBezTo>
                <a:cubicBezTo>
                  <a:pt x="2575099" y="6093181"/>
                  <a:pt x="2575099" y="6100274"/>
                  <a:pt x="2560872" y="6107366"/>
                </a:cubicBezTo>
                <a:cubicBezTo>
                  <a:pt x="2560872" y="6107366"/>
                  <a:pt x="2546645" y="6114461"/>
                  <a:pt x="2532418" y="6107366"/>
                </a:cubicBezTo>
                <a:cubicBezTo>
                  <a:pt x="2532418" y="6107366"/>
                  <a:pt x="2525305" y="6100274"/>
                  <a:pt x="2518192" y="6100274"/>
                </a:cubicBezTo>
                <a:cubicBezTo>
                  <a:pt x="2518192" y="6100274"/>
                  <a:pt x="2503964" y="6093181"/>
                  <a:pt x="2496850" y="6093181"/>
                </a:cubicBezTo>
                <a:cubicBezTo>
                  <a:pt x="2496850" y="6093181"/>
                  <a:pt x="2482623" y="6093181"/>
                  <a:pt x="2503964" y="6086086"/>
                </a:cubicBezTo>
                <a:cubicBezTo>
                  <a:pt x="2503964" y="6086086"/>
                  <a:pt x="2503964" y="6078993"/>
                  <a:pt x="2511077" y="6078993"/>
                </a:cubicBezTo>
                <a:cubicBezTo>
                  <a:pt x="2511077" y="6078993"/>
                  <a:pt x="2518192" y="6078993"/>
                  <a:pt x="2518192" y="6078993"/>
                </a:cubicBezTo>
                <a:cubicBezTo>
                  <a:pt x="2518192" y="6078993"/>
                  <a:pt x="2518192" y="6071900"/>
                  <a:pt x="2525305" y="6078993"/>
                </a:cubicBezTo>
                <a:cubicBezTo>
                  <a:pt x="2525305" y="6078993"/>
                  <a:pt x="2532418" y="6086086"/>
                  <a:pt x="2539531" y="6064808"/>
                </a:cubicBezTo>
                <a:cubicBezTo>
                  <a:pt x="2539531" y="6064808"/>
                  <a:pt x="2539531" y="6064808"/>
                  <a:pt x="2546645" y="6064808"/>
                </a:cubicBezTo>
                <a:cubicBezTo>
                  <a:pt x="2546645" y="6064808"/>
                  <a:pt x="2575099" y="6050620"/>
                  <a:pt x="2639121" y="6008060"/>
                </a:cubicBezTo>
                <a:cubicBezTo>
                  <a:pt x="2639121" y="6008060"/>
                  <a:pt x="2696030" y="5972594"/>
                  <a:pt x="2731597" y="5937127"/>
                </a:cubicBezTo>
                <a:cubicBezTo>
                  <a:pt x="2731597" y="5937127"/>
                  <a:pt x="2760052" y="5915847"/>
                  <a:pt x="2795619" y="5887474"/>
                </a:cubicBezTo>
                <a:cubicBezTo>
                  <a:pt x="2795619" y="5887474"/>
                  <a:pt x="2888094" y="5816540"/>
                  <a:pt x="2902322" y="5795260"/>
                </a:cubicBezTo>
                <a:cubicBezTo>
                  <a:pt x="2902322" y="5795260"/>
                  <a:pt x="2838300" y="5759793"/>
                  <a:pt x="2845413" y="5731420"/>
                </a:cubicBezTo>
                <a:cubicBezTo>
                  <a:pt x="2845413" y="5731420"/>
                  <a:pt x="2852527" y="5717233"/>
                  <a:pt x="2859640" y="5731420"/>
                </a:cubicBezTo>
                <a:cubicBezTo>
                  <a:pt x="2859640" y="5731420"/>
                  <a:pt x="2888094" y="5752700"/>
                  <a:pt x="2937890" y="5745607"/>
                </a:cubicBezTo>
                <a:cubicBezTo>
                  <a:pt x="2937890" y="5745607"/>
                  <a:pt x="2959230" y="5745607"/>
                  <a:pt x="2987684" y="5724327"/>
                </a:cubicBezTo>
                <a:cubicBezTo>
                  <a:pt x="2987684" y="5724327"/>
                  <a:pt x="3023252" y="5717233"/>
                  <a:pt x="3037479" y="5781073"/>
                </a:cubicBezTo>
                <a:cubicBezTo>
                  <a:pt x="3037479" y="5781073"/>
                  <a:pt x="3037479" y="5809446"/>
                  <a:pt x="3023252" y="5802353"/>
                </a:cubicBezTo>
                <a:cubicBezTo>
                  <a:pt x="3023252" y="5802353"/>
                  <a:pt x="3001912" y="5802353"/>
                  <a:pt x="2980571" y="5809446"/>
                </a:cubicBezTo>
                <a:cubicBezTo>
                  <a:pt x="2980571" y="5809446"/>
                  <a:pt x="2973457" y="5802353"/>
                  <a:pt x="2959230" y="5816540"/>
                </a:cubicBezTo>
                <a:cubicBezTo>
                  <a:pt x="2959230" y="5816540"/>
                  <a:pt x="2916549" y="5859101"/>
                  <a:pt x="2824072" y="5915847"/>
                </a:cubicBezTo>
                <a:cubicBezTo>
                  <a:pt x="2824072" y="5915847"/>
                  <a:pt x="2774278" y="5951314"/>
                  <a:pt x="2710256" y="6015153"/>
                </a:cubicBezTo>
                <a:cubicBezTo>
                  <a:pt x="2710256" y="6015153"/>
                  <a:pt x="2660462" y="6057713"/>
                  <a:pt x="2596440" y="6086086"/>
                </a:cubicBezTo>
                <a:close/>
                <a:moveTo>
                  <a:pt x="3058819" y="6086086"/>
                </a:moveTo>
                <a:cubicBezTo>
                  <a:pt x="3058819" y="6086086"/>
                  <a:pt x="3058819" y="6093181"/>
                  <a:pt x="3058819" y="6100274"/>
                </a:cubicBezTo>
                <a:cubicBezTo>
                  <a:pt x="3058819" y="6100274"/>
                  <a:pt x="3058819" y="6114461"/>
                  <a:pt x="3037479" y="6114461"/>
                </a:cubicBezTo>
                <a:cubicBezTo>
                  <a:pt x="3037479" y="6114461"/>
                  <a:pt x="2987684" y="6128647"/>
                  <a:pt x="2980571" y="6142834"/>
                </a:cubicBezTo>
                <a:cubicBezTo>
                  <a:pt x="2980571" y="6142834"/>
                  <a:pt x="2952116" y="6164114"/>
                  <a:pt x="2959230" y="6185394"/>
                </a:cubicBezTo>
                <a:cubicBezTo>
                  <a:pt x="2959230" y="6185394"/>
                  <a:pt x="2959230" y="6199580"/>
                  <a:pt x="2937890" y="6206674"/>
                </a:cubicBezTo>
                <a:cubicBezTo>
                  <a:pt x="2937890" y="6206674"/>
                  <a:pt x="2923662" y="6206674"/>
                  <a:pt x="2909435" y="6206674"/>
                </a:cubicBezTo>
                <a:cubicBezTo>
                  <a:pt x="2909435" y="6206674"/>
                  <a:pt x="2895209" y="6192487"/>
                  <a:pt x="2873868" y="6206674"/>
                </a:cubicBezTo>
                <a:cubicBezTo>
                  <a:pt x="2873868" y="6206674"/>
                  <a:pt x="2873868" y="6213767"/>
                  <a:pt x="2859640" y="6206674"/>
                </a:cubicBezTo>
                <a:cubicBezTo>
                  <a:pt x="2859640" y="6206674"/>
                  <a:pt x="2859640" y="6199580"/>
                  <a:pt x="2852527" y="6199580"/>
                </a:cubicBezTo>
                <a:cubicBezTo>
                  <a:pt x="2852527" y="6199580"/>
                  <a:pt x="2845413" y="6192487"/>
                  <a:pt x="2845413" y="6185394"/>
                </a:cubicBezTo>
                <a:cubicBezTo>
                  <a:pt x="2845413" y="6185394"/>
                  <a:pt x="2845413" y="6171207"/>
                  <a:pt x="2831187" y="6164114"/>
                </a:cubicBezTo>
                <a:cubicBezTo>
                  <a:pt x="2831187" y="6164114"/>
                  <a:pt x="2824072" y="6164114"/>
                  <a:pt x="2824072" y="6149927"/>
                </a:cubicBezTo>
                <a:cubicBezTo>
                  <a:pt x="2824072" y="6149927"/>
                  <a:pt x="2816959" y="6107366"/>
                  <a:pt x="2809846" y="6086086"/>
                </a:cubicBezTo>
                <a:cubicBezTo>
                  <a:pt x="2809846" y="6086086"/>
                  <a:pt x="2802733" y="6064808"/>
                  <a:pt x="2781391" y="6057713"/>
                </a:cubicBezTo>
                <a:cubicBezTo>
                  <a:pt x="2781391" y="6057713"/>
                  <a:pt x="2752937" y="6015153"/>
                  <a:pt x="2767165" y="6015153"/>
                </a:cubicBezTo>
                <a:cubicBezTo>
                  <a:pt x="2767165" y="6015153"/>
                  <a:pt x="2795619" y="6015153"/>
                  <a:pt x="2816959" y="6057713"/>
                </a:cubicBezTo>
                <a:cubicBezTo>
                  <a:pt x="2816959" y="6057713"/>
                  <a:pt x="2816959" y="6071900"/>
                  <a:pt x="2816959" y="6086086"/>
                </a:cubicBezTo>
                <a:cubicBezTo>
                  <a:pt x="2816959" y="6086086"/>
                  <a:pt x="2824072" y="6093181"/>
                  <a:pt x="2838300" y="6142834"/>
                </a:cubicBezTo>
                <a:cubicBezTo>
                  <a:pt x="2838300" y="6142834"/>
                  <a:pt x="2845413" y="6149927"/>
                  <a:pt x="2845413" y="6135741"/>
                </a:cubicBezTo>
                <a:cubicBezTo>
                  <a:pt x="2859640" y="6121554"/>
                  <a:pt x="2859640" y="6121554"/>
                  <a:pt x="2859640" y="6121554"/>
                </a:cubicBezTo>
                <a:cubicBezTo>
                  <a:pt x="2859640" y="6121554"/>
                  <a:pt x="2866754" y="6107366"/>
                  <a:pt x="2873868" y="6114461"/>
                </a:cubicBezTo>
                <a:cubicBezTo>
                  <a:pt x="2873868" y="6114461"/>
                  <a:pt x="2873868" y="6121554"/>
                  <a:pt x="2880981" y="6114461"/>
                </a:cubicBezTo>
                <a:cubicBezTo>
                  <a:pt x="2880981" y="6114461"/>
                  <a:pt x="2902322" y="6100274"/>
                  <a:pt x="2916549" y="6086086"/>
                </a:cubicBezTo>
                <a:cubicBezTo>
                  <a:pt x="2916549" y="6086086"/>
                  <a:pt x="2937890" y="6071900"/>
                  <a:pt x="2930776" y="6064808"/>
                </a:cubicBezTo>
                <a:cubicBezTo>
                  <a:pt x="2930776" y="6064808"/>
                  <a:pt x="2909435" y="6036433"/>
                  <a:pt x="2902322" y="6029340"/>
                </a:cubicBezTo>
                <a:cubicBezTo>
                  <a:pt x="2902322" y="6029340"/>
                  <a:pt x="2880981" y="6015153"/>
                  <a:pt x="2895209" y="6015153"/>
                </a:cubicBezTo>
                <a:cubicBezTo>
                  <a:pt x="2895209" y="6015153"/>
                  <a:pt x="2902322" y="6015153"/>
                  <a:pt x="2923662" y="6022247"/>
                </a:cubicBezTo>
                <a:cubicBezTo>
                  <a:pt x="2923662" y="6022247"/>
                  <a:pt x="2966344" y="6029340"/>
                  <a:pt x="2980571" y="6015153"/>
                </a:cubicBezTo>
                <a:cubicBezTo>
                  <a:pt x="2980571" y="6015153"/>
                  <a:pt x="2980571" y="6000967"/>
                  <a:pt x="2994797" y="6008060"/>
                </a:cubicBezTo>
                <a:cubicBezTo>
                  <a:pt x="2994797" y="6008060"/>
                  <a:pt x="3016138" y="6029340"/>
                  <a:pt x="3023252" y="6029340"/>
                </a:cubicBezTo>
                <a:cubicBezTo>
                  <a:pt x="3023252" y="6029340"/>
                  <a:pt x="3065932" y="6043527"/>
                  <a:pt x="3058819" y="6086086"/>
                </a:cubicBezTo>
                <a:close/>
                <a:moveTo>
                  <a:pt x="3450064" y="6213767"/>
                </a:moveTo>
                <a:cubicBezTo>
                  <a:pt x="3450064" y="6213767"/>
                  <a:pt x="3450064" y="6227954"/>
                  <a:pt x="3435836" y="6220860"/>
                </a:cubicBezTo>
                <a:cubicBezTo>
                  <a:pt x="3435836" y="6220860"/>
                  <a:pt x="3393156" y="6199580"/>
                  <a:pt x="3378929" y="6142834"/>
                </a:cubicBezTo>
                <a:cubicBezTo>
                  <a:pt x="3378929" y="6142834"/>
                  <a:pt x="3364701" y="6078993"/>
                  <a:pt x="3364701" y="6071900"/>
                </a:cubicBezTo>
                <a:cubicBezTo>
                  <a:pt x="3364701" y="6071900"/>
                  <a:pt x="3364701" y="6071900"/>
                  <a:pt x="3364701" y="6057713"/>
                </a:cubicBezTo>
                <a:cubicBezTo>
                  <a:pt x="3357588" y="6015153"/>
                  <a:pt x="3357588" y="6015153"/>
                  <a:pt x="3357588" y="6015153"/>
                </a:cubicBezTo>
                <a:cubicBezTo>
                  <a:pt x="3357588" y="6015153"/>
                  <a:pt x="3357588" y="6015153"/>
                  <a:pt x="3364701" y="6008060"/>
                </a:cubicBezTo>
                <a:cubicBezTo>
                  <a:pt x="3364701" y="6008060"/>
                  <a:pt x="3357588" y="6000967"/>
                  <a:pt x="3364701" y="5993873"/>
                </a:cubicBezTo>
                <a:cubicBezTo>
                  <a:pt x="3364701" y="5993873"/>
                  <a:pt x="3364701" y="5993873"/>
                  <a:pt x="3364701" y="5993873"/>
                </a:cubicBezTo>
                <a:cubicBezTo>
                  <a:pt x="3364701" y="5993873"/>
                  <a:pt x="3364701" y="5972594"/>
                  <a:pt x="3371814" y="5979687"/>
                </a:cubicBezTo>
                <a:cubicBezTo>
                  <a:pt x="3371814" y="5979687"/>
                  <a:pt x="3378929" y="5986780"/>
                  <a:pt x="3371814" y="6000967"/>
                </a:cubicBezTo>
                <a:cubicBezTo>
                  <a:pt x="3371814" y="6000967"/>
                  <a:pt x="3364701" y="6015153"/>
                  <a:pt x="3393156" y="6064808"/>
                </a:cubicBezTo>
                <a:cubicBezTo>
                  <a:pt x="3393156" y="6064808"/>
                  <a:pt x="3400269" y="6071900"/>
                  <a:pt x="3407382" y="6071900"/>
                </a:cubicBezTo>
                <a:cubicBezTo>
                  <a:pt x="3407382" y="6071900"/>
                  <a:pt x="3414497" y="6078993"/>
                  <a:pt x="3421610" y="6100274"/>
                </a:cubicBezTo>
                <a:cubicBezTo>
                  <a:pt x="3421610" y="6100274"/>
                  <a:pt x="3421610" y="6114461"/>
                  <a:pt x="3421610" y="6114461"/>
                </a:cubicBezTo>
                <a:cubicBezTo>
                  <a:pt x="3421610" y="6114461"/>
                  <a:pt x="3414497" y="6128647"/>
                  <a:pt x="3428723" y="6121554"/>
                </a:cubicBezTo>
                <a:cubicBezTo>
                  <a:pt x="3428723" y="6121554"/>
                  <a:pt x="3435836" y="6121554"/>
                  <a:pt x="3435836" y="6128647"/>
                </a:cubicBezTo>
                <a:cubicBezTo>
                  <a:pt x="3435836" y="6128647"/>
                  <a:pt x="3435836" y="6149927"/>
                  <a:pt x="3435836" y="6157021"/>
                </a:cubicBezTo>
                <a:cubicBezTo>
                  <a:pt x="3435836" y="6157021"/>
                  <a:pt x="3442950" y="6164114"/>
                  <a:pt x="3442950" y="6171207"/>
                </a:cubicBezTo>
                <a:cubicBezTo>
                  <a:pt x="3442950" y="6171207"/>
                  <a:pt x="3442950" y="6178300"/>
                  <a:pt x="3442950" y="6178300"/>
                </a:cubicBezTo>
                <a:cubicBezTo>
                  <a:pt x="3442950" y="6178300"/>
                  <a:pt x="3450064" y="6178300"/>
                  <a:pt x="3450064" y="6178300"/>
                </a:cubicBezTo>
                <a:cubicBezTo>
                  <a:pt x="3450064" y="6178300"/>
                  <a:pt x="3457177" y="6213767"/>
                  <a:pt x="3450064" y="6213767"/>
                </a:cubicBezTo>
                <a:close/>
                <a:moveTo>
                  <a:pt x="3428723" y="5915847"/>
                </a:moveTo>
                <a:cubicBezTo>
                  <a:pt x="3428723" y="5915847"/>
                  <a:pt x="3421610" y="5908754"/>
                  <a:pt x="3414497" y="5908754"/>
                </a:cubicBezTo>
                <a:cubicBezTo>
                  <a:pt x="3414497" y="5908754"/>
                  <a:pt x="3407382" y="5908754"/>
                  <a:pt x="3400269" y="5908754"/>
                </a:cubicBezTo>
                <a:cubicBezTo>
                  <a:pt x="3400269" y="5908754"/>
                  <a:pt x="3386042" y="5908754"/>
                  <a:pt x="3393156" y="5894567"/>
                </a:cubicBezTo>
                <a:cubicBezTo>
                  <a:pt x="3393156" y="5894567"/>
                  <a:pt x="3407382" y="5866194"/>
                  <a:pt x="3400269" y="5837820"/>
                </a:cubicBezTo>
                <a:cubicBezTo>
                  <a:pt x="3400269" y="5837820"/>
                  <a:pt x="3400269" y="5830726"/>
                  <a:pt x="3407382" y="5823633"/>
                </a:cubicBezTo>
                <a:cubicBezTo>
                  <a:pt x="3407382" y="5823633"/>
                  <a:pt x="3407382" y="5816540"/>
                  <a:pt x="3414497" y="5823633"/>
                </a:cubicBezTo>
                <a:cubicBezTo>
                  <a:pt x="3414497" y="5823633"/>
                  <a:pt x="3450064" y="5873286"/>
                  <a:pt x="3450064" y="5901660"/>
                </a:cubicBezTo>
                <a:cubicBezTo>
                  <a:pt x="3450064" y="5901660"/>
                  <a:pt x="3457177" y="5922940"/>
                  <a:pt x="3428723" y="5915847"/>
                </a:cubicBezTo>
                <a:close/>
                <a:moveTo>
                  <a:pt x="3841308" y="5944220"/>
                </a:moveTo>
                <a:cubicBezTo>
                  <a:pt x="3841308" y="5944220"/>
                  <a:pt x="3834195" y="5972594"/>
                  <a:pt x="3819968" y="5979687"/>
                </a:cubicBezTo>
                <a:cubicBezTo>
                  <a:pt x="3819968" y="5979687"/>
                  <a:pt x="3812854" y="5986780"/>
                  <a:pt x="3812854" y="6000967"/>
                </a:cubicBezTo>
                <a:cubicBezTo>
                  <a:pt x="3812854" y="6000967"/>
                  <a:pt x="3791514" y="6043527"/>
                  <a:pt x="3777286" y="6050620"/>
                </a:cubicBezTo>
                <a:cubicBezTo>
                  <a:pt x="3777286" y="6050620"/>
                  <a:pt x="3755946" y="6064808"/>
                  <a:pt x="3763060" y="6078993"/>
                </a:cubicBezTo>
                <a:cubicBezTo>
                  <a:pt x="3763060" y="6078993"/>
                  <a:pt x="3791514" y="6100274"/>
                  <a:pt x="3784399" y="6128647"/>
                </a:cubicBezTo>
                <a:cubicBezTo>
                  <a:pt x="3784399" y="6128647"/>
                  <a:pt x="3784399" y="6135741"/>
                  <a:pt x="3777286" y="6135741"/>
                </a:cubicBezTo>
                <a:cubicBezTo>
                  <a:pt x="3777286" y="6135741"/>
                  <a:pt x="3770173" y="6142834"/>
                  <a:pt x="3763060" y="6142834"/>
                </a:cubicBezTo>
                <a:cubicBezTo>
                  <a:pt x="3763060" y="6142834"/>
                  <a:pt x="3755946" y="6142834"/>
                  <a:pt x="3755946" y="6142834"/>
                </a:cubicBezTo>
                <a:cubicBezTo>
                  <a:pt x="3755946" y="6142834"/>
                  <a:pt x="3727492" y="6157021"/>
                  <a:pt x="3713264" y="6157021"/>
                </a:cubicBezTo>
                <a:cubicBezTo>
                  <a:pt x="3713264" y="6157021"/>
                  <a:pt x="3699038" y="6157021"/>
                  <a:pt x="3677696" y="6157021"/>
                </a:cubicBezTo>
                <a:cubicBezTo>
                  <a:pt x="3677696" y="6157021"/>
                  <a:pt x="3677696" y="6149927"/>
                  <a:pt x="3670583" y="6157021"/>
                </a:cubicBezTo>
                <a:cubicBezTo>
                  <a:pt x="3670583" y="6157021"/>
                  <a:pt x="3642129" y="6192487"/>
                  <a:pt x="3606561" y="6164114"/>
                </a:cubicBezTo>
                <a:cubicBezTo>
                  <a:pt x="3606561" y="6164114"/>
                  <a:pt x="3599448" y="6157021"/>
                  <a:pt x="3592335" y="6149927"/>
                </a:cubicBezTo>
                <a:cubicBezTo>
                  <a:pt x="3585221" y="6149927"/>
                  <a:pt x="3578107" y="6142834"/>
                  <a:pt x="3570994" y="6142834"/>
                </a:cubicBezTo>
                <a:cubicBezTo>
                  <a:pt x="3570994" y="6142834"/>
                  <a:pt x="3528313" y="6114461"/>
                  <a:pt x="3514086" y="6107366"/>
                </a:cubicBezTo>
                <a:cubicBezTo>
                  <a:pt x="3514086" y="6107366"/>
                  <a:pt x="3485632" y="6086086"/>
                  <a:pt x="3485632" y="6071900"/>
                </a:cubicBezTo>
                <a:cubicBezTo>
                  <a:pt x="3485632" y="6071900"/>
                  <a:pt x="3478519" y="6050620"/>
                  <a:pt x="3464291" y="6050620"/>
                </a:cubicBezTo>
                <a:cubicBezTo>
                  <a:pt x="3464291" y="6050620"/>
                  <a:pt x="3457177" y="6050620"/>
                  <a:pt x="3457177" y="6036433"/>
                </a:cubicBezTo>
                <a:cubicBezTo>
                  <a:pt x="3457177" y="6036433"/>
                  <a:pt x="3457177" y="6036433"/>
                  <a:pt x="3457177" y="6036433"/>
                </a:cubicBezTo>
                <a:cubicBezTo>
                  <a:pt x="3457177" y="6036433"/>
                  <a:pt x="3457177" y="6036433"/>
                  <a:pt x="3457177" y="6029340"/>
                </a:cubicBezTo>
                <a:cubicBezTo>
                  <a:pt x="3457177" y="6029340"/>
                  <a:pt x="3450064" y="6022247"/>
                  <a:pt x="3464291" y="6000967"/>
                </a:cubicBezTo>
                <a:cubicBezTo>
                  <a:pt x="3464291" y="6000967"/>
                  <a:pt x="3478519" y="5986780"/>
                  <a:pt x="3492745" y="5979687"/>
                </a:cubicBezTo>
                <a:cubicBezTo>
                  <a:pt x="3492745" y="5979687"/>
                  <a:pt x="3521199" y="5951314"/>
                  <a:pt x="3542539" y="5937127"/>
                </a:cubicBezTo>
                <a:cubicBezTo>
                  <a:pt x="3542539" y="5937127"/>
                  <a:pt x="3549654" y="5930034"/>
                  <a:pt x="3556767" y="5922940"/>
                </a:cubicBezTo>
                <a:cubicBezTo>
                  <a:pt x="3563880" y="5915847"/>
                  <a:pt x="3570994" y="5908754"/>
                  <a:pt x="3570994" y="5908754"/>
                </a:cubicBezTo>
                <a:cubicBezTo>
                  <a:pt x="3570994" y="5908754"/>
                  <a:pt x="3585221" y="5894567"/>
                  <a:pt x="3599448" y="5887474"/>
                </a:cubicBezTo>
                <a:cubicBezTo>
                  <a:pt x="3599448" y="5887474"/>
                  <a:pt x="3620789" y="5880381"/>
                  <a:pt x="3620789" y="5873286"/>
                </a:cubicBezTo>
                <a:cubicBezTo>
                  <a:pt x="3620789" y="5873286"/>
                  <a:pt x="3620789" y="5852006"/>
                  <a:pt x="3620789" y="5844913"/>
                </a:cubicBezTo>
                <a:cubicBezTo>
                  <a:pt x="3606561" y="5738513"/>
                  <a:pt x="3606561" y="5738513"/>
                  <a:pt x="3606561" y="5738513"/>
                </a:cubicBezTo>
                <a:cubicBezTo>
                  <a:pt x="3606561" y="5738513"/>
                  <a:pt x="3606561" y="5731420"/>
                  <a:pt x="3613675" y="5738513"/>
                </a:cubicBezTo>
                <a:cubicBezTo>
                  <a:pt x="3613675" y="5738513"/>
                  <a:pt x="3620789" y="5738513"/>
                  <a:pt x="3627902" y="5738513"/>
                </a:cubicBezTo>
                <a:cubicBezTo>
                  <a:pt x="3627902" y="5738513"/>
                  <a:pt x="3642129" y="5731420"/>
                  <a:pt x="3649243" y="5759793"/>
                </a:cubicBezTo>
                <a:cubicBezTo>
                  <a:pt x="3649243" y="5759793"/>
                  <a:pt x="3663470" y="5788167"/>
                  <a:pt x="3670583" y="5816540"/>
                </a:cubicBezTo>
                <a:cubicBezTo>
                  <a:pt x="3670583" y="5816540"/>
                  <a:pt x="3670583" y="5852006"/>
                  <a:pt x="3670583" y="5859101"/>
                </a:cubicBezTo>
                <a:cubicBezTo>
                  <a:pt x="3670583" y="5859101"/>
                  <a:pt x="3670583" y="5873286"/>
                  <a:pt x="3684811" y="5873286"/>
                </a:cubicBezTo>
                <a:cubicBezTo>
                  <a:pt x="3684811" y="5873286"/>
                  <a:pt x="3699038" y="5873286"/>
                  <a:pt x="3720379" y="5873286"/>
                </a:cubicBezTo>
                <a:cubicBezTo>
                  <a:pt x="3748832" y="5880381"/>
                  <a:pt x="3777286" y="5880381"/>
                  <a:pt x="3791514" y="5880381"/>
                </a:cubicBezTo>
                <a:cubicBezTo>
                  <a:pt x="3791514" y="5880381"/>
                  <a:pt x="3819968" y="5887474"/>
                  <a:pt x="3848421" y="5922940"/>
                </a:cubicBezTo>
                <a:cubicBezTo>
                  <a:pt x="3848421" y="5922940"/>
                  <a:pt x="3855536" y="5922940"/>
                  <a:pt x="3841308" y="5944220"/>
                </a:cubicBezTo>
                <a:close/>
                <a:moveTo>
                  <a:pt x="4296574" y="5738513"/>
                </a:moveTo>
                <a:cubicBezTo>
                  <a:pt x="4296574" y="5738513"/>
                  <a:pt x="4289461" y="5738513"/>
                  <a:pt x="4289461" y="5752700"/>
                </a:cubicBezTo>
                <a:cubicBezTo>
                  <a:pt x="4289461" y="5752700"/>
                  <a:pt x="4282347" y="5773980"/>
                  <a:pt x="4289461" y="5788167"/>
                </a:cubicBezTo>
                <a:cubicBezTo>
                  <a:pt x="4289461" y="5788167"/>
                  <a:pt x="4289461" y="5802353"/>
                  <a:pt x="4282347" y="5823633"/>
                </a:cubicBezTo>
                <a:cubicBezTo>
                  <a:pt x="4282347" y="5823633"/>
                  <a:pt x="4253893" y="5859101"/>
                  <a:pt x="4275234" y="5894567"/>
                </a:cubicBezTo>
                <a:cubicBezTo>
                  <a:pt x="4275234" y="5894567"/>
                  <a:pt x="4296574" y="5915847"/>
                  <a:pt x="4275234" y="5930034"/>
                </a:cubicBezTo>
                <a:cubicBezTo>
                  <a:pt x="4275234" y="5930034"/>
                  <a:pt x="4268121" y="5937127"/>
                  <a:pt x="4261006" y="5958407"/>
                </a:cubicBezTo>
                <a:cubicBezTo>
                  <a:pt x="4261006" y="5958407"/>
                  <a:pt x="4261006" y="5972594"/>
                  <a:pt x="4261006" y="5972594"/>
                </a:cubicBezTo>
                <a:cubicBezTo>
                  <a:pt x="4261006" y="5972594"/>
                  <a:pt x="4253893" y="5986780"/>
                  <a:pt x="4253893" y="5993873"/>
                </a:cubicBezTo>
                <a:cubicBezTo>
                  <a:pt x="4253893" y="5993873"/>
                  <a:pt x="4253893" y="6008060"/>
                  <a:pt x="4232553" y="6015153"/>
                </a:cubicBezTo>
                <a:cubicBezTo>
                  <a:pt x="4232553" y="6015153"/>
                  <a:pt x="4218325" y="6029340"/>
                  <a:pt x="4211212" y="6036433"/>
                </a:cubicBezTo>
                <a:cubicBezTo>
                  <a:pt x="4211212" y="6036433"/>
                  <a:pt x="4204099" y="6050620"/>
                  <a:pt x="4196986" y="6050620"/>
                </a:cubicBezTo>
                <a:cubicBezTo>
                  <a:pt x="4196986" y="6050620"/>
                  <a:pt x="4196986" y="6050620"/>
                  <a:pt x="4196986" y="6057713"/>
                </a:cubicBezTo>
                <a:cubicBezTo>
                  <a:pt x="4196986" y="6057713"/>
                  <a:pt x="4189871" y="6071900"/>
                  <a:pt x="4168531" y="6078993"/>
                </a:cubicBezTo>
                <a:cubicBezTo>
                  <a:pt x="4168531" y="6078993"/>
                  <a:pt x="4168531" y="6029340"/>
                  <a:pt x="4168531" y="6015153"/>
                </a:cubicBezTo>
                <a:cubicBezTo>
                  <a:pt x="4168531" y="6015153"/>
                  <a:pt x="4168531" y="5993873"/>
                  <a:pt x="4168531" y="5979687"/>
                </a:cubicBezTo>
                <a:cubicBezTo>
                  <a:pt x="4168531" y="5979687"/>
                  <a:pt x="4168531" y="5958407"/>
                  <a:pt x="4182758" y="5958407"/>
                </a:cubicBezTo>
                <a:cubicBezTo>
                  <a:pt x="4182758" y="5958407"/>
                  <a:pt x="4182758" y="5965500"/>
                  <a:pt x="4182758" y="5958407"/>
                </a:cubicBezTo>
                <a:cubicBezTo>
                  <a:pt x="4182758" y="5958407"/>
                  <a:pt x="4196986" y="5930034"/>
                  <a:pt x="4196986" y="5922940"/>
                </a:cubicBezTo>
                <a:cubicBezTo>
                  <a:pt x="4196986" y="5922940"/>
                  <a:pt x="4182758" y="5915847"/>
                  <a:pt x="4182758" y="5915847"/>
                </a:cubicBezTo>
                <a:cubicBezTo>
                  <a:pt x="4182758" y="5915847"/>
                  <a:pt x="4175644" y="5908754"/>
                  <a:pt x="4175644" y="5901660"/>
                </a:cubicBezTo>
                <a:cubicBezTo>
                  <a:pt x="4175644" y="5901660"/>
                  <a:pt x="4175644" y="5901660"/>
                  <a:pt x="4168531" y="5894567"/>
                </a:cubicBezTo>
                <a:cubicBezTo>
                  <a:pt x="4168531" y="5894567"/>
                  <a:pt x="4154303" y="5887474"/>
                  <a:pt x="4154303" y="5894567"/>
                </a:cubicBezTo>
                <a:cubicBezTo>
                  <a:pt x="4154303" y="5894567"/>
                  <a:pt x="4154303" y="5894567"/>
                  <a:pt x="4140077" y="5894567"/>
                </a:cubicBezTo>
                <a:cubicBezTo>
                  <a:pt x="4140077" y="5894567"/>
                  <a:pt x="4076055" y="5880381"/>
                  <a:pt x="4104509" y="5866194"/>
                </a:cubicBezTo>
                <a:cubicBezTo>
                  <a:pt x="4104509" y="5866194"/>
                  <a:pt x="4140077" y="5866194"/>
                  <a:pt x="4161417" y="5830726"/>
                </a:cubicBezTo>
                <a:cubicBezTo>
                  <a:pt x="4161417" y="5830726"/>
                  <a:pt x="4168531" y="5830726"/>
                  <a:pt x="4175644" y="5773980"/>
                </a:cubicBezTo>
                <a:cubicBezTo>
                  <a:pt x="4175644" y="5773980"/>
                  <a:pt x="4175644" y="5766887"/>
                  <a:pt x="4168531" y="5766887"/>
                </a:cubicBezTo>
                <a:cubicBezTo>
                  <a:pt x="4168531" y="5766887"/>
                  <a:pt x="4161417" y="5759793"/>
                  <a:pt x="4168531" y="5759793"/>
                </a:cubicBezTo>
                <a:cubicBezTo>
                  <a:pt x="4168531" y="5759793"/>
                  <a:pt x="4168531" y="5752700"/>
                  <a:pt x="4161417" y="5745607"/>
                </a:cubicBezTo>
                <a:cubicBezTo>
                  <a:pt x="4161417" y="5745607"/>
                  <a:pt x="4154303" y="5738513"/>
                  <a:pt x="4161417" y="5731420"/>
                </a:cubicBezTo>
                <a:cubicBezTo>
                  <a:pt x="4161417" y="5731420"/>
                  <a:pt x="4161417" y="5724327"/>
                  <a:pt x="4154303" y="5717233"/>
                </a:cubicBezTo>
                <a:cubicBezTo>
                  <a:pt x="4154303" y="5717233"/>
                  <a:pt x="4154303" y="5717233"/>
                  <a:pt x="4154303" y="5710140"/>
                </a:cubicBezTo>
                <a:cubicBezTo>
                  <a:pt x="4154303" y="5710140"/>
                  <a:pt x="4154303" y="5710140"/>
                  <a:pt x="4147190" y="5695953"/>
                </a:cubicBezTo>
                <a:cubicBezTo>
                  <a:pt x="4147190" y="5695953"/>
                  <a:pt x="4147190" y="5695953"/>
                  <a:pt x="4154303" y="5688860"/>
                </a:cubicBezTo>
                <a:cubicBezTo>
                  <a:pt x="4154303" y="5688860"/>
                  <a:pt x="4161417" y="5695953"/>
                  <a:pt x="4154303" y="5681767"/>
                </a:cubicBezTo>
                <a:cubicBezTo>
                  <a:pt x="4154303" y="5681767"/>
                  <a:pt x="4147190" y="5674674"/>
                  <a:pt x="4140077" y="5667579"/>
                </a:cubicBezTo>
                <a:cubicBezTo>
                  <a:pt x="4132964" y="5660487"/>
                  <a:pt x="4132964" y="5660487"/>
                  <a:pt x="4132964" y="5660487"/>
                </a:cubicBezTo>
                <a:cubicBezTo>
                  <a:pt x="4104509" y="5610833"/>
                  <a:pt x="4104509" y="5610833"/>
                  <a:pt x="4104509" y="5610833"/>
                </a:cubicBezTo>
                <a:cubicBezTo>
                  <a:pt x="4104509" y="5610833"/>
                  <a:pt x="4083168" y="5589553"/>
                  <a:pt x="4111622" y="5596646"/>
                </a:cubicBezTo>
                <a:cubicBezTo>
                  <a:pt x="4111622" y="5596646"/>
                  <a:pt x="4132964" y="5589553"/>
                  <a:pt x="4154303" y="5596646"/>
                </a:cubicBezTo>
                <a:cubicBezTo>
                  <a:pt x="4154303" y="5596646"/>
                  <a:pt x="4175644" y="5596646"/>
                  <a:pt x="4189871" y="5596646"/>
                </a:cubicBezTo>
                <a:cubicBezTo>
                  <a:pt x="4189871" y="5596646"/>
                  <a:pt x="4196986" y="5589553"/>
                  <a:pt x="4204099" y="5617926"/>
                </a:cubicBezTo>
                <a:cubicBezTo>
                  <a:pt x="4204099" y="5617926"/>
                  <a:pt x="4218325" y="5639206"/>
                  <a:pt x="4218325" y="5639206"/>
                </a:cubicBezTo>
                <a:cubicBezTo>
                  <a:pt x="4218325" y="5639206"/>
                  <a:pt x="4253893" y="5646299"/>
                  <a:pt x="4261006" y="5653394"/>
                </a:cubicBezTo>
                <a:cubicBezTo>
                  <a:pt x="4261006" y="5653394"/>
                  <a:pt x="4261006" y="5653394"/>
                  <a:pt x="4261006" y="5646299"/>
                </a:cubicBezTo>
                <a:cubicBezTo>
                  <a:pt x="4261006" y="5646299"/>
                  <a:pt x="4275234" y="5646299"/>
                  <a:pt x="4289461" y="5660487"/>
                </a:cubicBezTo>
                <a:cubicBezTo>
                  <a:pt x="4289461" y="5660487"/>
                  <a:pt x="4282347" y="5674674"/>
                  <a:pt x="4296574" y="5667579"/>
                </a:cubicBezTo>
                <a:cubicBezTo>
                  <a:pt x="4296574" y="5667579"/>
                  <a:pt x="4310802" y="5667579"/>
                  <a:pt x="4310802" y="5688860"/>
                </a:cubicBezTo>
                <a:cubicBezTo>
                  <a:pt x="4310802" y="5688860"/>
                  <a:pt x="4317915" y="5717233"/>
                  <a:pt x="4296574" y="5738513"/>
                </a:cubicBezTo>
                <a:close/>
                <a:moveTo>
                  <a:pt x="4495753" y="5915847"/>
                </a:moveTo>
                <a:cubicBezTo>
                  <a:pt x="4495753" y="5915847"/>
                  <a:pt x="4488640" y="5937127"/>
                  <a:pt x="4467299" y="5944220"/>
                </a:cubicBezTo>
                <a:cubicBezTo>
                  <a:pt x="4467299" y="5944220"/>
                  <a:pt x="4453072" y="5951314"/>
                  <a:pt x="4438846" y="5951314"/>
                </a:cubicBezTo>
                <a:cubicBezTo>
                  <a:pt x="4438846" y="5951314"/>
                  <a:pt x="4424618" y="5951314"/>
                  <a:pt x="4424618" y="5944220"/>
                </a:cubicBezTo>
                <a:cubicBezTo>
                  <a:pt x="4424618" y="5944220"/>
                  <a:pt x="4417504" y="5944220"/>
                  <a:pt x="4410391" y="5951314"/>
                </a:cubicBezTo>
                <a:cubicBezTo>
                  <a:pt x="4410391" y="5951314"/>
                  <a:pt x="4403278" y="5951314"/>
                  <a:pt x="4396163" y="5937127"/>
                </a:cubicBezTo>
                <a:cubicBezTo>
                  <a:pt x="4396163" y="5937127"/>
                  <a:pt x="4381937" y="5930034"/>
                  <a:pt x="4381937" y="5915847"/>
                </a:cubicBezTo>
                <a:cubicBezTo>
                  <a:pt x="4381937" y="5915847"/>
                  <a:pt x="4381937" y="5894567"/>
                  <a:pt x="4374824" y="5880381"/>
                </a:cubicBezTo>
                <a:cubicBezTo>
                  <a:pt x="4374824" y="5880381"/>
                  <a:pt x="4360596" y="5844913"/>
                  <a:pt x="4381937" y="5852006"/>
                </a:cubicBezTo>
                <a:cubicBezTo>
                  <a:pt x="4381937" y="5852006"/>
                  <a:pt x="4389050" y="5852006"/>
                  <a:pt x="4403278" y="5844913"/>
                </a:cubicBezTo>
                <a:cubicBezTo>
                  <a:pt x="4403278" y="5844913"/>
                  <a:pt x="4424618" y="5852006"/>
                  <a:pt x="4453072" y="5859101"/>
                </a:cubicBezTo>
                <a:cubicBezTo>
                  <a:pt x="4453072" y="5859101"/>
                  <a:pt x="4474413" y="5873286"/>
                  <a:pt x="4481526" y="5873286"/>
                </a:cubicBezTo>
                <a:cubicBezTo>
                  <a:pt x="4481526" y="5873286"/>
                  <a:pt x="4495753" y="5873286"/>
                  <a:pt x="4495753" y="5894567"/>
                </a:cubicBezTo>
                <a:cubicBezTo>
                  <a:pt x="4495753" y="5894567"/>
                  <a:pt x="4495753" y="5901660"/>
                  <a:pt x="4495753" y="5908754"/>
                </a:cubicBezTo>
                <a:cubicBezTo>
                  <a:pt x="4495753" y="5908754"/>
                  <a:pt x="4495753" y="5915847"/>
                  <a:pt x="4495753" y="5915847"/>
                </a:cubicBezTo>
                <a:close/>
                <a:moveTo>
                  <a:pt x="4744726" y="5483153"/>
                </a:moveTo>
                <a:cubicBezTo>
                  <a:pt x="4744726" y="5483153"/>
                  <a:pt x="4730500" y="5476060"/>
                  <a:pt x="4723387" y="5476060"/>
                </a:cubicBezTo>
                <a:cubicBezTo>
                  <a:pt x="4723387" y="5476060"/>
                  <a:pt x="4709159" y="5461872"/>
                  <a:pt x="4709159" y="5483153"/>
                </a:cubicBezTo>
                <a:cubicBezTo>
                  <a:pt x="4709159" y="5483153"/>
                  <a:pt x="4666478" y="5518620"/>
                  <a:pt x="4666478" y="5554086"/>
                </a:cubicBezTo>
                <a:cubicBezTo>
                  <a:pt x="4666478" y="5554086"/>
                  <a:pt x="4666478" y="5561180"/>
                  <a:pt x="4673591" y="5568273"/>
                </a:cubicBezTo>
                <a:cubicBezTo>
                  <a:pt x="4673591" y="5568273"/>
                  <a:pt x="4673591" y="5589553"/>
                  <a:pt x="4666478" y="5596646"/>
                </a:cubicBezTo>
                <a:cubicBezTo>
                  <a:pt x="4666478" y="5596646"/>
                  <a:pt x="4666478" y="5617926"/>
                  <a:pt x="4659365" y="5625019"/>
                </a:cubicBezTo>
                <a:cubicBezTo>
                  <a:pt x="4659365" y="5625019"/>
                  <a:pt x="4652251" y="5625019"/>
                  <a:pt x="4645138" y="5632113"/>
                </a:cubicBezTo>
                <a:cubicBezTo>
                  <a:pt x="4645138" y="5632113"/>
                  <a:pt x="4645138" y="5632113"/>
                  <a:pt x="4638023" y="5632113"/>
                </a:cubicBezTo>
                <a:cubicBezTo>
                  <a:pt x="4638023" y="5632113"/>
                  <a:pt x="4602456" y="5632113"/>
                  <a:pt x="4609570" y="5610833"/>
                </a:cubicBezTo>
                <a:cubicBezTo>
                  <a:pt x="4609570" y="5610833"/>
                  <a:pt x="4609570" y="5582460"/>
                  <a:pt x="4609570" y="5568273"/>
                </a:cubicBezTo>
                <a:cubicBezTo>
                  <a:pt x="4609570" y="5568273"/>
                  <a:pt x="4595343" y="5546993"/>
                  <a:pt x="4616684" y="5539900"/>
                </a:cubicBezTo>
                <a:cubicBezTo>
                  <a:pt x="4616684" y="5539900"/>
                  <a:pt x="4630910" y="5532806"/>
                  <a:pt x="4638023" y="5532806"/>
                </a:cubicBezTo>
                <a:cubicBezTo>
                  <a:pt x="4638023" y="5532806"/>
                  <a:pt x="4645138" y="5532806"/>
                  <a:pt x="4652251" y="5525713"/>
                </a:cubicBezTo>
                <a:cubicBezTo>
                  <a:pt x="4652251" y="5525713"/>
                  <a:pt x="4687819" y="5483153"/>
                  <a:pt x="4702045" y="5461872"/>
                </a:cubicBezTo>
                <a:cubicBezTo>
                  <a:pt x="4702045" y="5461872"/>
                  <a:pt x="4709159" y="5454780"/>
                  <a:pt x="4694932" y="5440592"/>
                </a:cubicBezTo>
                <a:cubicBezTo>
                  <a:pt x="4694932" y="5440592"/>
                  <a:pt x="4652251" y="5405126"/>
                  <a:pt x="4623797" y="5390939"/>
                </a:cubicBezTo>
                <a:cubicBezTo>
                  <a:pt x="4623797" y="5390939"/>
                  <a:pt x="4588229" y="5376753"/>
                  <a:pt x="4566888" y="5383846"/>
                </a:cubicBezTo>
                <a:cubicBezTo>
                  <a:pt x="4566888" y="5383846"/>
                  <a:pt x="4509981" y="5376753"/>
                  <a:pt x="4552662" y="5362566"/>
                </a:cubicBezTo>
                <a:cubicBezTo>
                  <a:pt x="4552662" y="5362566"/>
                  <a:pt x="4588229" y="5348379"/>
                  <a:pt x="4652251" y="5390939"/>
                </a:cubicBezTo>
                <a:cubicBezTo>
                  <a:pt x="4652251" y="5390939"/>
                  <a:pt x="4694932" y="5419312"/>
                  <a:pt x="4702045" y="5440592"/>
                </a:cubicBezTo>
                <a:cubicBezTo>
                  <a:pt x="4702045" y="5440592"/>
                  <a:pt x="4709159" y="5447687"/>
                  <a:pt x="4716273" y="5440592"/>
                </a:cubicBezTo>
                <a:cubicBezTo>
                  <a:pt x="4716273" y="5440592"/>
                  <a:pt x="4737613" y="5426406"/>
                  <a:pt x="4723387" y="5412219"/>
                </a:cubicBezTo>
                <a:cubicBezTo>
                  <a:pt x="4723387" y="5412219"/>
                  <a:pt x="4702045" y="5369659"/>
                  <a:pt x="4623797" y="5320006"/>
                </a:cubicBezTo>
                <a:cubicBezTo>
                  <a:pt x="4623797" y="5320006"/>
                  <a:pt x="4595343" y="5298726"/>
                  <a:pt x="4581116" y="5305820"/>
                </a:cubicBezTo>
                <a:cubicBezTo>
                  <a:pt x="4581116" y="5305820"/>
                  <a:pt x="4566888" y="5298726"/>
                  <a:pt x="4581116" y="5298726"/>
                </a:cubicBezTo>
                <a:cubicBezTo>
                  <a:pt x="4581116" y="5298726"/>
                  <a:pt x="4616684" y="5284540"/>
                  <a:pt x="4666478" y="5320006"/>
                </a:cubicBezTo>
                <a:cubicBezTo>
                  <a:pt x="4666478" y="5320006"/>
                  <a:pt x="4702045" y="5348379"/>
                  <a:pt x="4723387" y="5376753"/>
                </a:cubicBezTo>
                <a:cubicBezTo>
                  <a:pt x="4723387" y="5376753"/>
                  <a:pt x="4737613" y="5390939"/>
                  <a:pt x="4730500" y="5376753"/>
                </a:cubicBezTo>
                <a:cubicBezTo>
                  <a:pt x="4730500" y="5376753"/>
                  <a:pt x="4723387" y="5362566"/>
                  <a:pt x="4730500" y="5355473"/>
                </a:cubicBezTo>
                <a:cubicBezTo>
                  <a:pt x="4730500" y="5355473"/>
                  <a:pt x="4730500" y="5355473"/>
                  <a:pt x="4730500" y="5348379"/>
                </a:cubicBezTo>
                <a:cubicBezTo>
                  <a:pt x="4730500" y="5348379"/>
                  <a:pt x="4723387" y="5341286"/>
                  <a:pt x="4723387" y="5334193"/>
                </a:cubicBezTo>
                <a:cubicBezTo>
                  <a:pt x="4723387" y="5334193"/>
                  <a:pt x="4730500" y="5334193"/>
                  <a:pt x="4716273" y="5334193"/>
                </a:cubicBezTo>
                <a:cubicBezTo>
                  <a:pt x="4716273" y="5334193"/>
                  <a:pt x="4709159" y="5327099"/>
                  <a:pt x="4702045" y="5327099"/>
                </a:cubicBezTo>
                <a:cubicBezTo>
                  <a:pt x="4702045" y="5327099"/>
                  <a:pt x="4666478" y="5327099"/>
                  <a:pt x="4694932" y="5320006"/>
                </a:cubicBezTo>
                <a:cubicBezTo>
                  <a:pt x="4694932" y="5320006"/>
                  <a:pt x="4702045" y="5320006"/>
                  <a:pt x="4716273" y="5320006"/>
                </a:cubicBezTo>
                <a:cubicBezTo>
                  <a:pt x="4716273" y="5320006"/>
                  <a:pt x="4723387" y="5320006"/>
                  <a:pt x="4716273" y="5312913"/>
                </a:cubicBezTo>
                <a:cubicBezTo>
                  <a:pt x="4716273" y="5312913"/>
                  <a:pt x="4702045" y="5284540"/>
                  <a:pt x="4702045" y="5277446"/>
                </a:cubicBezTo>
                <a:cubicBezTo>
                  <a:pt x="4702045" y="5277446"/>
                  <a:pt x="4694932" y="5263260"/>
                  <a:pt x="4694932" y="5277446"/>
                </a:cubicBezTo>
                <a:cubicBezTo>
                  <a:pt x="4694932" y="5277446"/>
                  <a:pt x="4687819" y="5291633"/>
                  <a:pt x="4666478" y="5277446"/>
                </a:cubicBezTo>
                <a:cubicBezTo>
                  <a:pt x="4666478" y="5277446"/>
                  <a:pt x="4630910" y="5277446"/>
                  <a:pt x="4630910" y="5256166"/>
                </a:cubicBezTo>
                <a:cubicBezTo>
                  <a:pt x="4630910" y="5256166"/>
                  <a:pt x="4638023" y="5227792"/>
                  <a:pt x="4616684" y="5227792"/>
                </a:cubicBezTo>
                <a:cubicBezTo>
                  <a:pt x="4616684" y="5227792"/>
                  <a:pt x="4595343" y="5220699"/>
                  <a:pt x="4616684" y="5213607"/>
                </a:cubicBezTo>
                <a:cubicBezTo>
                  <a:pt x="4616684" y="5213607"/>
                  <a:pt x="4638023" y="5206512"/>
                  <a:pt x="4666478" y="5213607"/>
                </a:cubicBezTo>
                <a:cubicBezTo>
                  <a:pt x="4666478" y="5213607"/>
                  <a:pt x="4666478" y="5220699"/>
                  <a:pt x="4680706" y="5213607"/>
                </a:cubicBezTo>
                <a:cubicBezTo>
                  <a:pt x="4680706" y="5213607"/>
                  <a:pt x="4744726" y="5185232"/>
                  <a:pt x="4751841" y="5227792"/>
                </a:cubicBezTo>
                <a:cubicBezTo>
                  <a:pt x="4751841" y="5227792"/>
                  <a:pt x="4744726" y="5256166"/>
                  <a:pt x="4758954" y="5277446"/>
                </a:cubicBezTo>
                <a:cubicBezTo>
                  <a:pt x="4758954" y="5277446"/>
                  <a:pt x="4758954" y="5291633"/>
                  <a:pt x="4758954" y="5298726"/>
                </a:cubicBezTo>
                <a:cubicBezTo>
                  <a:pt x="4758954" y="5298726"/>
                  <a:pt x="4758954" y="5305820"/>
                  <a:pt x="4766067" y="5320006"/>
                </a:cubicBezTo>
                <a:cubicBezTo>
                  <a:pt x="4766067" y="5320006"/>
                  <a:pt x="4773181" y="5320006"/>
                  <a:pt x="4766067" y="5327099"/>
                </a:cubicBezTo>
                <a:cubicBezTo>
                  <a:pt x="4766067" y="5327099"/>
                  <a:pt x="4766067" y="5341286"/>
                  <a:pt x="4766067" y="5355473"/>
                </a:cubicBezTo>
                <a:cubicBezTo>
                  <a:pt x="4766067" y="5355473"/>
                  <a:pt x="4758954" y="5376753"/>
                  <a:pt x="4773181" y="5362566"/>
                </a:cubicBezTo>
                <a:cubicBezTo>
                  <a:pt x="4773181" y="5362566"/>
                  <a:pt x="4808748" y="5312913"/>
                  <a:pt x="4822976" y="5291633"/>
                </a:cubicBezTo>
                <a:cubicBezTo>
                  <a:pt x="4822976" y="5291633"/>
                  <a:pt x="4837203" y="5277446"/>
                  <a:pt x="4815863" y="5277446"/>
                </a:cubicBezTo>
                <a:cubicBezTo>
                  <a:pt x="4815863" y="5277446"/>
                  <a:pt x="4794522" y="5270353"/>
                  <a:pt x="4780295" y="5263260"/>
                </a:cubicBezTo>
                <a:cubicBezTo>
                  <a:pt x="4780295" y="5263260"/>
                  <a:pt x="4766067" y="5256166"/>
                  <a:pt x="4780295" y="5249073"/>
                </a:cubicBezTo>
                <a:cubicBezTo>
                  <a:pt x="4780295" y="5249073"/>
                  <a:pt x="4794522" y="5256166"/>
                  <a:pt x="4794522" y="5249073"/>
                </a:cubicBezTo>
                <a:cubicBezTo>
                  <a:pt x="4794522" y="5249073"/>
                  <a:pt x="4787409" y="5241980"/>
                  <a:pt x="4794522" y="5241980"/>
                </a:cubicBezTo>
                <a:cubicBezTo>
                  <a:pt x="4794522" y="5241980"/>
                  <a:pt x="4808748" y="5241980"/>
                  <a:pt x="4808748" y="5227792"/>
                </a:cubicBezTo>
                <a:cubicBezTo>
                  <a:pt x="4808748" y="5227792"/>
                  <a:pt x="4801635" y="5206512"/>
                  <a:pt x="4794522" y="5213607"/>
                </a:cubicBezTo>
                <a:cubicBezTo>
                  <a:pt x="4794522" y="5213607"/>
                  <a:pt x="4766067" y="5213607"/>
                  <a:pt x="4758954" y="5199419"/>
                </a:cubicBezTo>
                <a:cubicBezTo>
                  <a:pt x="4758954" y="5199419"/>
                  <a:pt x="4744726" y="5192326"/>
                  <a:pt x="4744726" y="5185232"/>
                </a:cubicBezTo>
                <a:cubicBezTo>
                  <a:pt x="4744726" y="5185232"/>
                  <a:pt x="4744726" y="5178139"/>
                  <a:pt x="4758954" y="5185232"/>
                </a:cubicBezTo>
                <a:cubicBezTo>
                  <a:pt x="4758954" y="5185232"/>
                  <a:pt x="4787409" y="5199419"/>
                  <a:pt x="4773181" y="5178139"/>
                </a:cubicBezTo>
                <a:cubicBezTo>
                  <a:pt x="4758954" y="5163952"/>
                  <a:pt x="4758954" y="5163952"/>
                  <a:pt x="4758954" y="5163952"/>
                </a:cubicBezTo>
                <a:cubicBezTo>
                  <a:pt x="4758954" y="5163952"/>
                  <a:pt x="4758954" y="5149766"/>
                  <a:pt x="4737613" y="5163952"/>
                </a:cubicBezTo>
                <a:cubicBezTo>
                  <a:pt x="4737613" y="5163952"/>
                  <a:pt x="4694932" y="5171046"/>
                  <a:pt x="4709159" y="5156859"/>
                </a:cubicBezTo>
                <a:cubicBezTo>
                  <a:pt x="4709159" y="5156859"/>
                  <a:pt x="4723387" y="5149766"/>
                  <a:pt x="4716273" y="5142672"/>
                </a:cubicBezTo>
                <a:cubicBezTo>
                  <a:pt x="4716273" y="5142672"/>
                  <a:pt x="4716273" y="5135579"/>
                  <a:pt x="4730500" y="5128486"/>
                </a:cubicBezTo>
                <a:cubicBezTo>
                  <a:pt x="4730500" y="5128486"/>
                  <a:pt x="4737613" y="5121393"/>
                  <a:pt x="4730500" y="5114299"/>
                </a:cubicBezTo>
                <a:cubicBezTo>
                  <a:pt x="4730500" y="5114299"/>
                  <a:pt x="4730500" y="5114299"/>
                  <a:pt x="4751841" y="5107206"/>
                </a:cubicBezTo>
                <a:cubicBezTo>
                  <a:pt x="4751841" y="5107206"/>
                  <a:pt x="4808748" y="5085926"/>
                  <a:pt x="4815863" y="5114299"/>
                </a:cubicBezTo>
                <a:cubicBezTo>
                  <a:pt x="4815863" y="5114299"/>
                  <a:pt x="4822976" y="5128486"/>
                  <a:pt x="4815863" y="5142672"/>
                </a:cubicBezTo>
                <a:cubicBezTo>
                  <a:pt x="4815863" y="5142672"/>
                  <a:pt x="4808748" y="5142672"/>
                  <a:pt x="4815863" y="5171046"/>
                </a:cubicBezTo>
                <a:cubicBezTo>
                  <a:pt x="4815863" y="5171046"/>
                  <a:pt x="4815863" y="5185232"/>
                  <a:pt x="4830089" y="5192326"/>
                </a:cubicBezTo>
                <a:cubicBezTo>
                  <a:pt x="4830089" y="5192326"/>
                  <a:pt x="4837203" y="5206512"/>
                  <a:pt x="4844316" y="5220699"/>
                </a:cubicBezTo>
                <a:cubicBezTo>
                  <a:pt x="4844316" y="5220699"/>
                  <a:pt x="4858544" y="5241980"/>
                  <a:pt x="4858544" y="5249073"/>
                </a:cubicBezTo>
                <a:cubicBezTo>
                  <a:pt x="4858544" y="5249073"/>
                  <a:pt x="4858544" y="5263260"/>
                  <a:pt x="4865657" y="5256166"/>
                </a:cubicBezTo>
                <a:cubicBezTo>
                  <a:pt x="4865657" y="5256166"/>
                  <a:pt x="4922566" y="5185232"/>
                  <a:pt x="4965247" y="5206512"/>
                </a:cubicBezTo>
                <a:cubicBezTo>
                  <a:pt x="4965247" y="5206512"/>
                  <a:pt x="4986588" y="5199419"/>
                  <a:pt x="4958133" y="5234885"/>
                </a:cubicBezTo>
                <a:cubicBezTo>
                  <a:pt x="4958133" y="5234885"/>
                  <a:pt x="4951020" y="5249073"/>
                  <a:pt x="4943906" y="5249073"/>
                </a:cubicBezTo>
                <a:cubicBezTo>
                  <a:pt x="4894111" y="5270353"/>
                  <a:pt x="4894111" y="5270353"/>
                  <a:pt x="4894111" y="5270353"/>
                </a:cubicBezTo>
                <a:cubicBezTo>
                  <a:pt x="4894111" y="5270353"/>
                  <a:pt x="4879884" y="5277446"/>
                  <a:pt x="4901225" y="5263260"/>
                </a:cubicBezTo>
                <a:cubicBezTo>
                  <a:pt x="4901225" y="5263260"/>
                  <a:pt x="4922566" y="5241980"/>
                  <a:pt x="4922566" y="5234885"/>
                </a:cubicBezTo>
                <a:cubicBezTo>
                  <a:pt x="4922566" y="5234885"/>
                  <a:pt x="4922566" y="5220699"/>
                  <a:pt x="4915451" y="5234885"/>
                </a:cubicBezTo>
                <a:cubicBezTo>
                  <a:pt x="4915451" y="5234885"/>
                  <a:pt x="4886998" y="5256166"/>
                  <a:pt x="4879884" y="5263260"/>
                </a:cubicBezTo>
                <a:cubicBezTo>
                  <a:pt x="4879884" y="5263260"/>
                  <a:pt x="4865657" y="5270353"/>
                  <a:pt x="4872770" y="5284540"/>
                </a:cubicBezTo>
                <a:cubicBezTo>
                  <a:pt x="4872770" y="5284540"/>
                  <a:pt x="4872770" y="5291633"/>
                  <a:pt x="4872770" y="5291633"/>
                </a:cubicBezTo>
                <a:cubicBezTo>
                  <a:pt x="4872770" y="5291633"/>
                  <a:pt x="4872770" y="5298726"/>
                  <a:pt x="4872770" y="5298726"/>
                </a:cubicBezTo>
                <a:cubicBezTo>
                  <a:pt x="4872770" y="5298726"/>
                  <a:pt x="4886998" y="5327099"/>
                  <a:pt x="4865657" y="5327099"/>
                </a:cubicBezTo>
                <a:cubicBezTo>
                  <a:pt x="4865657" y="5327099"/>
                  <a:pt x="4844316" y="5327099"/>
                  <a:pt x="4837203" y="5312913"/>
                </a:cubicBezTo>
                <a:cubicBezTo>
                  <a:pt x="4837203" y="5312913"/>
                  <a:pt x="4830089" y="5298726"/>
                  <a:pt x="4822976" y="5320006"/>
                </a:cubicBezTo>
                <a:cubicBezTo>
                  <a:pt x="4822976" y="5320006"/>
                  <a:pt x="4801635" y="5355473"/>
                  <a:pt x="4787409" y="5369659"/>
                </a:cubicBezTo>
                <a:cubicBezTo>
                  <a:pt x="4787409" y="5369659"/>
                  <a:pt x="4751841" y="5405126"/>
                  <a:pt x="4758954" y="5412219"/>
                </a:cubicBezTo>
                <a:cubicBezTo>
                  <a:pt x="4758954" y="5412219"/>
                  <a:pt x="4773181" y="5426406"/>
                  <a:pt x="4766067" y="5426406"/>
                </a:cubicBezTo>
                <a:cubicBezTo>
                  <a:pt x="4766067" y="5426406"/>
                  <a:pt x="4758954" y="5433499"/>
                  <a:pt x="4744726" y="5426406"/>
                </a:cubicBezTo>
                <a:cubicBezTo>
                  <a:pt x="4744726" y="5426406"/>
                  <a:pt x="4744726" y="5426406"/>
                  <a:pt x="4737613" y="5440592"/>
                </a:cubicBezTo>
                <a:cubicBezTo>
                  <a:pt x="4737613" y="5440592"/>
                  <a:pt x="4716273" y="5461872"/>
                  <a:pt x="4730500" y="5468967"/>
                </a:cubicBezTo>
                <a:cubicBezTo>
                  <a:pt x="4730500" y="5468967"/>
                  <a:pt x="4737613" y="5468967"/>
                  <a:pt x="4744726" y="5476060"/>
                </a:cubicBezTo>
                <a:cubicBezTo>
                  <a:pt x="4744726" y="5476060"/>
                  <a:pt x="4758954" y="5476060"/>
                  <a:pt x="4744726" y="5483153"/>
                </a:cubicBezTo>
                <a:close/>
                <a:moveTo>
                  <a:pt x="5022155" y="5646299"/>
                </a:moveTo>
                <a:cubicBezTo>
                  <a:pt x="5022155" y="5646299"/>
                  <a:pt x="5022155" y="5653394"/>
                  <a:pt x="5022155" y="5667579"/>
                </a:cubicBezTo>
                <a:cubicBezTo>
                  <a:pt x="5022155" y="5667579"/>
                  <a:pt x="5022155" y="5674674"/>
                  <a:pt x="5015041" y="5681767"/>
                </a:cubicBezTo>
                <a:cubicBezTo>
                  <a:pt x="4943906" y="5731420"/>
                  <a:pt x="4943906" y="5731420"/>
                  <a:pt x="4943906" y="5731420"/>
                </a:cubicBezTo>
                <a:cubicBezTo>
                  <a:pt x="4943906" y="5731420"/>
                  <a:pt x="4936792" y="5724327"/>
                  <a:pt x="4929679" y="5738513"/>
                </a:cubicBezTo>
                <a:cubicBezTo>
                  <a:pt x="4929679" y="5738513"/>
                  <a:pt x="4929679" y="5731420"/>
                  <a:pt x="4922566" y="5731420"/>
                </a:cubicBezTo>
                <a:cubicBezTo>
                  <a:pt x="4922566" y="5731420"/>
                  <a:pt x="4922566" y="5731420"/>
                  <a:pt x="4922566" y="5738513"/>
                </a:cubicBezTo>
                <a:cubicBezTo>
                  <a:pt x="4922566" y="5738513"/>
                  <a:pt x="4908338" y="5731420"/>
                  <a:pt x="4908338" y="5738513"/>
                </a:cubicBezTo>
                <a:cubicBezTo>
                  <a:pt x="4865657" y="5745607"/>
                  <a:pt x="4865657" y="5745607"/>
                  <a:pt x="4865657" y="5745607"/>
                </a:cubicBezTo>
                <a:cubicBezTo>
                  <a:pt x="4865657" y="5745607"/>
                  <a:pt x="4851430" y="5745607"/>
                  <a:pt x="4872770" y="5738513"/>
                </a:cubicBezTo>
                <a:cubicBezTo>
                  <a:pt x="4872770" y="5738513"/>
                  <a:pt x="4922566" y="5724327"/>
                  <a:pt x="4894111" y="5724327"/>
                </a:cubicBezTo>
                <a:cubicBezTo>
                  <a:pt x="4894111" y="5724327"/>
                  <a:pt x="4879884" y="5717233"/>
                  <a:pt x="4894111" y="5717233"/>
                </a:cubicBezTo>
                <a:cubicBezTo>
                  <a:pt x="4894111" y="5717233"/>
                  <a:pt x="4943906" y="5681767"/>
                  <a:pt x="4958133" y="5646299"/>
                </a:cubicBezTo>
                <a:cubicBezTo>
                  <a:pt x="4958133" y="5646299"/>
                  <a:pt x="5007928" y="5568273"/>
                  <a:pt x="4943906" y="5525713"/>
                </a:cubicBezTo>
                <a:cubicBezTo>
                  <a:pt x="4943906" y="5525713"/>
                  <a:pt x="4915451" y="5525713"/>
                  <a:pt x="4894111" y="5561180"/>
                </a:cubicBezTo>
                <a:cubicBezTo>
                  <a:pt x="4894111" y="5561180"/>
                  <a:pt x="4879884" y="5596646"/>
                  <a:pt x="4858544" y="5603739"/>
                </a:cubicBezTo>
                <a:cubicBezTo>
                  <a:pt x="4858544" y="5603739"/>
                  <a:pt x="4822976" y="5596646"/>
                  <a:pt x="4801635" y="5582460"/>
                </a:cubicBezTo>
                <a:cubicBezTo>
                  <a:pt x="4801635" y="5582460"/>
                  <a:pt x="4780295" y="5575366"/>
                  <a:pt x="4801635" y="5575366"/>
                </a:cubicBezTo>
                <a:cubicBezTo>
                  <a:pt x="4801635" y="5575366"/>
                  <a:pt x="4808748" y="5575366"/>
                  <a:pt x="4822976" y="5561180"/>
                </a:cubicBezTo>
                <a:cubicBezTo>
                  <a:pt x="4822976" y="5561180"/>
                  <a:pt x="4844316" y="5554086"/>
                  <a:pt x="4844316" y="5546993"/>
                </a:cubicBezTo>
                <a:cubicBezTo>
                  <a:pt x="4844316" y="5546993"/>
                  <a:pt x="4858544" y="5525713"/>
                  <a:pt x="4872770" y="5511526"/>
                </a:cubicBezTo>
                <a:cubicBezTo>
                  <a:pt x="4872770" y="5511526"/>
                  <a:pt x="4894111" y="5497340"/>
                  <a:pt x="4901225" y="5483153"/>
                </a:cubicBezTo>
                <a:cubicBezTo>
                  <a:pt x="4901225" y="5483153"/>
                  <a:pt x="4901225" y="5468967"/>
                  <a:pt x="4886998" y="5476060"/>
                </a:cubicBezTo>
                <a:cubicBezTo>
                  <a:pt x="4886998" y="5476060"/>
                  <a:pt x="4858544" y="5504433"/>
                  <a:pt x="4830089" y="5454780"/>
                </a:cubicBezTo>
                <a:cubicBezTo>
                  <a:pt x="4830089" y="5454780"/>
                  <a:pt x="4830089" y="5398033"/>
                  <a:pt x="4822976" y="5419312"/>
                </a:cubicBezTo>
                <a:cubicBezTo>
                  <a:pt x="4822976" y="5419312"/>
                  <a:pt x="4808748" y="5454780"/>
                  <a:pt x="4787409" y="5461872"/>
                </a:cubicBezTo>
                <a:cubicBezTo>
                  <a:pt x="4787409" y="5461872"/>
                  <a:pt x="4773181" y="5468967"/>
                  <a:pt x="4758954" y="5461872"/>
                </a:cubicBezTo>
                <a:cubicBezTo>
                  <a:pt x="4758954" y="5461872"/>
                  <a:pt x="4737613" y="5454780"/>
                  <a:pt x="4758954" y="5454780"/>
                </a:cubicBezTo>
                <a:cubicBezTo>
                  <a:pt x="4758954" y="5454780"/>
                  <a:pt x="4780295" y="5447687"/>
                  <a:pt x="4794522" y="5419312"/>
                </a:cubicBezTo>
                <a:cubicBezTo>
                  <a:pt x="4794522" y="5419312"/>
                  <a:pt x="4808748" y="5398033"/>
                  <a:pt x="4808748" y="5383846"/>
                </a:cubicBezTo>
                <a:cubicBezTo>
                  <a:pt x="4808748" y="5383846"/>
                  <a:pt x="4801635" y="5376753"/>
                  <a:pt x="4822976" y="5369659"/>
                </a:cubicBezTo>
                <a:cubicBezTo>
                  <a:pt x="4822976" y="5369659"/>
                  <a:pt x="4865657" y="5334193"/>
                  <a:pt x="4894111" y="5355473"/>
                </a:cubicBezTo>
                <a:cubicBezTo>
                  <a:pt x="4894111" y="5355473"/>
                  <a:pt x="4901225" y="5369659"/>
                  <a:pt x="4894111" y="5390939"/>
                </a:cubicBezTo>
                <a:cubicBezTo>
                  <a:pt x="4894111" y="5390939"/>
                  <a:pt x="4886998" y="5405126"/>
                  <a:pt x="4908338" y="5426406"/>
                </a:cubicBezTo>
                <a:cubicBezTo>
                  <a:pt x="4908338" y="5426406"/>
                  <a:pt x="4936792" y="5440592"/>
                  <a:pt x="4943906" y="5433499"/>
                </a:cubicBezTo>
                <a:cubicBezTo>
                  <a:pt x="4943906" y="5433499"/>
                  <a:pt x="4979473" y="5405126"/>
                  <a:pt x="4993701" y="5412219"/>
                </a:cubicBezTo>
                <a:cubicBezTo>
                  <a:pt x="4993701" y="5412219"/>
                  <a:pt x="5022155" y="5412219"/>
                  <a:pt x="5015041" y="5433499"/>
                </a:cubicBezTo>
                <a:cubicBezTo>
                  <a:pt x="5015041" y="5433499"/>
                  <a:pt x="5007928" y="5447687"/>
                  <a:pt x="5007928" y="5454780"/>
                </a:cubicBezTo>
                <a:cubicBezTo>
                  <a:pt x="5007928" y="5454780"/>
                  <a:pt x="5007928" y="5454780"/>
                  <a:pt x="4993701" y="5461872"/>
                </a:cubicBezTo>
                <a:cubicBezTo>
                  <a:pt x="4993701" y="5461872"/>
                  <a:pt x="4972360" y="5476060"/>
                  <a:pt x="4993701" y="5497340"/>
                </a:cubicBezTo>
                <a:cubicBezTo>
                  <a:pt x="5029269" y="5546993"/>
                  <a:pt x="5029269" y="5546993"/>
                  <a:pt x="5029269" y="5546993"/>
                </a:cubicBezTo>
                <a:cubicBezTo>
                  <a:pt x="5029269" y="5546993"/>
                  <a:pt x="5043495" y="5589553"/>
                  <a:pt x="5036382" y="5625019"/>
                </a:cubicBezTo>
                <a:cubicBezTo>
                  <a:pt x="5036382" y="5625019"/>
                  <a:pt x="5029269" y="5639206"/>
                  <a:pt x="5022155" y="5646299"/>
                </a:cubicBezTo>
                <a:close/>
                <a:moveTo>
                  <a:pt x="3215317" y="5582460"/>
                </a:moveTo>
                <a:cubicBezTo>
                  <a:pt x="1906427" y="5582460"/>
                  <a:pt x="846511" y="4525552"/>
                  <a:pt x="846511" y="3220377"/>
                </a:cubicBezTo>
                <a:cubicBezTo>
                  <a:pt x="846511" y="1915202"/>
                  <a:pt x="1906427" y="858294"/>
                  <a:pt x="3215317" y="858294"/>
                </a:cubicBezTo>
                <a:cubicBezTo>
                  <a:pt x="4524207" y="858294"/>
                  <a:pt x="5584124" y="1915202"/>
                  <a:pt x="5584124" y="3220377"/>
                </a:cubicBezTo>
                <a:cubicBezTo>
                  <a:pt x="5584124" y="4525552"/>
                  <a:pt x="4524207" y="5582460"/>
                  <a:pt x="3215317" y="5582460"/>
                </a:cubicBezTo>
                <a:close/>
                <a:moveTo>
                  <a:pt x="5541443" y="2255683"/>
                </a:moveTo>
                <a:cubicBezTo>
                  <a:pt x="5520102" y="2198936"/>
                  <a:pt x="5512989" y="2149282"/>
                  <a:pt x="5534330" y="2099629"/>
                </a:cubicBezTo>
                <a:cubicBezTo>
                  <a:pt x="5548556" y="2057069"/>
                  <a:pt x="5584124" y="2021603"/>
                  <a:pt x="5641033" y="2000322"/>
                </a:cubicBezTo>
                <a:cubicBezTo>
                  <a:pt x="5676600" y="1986135"/>
                  <a:pt x="5705055" y="1979042"/>
                  <a:pt x="5733508" y="1979042"/>
                </a:cubicBezTo>
                <a:cubicBezTo>
                  <a:pt x="5754849" y="1979042"/>
                  <a:pt x="5776190" y="1986135"/>
                  <a:pt x="5797530" y="1993229"/>
                </a:cubicBezTo>
                <a:cubicBezTo>
                  <a:pt x="5811757" y="2007415"/>
                  <a:pt x="5833097" y="2014510"/>
                  <a:pt x="5847325" y="2028695"/>
                </a:cubicBezTo>
                <a:cubicBezTo>
                  <a:pt x="5861552" y="2049976"/>
                  <a:pt x="5882893" y="2078349"/>
                  <a:pt x="5890006" y="2106723"/>
                </a:cubicBezTo>
                <a:cubicBezTo>
                  <a:pt x="5918460" y="2163469"/>
                  <a:pt x="5918460" y="2213122"/>
                  <a:pt x="5897119" y="2255683"/>
                </a:cubicBezTo>
                <a:cubicBezTo>
                  <a:pt x="5882893" y="2305336"/>
                  <a:pt x="5847325" y="2340803"/>
                  <a:pt x="5790416" y="2362083"/>
                </a:cubicBezTo>
                <a:cubicBezTo>
                  <a:pt x="5733508" y="2383363"/>
                  <a:pt x="5683714" y="2383363"/>
                  <a:pt x="5641033" y="2362083"/>
                </a:cubicBezTo>
                <a:cubicBezTo>
                  <a:pt x="5598350" y="2347896"/>
                  <a:pt x="5562783" y="2305336"/>
                  <a:pt x="5541443" y="2255683"/>
                </a:cubicBezTo>
                <a:close/>
                <a:moveTo>
                  <a:pt x="5982482" y="2390456"/>
                </a:moveTo>
                <a:cubicBezTo>
                  <a:pt x="6003822" y="2468482"/>
                  <a:pt x="6003822" y="2468482"/>
                  <a:pt x="6003822" y="2468482"/>
                </a:cubicBezTo>
                <a:cubicBezTo>
                  <a:pt x="5712168" y="2539416"/>
                  <a:pt x="5712168" y="2539416"/>
                  <a:pt x="5712168" y="2539416"/>
                </a:cubicBezTo>
                <a:cubicBezTo>
                  <a:pt x="5761962" y="2738030"/>
                  <a:pt x="5761962" y="2738030"/>
                  <a:pt x="5761962" y="2738030"/>
                </a:cubicBezTo>
                <a:cubicBezTo>
                  <a:pt x="5697940" y="2752217"/>
                  <a:pt x="5697940" y="2752217"/>
                  <a:pt x="5697940" y="2752217"/>
                </a:cubicBezTo>
                <a:cubicBezTo>
                  <a:pt x="5633918" y="2475577"/>
                  <a:pt x="5633918" y="2475577"/>
                  <a:pt x="5633918" y="2475577"/>
                </a:cubicBezTo>
                <a:lnTo>
                  <a:pt x="5982482" y="2390456"/>
                </a:lnTo>
                <a:close/>
                <a:moveTo>
                  <a:pt x="6060731" y="3724004"/>
                </a:moveTo>
                <a:cubicBezTo>
                  <a:pt x="5804643" y="3745285"/>
                  <a:pt x="5804643" y="3745285"/>
                  <a:pt x="5804643" y="3745285"/>
                </a:cubicBezTo>
                <a:cubicBezTo>
                  <a:pt x="6032276" y="3865871"/>
                  <a:pt x="6032276" y="3865871"/>
                  <a:pt x="6032276" y="3865871"/>
                </a:cubicBezTo>
                <a:cubicBezTo>
                  <a:pt x="6010935" y="3986458"/>
                  <a:pt x="6010935" y="3986458"/>
                  <a:pt x="6010935" y="3986458"/>
                </a:cubicBezTo>
                <a:cubicBezTo>
                  <a:pt x="5648146" y="3915524"/>
                  <a:pt x="5648146" y="3915524"/>
                  <a:pt x="5648146" y="3915524"/>
                </a:cubicBezTo>
                <a:cubicBezTo>
                  <a:pt x="5662372" y="3837498"/>
                  <a:pt x="5662372" y="3837498"/>
                  <a:pt x="5662372" y="3837498"/>
                </a:cubicBezTo>
                <a:cubicBezTo>
                  <a:pt x="5946915" y="3894244"/>
                  <a:pt x="5946915" y="3894244"/>
                  <a:pt x="5946915" y="3894244"/>
                </a:cubicBezTo>
                <a:cubicBezTo>
                  <a:pt x="5676600" y="3759471"/>
                  <a:pt x="5676600" y="3759471"/>
                  <a:pt x="5676600" y="3759471"/>
                </a:cubicBezTo>
                <a:cubicBezTo>
                  <a:pt x="5697940" y="3681444"/>
                  <a:pt x="5697940" y="3681444"/>
                  <a:pt x="5697940" y="3681444"/>
                </a:cubicBezTo>
                <a:cubicBezTo>
                  <a:pt x="5996709" y="3660164"/>
                  <a:pt x="5996709" y="3660164"/>
                  <a:pt x="5996709" y="3660164"/>
                </a:cubicBezTo>
                <a:cubicBezTo>
                  <a:pt x="5712168" y="3603418"/>
                  <a:pt x="5712168" y="3603418"/>
                  <a:pt x="5712168" y="3603418"/>
                </a:cubicBezTo>
                <a:cubicBezTo>
                  <a:pt x="5726394" y="3532483"/>
                  <a:pt x="5726394" y="3532483"/>
                  <a:pt x="5726394" y="3532483"/>
                </a:cubicBezTo>
                <a:cubicBezTo>
                  <a:pt x="6089185" y="3603418"/>
                  <a:pt x="6089185" y="3603418"/>
                  <a:pt x="6089185" y="3603418"/>
                </a:cubicBezTo>
                <a:lnTo>
                  <a:pt x="6060731" y="3724004"/>
                </a:lnTo>
                <a:close/>
                <a:moveTo>
                  <a:pt x="5804643" y="3362244"/>
                </a:moveTo>
                <a:cubicBezTo>
                  <a:pt x="5811757" y="3376431"/>
                  <a:pt x="5818871" y="3383524"/>
                  <a:pt x="5833097" y="3383524"/>
                </a:cubicBezTo>
                <a:cubicBezTo>
                  <a:pt x="5847325" y="3390617"/>
                  <a:pt x="5868665" y="3390617"/>
                  <a:pt x="5897119" y="3390617"/>
                </a:cubicBezTo>
                <a:cubicBezTo>
                  <a:pt x="6103412" y="3397711"/>
                  <a:pt x="6103412" y="3397711"/>
                  <a:pt x="6103412" y="3397711"/>
                </a:cubicBezTo>
                <a:cubicBezTo>
                  <a:pt x="6096298" y="3482830"/>
                  <a:pt x="6096298" y="3482830"/>
                  <a:pt x="6096298" y="3482830"/>
                </a:cubicBezTo>
                <a:cubicBezTo>
                  <a:pt x="5904233" y="3475737"/>
                  <a:pt x="5904233" y="3475737"/>
                  <a:pt x="5904233" y="3475737"/>
                </a:cubicBezTo>
                <a:cubicBezTo>
                  <a:pt x="5861552" y="3475737"/>
                  <a:pt x="5825984" y="3468644"/>
                  <a:pt x="5811757" y="3461550"/>
                </a:cubicBezTo>
                <a:cubicBezTo>
                  <a:pt x="5790416" y="3461550"/>
                  <a:pt x="5776190" y="3447364"/>
                  <a:pt x="5769075" y="3440270"/>
                </a:cubicBezTo>
                <a:cubicBezTo>
                  <a:pt x="5754849" y="3426084"/>
                  <a:pt x="5747736" y="3411897"/>
                  <a:pt x="5740622" y="3390617"/>
                </a:cubicBezTo>
                <a:cubicBezTo>
                  <a:pt x="5733508" y="3369337"/>
                  <a:pt x="5726394" y="3340964"/>
                  <a:pt x="5726394" y="3312591"/>
                </a:cubicBezTo>
                <a:cubicBezTo>
                  <a:pt x="5733508" y="3270030"/>
                  <a:pt x="5733508" y="3241657"/>
                  <a:pt x="5747736" y="3227470"/>
                </a:cubicBezTo>
                <a:cubicBezTo>
                  <a:pt x="5754849" y="3206190"/>
                  <a:pt x="5761962" y="3192004"/>
                  <a:pt x="5776190" y="3177817"/>
                </a:cubicBezTo>
                <a:cubicBezTo>
                  <a:pt x="5790416" y="3170724"/>
                  <a:pt x="5804643" y="3163630"/>
                  <a:pt x="5818871" y="3156537"/>
                </a:cubicBezTo>
                <a:cubicBezTo>
                  <a:pt x="5840211" y="3149444"/>
                  <a:pt x="5868665" y="3149444"/>
                  <a:pt x="5911347" y="3149444"/>
                </a:cubicBezTo>
                <a:cubicBezTo>
                  <a:pt x="6110525" y="3156537"/>
                  <a:pt x="6110525" y="3156537"/>
                  <a:pt x="6110525" y="3156537"/>
                </a:cubicBezTo>
                <a:cubicBezTo>
                  <a:pt x="6103412" y="3241657"/>
                  <a:pt x="6103412" y="3241657"/>
                  <a:pt x="6103412" y="3241657"/>
                </a:cubicBezTo>
                <a:cubicBezTo>
                  <a:pt x="5904233" y="3234564"/>
                  <a:pt x="5904233" y="3234564"/>
                  <a:pt x="5904233" y="3234564"/>
                </a:cubicBezTo>
                <a:cubicBezTo>
                  <a:pt x="5875779" y="3234564"/>
                  <a:pt x="5854438" y="3234564"/>
                  <a:pt x="5847325" y="3234564"/>
                </a:cubicBezTo>
                <a:cubicBezTo>
                  <a:pt x="5825984" y="3234564"/>
                  <a:pt x="5818871" y="3241657"/>
                  <a:pt x="5804643" y="3255843"/>
                </a:cubicBezTo>
                <a:cubicBezTo>
                  <a:pt x="5797530" y="3270030"/>
                  <a:pt x="5790416" y="3291310"/>
                  <a:pt x="5790416" y="3312591"/>
                </a:cubicBezTo>
                <a:cubicBezTo>
                  <a:pt x="5790416" y="3333871"/>
                  <a:pt x="5797530" y="3355151"/>
                  <a:pt x="5804643" y="336224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1112500" y="1041400"/>
            <a:ext cx="158355" cy="152265"/>
          </a:xfrm>
          <a:custGeom>
            <a:avLst/>
            <a:gdLst/>
            <a:ahLst/>
            <a:cxnLst/>
            <a:rect l="l" t="t" r="r" b="b"/>
            <a:pathLst>
              <a:path w="158355" h="152265">
                <a:moveTo>
                  <a:pt x="93574" y="145015"/>
                </a:moveTo>
                <a:cubicBezTo>
                  <a:pt x="100772" y="152265"/>
                  <a:pt x="115167" y="152265"/>
                  <a:pt x="122366" y="145015"/>
                </a:cubicBezTo>
                <a:cubicBezTo>
                  <a:pt x="136761" y="145015"/>
                  <a:pt x="143960" y="137765"/>
                  <a:pt x="151157" y="123262"/>
                </a:cubicBezTo>
                <a:cubicBezTo>
                  <a:pt x="158355" y="116012"/>
                  <a:pt x="158355" y="101511"/>
                  <a:pt x="158355" y="94259"/>
                </a:cubicBezTo>
                <a:cubicBezTo>
                  <a:pt x="158355" y="79759"/>
                  <a:pt x="151157" y="65256"/>
                  <a:pt x="136761" y="58006"/>
                </a:cubicBezTo>
                <a:cubicBezTo>
                  <a:pt x="129563" y="50756"/>
                  <a:pt x="115167" y="36253"/>
                  <a:pt x="93574" y="21753"/>
                </a:cubicBezTo>
                <a:cubicBezTo>
                  <a:pt x="57583" y="0"/>
                  <a:pt x="57583" y="0"/>
                  <a:pt x="57583" y="0"/>
                </a:cubicBezTo>
                <a:cubicBezTo>
                  <a:pt x="0" y="87009"/>
                  <a:pt x="0" y="87009"/>
                  <a:pt x="0" y="87009"/>
                </a:cubicBezTo>
                <a:cubicBezTo>
                  <a:pt x="35989" y="116012"/>
                  <a:pt x="35989" y="116012"/>
                  <a:pt x="35989" y="116012"/>
                </a:cubicBezTo>
                <a:cubicBezTo>
                  <a:pt x="64781" y="130514"/>
                  <a:pt x="79177" y="145015"/>
                  <a:pt x="93574" y="14501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083800" y="6083300"/>
            <a:ext cx="127904" cy="200991"/>
          </a:xfrm>
          <a:custGeom>
            <a:avLst/>
            <a:gdLst/>
            <a:ahLst/>
            <a:cxnLst/>
            <a:rect l="l" t="t" r="r" b="b"/>
            <a:pathLst>
              <a:path w="127904" h="200991">
                <a:moveTo>
                  <a:pt x="21317" y="21534"/>
                </a:moveTo>
                <a:cubicBezTo>
                  <a:pt x="28423" y="28713"/>
                  <a:pt x="35530" y="43070"/>
                  <a:pt x="35530" y="43070"/>
                </a:cubicBezTo>
                <a:cubicBezTo>
                  <a:pt x="42635" y="57426"/>
                  <a:pt x="49741" y="57426"/>
                  <a:pt x="49741" y="57426"/>
                </a:cubicBezTo>
                <a:cubicBezTo>
                  <a:pt x="56846" y="64604"/>
                  <a:pt x="49741" y="78961"/>
                  <a:pt x="49741" y="78961"/>
                </a:cubicBezTo>
                <a:cubicBezTo>
                  <a:pt x="42635" y="86139"/>
                  <a:pt x="42635" y="93317"/>
                  <a:pt x="42635" y="93317"/>
                </a:cubicBezTo>
                <a:cubicBezTo>
                  <a:pt x="35530" y="114852"/>
                  <a:pt x="14211" y="136387"/>
                  <a:pt x="14211" y="136387"/>
                </a:cubicBezTo>
                <a:cubicBezTo>
                  <a:pt x="0" y="150743"/>
                  <a:pt x="21317" y="179456"/>
                  <a:pt x="21317" y="179456"/>
                </a:cubicBezTo>
                <a:cubicBezTo>
                  <a:pt x="28423" y="200991"/>
                  <a:pt x="56846" y="157922"/>
                  <a:pt x="56846" y="157922"/>
                </a:cubicBezTo>
                <a:cubicBezTo>
                  <a:pt x="56846" y="150743"/>
                  <a:pt x="63952" y="150743"/>
                  <a:pt x="63952" y="150743"/>
                </a:cubicBezTo>
                <a:cubicBezTo>
                  <a:pt x="71058" y="143565"/>
                  <a:pt x="71058" y="136387"/>
                  <a:pt x="71058" y="136387"/>
                </a:cubicBezTo>
                <a:cubicBezTo>
                  <a:pt x="85269" y="114852"/>
                  <a:pt x="99480" y="93317"/>
                  <a:pt x="99480" y="93317"/>
                </a:cubicBezTo>
                <a:cubicBezTo>
                  <a:pt x="106587" y="86139"/>
                  <a:pt x="120799" y="43070"/>
                  <a:pt x="120799" y="43070"/>
                </a:cubicBezTo>
                <a:cubicBezTo>
                  <a:pt x="127904" y="43070"/>
                  <a:pt x="120799" y="28713"/>
                  <a:pt x="120799" y="28713"/>
                </a:cubicBezTo>
                <a:cubicBezTo>
                  <a:pt x="120799" y="21534"/>
                  <a:pt x="85269" y="7178"/>
                  <a:pt x="85269" y="7178"/>
                </a:cubicBezTo>
                <a:cubicBezTo>
                  <a:pt x="78163" y="7178"/>
                  <a:pt x="63952" y="0"/>
                  <a:pt x="49741" y="0"/>
                </a:cubicBezTo>
                <a:cubicBezTo>
                  <a:pt x="42635" y="0"/>
                  <a:pt x="28423" y="0"/>
                  <a:pt x="28423" y="0"/>
                </a:cubicBezTo>
                <a:cubicBezTo>
                  <a:pt x="7106" y="7178"/>
                  <a:pt x="21317" y="21534"/>
                  <a:pt x="21317" y="2153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988800" y="2247900"/>
            <a:ext cx="261897" cy="243623"/>
          </a:xfrm>
          <a:custGeom>
            <a:avLst/>
            <a:gdLst/>
            <a:ahLst/>
            <a:cxnLst/>
            <a:rect l="l" t="t" r="r" b="b"/>
            <a:pathLst>
              <a:path w="261897" h="243623">
                <a:moveTo>
                  <a:pt x="176958" y="229292"/>
                </a:moveTo>
                <a:cubicBezTo>
                  <a:pt x="212349" y="207796"/>
                  <a:pt x="240662" y="186300"/>
                  <a:pt x="247740" y="164804"/>
                </a:cubicBezTo>
                <a:cubicBezTo>
                  <a:pt x="261897" y="136143"/>
                  <a:pt x="261897" y="107481"/>
                  <a:pt x="247740" y="71653"/>
                </a:cubicBezTo>
                <a:cubicBezTo>
                  <a:pt x="233583" y="42992"/>
                  <a:pt x="219427" y="21496"/>
                  <a:pt x="191113" y="14331"/>
                </a:cubicBezTo>
                <a:cubicBezTo>
                  <a:pt x="162801" y="0"/>
                  <a:pt x="127409" y="0"/>
                  <a:pt x="92018" y="21496"/>
                </a:cubicBezTo>
                <a:cubicBezTo>
                  <a:pt x="49548" y="35827"/>
                  <a:pt x="28313" y="57323"/>
                  <a:pt x="14157" y="85984"/>
                </a:cubicBezTo>
                <a:cubicBezTo>
                  <a:pt x="0" y="114647"/>
                  <a:pt x="0" y="143308"/>
                  <a:pt x="14157" y="171969"/>
                </a:cubicBezTo>
                <a:cubicBezTo>
                  <a:pt x="28313" y="200631"/>
                  <a:pt x="49548" y="222127"/>
                  <a:pt x="77861" y="236457"/>
                </a:cubicBezTo>
                <a:cubicBezTo>
                  <a:pt x="99096" y="243623"/>
                  <a:pt x="134488" y="243623"/>
                  <a:pt x="176958" y="22929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0" y="0"/>
            <a:ext cx="12192000" cy="11430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27" name="Picture 27"/>
          <p:cNvPicPr>
            <a:picLocks noChangeAspect="1"/>
          </p:cNvPicPr>
          <p:nvPr/>
        </p:nvPicPr>
        <p:blipFill>
          <a:blip r:embed="rId3"/>
          <a:srcRect l="3549" r="3549"/>
          <a:stretch>
            <a:fillRect/>
          </a:stretch>
        </p:blipFill>
        <p:spPr>
          <a:xfrm>
            <a:off x="8610600" y="6629400"/>
            <a:ext cx="2908300" cy="114300"/>
          </a:xfrm>
          <a:prstGeom prst="rect">
            <a:avLst/>
          </a:prstGeom>
          <a:noFill/>
          <a:ln w="25400" cap="flat" cmpd="sng">
            <a:noFill/>
            <a:prstDash val="solid"/>
            <a:round/>
          </a:ln>
        </p:spPr>
      </p:pic>
      <p:pic>
        <p:nvPicPr>
          <p:cNvPr id="28" name="Picture 28"/>
          <p:cNvPicPr>
            <a:picLocks noChangeAspect="1"/>
          </p:cNvPicPr>
          <p:nvPr/>
        </p:nvPicPr>
        <p:blipFill>
          <a:blip r:embed="rId4"/>
          <a:srcRect l="415" r="415"/>
          <a:stretch>
            <a:fillRect/>
          </a:stretch>
        </p:blipFill>
        <p:spPr>
          <a:xfrm>
            <a:off x="660400" y="609600"/>
            <a:ext cx="1752600" cy="419100"/>
          </a:xfrm>
          <a:prstGeom prst="rect">
            <a:avLst/>
          </a:prstGeom>
          <a:noFill/>
          <a:ln w="25400" cap="flat" cmpd="sng">
            <a:noFill/>
            <a:prstDash val="solid"/>
            <a:round/>
          </a:ln>
        </p:spPr>
      </p:pic>
      <p:sp>
        <p:nvSpPr>
          <p:cNvPr id="29" name="AutoShape 29"/>
          <p:cNvSpPr/>
          <p:nvPr/>
        </p:nvSpPr>
        <p:spPr>
          <a:xfrm>
            <a:off x="1841500" y="2209800"/>
            <a:ext cx="2705100" cy="23368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spcBef>
                <a:spcPts val="1000"/>
              </a:spcBef>
              <a:defRPr/>
            </a:pPr>
            <a:r>
              <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rPr>
              <a:t>03</a:t>
            </a:r>
            <a:endPar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endParaRPr>
          </a:p>
        </p:txBody>
      </p:sp>
      <p:sp>
        <p:nvSpPr>
          <p:cNvPr id="30" name="AutoShape 30"/>
          <p:cNvSpPr/>
          <p:nvPr/>
        </p:nvSpPr>
        <p:spPr>
          <a:xfrm>
            <a:off x="1841500" y="3695700"/>
            <a:ext cx="4013200" cy="5461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defRPr/>
            </a:pPr>
            <a:r>
              <a:rPr lang="en-US" sz="5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研究过程</a:t>
            </a:r>
            <a:endParaRPr lang="en-US" sz="1100"/>
          </a:p>
        </p:txBody>
      </p:sp>
      <p:sp>
        <p:nvSpPr>
          <p:cNvPr id="31" name="AutoShape 31"/>
          <p:cNvSpPr/>
          <p:nvPr/>
        </p:nvSpPr>
        <p:spPr>
          <a:xfrm>
            <a:off x="1841500" y="4305300"/>
            <a:ext cx="4013200" cy="469900"/>
          </a:xfrm>
          <a:prstGeom prst="rect">
            <a:avLst/>
          </a:prstGeom>
          <a:noFill/>
          <a:ln w="12700" cap="flat" cmpd="sng">
            <a:noFill/>
            <a:prstDash val="solid"/>
            <a:round/>
          </a:ln>
        </p:spPr>
        <p:txBody>
          <a:bodyPr vert="horz" wrap="square" lIns="0" tIns="50800" rIns="88900" bIns="50800" rtlCol="0" anchor="t" anchorCtr="0"/>
          <a:lstStyle/>
          <a:p>
            <a:pPr indent="0" algn="l">
              <a:lnSpc>
                <a:spcPct val="92000"/>
              </a:lnSpc>
              <a:spcBef>
                <a:spcPts val="1000"/>
              </a:spcBef>
              <a:defRPr/>
            </a:pPr>
            <a:r>
              <a:rPr lang="en-US" sz="2400" b="0" i="0" u="none" strike="noStrike">
                <a:solidFill>
                  <a:srgbClr val="808080"/>
                </a:solidFill>
                <a:latin typeface="Segoe UI Light" panose="020B0502040204020203"/>
                <a:ea typeface="Segoe UI Light" panose="020B0502040204020203"/>
                <a:cs typeface="Segoe UI Light" panose="020B0502040204020203"/>
                <a:sym typeface="Segoe UI Light" panose="020B0502040204020203"/>
              </a:rPr>
              <a:t>Research Process</a:t>
            </a:r>
            <a:endParaRPr lang="en-US" sz="1100"/>
          </a:p>
        </p:txBody>
      </p:sp>
      <p:sp>
        <p:nvSpPr>
          <p:cNvPr id="32" name="AutoShape 32"/>
          <p:cNvSpPr/>
          <p:nvPr/>
        </p:nvSpPr>
        <p:spPr>
          <a:xfrm>
            <a:off x="7327900" y="711200"/>
            <a:ext cx="4191000" cy="292100"/>
          </a:xfrm>
          <a:prstGeom prst="rect">
            <a:avLst/>
          </a:prstGeom>
          <a:noFill/>
          <a:ln w="12700" cap="flat" cmpd="sng">
            <a:noFill/>
            <a:prstDash val="solid"/>
            <a:round/>
          </a:ln>
        </p:spPr>
        <p:txBody>
          <a:bodyPr vert="horz" wrap="square" lIns="88900" tIns="50800" rIns="0" bIns="0" rtlCol="0" anchor="b" anchorCtr="0"/>
          <a:lstStyle/>
          <a:p>
            <a:pPr indent="0" algn="r">
              <a:lnSpc>
                <a:spcPct val="92000"/>
              </a:lnSpc>
              <a:spcBef>
                <a:spcPts val="1000"/>
              </a:spcBef>
              <a:defRPr/>
            </a:pP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这里可以输入你的课题题目</a:t>
            </a:r>
            <a:endParaRPr lang="en-US" sz="1100"/>
          </a:p>
        </p:txBody>
      </p:sp>
      <p:sp>
        <p:nvSpPr>
          <p:cNvPr id="33" name="AutoShape 33"/>
          <p:cNvSpPr/>
          <p:nvPr/>
        </p:nvSpPr>
        <p:spPr>
          <a:xfrm>
            <a:off x="1066800" y="5994400"/>
            <a:ext cx="139700" cy="139700"/>
          </a:xfrm>
          <a:prstGeom prst="roundRect">
            <a:avLst>
              <a:gd name="adj" fmla="val 0"/>
            </a:avLst>
          </a:prstGeom>
          <a:solidFill>
            <a:srgbClr val="003778">
              <a:alpha val="100000"/>
            </a:srgbClr>
          </a:solid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4" name="AutoShape 34"/>
          <p:cNvSpPr/>
          <p:nvPr/>
        </p:nvSpPr>
        <p:spPr>
          <a:xfrm>
            <a:off x="6604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5" name="AutoShape 35"/>
          <p:cNvSpPr/>
          <p:nvPr/>
        </p:nvSpPr>
        <p:spPr>
          <a:xfrm>
            <a:off x="8636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6" name="AutoShape 36"/>
          <p:cNvSpPr/>
          <p:nvPr/>
        </p:nvSpPr>
        <p:spPr>
          <a:xfrm>
            <a:off x="12700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7" name="AutoShape 37"/>
          <p:cNvSpPr/>
          <p:nvPr/>
        </p:nvSpPr>
        <p:spPr>
          <a:xfrm>
            <a:off x="14732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8" name="AutoShape 38"/>
          <p:cNvSpPr/>
          <p:nvPr/>
        </p:nvSpPr>
        <p:spPr>
          <a:xfrm>
            <a:off x="16891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27000"/>
          </a:xfrm>
          <a:prstGeom prst="roundRect">
            <a:avLst>
              <a:gd name="adj" fmla="val 0"/>
            </a:avLst>
          </a:prstGeom>
          <a:solidFill>
            <a:srgbClr val="12345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2345A"/>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阶段计划与当前进度（第8周）</a:t>
            </a:r>
            <a:endParaRPr lang="en-US" sz="1100"/>
          </a:p>
        </p:txBody>
      </p:sp>
      <p:sp>
        <p:nvSpPr>
          <p:cNvPr id="4" name="AutoShape 4"/>
          <p:cNvSpPr/>
          <p:nvPr/>
        </p:nvSpPr>
        <p:spPr>
          <a:xfrm>
            <a:off x="508000" y="1524000"/>
            <a:ext cx="5461000" cy="2794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1778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2345A"/>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▍任务书计划回顾</a:t>
            </a:r>
            <a:endParaRPr lang="en-US" sz="1100"/>
          </a:p>
        </p:txBody>
      </p:sp>
      <p:sp>
        <p:nvSpPr>
          <p:cNvPr id="6" name="AutoShape 6"/>
          <p:cNvSpPr/>
          <p:nvPr/>
        </p:nvSpPr>
        <p:spPr>
          <a:xfrm>
            <a:off x="762000" y="2413000"/>
            <a:ext cx="4953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第1周：</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基础准备与环境搭建</a:t>
            </a: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 ✔）</a:t>
            </a:r>
            <a:endParaRPr lang="en-US" sz="1100"/>
          </a:p>
          <a:p>
            <a:pPr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第2-3周：</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文献调研、开题报告撰写与外文翻译</a:t>
            </a: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 ✔）</a:t>
            </a:r>
            <a:endPar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第4-5周：</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ECS架构核心框架模块开发</a:t>
            </a: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 ✔）</a:t>
            </a:r>
            <a:endPar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第6-9周：</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类幸存者游戏Demo实例开发</a:t>
            </a:r>
            <a:r>
              <a:rPr lang="en-US" sz="1300" b="0"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（进行中 ⚡）</a:t>
            </a:r>
            <a:endParaRPr lang="en-US" sz="1300" b="0"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1524000"/>
            <a:ext cx="5461000" cy="2794000"/>
          </a:xfrm>
          <a:prstGeom prst="roundRect">
            <a:avLst>
              <a:gd name="adj" fmla="val 363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6477000" y="1778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2345A"/>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▍当前进度判断（第8周）</a:t>
            </a:r>
            <a:endParaRPr lang="en-US" sz="1100"/>
          </a:p>
        </p:txBody>
      </p:sp>
      <p:sp>
        <p:nvSpPr>
          <p:cNvPr id="9" name="AutoShape 9"/>
          <p:cNvSpPr/>
          <p:nvPr/>
        </p:nvSpPr>
        <p:spPr>
          <a:xfrm>
            <a:off x="6477000" y="2413000"/>
            <a:ext cx="4953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整体阶段：</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已全面进入游戏实例开发中后期，整体进度完成度约</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70%</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l">
              <a:lnSpc>
                <a:spcPct val="117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核心成果：</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已打通完整玩法闭环，实现玩家控制、自动刷怪、战斗结算、经验成长、HUD信息显示及角色复活机制。</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重点待办：</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升级交互UI视觉体验、针对大规模怪物场景做系统化性能优化、全流程功能与压力测试。</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08000" y="4572000"/>
            <a:ext cx="11176000" cy="1778000"/>
          </a:xfrm>
          <a:prstGeom prst="roundRect">
            <a:avLst>
              <a:gd name="adj" fmla="val 571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762000" y="4762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2345A"/>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关键节点概览</a:t>
            </a:r>
            <a:endParaRPr lang="en-US" sz="1100"/>
          </a:p>
        </p:txBody>
      </p:sp>
      <p:sp>
        <p:nvSpPr>
          <p:cNvPr id="12" name="AutoShape 12"/>
          <p:cNvSpPr/>
          <p:nvPr/>
        </p:nvSpPr>
        <p:spPr>
          <a:xfrm>
            <a:off x="2921000" y="4826000"/>
            <a:ext cx="2667000" cy="11430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048000" y="4953000"/>
            <a:ext cx="2413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已完成阶段 (2-4月)</a:t>
            </a:r>
            <a:endParaRPr lang="en-US" sz="1100"/>
          </a:p>
          <a:p>
            <a:pPr indent="0" algn="ctr">
              <a:lnSpc>
                <a:spcPct val="100000"/>
              </a:lnSpc>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环境搭建 | 文献与开题 | ECS框架开发</a:t>
            </a:r>
            <a:endPar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842000" y="4826000"/>
            <a:ext cx="2667000" cy="1143000"/>
          </a:xfrm>
          <a:prstGeom prst="roundRect">
            <a:avLst>
              <a:gd name="adj" fmla="val 0"/>
            </a:avLst>
          </a:prstGeom>
          <a:solidFill>
            <a:srgbClr val="FFFB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0" y="4953000"/>
            <a:ext cx="2413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 进行中阶段 (4月-5月初)</a:t>
            </a:r>
            <a:endParaRPr lang="en-US" sz="1100"/>
          </a:p>
          <a:p>
            <a:pPr indent="0" algn="ctr">
              <a:lnSpc>
                <a:spcPct val="100000"/>
              </a:lnSpc>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游戏Demo开发 | UI交互升级 | 性能优化</a:t>
            </a:r>
            <a:endPar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763000" y="4826000"/>
            <a:ext cx="2667000" cy="1143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0" y="4953000"/>
            <a:ext cx="2413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 后续冲刺阶段 (5月-6月)</a:t>
            </a:r>
            <a:endParaRPr lang="en-US" sz="1100"/>
          </a:p>
          <a:p>
            <a:pPr indent="0" algn="ctr">
              <a:lnSpc>
                <a:spcPct val="100000"/>
              </a:lnSpc>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系统全面测试 | 毕业论文撰写 | 答辩准备</a:t>
            </a:r>
            <a:endPar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787400" y="571500"/>
            <a:ext cx="7315200" cy="3429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已完成工作（框架层）</a:t>
            </a:r>
            <a:endParaRPr lang="en-US" sz="1100"/>
          </a:p>
        </p:txBody>
      </p:sp>
      <p:sp>
        <p:nvSpPr>
          <p:cNvPr id="11" name="AutoShape 11"/>
          <p:cNvSpPr/>
          <p:nvPr/>
        </p:nvSpPr>
        <p:spPr>
          <a:xfrm>
            <a:off x="1574800" y="1536700"/>
            <a:ext cx="2298700" cy="4064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核心架构 · ECS</a:t>
            </a:r>
            <a:endParaRPr lang="en-US" sz="1100"/>
          </a:p>
        </p:txBody>
      </p:sp>
      <p:sp>
        <p:nvSpPr>
          <p:cNvPr id="12" name="AutoShape 12"/>
          <p:cNvSpPr/>
          <p:nvPr/>
        </p:nvSpPr>
        <p:spPr>
          <a:xfrm>
            <a:off x="1574800" y="2095500"/>
            <a:ext cx="2298700" cy="2298700"/>
          </a:xfrm>
          <a:prstGeom prst="roundRect">
            <a:avLst>
              <a:gd name="adj" fmla="val 8839"/>
            </a:avLst>
          </a:prstGeom>
          <a:solidFill>
            <a:srgbClr val="E6F2FF">
              <a:alpha val="100000"/>
            </a:srgbClr>
          </a:solidFill>
          <a:ln w="12700" cap="flat" cmpd="sng">
            <a:solidFill>
              <a:srgbClr val="B4D2FA">
                <a:alpha val="100000"/>
              </a:srgbClr>
            </a:solidFill>
            <a:prstDash val="solid"/>
            <a:round/>
          </a:ln>
        </p:spPr>
        <p:txBody>
          <a:bodyPr vert="horz" wrap="square" lIns="127000" tIns="127000" rIns="127000" bIns="127000" rtlCol="0" anchor="ctr" anchorCtr="0"/>
          <a:lstStyle/>
          <a:p>
            <a:pPr indent="0" algn="ctr">
              <a:lnSpc>
                <a:spcPct val="117000"/>
              </a:lnSpc>
              <a:defRPr/>
            </a:pPr>
            <a:r>
              <a:rPr lang="en-US" sz="11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ECS 核心流程</a:t>
            </a:r>
            <a:endParaRPr lang="en-US" sz="1100"/>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Entity(实体) → Component(数据)</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System(逻辑) → EcsWorld(调度)</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帧循环更新</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1574800" y="4508500"/>
            <a:ext cx="22987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ECS核心能力</a:t>
            </a:r>
            <a:endParaRPr lang="en-US" sz="1100"/>
          </a:p>
        </p:txBody>
      </p:sp>
      <p:sp>
        <p:nvSpPr>
          <p:cNvPr id="14" name="AutoShape 14"/>
          <p:cNvSpPr/>
          <p:nvPr/>
        </p:nvSpPr>
        <p:spPr>
          <a:xfrm>
            <a:off x="1574800" y="5016500"/>
            <a:ext cx="2298700" cy="1524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实体管理：</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实现实体创建、销毁及ID复用机制。</a:t>
            </a:r>
            <a:endParaRPr lang="en-US" sz="1100"/>
          </a:p>
          <a:p>
            <a:pPr indent="0" algn="l">
              <a:lnSpc>
                <a:spcPct val="108000"/>
              </a:lnSpc>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组件管理：</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实现组件按类型存储与高效查询。</a:t>
            </a:r>
            <a:endPar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系统调度：</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实现系统分组与优先级调度。</a:t>
            </a:r>
            <a:endPar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953000" y="1536700"/>
            <a:ext cx="2298700" cy="4064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渲染交互 · 绑定</a:t>
            </a:r>
            <a:endParaRPr lang="en-US" sz="1100"/>
          </a:p>
        </p:txBody>
      </p:sp>
      <p:sp>
        <p:nvSpPr>
          <p:cNvPr id="16" name="AutoShape 16"/>
          <p:cNvSpPr/>
          <p:nvPr/>
        </p:nvSpPr>
        <p:spPr>
          <a:xfrm>
            <a:off x="4953000" y="2095500"/>
            <a:ext cx="2298700" cy="2298700"/>
          </a:xfrm>
          <a:prstGeom prst="roundRect">
            <a:avLst>
              <a:gd name="adj" fmla="val 8839"/>
            </a:avLst>
          </a:prstGeom>
          <a:solidFill>
            <a:srgbClr val="E6F2FF">
              <a:alpha val="100000"/>
            </a:srgbClr>
          </a:solidFill>
          <a:ln w="12700" cap="flat" cmpd="sng">
            <a:solidFill>
              <a:srgbClr val="B4D2FA">
                <a:alpha val="100000"/>
              </a:srgbClr>
            </a:solidFill>
            <a:prstDash val="solid"/>
            <a:round/>
          </a:ln>
        </p:spPr>
        <p:txBody>
          <a:bodyPr vert="horz" wrap="square" lIns="127000" tIns="127000" rIns="127000" bIns="127000" rtlCol="0" anchor="ctr" anchorCtr="0"/>
          <a:lstStyle/>
          <a:p>
            <a:pPr indent="0" algn="ctr">
              <a:lnSpc>
                <a:spcPct val="117000"/>
              </a:lnSpc>
              <a:defRPr/>
            </a:pPr>
            <a:r>
              <a:rPr lang="en-US" sz="11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渲染交互绑定</a:t>
            </a:r>
            <a:endParaRPr lang="en-US" sz="1100"/>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ECS(位置/旋转) → ViewSync</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Laya节点Transform</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场景渲染输出</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4953000" y="4508500"/>
            <a:ext cx="22987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引擎绑定</a:t>
            </a:r>
            <a:endParaRPr lang="en-US" sz="1100"/>
          </a:p>
        </p:txBody>
      </p:sp>
      <p:sp>
        <p:nvSpPr>
          <p:cNvPr id="18" name="AutoShape 18"/>
          <p:cNvSpPr/>
          <p:nvPr/>
        </p:nvSpPr>
        <p:spPr>
          <a:xfrm>
            <a:off x="4953000" y="5016500"/>
            <a:ext cx="2298700" cy="1524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状态同步：</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建立ECS数据与LayaAir引擎显示对象的同步机制。</a:t>
            </a:r>
            <a:endParaRPr lang="en-US" sz="1100"/>
          </a:p>
          <a:p>
            <a:pPr indent="0" algn="l">
              <a:lnSpc>
                <a:spcPct val="108000"/>
              </a:lnSpc>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实体化：</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玩家与怪物等游戏对象统一作为ECS实体进行管理。</a:t>
            </a:r>
            <a:endPar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318500" y="1536700"/>
            <a:ext cx="2298700" cy="4064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界面逻辑 · 工程化</a:t>
            </a:r>
            <a:endParaRPr lang="en-US" sz="1100"/>
          </a:p>
        </p:txBody>
      </p:sp>
      <p:sp>
        <p:nvSpPr>
          <p:cNvPr id="20" name="AutoShape 20"/>
          <p:cNvSpPr/>
          <p:nvPr/>
        </p:nvSpPr>
        <p:spPr>
          <a:xfrm>
            <a:off x="8318500" y="2095500"/>
            <a:ext cx="2298700" cy="2298700"/>
          </a:xfrm>
          <a:prstGeom prst="roundRect">
            <a:avLst>
              <a:gd name="adj" fmla="val 8839"/>
            </a:avLst>
          </a:prstGeom>
          <a:solidFill>
            <a:srgbClr val="E6F2FF">
              <a:alpha val="100000"/>
            </a:srgbClr>
          </a:solidFill>
          <a:ln w="12700" cap="flat" cmpd="sng">
            <a:solidFill>
              <a:srgbClr val="B4D2FA">
                <a:alpha val="100000"/>
              </a:srgbClr>
            </a:solidFill>
            <a:prstDash val="solid"/>
            <a:round/>
          </a:ln>
        </p:spPr>
        <p:txBody>
          <a:bodyPr vert="horz" wrap="square" lIns="127000" tIns="127000" rIns="127000" bIns="127000" rtlCol="0" anchor="ctr" anchorCtr="0"/>
          <a:lstStyle/>
          <a:p>
            <a:pPr indent="0" algn="ctr">
              <a:lnSpc>
                <a:spcPct val="117000"/>
              </a:lnSpc>
              <a:defRPr/>
            </a:pPr>
            <a:r>
              <a:rPr lang="en-US" sz="11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UI 工程化流程</a:t>
            </a:r>
            <a:endParaRPr lang="en-US" sz="1100"/>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UI Model → Controller</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UI View → UIStack</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界面显示/关闭</a:t>
            </a:r>
            <a:endPar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8318500" y="4508500"/>
            <a:ext cx="22987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UI工程化</a:t>
            </a:r>
            <a:endParaRPr lang="en-US" sz="1100"/>
          </a:p>
        </p:txBody>
      </p:sp>
      <p:sp>
        <p:nvSpPr>
          <p:cNvPr id="22" name="AutoShape 22"/>
          <p:cNvSpPr/>
          <p:nvPr/>
        </p:nvSpPr>
        <p:spPr>
          <a:xfrm>
            <a:off x="8318500" y="5016500"/>
            <a:ext cx="2298700" cy="1524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基础框架：</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搭建最小化MVC基类与UI栈管理器，规范界面开发流程。</a:t>
            </a:r>
            <a:endParaRPr lang="en-US" sz="1100"/>
          </a:p>
          <a:p>
            <a:pPr indent="0" algn="l">
              <a:lnSpc>
                <a:spcPct val="108000"/>
              </a:lnSpc>
            </a:pPr>
            <a:r>
              <a:rPr lang="en-US" sz="1200" b="1"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功能实现：</a:t>
            </a:r>
            <a:r>
              <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基于MVC+UI栈模式，完成复活面板弹出与关闭逻辑。</a:t>
            </a:r>
            <a:endParaRPr lang="en-US" sz="1200" b="0" i="0" u="none" strike="noStrike">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8255000" y="1727200"/>
            <a:ext cx="3263900" cy="4140200"/>
          </a:xfrm>
          <a:prstGeom prst="roundRect">
            <a:avLst>
              <a:gd name="adj" fmla="val 0"/>
            </a:avLst>
          </a:prstGeom>
          <a:solidFill>
            <a:srgbClr val="F3F4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4457700" y="1727200"/>
            <a:ext cx="3263900" cy="4140200"/>
          </a:xfrm>
          <a:prstGeom prst="roundRect">
            <a:avLst>
              <a:gd name="adj" fmla="val 0"/>
            </a:avLst>
          </a:prstGeom>
          <a:solidFill>
            <a:srgbClr val="F3F4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73100" y="1727200"/>
            <a:ext cx="3263900" cy="4140200"/>
          </a:xfrm>
          <a:prstGeom prst="roundRect">
            <a:avLst>
              <a:gd name="adj" fmla="val 0"/>
            </a:avLst>
          </a:prstGeom>
          <a:solidFill>
            <a:srgbClr val="F3F4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3" name="AutoShape 13"/>
          <p:cNvSpPr/>
          <p:nvPr/>
        </p:nvSpPr>
        <p:spPr>
          <a:xfrm>
            <a:off x="787400" y="508000"/>
            <a:ext cx="7315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已完成工作（玩法层）</a:t>
            </a:r>
            <a:endParaRPr lang="en-US" sz="1100"/>
          </a:p>
        </p:txBody>
      </p:sp>
      <p:sp>
        <p:nvSpPr>
          <p:cNvPr id="14" name="AutoShape 14"/>
          <p:cNvSpPr/>
          <p:nvPr/>
        </p:nvSpPr>
        <p:spPr>
          <a:xfrm>
            <a:off x="825500" y="203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9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战斗链路闭环</a:t>
            </a:r>
            <a:endParaRPr lang="en-US" sz="1100"/>
          </a:p>
        </p:txBody>
      </p:sp>
      <p:sp>
        <p:nvSpPr>
          <p:cNvPr id="15" name="AutoShape 15"/>
          <p:cNvSpPr/>
          <p:nvPr/>
        </p:nvSpPr>
        <p:spPr>
          <a:xfrm>
            <a:off x="825500" y="2921000"/>
            <a:ext cx="2921000" cy="203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自动施法：</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玩家可自动释放技能，提升操作便捷性。</a:t>
            </a:r>
            <a:endParaRPr lang="en-US" sz="1100"/>
          </a:p>
          <a:p>
            <a:pPr indent="0" algn="l">
              <a:lnSpc>
                <a:spcPct val="117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技能结算：</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确保技能特效与伤害效果准确触发。</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子弹生成：</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根据配置表动态生成子弹实体对象。</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碰撞伤害：</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子弹命中怪物后，实时计算并反馈伤害数值。</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配置驱动：</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子弹属性由配置表控制，便于后续数值调整。</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38200" y="5461000"/>
            <a:ext cx="419100" cy="381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10100" y="203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9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怪物系统</a:t>
            </a:r>
            <a:endParaRPr lang="en-US" sz="1100"/>
          </a:p>
        </p:txBody>
      </p:sp>
      <p:sp>
        <p:nvSpPr>
          <p:cNvPr id="18" name="AutoShape 18"/>
          <p:cNvSpPr/>
          <p:nvPr/>
        </p:nvSpPr>
        <p:spPr>
          <a:xfrm>
            <a:off x="4610100" y="2921000"/>
            <a:ext cx="2921000" cy="2032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自动刷怪：</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实现每10秒自动刷新一波怪物，保证战斗节奏。</a:t>
            </a:r>
            <a:endParaRPr lang="en-US" sz="1100"/>
          </a:p>
          <a:p>
            <a:pPr indent="0" algn="l">
              <a:lnSpc>
                <a:spcPct val="133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对象池技术：</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怪物死亡后通过对象池回收复用，优化内存占用。</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奖励机制：</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成功击杀怪物可稳定获得经验奖励，驱动角色成长。</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4610100" y="5461000"/>
            <a:ext cx="419100" cy="381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407400" y="2032000"/>
            <a:ext cx="292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9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 成长系统</a:t>
            </a:r>
            <a:endParaRPr lang="en-US" sz="1100"/>
          </a:p>
        </p:txBody>
      </p:sp>
      <p:sp>
        <p:nvSpPr>
          <p:cNvPr id="21" name="AutoShape 21"/>
          <p:cNvSpPr/>
          <p:nvPr/>
        </p:nvSpPr>
        <p:spPr>
          <a:xfrm>
            <a:off x="8407400" y="2921000"/>
            <a:ext cx="2921000" cy="2032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等级与经验：</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主界面HUD实时显示经验进度条及当前角色等级。</a:t>
            </a:r>
            <a:endParaRPr lang="en-US" sz="1100"/>
          </a:p>
          <a:p>
            <a:pPr indent="0" algn="l">
              <a:lnSpc>
                <a:spcPct val="133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升级奖励：</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角色升级时，可随机获取生命值、攻击力等属性提升。</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随机稀有度：</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升级奖励的稀有度与角色等级挂钩，等级越高奖励越好。</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407400" y="5461000"/>
            <a:ext cx="419100" cy="38100"/>
          </a:xfrm>
          <a:prstGeom prst="roundRect">
            <a:avLst>
              <a:gd name="adj" fmla="val 0"/>
            </a:avLst>
          </a:pr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4897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409" r="409"/>
          <a:stretch>
            <a:fillRect/>
          </a:stretch>
        </p:blipFill>
        <p:spPr>
          <a:xfrm>
            <a:off x="673100" y="6578600"/>
            <a:ext cx="1333500" cy="203200"/>
          </a:xfrm>
          <a:prstGeom prst="rect">
            <a:avLst/>
          </a:prstGeom>
          <a:noFill/>
          <a:ln w="25400" cap="flat" cmpd="sng">
            <a:noFill/>
            <a:prstDash val="solid"/>
            <a:round/>
          </a:ln>
        </p:spPr>
      </p:pic>
      <p:pic>
        <p:nvPicPr>
          <p:cNvPr id="6" name="Picture 6"/>
          <p:cNvPicPr>
            <a:picLocks noChangeAspect="1"/>
          </p:cNvPicPr>
          <p:nvPr/>
        </p:nvPicPr>
        <p:blipFill>
          <a:blip r:embed="rId3"/>
          <a:srcRect l="218" r="218"/>
          <a:stretch>
            <a:fillRect/>
          </a:stretch>
        </p:blipFill>
        <p:spPr>
          <a:xfrm>
            <a:off x="9994900" y="533400"/>
            <a:ext cx="1524000" cy="381000"/>
          </a:xfrm>
          <a:prstGeom prst="rect">
            <a:avLst/>
          </a:prstGeom>
          <a:noFill/>
          <a:ln w="25400" cap="flat" cmpd="sng">
            <a:noFill/>
            <a:prstDash val="solid"/>
            <a:round/>
          </a:ln>
        </p:spPr>
      </p:pic>
      <p:pic>
        <p:nvPicPr>
          <p:cNvPr id="7" name="Picture 7"/>
          <p:cNvPicPr>
            <a:picLocks noChangeAspect="1"/>
          </p:cNvPicPr>
          <p:nvPr/>
        </p:nvPicPr>
        <p:blipFill>
          <a:blip r:embed="rId4"/>
          <a:srcRect l="3549" r="3549"/>
          <a:stretch>
            <a:fillRect/>
          </a:stretch>
        </p:blipFill>
        <p:spPr>
          <a:xfrm>
            <a:off x="8610600" y="6629400"/>
            <a:ext cx="2908300" cy="114300"/>
          </a:xfrm>
          <a:prstGeom prst="rect">
            <a:avLst/>
          </a:prstGeom>
          <a:noFill/>
          <a:ln w="25400" cap="flat" cmpd="sng">
            <a:noFill/>
            <a:prstDash val="solid"/>
            <a:round/>
          </a:ln>
        </p:spPr>
      </p:pic>
      <p:sp>
        <p:nvSpPr>
          <p:cNvPr id="8" name="Freeform 8"/>
          <p:cNvSpPr/>
          <p:nvPr/>
        </p:nvSpPr>
        <p:spPr>
          <a:xfrm>
            <a:off x="114300" y="444500"/>
            <a:ext cx="563441" cy="659948"/>
          </a:xfrm>
          <a:custGeom>
            <a:avLst/>
            <a:gdLst/>
            <a:ahLst/>
            <a:cxnLst/>
            <a:rect l="l" t="t" r="r" b="b"/>
            <a:pathLst>
              <a:path w="563441" h="659948">
                <a:moveTo>
                  <a:pt x="421157" y="418005"/>
                </a:moveTo>
                <a:cubicBezTo>
                  <a:pt x="380181" y="410054"/>
                  <a:pt x="380181" y="410054"/>
                  <a:pt x="380181" y="410054"/>
                </a:cubicBezTo>
                <a:cubicBezTo>
                  <a:pt x="330097" y="420277"/>
                  <a:pt x="330097" y="420277"/>
                  <a:pt x="330097" y="420277"/>
                </a:cubicBezTo>
                <a:cubicBezTo>
                  <a:pt x="340341" y="410054"/>
                  <a:pt x="340341" y="410054"/>
                  <a:pt x="340341" y="410054"/>
                </a:cubicBezTo>
                <a:cubicBezTo>
                  <a:pt x="384734" y="396423"/>
                  <a:pt x="384734" y="396423"/>
                  <a:pt x="384734" y="396423"/>
                </a:cubicBezTo>
                <a:cubicBezTo>
                  <a:pt x="429125" y="411189"/>
                  <a:pt x="429125" y="411189"/>
                  <a:pt x="429125" y="411189"/>
                </a:cubicBezTo>
                <a:lnTo>
                  <a:pt x="421157" y="418005"/>
                </a:lnTo>
                <a:close/>
                <a:moveTo>
                  <a:pt x="389287" y="556583"/>
                </a:moveTo>
                <a:cubicBezTo>
                  <a:pt x="384734" y="532729"/>
                  <a:pt x="384734" y="532729"/>
                  <a:pt x="384734" y="532729"/>
                </a:cubicBezTo>
                <a:cubicBezTo>
                  <a:pt x="398393" y="479342"/>
                  <a:pt x="398393" y="479342"/>
                  <a:pt x="398393" y="479342"/>
                </a:cubicBezTo>
                <a:cubicBezTo>
                  <a:pt x="398393" y="479342"/>
                  <a:pt x="398393" y="479342"/>
                  <a:pt x="398393" y="479342"/>
                </a:cubicBezTo>
                <a:cubicBezTo>
                  <a:pt x="398393" y="479342"/>
                  <a:pt x="398393" y="479342"/>
                  <a:pt x="398393" y="479342"/>
                </a:cubicBezTo>
                <a:cubicBezTo>
                  <a:pt x="415467" y="477070"/>
                  <a:pt x="415467" y="477070"/>
                  <a:pt x="415467" y="477070"/>
                </a:cubicBezTo>
                <a:cubicBezTo>
                  <a:pt x="427987" y="559990"/>
                  <a:pt x="427987" y="559990"/>
                  <a:pt x="427987" y="559990"/>
                </a:cubicBezTo>
                <a:cubicBezTo>
                  <a:pt x="415467" y="558855"/>
                  <a:pt x="402946" y="557718"/>
                  <a:pt x="389287" y="556583"/>
                </a:cubicBezTo>
                <a:close/>
                <a:moveTo>
                  <a:pt x="303916" y="446402"/>
                </a:moveTo>
                <a:cubicBezTo>
                  <a:pt x="341479" y="455489"/>
                  <a:pt x="341479" y="455489"/>
                  <a:pt x="341479" y="455489"/>
                </a:cubicBezTo>
                <a:cubicBezTo>
                  <a:pt x="392702" y="436179"/>
                  <a:pt x="392702" y="436179"/>
                  <a:pt x="392702" y="436179"/>
                </a:cubicBezTo>
                <a:cubicBezTo>
                  <a:pt x="421157" y="449810"/>
                  <a:pt x="421157" y="449810"/>
                  <a:pt x="421157" y="449810"/>
                </a:cubicBezTo>
                <a:cubicBezTo>
                  <a:pt x="392702" y="445266"/>
                  <a:pt x="392702" y="445266"/>
                  <a:pt x="392702" y="445266"/>
                </a:cubicBezTo>
                <a:cubicBezTo>
                  <a:pt x="340341" y="464576"/>
                  <a:pt x="340341" y="464576"/>
                  <a:pt x="340341" y="464576"/>
                </a:cubicBezTo>
                <a:lnTo>
                  <a:pt x="303916" y="446402"/>
                </a:lnTo>
                <a:close/>
                <a:moveTo>
                  <a:pt x="195782" y="536137"/>
                </a:moveTo>
                <a:cubicBezTo>
                  <a:pt x="176431" y="483887"/>
                  <a:pt x="176431" y="483887"/>
                  <a:pt x="176431" y="483887"/>
                </a:cubicBezTo>
                <a:cubicBezTo>
                  <a:pt x="150251" y="475935"/>
                  <a:pt x="150251" y="475935"/>
                  <a:pt x="150251" y="475935"/>
                </a:cubicBezTo>
                <a:cubicBezTo>
                  <a:pt x="194643" y="462304"/>
                  <a:pt x="194643" y="462304"/>
                  <a:pt x="194643" y="462304"/>
                </a:cubicBezTo>
                <a:cubicBezTo>
                  <a:pt x="211717" y="519099"/>
                  <a:pt x="211717" y="519099"/>
                  <a:pt x="211717" y="519099"/>
                </a:cubicBezTo>
                <a:cubicBezTo>
                  <a:pt x="316437" y="503196"/>
                  <a:pt x="316437" y="503196"/>
                  <a:pt x="316437" y="503196"/>
                </a:cubicBezTo>
                <a:lnTo>
                  <a:pt x="195782" y="536137"/>
                </a:lnTo>
                <a:close/>
                <a:moveTo>
                  <a:pt x="176431" y="370298"/>
                </a:moveTo>
                <a:cubicBezTo>
                  <a:pt x="180984" y="370298"/>
                  <a:pt x="180984" y="370298"/>
                  <a:pt x="180984" y="370298"/>
                </a:cubicBezTo>
                <a:cubicBezTo>
                  <a:pt x="180984" y="398695"/>
                  <a:pt x="180984" y="398695"/>
                  <a:pt x="180984" y="398695"/>
                </a:cubicBezTo>
                <a:cubicBezTo>
                  <a:pt x="176431" y="398695"/>
                  <a:pt x="176431" y="398695"/>
                  <a:pt x="176431" y="398695"/>
                </a:cubicBezTo>
                <a:lnTo>
                  <a:pt x="176431" y="370298"/>
                </a:lnTo>
                <a:close/>
                <a:moveTo>
                  <a:pt x="186676" y="370298"/>
                </a:moveTo>
                <a:cubicBezTo>
                  <a:pt x="212856" y="370298"/>
                  <a:pt x="212856" y="370298"/>
                  <a:pt x="212856" y="370298"/>
                </a:cubicBezTo>
                <a:cubicBezTo>
                  <a:pt x="212856" y="398695"/>
                  <a:pt x="212856" y="398695"/>
                  <a:pt x="212856" y="398695"/>
                </a:cubicBezTo>
                <a:cubicBezTo>
                  <a:pt x="186676" y="398695"/>
                  <a:pt x="186676" y="398695"/>
                  <a:pt x="186676" y="398695"/>
                </a:cubicBezTo>
                <a:lnTo>
                  <a:pt x="186676" y="370298"/>
                </a:lnTo>
                <a:close/>
                <a:moveTo>
                  <a:pt x="122932" y="302144"/>
                </a:moveTo>
                <a:cubicBezTo>
                  <a:pt x="122932" y="302144"/>
                  <a:pt x="122932" y="302144"/>
                  <a:pt x="122932" y="302144"/>
                </a:cubicBezTo>
                <a:cubicBezTo>
                  <a:pt x="89922" y="302144"/>
                  <a:pt x="89922" y="302144"/>
                  <a:pt x="89922" y="302144"/>
                </a:cubicBezTo>
                <a:cubicBezTo>
                  <a:pt x="89922" y="113589"/>
                  <a:pt x="89922" y="113589"/>
                  <a:pt x="89922" y="113589"/>
                </a:cubicBezTo>
                <a:cubicBezTo>
                  <a:pt x="125209" y="113589"/>
                  <a:pt x="125209" y="113589"/>
                  <a:pt x="125209" y="113589"/>
                </a:cubicBezTo>
                <a:cubicBezTo>
                  <a:pt x="125209" y="111317"/>
                  <a:pt x="125209" y="111317"/>
                  <a:pt x="125209" y="111317"/>
                </a:cubicBezTo>
                <a:cubicBezTo>
                  <a:pt x="169601" y="111317"/>
                  <a:pt x="169601" y="111317"/>
                  <a:pt x="169601" y="111317"/>
                </a:cubicBezTo>
                <a:cubicBezTo>
                  <a:pt x="169601" y="112452"/>
                  <a:pt x="169601" y="113589"/>
                  <a:pt x="170740" y="114724"/>
                </a:cubicBezTo>
                <a:cubicBezTo>
                  <a:pt x="134315" y="129490"/>
                  <a:pt x="134315" y="129490"/>
                  <a:pt x="134315" y="129490"/>
                </a:cubicBezTo>
                <a:cubicBezTo>
                  <a:pt x="133177" y="127218"/>
                  <a:pt x="133177" y="127218"/>
                  <a:pt x="133177" y="127218"/>
                </a:cubicBezTo>
                <a:cubicBezTo>
                  <a:pt x="133177" y="127218"/>
                  <a:pt x="133177" y="127218"/>
                  <a:pt x="133177" y="127218"/>
                </a:cubicBezTo>
                <a:cubicBezTo>
                  <a:pt x="128624" y="129490"/>
                  <a:pt x="128624" y="129490"/>
                  <a:pt x="128624" y="129490"/>
                </a:cubicBezTo>
                <a:cubicBezTo>
                  <a:pt x="136592" y="149936"/>
                  <a:pt x="136592" y="149936"/>
                  <a:pt x="136592" y="149936"/>
                </a:cubicBezTo>
                <a:cubicBezTo>
                  <a:pt x="141145" y="147664"/>
                  <a:pt x="141145" y="147664"/>
                  <a:pt x="141145" y="147664"/>
                </a:cubicBezTo>
                <a:cubicBezTo>
                  <a:pt x="140006" y="145393"/>
                  <a:pt x="140006" y="145393"/>
                  <a:pt x="140006" y="145393"/>
                </a:cubicBezTo>
                <a:cubicBezTo>
                  <a:pt x="176431" y="130627"/>
                  <a:pt x="176431" y="130627"/>
                  <a:pt x="176431" y="130627"/>
                </a:cubicBezTo>
                <a:cubicBezTo>
                  <a:pt x="177569" y="131762"/>
                  <a:pt x="178708" y="132898"/>
                  <a:pt x="178708" y="134035"/>
                </a:cubicBezTo>
                <a:cubicBezTo>
                  <a:pt x="152527" y="161295"/>
                  <a:pt x="152527" y="161295"/>
                  <a:pt x="152527" y="161295"/>
                </a:cubicBezTo>
                <a:cubicBezTo>
                  <a:pt x="150251" y="160160"/>
                  <a:pt x="150251" y="160160"/>
                  <a:pt x="150251" y="160160"/>
                </a:cubicBezTo>
                <a:cubicBezTo>
                  <a:pt x="150251" y="160160"/>
                  <a:pt x="150251" y="160160"/>
                  <a:pt x="150251" y="160160"/>
                </a:cubicBezTo>
                <a:cubicBezTo>
                  <a:pt x="146836" y="163567"/>
                  <a:pt x="146836" y="163567"/>
                  <a:pt x="146836" y="163567"/>
                </a:cubicBezTo>
                <a:cubicBezTo>
                  <a:pt x="162772" y="179470"/>
                  <a:pt x="162772" y="179470"/>
                  <a:pt x="162772" y="179470"/>
                </a:cubicBezTo>
                <a:cubicBezTo>
                  <a:pt x="166187" y="176061"/>
                  <a:pt x="166187" y="176061"/>
                  <a:pt x="166187" y="176061"/>
                </a:cubicBezTo>
                <a:cubicBezTo>
                  <a:pt x="163910" y="173791"/>
                  <a:pt x="163910" y="173791"/>
                  <a:pt x="163910" y="173791"/>
                </a:cubicBezTo>
                <a:cubicBezTo>
                  <a:pt x="191229" y="146529"/>
                  <a:pt x="191229" y="146529"/>
                  <a:pt x="191229" y="146529"/>
                </a:cubicBezTo>
                <a:cubicBezTo>
                  <a:pt x="192367" y="147664"/>
                  <a:pt x="193505" y="148801"/>
                  <a:pt x="194643" y="148801"/>
                </a:cubicBezTo>
                <a:cubicBezTo>
                  <a:pt x="180984" y="185149"/>
                  <a:pt x="180984" y="185149"/>
                  <a:pt x="180984" y="185149"/>
                </a:cubicBezTo>
                <a:cubicBezTo>
                  <a:pt x="178708" y="184013"/>
                  <a:pt x="178708" y="184013"/>
                  <a:pt x="178708" y="184013"/>
                </a:cubicBezTo>
                <a:cubicBezTo>
                  <a:pt x="178708" y="184013"/>
                  <a:pt x="178708" y="184013"/>
                  <a:pt x="178708" y="184013"/>
                </a:cubicBezTo>
                <a:cubicBezTo>
                  <a:pt x="176431" y="188557"/>
                  <a:pt x="176431" y="188557"/>
                  <a:pt x="176431" y="188557"/>
                </a:cubicBezTo>
                <a:cubicBezTo>
                  <a:pt x="196920" y="196508"/>
                  <a:pt x="196920" y="196508"/>
                  <a:pt x="196920" y="196508"/>
                </a:cubicBezTo>
                <a:cubicBezTo>
                  <a:pt x="199196" y="191964"/>
                  <a:pt x="199196" y="191964"/>
                  <a:pt x="199196" y="191964"/>
                </a:cubicBezTo>
                <a:cubicBezTo>
                  <a:pt x="196920" y="190829"/>
                  <a:pt x="196920" y="190829"/>
                  <a:pt x="196920" y="190829"/>
                </a:cubicBezTo>
                <a:cubicBezTo>
                  <a:pt x="210579" y="155616"/>
                  <a:pt x="210579" y="155616"/>
                  <a:pt x="210579" y="155616"/>
                </a:cubicBezTo>
                <a:cubicBezTo>
                  <a:pt x="212856" y="155616"/>
                  <a:pt x="213994" y="156752"/>
                  <a:pt x="216271" y="156752"/>
                </a:cubicBezTo>
                <a:cubicBezTo>
                  <a:pt x="216271" y="194236"/>
                  <a:pt x="216271" y="194236"/>
                  <a:pt x="216271" y="194236"/>
                </a:cubicBezTo>
                <a:cubicBezTo>
                  <a:pt x="212856" y="194236"/>
                  <a:pt x="212856" y="194236"/>
                  <a:pt x="212856" y="194236"/>
                </a:cubicBezTo>
                <a:cubicBezTo>
                  <a:pt x="212856" y="302144"/>
                  <a:pt x="212856" y="302144"/>
                  <a:pt x="212856" y="302144"/>
                </a:cubicBezTo>
                <a:lnTo>
                  <a:pt x="122932" y="302144"/>
                </a:lnTo>
                <a:close/>
                <a:moveTo>
                  <a:pt x="84231" y="302144"/>
                </a:moveTo>
                <a:cubicBezTo>
                  <a:pt x="77401" y="302144"/>
                  <a:pt x="77401" y="302144"/>
                  <a:pt x="77401" y="302144"/>
                </a:cubicBezTo>
                <a:cubicBezTo>
                  <a:pt x="77401" y="113589"/>
                  <a:pt x="77401" y="113589"/>
                  <a:pt x="77401" y="113589"/>
                </a:cubicBezTo>
                <a:cubicBezTo>
                  <a:pt x="84231" y="113589"/>
                  <a:pt x="84231" y="113589"/>
                  <a:pt x="84231" y="113589"/>
                </a:cubicBezTo>
                <a:lnTo>
                  <a:pt x="84231" y="302144"/>
                </a:lnTo>
                <a:close/>
                <a:moveTo>
                  <a:pt x="174155" y="126083"/>
                </a:moveTo>
                <a:cubicBezTo>
                  <a:pt x="174155" y="127218"/>
                  <a:pt x="175293" y="127218"/>
                  <a:pt x="175293" y="128355"/>
                </a:cubicBezTo>
                <a:cubicBezTo>
                  <a:pt x="142283" y="141986"/>
                  <a:pt x="142283" y="141986"/>
                  <a:pt x="142283" y="141986"/>
                </a:cubicBezTo>
                <a:cubicBezTo>
                  <a:pt x="141145" y="139714"/>
                  <a:pt x="141145" y="139714"/>
                  <a:pt x="141145" y="139714"/>
                </a:cubicBezTo>
                <a:lnTo>
                  <a:pt x="174155" y="126083"/>
                </a:lnTo>
                <a:close/>
                <a:moveTo>
                  <a:pt x="138868" y="64746"/>
                </a:moveTo>
                <a:cubicBezTo>
                  <a:pt x="140006" y="62474"/>
                  <a:pt x="140006" y="62474"/>
                  <a:pt x="140006" y="62474"/>
                </a:cubicBezTo>
                <a:cubicBezTo>
                  <a:pt x="177569" y="78376"/>
                  <a:pt x="177569" y="78376"/>
                  <a:pt x="177569" y="78376"/>
                </a:cubicBezTo>
                <a:cubicBezTo>
                  <a:pt x="176431" y="79512"/>
                  <a:pt x="176431" y="79512"/>
                  <a:pt x="176431" y="79512"/>
                </a:cubicBezTo>
                <a:lnTo>
                  <a:pt x="138868" y="64746"/>
                </a:lnTo>
                <a:close/>
                <a:moveTo>
                  <a:pt x="188952" y="140849"/>
                </a:moveTo>
                <a:cubicBezTo>
                  <a:pt x="188952" y="141986"/>
                  <a:pt x="190090" y="141986"/>
                  <a:pt x="191229" y="143121"/>
                </a:cubicBezTo>
                <a:cubicBezTo>
                  <a:pt x="161634" y="169247"/>
                  <a:pt x="161634" y="169247"/>
                  <a:pt x="161634" y="169247"/>
                </a:cubicBezTo>
                <a:cubicBezTo>
                  <a:pt x="160495" y="168111"/>
                  <a:pt x="160495" y="168111"/>
                  <a:pt x="160495" y="168111"/>
                </a:cubicBezTo>
                <a:lnTo>
                  <a:pt x="188952" y="140849"/>
                </a:lnTo>
                <a:close/>
                <a:moveTo>
                  <a:pt x="159357" y="32940"/>
                </a:moveTo>
                <a:cubicBezTo>
                  <a:pt x="163910" y="34077"/>
                  <a:pt x="163910" y="34077"/>
                  <a:pt x="163910" y="34077"/>
                </a:cubicBezTo>
                <a:cubicBezTo>
                  <a:pt x="191229" y="61337"/>
                  <a:pt x="191229" y="61337"/>
                  <a:pt x="191229" y="61337"/>
                </a:cubicBezTo>
                <a:cubicBezTo>
                  <a:pt x="188952" y="63609"/>
                  <a:pt x="188952" y="63609"/>
                  <a:pt x="188952" y="63609"/>
                </a:cubicBezTo>
                <a:lnTo>
                  <a:pt x="159357" y="32940"/>
                </a:lnTo>
                <a:close/>
                <a:moveTo>
                  <a:pt x="206026" y="151073"/>
                </a:moveTo>
                <a:cubicBezTo>
                  <a:pt x="207164" y="151073"/>
                  <a:pt x="207164" y="152208"/>
                  <a:pt x="208303" y="152208"/>
                </a:cubicBezTo>
                <a:cubicBezTo>
                  <a:pt x="193505" y="188557"/>
                  <a:pt x="193505" y="188557"/>
                  <a:pt x="193505" y="188557"/>
                </a:cubicBezTo>
                <a:cubicBezTo>
                  <a:pt x="191229" y="187420"/>
                  <a:pt x="191229" y="187420"/>
                  <a:pt x="191229" y="187420"/>
                </a:cubicBezTo>
                <a:lnTo>
                  <a:pt x="206026" y="151073"/>
                </a:lnTo>
                <a:close/>
                <a:moveTo>
                  <a:pt x="190090" y="11359"/>
                </a:moveTo>
                <a:cubicBezTo>
                  <a:pt x="194643" y="19310"/>
                  <a:pt x="194643" y="19310"/>
                  <a:pt x="194643" y="19310"/>
                </a:cubicBezTo>
                <a:cubicBezTo>
                  <a:pt x="210579" y="52250"/>
                  <a:pt x="210579" y="52250"/>
                  <a:pt x="210579" y="52250"/>
                </a:cubicBezTo>
                <a:cubicBezTo>
                  <a:pt x="209441" y="52250"/>
                  <a:pt x="208303" y="53387"/>
                  <a:pt x="207164" y="53387"/>
                </a:cubicBezTo>
                <a:lnTo>
                  <a:pt x="190090" y="11359"/>
                </a:lnTo>
                <a:close/>
                <a:moveTo>
                  <a:pt x="224238" y="366890"/>
                </a:moveTo>
                <a:cubicBezTo>
                  <a:pt x="224238" y="366890"/>
                  <a:pt x="224238" y="366890"/>
                  <a:pt x="224238" y="366890"/>
                </a:cubicBezTo>
                <a:cubicBezTo>
                  <a:pt x="228792" y="372570"/>
                  <a:pt x="228792" y="372570"/>
                  <a:pt x="228792" y="372570"/>
                </a:cubicBezTo>
                <a:cubicBezTo>
                  <a:pt x="228792" y="398695"/>
                  <a:pt x="228792" y="398695"/>
                  <a:pt x="228792" y="398695"/>
                </a:cubicBezTo>
                <a:cubicBezTo>
                  <a:pt x="224238" y="398695"/>
                  <a:pt x="224238" y="398695"/>
                  <a:pt x="224238" y="398695"/>
                </a:cubicBezTo>
                <a:lnTo>
                  <a:pt x="224238" y="366890"/>
                </a:lnTo>
                <a:close/>
                <a:moveTo>
                  <a:pt x="224238" y="320319"/>
                </a:moveTo>
                <a:cubicBezTo>
                  <a:pt x="224238" y="320319"/>
                  <a:pt x="224238" y="320319"/>
                  <a:pt x="224238" y="320319"/>
                </a:cubicBezTo>
                <a:cubicBezTo>
                  <a:pt x="228792" y="325999"/>
                  <a:pt x="228792" y="325999"/>
                  <a:pt x="228792" y="325999"/>
                </a:cubicBezTo>
                <a:cubicBezTo>
                  <a:pt x="228792" y="348717"/>
                  <a:pt x="228792" y="348717"/>
                  <a:pt x="228792" y="348717"/>
                </a:cubicBezTo>
                <a:cubicBezTo>
                  <a:pt x="224238" y="348717"/>
                  <a:pt x="224238" y="348717"/>
                  <a:pt x="224238" y="348717"/>
                </a:cubicBezTo>
                <a:lnTo>
                  <a:pt x="224238" y="320319"/>
                </a:lnTo>
                <a:close/>
                <a:moveTo>
                  <a:pt x="224238" y="194236"/>
                </a:moveTo>
                <a:cubicBezTo>
                  <a:pt x="226515" y="194236"/>
                  <a:pt x="226515" y="194236"/>
                  <a:pt x="226515" y="194236"/>
                </a:cubicBezTo>
                <a:cubicBezTo>
                  <a:pt x="226515" y="154480"/>
                  <a:pt x="226515" y="154480"/>
                  <a:pt x="226515" y="154480"/>
                </a:cubicBezTo>
                <a:cubicBezTo>
                  <a:pt x="227653" y="154480"/>
                  <a:pt x="228792" y="154480"/>
                  <a:pt x="228792" y="154480"/>
                </a:cubicBezTo>
                <a:cubicBezTo>
                  <a:pt x="228792" y="194236"/>
                  <a:pt x="228792" y="194236"/>
                  <a:pt x="228792" y="194236"/>
                </a:cubicBezTo>
                <a:cubicBezTo>
                  <a:pt x="228792" y="194236"/>
                  <a:pt x="228792" y="194236"/>
                  <a:pt x="228792" y="194236"/>
                </a:cubicBezTo>
                <a:cubicBezTo>
                  <a:pt x="228792" y="303281"/>
                  <a:pt x="228792" y="303281"/>
                  <a:pt x="228792" y="303281"/>
                </a:cubicBezTo>
                <a:cubicBezTo>
                  <a:pt x="224238" y="303281"/>
                  <a:pt x="224238" y="303281"/>
                  <a:pt x="224238" y="303281"/>
                </a:cubicBezTo>
                <a:lnTo>
                  <a:pt x="224238" y="194236"/>
                </a:lnTo>
                <a:close/>
                <a:moveTo>
                  <a:pt x="226515" y="5679"/>
                </a:moveTo>
                <a:cubicBezTo>
                  <a:pt x="228792" y="5679"/>
                  <a:pt x="228792" y="5679"/>
                  <a:pt x="228792" y="5679"/>
                </a:cubicBezTo>
                <a:cubicBezTo>
                  <a:pt x="228792" y="51115"/>
                  <a:pt x="228792" y="51115"/>
                  <a:pt x="228792" y="51115"/>
                </a:cubicBezTo>
                <a:cubicBezTo>
                  <a:pt x="228792" y="51115"/>
                  <a:pt x="227653" y="51115"/>
                  <a:pt x="226515" y="49978"/>
                </a:cubicBezTo>
                <a:lnTo>
                  <a:pt x="226515" y="5679"/>
                </a:lnTo>
                <a:close/>
                <a:moveTo>
                  <a:pt x="241313" y="69289"/>
                </a:moveTo>
                <a:cubicBezTo>
                  <a:pt x="247004" y="69289"/>
                  <a:pt x="252694" y="74968"/>
                  <a:pt x="252694" y="80648"/>
                </a:cubicBezTo>
                <a:cubicBezTo>
                  <a:pt x="252694" y="87462"/>
                  <a:pt x="247004" y="92006"/>
                  <a:pt x="241313" y="92006"/>
                </a:cubicBezTo>
                <a:cubicBezTo>
                  <a:pt x="234483" y="92006"/>
                  <a:pt x="229930" y="87462"/>
                  <a:pt x="229930" y="80648"/>
                </a:cubicBezTo>
                <a:cubicBezTo>
                  <a:pt x="229930" y="74968"/>
                  <a:pt x="234483" y="69289"/>
                  <a:pt x="241313" y="69289"/>
                </a:cubicBezTo>
                <a:close/>
                <a:moveTo>
                  <a:pt x="262940" y="186285"/>
                </a:moveTo>
                <a:cubicBezTo>
                  <a:pt x="261800" y="186285"/>
                  <a:pt x="261800" y="186285"/>
                  <a:pt x="261800" y="186285"/>
                </a:cubicBezTo>
                <a:cubicBezTo>
                  <a:pt x="247004" y="148801"/>
                  <a:pt x="247004" y="148801"/>
                  <a:pt x="247004" y="148801"/>
                </a:cubicBezTo>
                <a:cubicBezTo>
                  <a:pt x="250419" y="147664"/>
                  <a:pt x="250419" y="147664"/>
                  <a:pt x="250419" y="147664"/>
                </a:cubicBezTo>
                <a:lnTo>
                  <a:pt x="262940" y="186285"/>
                </a:lnTo>
                <a:close/>
                <a:moveTo>
                  <a:pt x="265215" y="135170"/>
                </a:moveTo>
                <a:cubicBezTo>
                  <a:pt x="293672" y="162432"/>
                  <a:pt x="293672" y="162432"/>
                  <a:pt x="293672" y="162432"/>
                </a:cubicBezTo>
                <a:cubicBezTo>
                  <a:pt x="291395" y="164702"/>
                  <a:pt x="291395" y="164702"/>
                  <a:pt x="291395" y="164702"/>
                </a:cubicBezTo>
                <a:cubicBezTo>
                  <a:pt x="262940" y="136307"/>
                  <a:pt x="262940" y="136307"/>
                  <a:pt x="262940" y="136307"/>
                </a:cubicBezTo>
                <a:cubicBezTo>
                  <a:pt x="264077" y="136307"/>
                  <a:pt x="264077" y="135170"/>
                  <a:pt x="265215" y="135170"/>
                </a:cubicBezTo>
                <a:close/>
                <a:moveTo>
                  <a:pt x="274321" y="116996"/>
                </a:moveTo>
                <a:cubicBezTo>
                  <a:pt x="310746" y="131762"/>
                  <a:pt x="310746" y="131762"/>
                  <a:pt x="310746" y="131762"/>
                </a:cubicBezTo>
                <a:cubicBezTo>
                  <a:pt x="309608" y="134035"/>
                  <a:pt x="309608" y="134035"/>
                  <a:pt x="309608" y="134035"/>
                </a:cubicBezTo>
                <a:cubicBezTo>
                  <a:pt x="273183" y="118132"/>
                  <a:pt x="273183" y="118132"/>
                  <a:pt x="273183" y="118132"/>
                </a:cubicBezTo>
                <a:cubicBezTo>
                  <a:pt x="273183" y="118132"/>
                  <a:pt x="274321" y="116996"/>
                  <a:pt x="274321" y="116996"/>
                </a:cubicBezTo>
                <a:close/>
                <a:moveTo>
                  <a:pt x="317576" y="95414"/>
                </a:moveTo>
                <a:cubicBezTo>
                  <a:pt x="426850" y="95414"/>
                  <a:pt x="426850" y="95414"/>
                  <a:pt x="426850" y="95414"/>
                </a:cubicBezTo>
                <a:cubicBezTo>
                  <a:pt x="426850" y="99958"/>
                  <a:pt x="426850" y="99958"/>
                  <a:pt x="426850" y="99958"/>
                </a:cubicBezTo>
                <a:cubicBezTo>
                  <a:pt x="317576" y="99958"/>
                  <a:pt x="317576" y="99958"/>
                  <a:pt x="317576" y="99958"/>
                </a:cubicBezTo>
                <a:lnTo>
                  <a:pt x="317576" y="95414"/>
                </a:lnTo>
                <a:close/>
                <a:moveTo>
                  <a:pt x="408636" y="62474"/>
                </a:moveTo>
                <a:cubicBezTo>
                  <a:pt x="412052" y="90871"/>
                  <a:pt x="412052" y="90871"/>
                  <a:pt x="412052" y="90871"/>
                </a:cubicBezTo>
                <a:cubicBezTo>
                  <a:pt x="409776" y="90871"/>
                  <a:pt x="409776" y="90871"/>
                  <a:pt x="409776" y="90871"/>
                </a:cubicBezTo>
                <a:cubicBezTo>
                  <a:pt x="407499" y="61337"/>
                  <a:pt x="407499" y="61337"/>
                  <a:pt x="407499" y="61337"/>
                </a:cubicBezTo>
                <a:lnTo>
                  <a:pt x="408636" y="62474"/>
                </a:lnTo>
                <a:close/>
                <a:moveTo>
                  <a:pt x="421157" y="76105"/>
                </a:moveTo>
                <a:cubicBezTo>
                  <a:pt x="451891" y="94278"/>
                  <a:pt x="451891" y="94278"/>
                  <a:pt x="451891" y="94278"/>
                </a:cubicBezTo>
                <a:cubicBezTo>
                  <a:pt x="451891" y="96550"/>
                  <a:pt x="451891" y="96550"/>
                  <a:pt x="451891" y="96550"/>
                </a:cubicBezTo>
                <a:cubicBezTo>
                  <a:pt x="421157" y="81784"/>
                  <a:pt x="421157" y="81784"/>
                  <a:pt x="421157" y="81784"/>
                </a:cubicBezTo>
                <a:lnTo>
                  <a:pt x="421157" y="76105"/>
                </a:lnTo>
                <a:close/>
                <a:moveTo>
                  <a:pt x="467827" y="101093"/>
                </a:moveTo>
                <a:cubicBezTo>
                  <a:pt x="468965" y="105637"/>
                  <a:pt x="468965" y="105637"/>
                  <a:pt x="468965" y="105637"/>
                </a:cubicBezTo>
                <a:cubicBezTo>
                  <a:pt x="434818" y="112452"/>
                  <a:pt x="434818" y="112452"/>
                  <a:pt x="434818" y="112452"/>
                </a:cubicBezTo>
                <a:cubicBezTo>
                  <a:pt x="430265" y="110180"/>
                  <a:pt x="430265" y="110180"/>
                  <a:pt x="430265" y="110180"/>
                </a:cubicBezTo>
                <a:lnTo>
                  <a:pt x="467827" y="101093"/>
                </a:lnTo>
                <a:close/>
                <a:moveTo>
                  <a:pt x="490592" y="107909"/>
                </a:moveTo>
                <a:cubicBezTo>
                  <a:pt x="458720" y="147664"/>
                  <a:pt x="458720" y="147664"/>
                  <a:pt x="458720" y="147664"/>
                </a:cubicBezTo>
                <a:cubicBezTo>
                  <a:pt x="455306" y="144257"/>
                  <a:pt x="455306" y="144257"/>
                  <a:pt x="455306" y="144257"/>
                </a:cubicBezTo>
                <a:cubicBezTo>
                  <a:pt x="487177" y="103365"/>
                  <a:pt x="487177" y="103365"/>
                  <a:pt x="487177" y="103365"/>
                </a:cubicBezTo>
                <a:lnTo>
                  <a:pt x="490592" y="107909"/>
                </a:lnTo>
                <a:close/>
                <a:moveTo>
                  <a:pt x="508804" y="111317"/>
                </a:moveTo>
                <a:cubicBezTo>
                  <a:pt x="491730" y="163567"/>
                  <a:pt x="491730" y="163567"/>
                  <a:pt x="491730" y="163567"/>
                </a:cubicBezTo>
                <a:cubicBezTo>
                  <a:pt x="489454" y="162432"/>
                  <a:pt x="489454" y="162432"/>
                  <a:pt x="489454" y="162432"/>
                </a:cubicBezTo>
                <a:cubicBezTo>
                  <a:pt x="506528" y="109045"/>
                  <a:pt x="506528" y="109045"/>
                  <a:pt x="506528" y="109045"/>
                </a:cubicBezTo>
                <a:lnTo>
                  <a:pt x="508804" y="111317"/>
                </a:lnTo>
                <a:close/>
                <a:moveTo>
                  <a:pt x="524740" y="107909"/>
                </a:moveTo>
                <a:cubicBezTo>
                  <a:pt x="527017" y="107909"/>
                  <a:pt x="527017" y="107909"/>
                  <a:pt x="527017" y="107909"/>
                </a:cubicBezTo>
                <a:cubicBezTo>
                  <a:pt x="527017" y="176061"/>
                  <a:pt x="527017" y="176061"/>
                  <a:pt x="527017" y="176061"/>
                </a:cubicBezTo>
                <a:cubicBezTo>
                  <a:pt x="524740" y="176061"/>
                  <a:pt x="524740" y="176061"/>
                  <a:pt x="524740" y="176061"/>
                </a:cubicBezTo>
                <a:lnTo>
                  <a:pt x="524740" y="107909"/>
                </a:lnTo>
                <a:close/>
                <a:moveTo>
                  <a:pt x="235621" y="324862"/>
                </a:moveTo>
                <a:cubicBezTo>
                  <a:pt x="247004" y="324862"/>
                  <a:pt x="247004" y="324862"/>
                  <a:pt x="247004" y="324862"/>
                </a:cubicBezTo>
                <a:cubicBezTo>
                  <a:pt x="247004" y="348717"/>
                  <a:pt x="247004" y="348717"/>
                  <a:pt x="247004" y="348717"/>
                </a:cubicBezTo>
                <a:cubicBezTo>
                  <a:pt x="235621" y="348717"/>
                  <a:pt x="235621" y="348717"/>
                  <a:pt x="235621" y="348717"/>
                </a:cubicBezTo>
                <a:lnTo>
                  <a:pt x="235621" y="324862"/>
                </a:lnTo>
                <a:close/>
                <a:moveTo>
                  <a:pt x="252694" y="316911"/>
                </a:moveTo>
                <a:cubicBezTo>
                  <a:pt x="257247" y="313503"/>
                  <a:pt x="257247" y="313503"/>
                  <a:pt x="257247" y="313503"/>
                </a:cubicBezTo>
                <a:cubicBezTo>
                  <a:pt x="257247" y="353259"/>
                  <a:pt x="257247" y="353259"/>
                  <a:pt x="257247" y="353259"/>
                </a:cubicBezTo>
                <a:cubicBezTo>
                  <a:pt x="252694" y="350987"/>
                  <a:pt x="252694" y="350987"/>
                  <a:pt x="252694" y="350987"/>
                </a:cubicBezTo>
                <a:lnTo>
                  <a:pt x="252694" y="316911"/>
                </a:lnTo>
                <a:close/>
                <a:moveTo>
                  <a:pt x="392702" y="295330"/>
                </a:moveTo>
                <a:cubicBezTo>
                  <a:pt x="392702" y="268068"/>
                  <a:pt x="392702" y="268068"/>
                  <a:pt x="392702" y="268068"/>
                </a:cubicBezTo>
                <a:cubicBezTo>
                  <a:pt x="396116" y="268068"/>
                  <a:pt x="396116" y="268068"/>
                  <a:pt x="396116" y="268068"/>
                </a:cubicBezTo>
                <a:cubicBezTo>
                  <a:pt x="398393" y="291922"/>
                  <a:pt x="398393" y="291922"/>
                  <a:pt x="398393" y="291922"/>
                </a:cubicBezTo>
                <a:cubicBezTo>
                  <a:pt x="415467" y="323727"/>
                  <a:pt x="415467" y="323727"/>
                  <a:pt x="415467" y="323727"/>
                </a:cubicBezTo>
                <a:lnTo>
                  <a:pt x="392702" y="295330"/>
                </a:lnTo>
                <a:close/>
                <a:moveTo>
                  <a:pt x="451891" y="218089"/>
                </a:moveTo>
                <a:cubicBezTo>
                  <a:pt x="451891" y="206731"/>
                  <a:pt x="451891" y="206731"/>
                  <a:pt x="451891" y="206731"/>
                </a:cubicBezTo>
                <a:cubicBezTo>
                  <a:pt x="456444" y="206731"/>
                  <a:pt x="456444" y="206731"/>
                  <a:pt x="456444" y="206731"/>
                </a:cubicBezTo>
                <a:cubicBezTo>
                  <a:pt x="465550" y="215817"/>
                  <a:pt x="465550" y="215817"/>
                  <a:pt x="465550" y="215817"/>
                </a:cubicBezTo>
                <a:cubicBezTo>
                  <a:pt x="463273" y="231720"/>
                  <a:pt x="463273" y="231720"/>
                  <a:pt x="463273" y="231720"/>
                </a:cubicBezTo>
                <a:cubicBezTo>
                  <a:pt x="453029" y="238535"/>
                  <a:pt x="453029" y="238535"/>
                  <a:pt x="453029" y="238535"/>
                </a:cubicBezTo>
                <a:cubicBezTo>
                  <a:pt x="449614" y="238535"/>
                  <a:pt x="449614" y="238535"/>
                  <a:pt x="449614" y="238535"/>
                </a:cubicBezTo>
                <a:cubicBezTo>
                  <a:pt x="449614" y="230584"/>
                  <a:pt x="449614" y="230584"/>
                  <a:pt x="449614" y="230584"/>
                </a:cubicBezTo>
                <a:cubicBezTo>
                  <a:pt x="455306" y="230584"/>
                  <a:pt x="455306" y="230584"/>
                  <a:pt x="455306" y="230584"/>
                </a:cubicBezTo>
                <a:cubicBezTo>
                  <a:pt x="455306" y="228313"/>
                  <a:pt x="455306" y="228313"/>
                  <a:pt x="455306" y="228313"/>
                </a:cubicBezTo>
                <a:cubicBezTo>
                  <a:pt x="449614" y="228313"/>
                  <a:pt x="449614" y="228313"/>
                  <a:pt x="449614" y="228313"/>
                </a:cubicBezTo>
                <a:cubicBezTo>
                  <a:pt x="449614" y="218089"/>
                  <a:pt x="449614" y="218089"/>
                  <a:pt x="449614" y="218089"/>
                </a:cubicBezTo>
                <a:lnTo>
                  <a:pt x="451891" y="218089"/>
                </a:lnTo>
                <a:close/>
                <a:moveTo>
                  <a:pt x="463273" y="248759"/>
                </a:moveTo>
                <a:cubicBezTo>
                  <a:pt x="456444" y="248759"/>
                  <a:pt x="456444" y="248759"/>
                  <a:pt x="456444" y="248759"/>
                </a:cubicBezTo>
                <a:cubicBezTo>
                  <a:pt x="456444" y="240807"/>
                  <a:pt x="456444" y="240807"/>
                  <a:pt x="456444" y="240807"/>
                </a:cubicBezTo>
                <a:cubicBezTo>
                  <a:pt x="468965" y="233992"/>
                  <a:pt x="468965" y="233992"/>
                  <a:pt x="468965" y="233992"/>
                </a:cubicBezTo>
                <a:lnTo>
                  <a:pt x="463273" y="248759"/>
                </a:lnTo>
                <a:close/>
                <a:moveTo>
                  <a:pt x="470103" y="564534"/>
                </a:moveTo>
                <a:cubicBezTo>
                  <a:pt x="484901" y="486159"/>
                  <a:pt x="484901" y="486159"/>
                  <a:pt x="484901" y="486159"/>
                </a:cubicBezTo>
                <a:cubicBezTo>
                  <a:pt x="481486" y="457761"/>
                  <a:pt x="481486" y="457761"/>
                  <a:pt x="481486" y="457761"/>
                </a:cubicBezTo>
                <a:cubicBezTo>
                  <a:pt x="468965" y="512284"/>
                  <a:pt x="468965" y="512284"/>
                  <a:pt x="468965" y="512284"/>
                </a:cubicBezTo>
                <a:cubicBezTo>
                  <a:pt x="462135" y="512284"/>
                  <a:pt x="462135" y="512284"/>
                  <a:pt x="462135" y="512284"/>
                </a:cubicBezTo>
                <a:cubicBezTo>
                  <a:pt x="462135" y="463441"/>
                  <a:pt x="462135" y="463441"/>
                  <a:pt x="462135" y="463441"/>
                </a:cubicBezTo>
                <a:cubicBezTo>
                  <a:pt x="482624" y="448673"/>
                  <a:pt x="482624" y="448673"/>
                  <a:pt x="482624" y="448673"/>
                </a:cubicBezTo>
                <a:cubicBezTo>
                  <a:pt x="492869" y="363483"/>
                  <a:pt x="492869" y="363483"/>
                  <a:pt x="492869" y="363483"/>
                </a:cubicBezTo>
                <a:cubicBezTo>
                  <a:pt x="453029" y="454353"/>
                  <a:pt x="453029" y="454353"/>
                  <a:pt x="453029" y="454353"/>
                </a:cubicBezTo>
                <a:cubicBezTo>
                  <a:pt x="449614" y="454353"/>
                  <a:pt x="449614" y="454353"/>
                  <a:pt x="449614" y="454353"/>
                </a:cubicBezTo>
                <a:cubicBezTo>
                  <a:pt x="449614" y="398695"/>
                  <a:pt x="449614" y="398695"/>
                  <a:pt x="449614" y="398695"/>
                </a:cubicBezTo>
                <a:cubicBezTo>
                  <a:pt x="462135" y="363483"/>
                  <a:pt x="462135" y="363483"/>
                  <a:pt x="462135" y="363483"/>
                </a:cubicBezTo>
                <a:cubicBezTo>
                  <a:pt x="438231" y="343037"/>
                  <a:pt x="438231" y="343037"/>
                  <a:pt x="438231" y="343037"/>
                </a:cubicBezTo>
                <a:cubicBezTo>
                  <a:pt x="462135" y="318047"/>
                  <a:pt x="462135" y="318047"/>
                  <a:pt x="462135" y="318047"/>
                </a:cubicBezTo>
                <a:cubicBezTo>
                  <a:pt x="470103" y="322590"/>
                  <a:pt x="470103" y="322590"/>
                  <a:pt x="470103" y="322590"/>
                </a:cubicBezTo>
                <a:cubicBezTo>
                  <a:pt x="459859" y="341901"/>
                  <a:pt x="459859" y="341901"/>
                  <a:pt x="459859" y="341901"/>
                </a:cubicBezTo>
                <a:cubicBezTo>
                  <a:pt x="483762" y="362346"/>
                  <a:pt x="483762" y="362346"/>
                  <a:pt x="483762" y="362346"/>
                </a:cubicBezTo>
                <a:cubicBezTo>
                  <a:pt x="519049" y="336221"/>
                  <a:pt x="519049" y="336221"/>
                  <a:pt x="519049" y="336221"/>
                </a:cubicBezTo>
                <a:cubicBezTo>
                  <a:pt x="544091" y="247622"/>
                  <a:pt x="544091" y="247622"/>
                  <a:pt x="544091" y="247622"/>
                </a:cubicBezTo>
                <a:cubicBezTo>
                  <a:pt x="533846" y="209003"/>
                  <a:pt x="533846" y="209003"/>
                  <a:pt x="533846" y="209003"/>
                </a:cubicBezTo>
                <a:cubicBezTo>
                  <a:pt x="548644" y="196508"/>
                  <a:pt x="548644" y="196508"/>
                  <a:pt x="548644" y="196508"/>
                </a:cubicBezTo>
                <a:cubicBezTo>
                  <a:pt x="553197" y="189692"/>
                  <a:pt x="553197" y="189692"/>
                  <a:pt x="553197" y="189692"/>
                </a:cubicBezTo>
                <a:cubicBezTo>
                  <a:pt x="552059" y="189692"/>
                  <a:pt x="552059" y="189692"/>
                  <a:pt x="552059" y="189692"/>
                </a:cubicBezTo>
                <a:cubicBezTo>
                  <a:pt x="552059" y="189692"/>
                  <a:pt x="552059" y="189692"/>
                  <a:pt x="552059" y="189692"/>
                </a:cubicBezTo>
                <a:cubicBezTo>
                  <a:pt x="525878" y="199916"/>
                  <a:pt x="525878" y="199916"/>
                  <a:pt x="525878" y="199916"/>
                </a:cubicBezTo>
                <a:cubicBezTo>
                  <a:pt x="520187" y="256710"/>
                  <a:pt x="520187" y="256710"/>
                  <a:pt x="520187" y="256710"/>
                </a:cubicBezTo>
                <a:cubicBezTo>
                  <a:pt x="474656" y="258981"/>
                  <a:pt x="474656" y="258981"/>
                  <a:pt x="474656" y="258981"/>
                </a:cubicBezTo>
                <a:cubicBezTo>
                  <a:pt x="523602" y="264660"/>
                  <a:pt x="523602" y="264660"/>
                  <a:pt x="523602" y="264660"/>
                </a:cubicBezTo>
                <a:cubicBezTo>
                  <a:pt x="473518" y="272612"/>
                  <a:pt x="473518" y="272612"/>
                  <a:pt x="473518" y="272612"/>
                </a:cubicBezTo>
                <a:cubicBezTo>
                  <a:pt x="479209" y="289650"/>
                  <a:pt x="479209" y="289650"/>
                  <a:pt x="479209" y="289650"/>
                </a:cubicBezTo>
                <a:cubicBezTo>
                  <a:pt x="470103" y="301009"/>
                  <a:pt x="470103" y="301009"/>
                  <a:pt x="470103" y="301009"/>
                </a:cubicBezTo>
                <a:cubicBezTo>
                  <a:pt x="448476" y="291922"/>
                  <a:pt x="448476" y="291922"/>
                  <a:pt x="448476" y="291922"/>
                </a:cubicBezTo>
                <a:cubicBezTo>
                  <a:pt x="429125" y="302144"/>
                  <a:pt x="429125" y="302144"/>
                  <a:pt x="429125" y="302144"/>
                </a:cubicBezTo>
                <a:cubicBezTo>
                  <a:pt x="418882" y="290786"/>
                  <a:pt x="418882" y="290786"/>
                  <a:pt x="418882" y="290786"/>
                </a:cubicBezTo>
                <a:cubicBezTo>
                  <a:pt x="431402" y="252166"/>
                  <a:pt x="431402" y="252166"/>
                  <a:pt x="431402" y="252166"/>
                </a:cubicBezTo>
                <a:cubicBezTo>
                  <a:pt x="437093" y="252166"/>
                  <a:pt x="437093" y="252166"/>
                  <a:pt x="437093" y="252166"/>
                </a:cubicBezTo>
                <a:cubicBezTo>
                  <a:pt x="440508" y="285106"/>
                  <a:pt x="440508" y="285106"/>
                  <a:pt x="440508" y="285106"/>
                </a:cubicBezTo>
                <a:cubicBezTo>
                  <a:pt x="448476" y="261253"/>
                  <a:pt x="448476" y="261253"/>
                  <a:pt x="448476" y="261253"/>
                </a:cubicBezTo>
                <a:cubicBezTo>
                  <a:pt x="467827" y="262388"/>
                  <a:pt x="467827" y="262388"/>
                  <a:pt x="467827" y="262388"/>
                </a:cubicBezTo>
                <a:cubicBezTo>
                  <a:pt x="459859" y="258981"/>
                  <a:pt x="459859" y="258981"/>
                  <a:pt x="459859" y="258981"/>
                </a:cubicBezTo>
                <a:cubicBezTo>
                  <a:pt x="472380" y="257846"/>
                  <a:pt x="472380" y="257846"/>
                  <a:pt x="472380" y="257846"/>
                </a:cubicBezTo>
                <a:cubicBezTo>
                  <a:pt x="468965" y="249894"/>
                  <a:pt x="468965" y="249894"/>
                  <a:pt x="468965" y="249894"/>
                </a:cubicBezTo>
                <a:cubicBezTo>
                  <a:pt x="475794" y="238535"/>
                  <a:pt x="475794" y="238535"/>
                  <a:pt x="475794" y="238535"/>
                </a:cubicBezTo>
                <a:cubicBezTo>
                  <a:pt x="479209" y="213545"/>
                  <a:pt x="479209" y="213545"/>
                  <a:pt x="479209" y="213545"/>
                </a:cubicBezTo>
                <a:cubicBezTo>
                  <a:pt x="462135" y="198779"/>
                  <a:pt x="462135" y="198779"/>
                  <a:pt x="462135" y="198779"/>
                </a:cubicBezTo>
                <a:cubicBezTo>
                  <a:pt x="448476" y="199916"/>
                  <a:pt x="448476" y="199916"/>
                  <a:pt x="448476" y="199916"/>
                </a:cubicBezTo>
                <a:cubicBezTo>
                  <a:pt x="437093" y="209003"/>
                  <a:pt x="437093" y="209003"/>
                  <a:pt x="437093" y="209003"/>
                </a:cubicBezTo>
                <a:cubicBezTo>
                  <a:pt x="433678" y="138577"/>
                  <a:pt x="433678" y="138577"/>
                  <a:pt x="433678" y="138577"/>
                </a:cubicBezTo>
                <a:cubicBezTo>
                  <a:pt x="430265" y="134035"/>
                  <a:pt x="430265" y="134035"/>
                  <a:pt x="430265" y="134035"/>
                </a:cubicBezTo>
                <a:cubicBezTo>
                  <a:pt x="426850" y="251031"/>
                  <a:pt x="426850" y="251031"/>
                  <a:pt x="426850" y="251031"/>
                </a:cubicBezTo>
                <a:cubicBezTo>
                  <a:pt x="417744" y="264660"/>
                  <a:pt x="417744" y="264660"/>
                  <a:pt x="417744" y="264660"/>
                </a:cubicBezTo>
                <a:cubicBezTo>
                  <a:pt x="417744" y="264660"/>
                  <a:pt x="416604" y="263525"/>
                  <a:pt x="414329" y="255574"/>
                </a:cubicBezTo>
                <a:cubicBezTo>
                  <a:pt x="412052" y="247622"/>
                  <a:pt x="415467" y="227176"/>
                  <a:pt x="415467" y="227176"/>
                </a:cubicBezTo>
                <a:cubicBezTo>
                  <a:pt x="424572" y="136307"/>
                  <a:pt x="424572" y="136307"/>
                  <a:pt x="424572" y="136307"/>
                </a:cubicBezTo>
                <a:cubicBezTo>
                  <a:pt x="417744" y="144257"/>
                  <a:pt x="417744" y="144257"/>
                  <a:pt x="417744" y="144257"/>
                </a:cubicBezTo>
                <a:cubicBezTo>
                  <a:pt x="413191" y="199916"/>
                  <a:pt x="413191" y="199916"/>
                  <a:pt x="413191" y="199916"/>
                </a:cubicBezTo>
                <a:cubicBezTo>
                  <a:pt x="392702" y="214682"/>
                  <a:pt x="392702" y="214682"/>
                  <a:pt x="392702" y="214682"/>
                </a:cubicBezTo>
                <a:cubicBezTo>
                  <a:pt x="387010" y="244215"/>
                  <a:pt x="387010" y="244215"/>
                  <a:pt x="387010" y="244215"/>
                </a:cubicBezTo>
                <a:cubicBezTo>
                  <a:pt x="394978" y="221497"/>
                  <a:pt x="394978" y="221497"/>
                  <a:pt x="394978" y="221497"/>
                </a:cubicBezTo>
                <a:cubicBezTo>
                  <a:pt x="410914" y="213545"/>
                  <a:pt x="410914" y="213545"/>
                  <a:pt x="410914" y="213545"/>
                </a:cubicBezTo>
                <a:cubicBezTo>
                  <a:pt x="408636" y="228313"/>
                  <a:pt x="408636" y="228313"/>
                  <a:pt x="408636" y="228313"/>
                </a:cubicBezTo>
                <a:cubicBezTo>
                  <a:pt x="398393" y="235128"/>
                  <a:pt x="398393" y="235128"/>
                  <a:pt x="398393" y="235128"/>
                </a:cubicBezTo>
                <a:cubicBezTo>
                  <a:pt x="377904" y="261253"/>
                  <a:pt x="377904" y="261253"/>
                  <a:pt x="377904" y="261253"/>
                </a:cubicBezTo>
                <a:cubicBezTo>
                  <a:pt x="375628" y="306688"/>
                  <a:pt x="375628" y="306688"/>
                  <a:pt x="375628" y="306688"/>
                </a:cubicBezTo>
                <a:cubicBezTo>
                  <a:pt x="421157" y="345308"/>
                  <a:pt x="421157" y="345308"/>
                  <a:pt x="421157" y="345308"/>
                </a:cubicBezTo>
                <a:cubicBezTo>
                  <a:pt x="410914" y="371434"/>
                  <a:pt x="410914" y="371434"/>
                  <a:pt x="410914" y="371434"/>
                </a:cubicBezTo>
                <a:cubicBezTo>
                  <a:pt x="448476" y="398695"/>
                  <a:pt x="448476" y="398695"/>
                  <a:pt x="448476" y="398695"/>
                </a:cubicBezTo>
                <a:cubicBezTo>
                  <a:pt x="440508" y="404374"/>
                  <a:pt x="440508" y="404374"/>
                  <a:pt x="440508" y="404374"/>
                </a:cubicBezTo>
                <a:cubicBezTo>
                  <a:pt x="398393" y="382792"/>
                  <a:pt x="398393" y="382792"/>
                  <a:pt x="398393" y="382792"/>
                </a:cubicBezTo>
                <a:cubicBezTo>
                  <a:pt x="410914" y="371434"/>
                  <a:pt x="410914" y="371434"/>
                  <a:pt x="410914" y="371434"/>
                </a:cubicBezTo>
                <a:cubicBezTo>
                  <a:pt x="330097" y="361211"/>
                  <a:pt x="330097" y="361211"/>
                  <a:pt x="330097" y="361211"/>
                </a:cubicBezTo>
                <a:cubicBezTo>
                  <a:pt x="287981" y="381657"/>
                  <a:pt x="287981" y="381657"/>
                  <a:pt x="287981" y="381657"/>
                </a:cubicBezTo>
                <a:cubicBezTo>
                  <a:pt x="287981" y="397560"/>
                  <a:pt x="287981" y="397560"/>
                  <a:pt x="287981" y="397560"/>
                </a:cubicBezTo>
                <a:cubicBezTo>
                  <a:pt x="287981" y="416869"/>
                  <a:pt x="287981" y="416869"/>
                  <a:pt x="287981" y="416869"/>
                </a:cubicBezTo>
                <a:cubicBezTo>
                  <a:pt x="260662" y="416869"/>
                  <a:pt x="260662" y="416869"/>
                  <a:pt x="260662" y="416869"/>
                </a:cubicBezTo>
                <a:cubicBezTo>
                  <a:pt x="250419" y="398695"/>
                  <a:pt x="250419" y="398695"/>
                  <a:pt x="250419" y="398695"/>
                </a:cubicBezTo>
                <a:cubicBezTo>
                  <a:pt x="235621" y="398695"/>
                  <a:pt x="235621" y="398695"/>
                  <a:pt x="235621" y="398695"/>
                </a:cubicBezTo>
                <a:cubicBezTo>
                  <a:pt x="235621" y="370298"/>
                  <a:pt x="235621" y="370298"/>
                  <a:pt x="235621" y="370298"/>
                </a:cubicBezTo>
                <a:cubicBezTo>
                  <a:pt x="258387" y="370298"/>
                  <a:pt x="258387" y="370298"/>
                  <a:pt x="258387" y="370298"/>
                </a:cubicBezTo>
                <a:cubicBezTo>
                  <a:pt x="258387" y="370298"/>
                  <a:pt x="258387" y="370298"/>
                  <a:pt x="258387" y="370298"/>
                </a:cubicBezTo>
                <a:cubicBezTo>
                  <a:pt x="264077" y="370298"/>
                  <a:pt x="267492" y="366890"/>
                  <a:pt x="267492" y="361211"/>
                </a:cubicBezTo>
                <a:cubicBezTo>
                  <a:pt x="267492" y="361211"/>
                  <a:pt x="267492" y="361211"/>
                  <a:pt x="267492" y="361211"/>
                </a:cubicBezTo>
                <a:cubicBezTo>
                  <a:pt x="267492" y="357803"/>
                  <a:pt x="267492" y="357803"/>
                  <a:pt x="267492" y="357803"/>
                </a:cubicBezTo>
                <a:cubicBezTo>
                  <a:pt x="268630" y="357803"/>
                  <a:pt x="268630" y="357803"/>
                  <a:pt x="268630" y="357803"/>
                </a:cubicBezTo>
                <a:cubicBezTo>
                  <a:pt x="268630" y="324862"/>
                  <a:pt x="268630" y="324862"/>
                  <a:pt x="268630" y="324862"/>
                </a:cubicBezTo>
                <a:cubicBezTo>
                  <a:pt x="268630" y="324862"/>
                  <a:pt x="268630" y="324862"/>
                  <a:pt x="268630" y="324862"/>
                </a:cubicBezTo>
                <a:cubicBezTo>
                  <a:pt x="268630" y="312368"/>
                  <a:pt x="268630" y="312368"/>
                  <a:pt x="268630" y="312368"/>
                </a:cubicBezTo>
                <a:cubicBezTo>
                  <a:pt x="268630" y="312368"/>
                  <a:pt x="268630" y="312368"/>
                  <a:pt x="268630" y="311233"/>
                </a:cubicBezTo>
                <a:cubicBezTo>
                  <a:pt x="268630" y="306688"/>
                  <a:pt x="264077" y="302144"/>
                  <a:pt x="259524" y="302144"/>
                </a:cubicBezTo>
                <a:cubicBezTo>
                  <a:pt x="258387" y="302144"/>
                  <a:pt x="258387" y="302144"/>
                  <a:pt x="258387" y="302144"/>
                </a:cubicBezTo>
                <a:cubicBezTo>
                  <a:pt x="235621" y="302144"/>
                  <a:pt x="235621" y="302144"/>
                  <a:pt x="235621" y="302144"/>
                </a:cubicBezTo>
                <a:cubicBezTo>
                  <a:pt x="235621" y="194236"/>
                  <a:pt x="235621" y="194236"/>
                  <a:pt x="235621" y="194236"/>
                </a:cubicBezTo>
                <a:cubicBezTo>
                  <a:pt x="233345" y="194236"/>
                  <a:pt x="233345" y="194236"/>
                  <a:pt x="233345" y="194236"/>
                </a:cubicBezTo>
                <a:cubicBezTo>
                  <a:pt x="233345" y="156752"/>
                  <a:pt x="233345" y="156752"/>
                  <a:pt x="233345" y="156752"/>
                </a:cubicBezTo>
                <a:cubicBezTo>
                  <a:pt x="234483" y="155616"/>
                  <a:pt x="236758" y="155616"/>
                  <a:pt x="237898" y="155616"/>
                </a:cubicBezTo>
                <a:cubicBezTo>
                  <a:pt x="251557" y="190829"/>
                  <a:pt x="251557" y="190829"/>
                  <a:pt x="251557" y="190829"/>
                </a:cubicBezTo>
                <a:cubicBezTo>
                  <a:pt x="249279" y="191964"/>
                  <a:pt x="249279" y="191964"/>
                  <a:pt x="249279" y="191964"/>
                </a:cubicBezTo>
                <a:cubicBezTo>
                  <a:pt x="249279" y="191964"/>
                  <a:pt x="249279" y="191964"/>
                  <a:pt x="249279" y="191964"/>
                </a:cubicBezTo>
                <a:cubicBezTo>
                  <a:pt x="250419" y="196508"/>
                  <a:pt x="250419" y="196508"/>
                  <a:pt x="250419" y="196508"/>
                </a:cubicBezTo>
                <a:cubicBezTo>
                  <a:pt x="272045" y="188557"/>
                  <a:pt x="272045" y="188557"/>
                  <a:pt x="272045" y="188557"/>
                </a:cubicBezTo>
                <a:cubicBezTo>
                  <a:pt x="269768" y="184013"/>
                  <a:pt x="269768" y="184013"/>
                  <a:pt x="269768" y="184013"/>
                </a:cubicBezTo>
                <a:cubicBezTo>
                  <a:pt x="267492" y="185149"/>
                  <a:pt x="267492" y="185149"/>
                  <a:pt x="267492" y="185149"/>
                </a:cubicBezTo>
                <a:cubicBezTo>
                  <a:pt x="253834" y="148801"/>
                  <a:pt x="253834" y="148801"/>
                  <a:pt x="253834" y="148801"/>
                </a:cubicBezTo>
                <a:cubicBezTo>
                  <a:pt x="254972" y="147664"/>
                  <a:pt x="256109" y="146529"/>
                  <a:pt x="257247" y="146529"/>
                </a:cubicBezTo>
                <a:cubicBezTo>
                  <a:pt x="284566" y="173791"/>
                  <a:pt x="284566" y="173791"/>
                  <a:pt x="284566" y="173791"/>
                </a:cubicBezTo>
                <a:cubicBezTo>
                  <a:pt x="283428" y="176061"/>
                  <a:pt x="283428" y="176061"/>
                  <a:pt x="283428" y="176061"/>
                </a:cubicBezTo>
                <a:cubicBezTo>
                  <a:pt x="283428" y="176061"/>
                  <a:pt x="283428" y="176061"/>
                  <a:pt x="283428" y="176061"/>
                </a:cubicBezTo>
                <a:cubicBezTo>
                  <a:pt x="286842" y="179470"/>
                  <a:pt x="286842" y="179470"/>
                  <a:pt x="286842" y="179470"/>
                </a:cubicBezTo>
                <a:cubicBezTo>
                  <a:pt x="301640" y="163567"/>
                  <a:pt x="301640" y="163567"/>
                  <a:pt x="301640" y="163567"/>
                </a:cubicBezTo>
                <a:cubicBezTo>
                  <a:pt x="298225" y="160160"/>
                  <a:pt x="298225" y="160160"/>
                  <a:pt x="298225" y="160160"/>
                </a:cubicBezTo>
                <a:cubicBezTo>
                  <a:pt x="297087" y="161295"/>
                  <a:pt x="297087" y="161295"/>
                  <a:pt x="297087" y="161295"/>
                </a:cubicBezTo>
                <a:cubicBezTo>
                  <a:pt x="268630" y="134035"/>
                  <a:pt x="268630" y="134035"/>
                  <a:pt x="268630" y="134035"/>
                </a:cubicBezTo>
                <a:cubicBezTo>
                  <a:pt x="269768" y="132898"/>
                  <a:pt x="269768" y="131762"/>
                  <a:pt x="270908" y="130627"/>
                </a:cubicBezTo>
                <a:cubicBezTo>
                  <a:pt x="308470" y="145393"/>
                  <a:pt x="308470" y="145393"/>
                  <a:pt x="308470" y="145393"/>
                </a:cubicBezTo>
                <a:cubicBezTo>
                  <a:pt x="307331" y="147664"/>
                  <a:pt x="307331" y="147664"/>
                  <a:pt x="307331" y="147664"/>
                </a:cubicBezTo>
                <a:cubicBezTo>
                  <a:pt x="307331" y="147664"/>
                  <a:pt x="307331" y="147664"/>
                  <a:pt x="307331" y="147664"/>
                </a:cubicBezTo>
                <a:cubicBezTo>
                  <a:pt x="311884" y="149936"/>
                  <a:pt x="311884" y="149936"/>
                  <a:pt x="311884" y="149936"/>
                </a:cubicBezTo>
                <a:cubicBezTo>
                  <a:pt x="319852" y="129490"/>
                  <a:pt x="319852" y="129490"/>
                  <a:pt x="319852" y="129490"/>
                </a:cubicBezTo>
                <a:cubicBezTo>
                  <a:pt x="315299" y="127218"/>
                  <a:pt x="315299" y="127218"/>
                  <a:pt x="315299" y="127218"/>
                </a:cubicBezTo>
                <a:cubicBezTo>
                  <a:pt x="315299" y="129490"/>
                  <a:pt x="315299" y="129490"/>
                  <a:pt x="315299" y="129490"/>
                </a:cubicBezTo>
                <a:cubicBezTo>
                  <a:pt x="277736" y="114724"/>
                  <a:pt x="277736" y="114724"/>
                  <a:pt x="277736" y="114724"/>
                </a:cubicBezTo>
                <a:cubicBezTo>
                  <a:pt x="277736" y="113589"/>
                  <a:pt x="277736" y="112452"/>
                  <a:pt x="277736" y="111317"/>
                </a:cubicBezTo>
                <a:cubicBezTo>
                  <a:pt x="317576" y="111317"/>
                  <a:pt x="317576" y="111317"/>
                  <a:pt x="317576" y="111317"/>
                </a:cubicBezTo>
                <a:cubicBezTo>
                  <a:pt x="317576" y="113589"/>
                  <a:pt x="317576" y="113589"/>
                  <a:pt x="317576" y="113589"/>
                </a:cubicBezTo>
                <a:cubicBezTo>
                  <a:pt x="418882" y="113589"/>
                  <a:pt x="418882" y="113589"/>
                  <a:pt x="418882" y="113589"/>
                </a:cubicBezTo>
                <a:cubicBezTo>
                  <a:pt x="420019" y="114724"/>
                  <a:pt x="420019" y="116996"/>
                  <a:pt x="421157" y="119268"/>
                </a:cubicBezTo>
                <a:cubicBezTo>
                  <a:pt x="422297" y="123811"/>
                  <a:pt x="425710" y="127218"/>
                  <a:pt x="426850" y="127218"/>
                </a:cubicBezTo>
                <a:cubicBezTo>
                  <a:pt x="426850" y="127218"/>
                  <a:pt x="426850" y="127218"/>
                  <a:pt x="426850" y="127218"/>
                </a:cubicBezTo>
                <a:cubicBezTo>
                  <a:pt x="426850" y="127218"/>
                  <a:pt x="426850" y="127218"/>
                  <a:pt x="426850" y="127218"/>
                </a:cubicBezTo>
                <a:cubicBezTo>
                  <a:pt x="462135" y="113589"/>
                  <a:pt x="462135" y="113589"/>
                  <a:pt x="462135" y="113589"/>
                </a:cubicBezTo>
                <a:cubicBezTo>
                  <a:pt x="473518" y="113589"/>
                  <a:pt x="473518" y="113589"/>
                  <a:pt x="473518" y="113589"/>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8476" y="147664"/>
                  <a:pt x="448476" y="147664"/>
                  <a:pt x="448476" y="147664"/>
                </a:cubicBezTo>
                <a:cubicBezTo>
                  <a:pt x="447338" y="148801"/>
                  <a:pt x="449614" y="152208"/>
                  <a:pt x="454167" y="154480"/>
                </a:cubicBezTo>
                <a:cubicBezTo>
                  <a:pt x="458720" y="157888"/>
                  <a:pt x="462135" y="159023"/>
                  <a:pt x="463273" y="157888"/>
                </a:cubicBezTo>
                <a:cubicBezTo>
                  <a:pt x="463273" y="157888"/>
                  <a:pt x="463273" y="157888"/>
                  <a:pt x="463273" y="157888"/>
                </a:cubicBezTo>
                <a:cubicBezTo>
                  <a:pt x="498560" y="113589"/>
                  <a:pt x="498560" y="113589"/>
                  <a:pt x="498560" y="113589"/>
                </a:cubicBezTo>
                <a:cubicBezTo>
                  <a:pt x="499698" y="113589"/>
                  <a:pt x="499698" y="113589"/>
                  <a:pt x="499698" y="113589"/>
                </a:cubicBezTo>
                <a:cubicBezTo>
                  <a:pt x="481486" y="166975"/>
                  <a:pt x="481486" y="166975"/>
                  <a:pt x="481486" y="166975"/>
                </a:cubicBezTo>
                <a:cubicBezTo>
                  <a:pt x="481486" y="166975"/>
                  <a:pt x="481486" y="166975"/>
                  <a:pt x="481486" y="166975"/>
                </a:cubicBezTo>
                <a:cubicBezTo>
                  <a:pt x="481486" y="166975"/>
                  <a:pt x="481486" y="166975"/>
                  <a:pt x="481486" y="166975"/>
                </a:cubicBezTo>
                <a:cubicBezTo>
                  <a:pt x="480348" y="169247"/>
                  <a:pt x="484901" y="171519"/>
                  <a:pt x="489454" y="173791"/>
                </a:cubicBezTo>
                <a:cubicBezTo>
                  <a:pt x="494007" y="174926"/>
                  <a:pt x="498560" y="17606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499698" y="173791"/>
                  <a:pt x="499698" y="173791"/>
                  <a:pt x="499698" y="173791"/>
                </a:cubicBezTo>
                <a:cubicBezTo>
                  <a:pt x="520187" y="113589"/>
                  <a:pt x="520187" y="113589"/>
                  <a:pt x="520187" y="113589"/>
                </a:cubicBezTo>
                <a:cubicBezTo>
                  <a:pt x="520187" y="113589"/>
                  <a:pt x="520187" y="113589"/>
                  <a:pt x="520187" y="113589"/>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0605"/>
                  <a:pt x="520187" y="180605"/>
                  <a:pt x="520187" y="180605"/>
                </a:cubicBezTo>
                <a:cubicBezTo>
                  <a:pt x="520187" y="181741"/>
                  <a:pt x="524740" y="182877"/>
                  <a:pt x="530431" y="182877"/>
                </a:cubicBezTo>
                <a:cubicBezTo>
                  <a:pt x="536123" y="182877"/>
                  <a:pt x="539538" y="181741"/>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80605"/>
                  <a:pt x="540676" y="180605"/>
                  <a:pt x="540676" y="180605"/>
                </a:cubicBezTo>
                <a:cubicBezTo>
                  <a:pt x="540676" y="113589"/>
                  <a:pt x="540676" y="113589"/>
                  <a:pt x="540676" y="113589"/>
                </a:cubicBezTo>
                <a:cubicBezTo>
                  <a:pt x="547506" y="113589"/>
                  <a:pt x="547506" y="113589"/>
                  <a:pt x="547506" y="113589"/>
                </a:cubicBezTo>
                <a:cubicBezTo>
                  <a:pt x="547506" y="99958"/>
                  <a:pt x="547506" y="99958"/>
                  <a:pt x="547506" y="99958"/>
                </a:cubicBezTo>
                <a:cubicBezTo>
                  <a:pt x="468965" y="99958"/>
                  <a:pt x="468965" y="99958"/>
                  <a:pt x="468965" y="99958"/>
                </a:cubicBezTo>
                <a:cubicBezTo>
                  <a:pt x="468965" y="95414"/>
                  <a:pt x="468965" y="95414"/>
                  <a:pt x="468965" y="95414"/>
                </a:cubicBezTo>
                <a:cubicBezTo>
                  <a:pt x="547506" y="95414"/>
                  <a:pt x="547506" y="95414"/>
                  <a:pt x="547506" y="95414"/>
                </a:cubicBezTo>
                <a:cubicBezTo>
                  <a:pt x="547506" y="90871"/>
                  <a:pt x="547506" y="90871"/>
                  <a:pt x="547506" y="90871"/>
                </a:cubicBezTo>
                <a:cubicBezTo>
                  <a:pt x="519049" y="90871"/>
                  <a:pt x="519049" y="90871"/>
                  <a:pt x="519049" y="90871"/>
                </a:cubicBezTo>
                <a:cubicBezTo>
                  <a:pt x="519049" y="90871"/>
                  <a:pt x="519049" y="90871"/>
                  <a:pt x="519049" y="90871"/>
                </a:cubicBezTo>
                <a:cubicBezTo>
                  <a:pt x="467827" y="90871"/>
                  <a:pt x="467827" y="90871"/>
                  <a:pt x="467827" y="90871"/>
                </a:cubicBezTo>
                <a:cubicBezTo>
                  <a:pt x="459859" y="89734"/>
                  <a:pt x="439370" y="85192"/>
                  <a:pt x="425710" y="71561"/>
                </a:cubicBezTo>
                <a:cubicBezTo>
                  <a:pt x="406361" y="52250"/>
                  <a:pt x="406361" y="38619"/>
                  <a:pt x="406361" y="38619"/>
                </a:cubicBezTo>
                <a:cubicBezTo>
                  <a:pt x="402946" y="38619"/>
                  <a:pt x="402946" y="38619"/>
                  <a:pt x="402946" y="38619"/>
                </a:cubicBezTo>
                <a:cubicBezTo>
                  <a:pt x="402946" y="90871"/>
                  <a:pt x="402946" y="90871"/>
                  <a:pt x="402946" y="90871"/>
                </a:cubicBezTo>
                <a:cubicBezTo>
                  <a:pt x="398393" y="90871"/>
                  <a:pt x="398393" y="90871"/>
                  <a:pt x="398393" y="90871"/>
                </a:cubicBezTo>
                <a:cubicBezTo>
                  <a:pt x="398393" y="38619"/>
                  <a:pt x="398393" y="38619"/>
                  <a:pt x="398393" y="38619"/>
                </a:cubicBezTo>
                <a:cubicBezTo>
                  <a:pt x="391563" y="38619"/>
                  <a:pt x="391563" y="38619"/>
                  <a:pt x="391563" y="38619"/>
                </a:cubicBezTo>
                <a:cubicBezTo>
                  <a:pt x="391563" y="90871"/>
                  <a:pt x="391563" y="90871"/>
                  <a:pt x="391563" y="90871"/>
                </a:cubicBezTo>
                <a:cubicBezTo>
                  <a:pt x="317576" y="90871"/>
                  <a:pt x="317576" y="90871"/>
                  <a:pt x="317576" y="90871"/>
                </a:cubicBezTo>
                <a:cubicBezTo>
                  <a:pt x="317576" y="93142"/>
                  <a:pt x="317576" y="93142"/>
                  <a:pt x="317576" y="93142"/>
                </a:cubicBezTo>
                <a:cubicBezTo>
                  <a:pt x="277736" y="93142"/>
                  <a:pt x="277736" y="93142"/>
                  <a:pt x="277736" y="93142"/>
                </a:cubicBezTo>
                <a:cubicBezTo>
                  <a:pt x="274321" y="70425"/>
                  <a:pt x="256109" y="52250"/>
                  <a:pt x="233345" y="48843"/>
                </a:cubicBezTo>
                <a:cubicBezTo>
                  <a:pt x="233345" y="4544"/>
                  <a:pt x="233345" y="4544"/>
                  <a:pt x="233345" y="4544"/>
                </a:cubicBezTo>
                <a:cubicBezTo>
                  <a:pt x="235621" y="4544"/>
                  <a:pt x="235621" y="4544"/>
                  <a:pt x="235621" y="4544"/>
                </a:cubicBezTo>
                <a:cubicBezTo>
                  <a:pt x="235621" y="0"/>
                  <a:pt x="235621" y="0"/>
                  <a:pt x="235621" y="0"/>
                </a:cubicBezTo>
                <a:cubicBezTo>
                  <a:pt x="212856" y="0"/>
                  <a:pt x="212856" y="0"/>
                  <a:pt x="212856" y="0"/>
                </a:cubicBezTo>
                <a:cubicBezTo>
                  <a:pt x="212856" y="4544"/>
                  <a:pt x="212856" y="4544"/>
                  <a:pt x="212856" y="4544"/>
                </a:cubicBezTo>
                <a:cubicBezTo>
                  <a:pt x="216271" y="4544"/>
                  <a:pt x="216271" y="4544"/>
                  <a:pt x="216271" y="4544"/>
                </a:cubicBezTo>
                <a:cubicBezTo>
                  <a:pt x="216271" y="48843"/>
                  <a:pt x="216271" y="48843"/>
                  <a:pt x="216271" y="48843"/>
                </a:cubicBezTo>
                <a:cubicBezTo>
                  <a:pt x="213994" y="48843"/>
                  <a:pt x="212856" y="48843"/>
                  <a:pt x="211717" y="48843"/>
                </a:cubicBezTo>
                <a:cubicBezTo>
                  <a:pt x="194643" y="9087"/>
                  <a:pt x="194643" y="9087"/>
                  <a:pt x="194643" y="9087"/>
                </a:cubicBezTo>
                <a:cubicBezTo>
                  <a:pt x="196920" y="7951"/>
                  <a:pt x="196920" y="7951"/>
                  <a:pt x="196920" y="7951"/>
                </a:cubicBezTo>
                <a:cubicBezTo>
                  <a:pt x="196920" y="7951"/>
                  <a:pt x="196920" y="7951"/>
                  <a:pt x="196920" y="7951"/>
                </a:cubicBezTo>
                <a:cubicBezTo>
                  <a:pt x="195782" y="3407"/>
                  <a:pt x="195782" y="3407"/>
                  <a:pt x="195782" y="3407"/>
                </a:cubicBezTo>
                <a:cubicBezTo>
                  <a:pt x="175293" y="12494"/>
                  <a:pt x="175293" y="12494"/>
                  <a:pt x="175293" y="12494"/>
                </a:cubicBezTo>
                <a:cubicBezTo>
                  <a:pt x="176431" y="17038"/>
                  <a:pt x="176431" y="17038"/>
                  <a:pt x="176431" y="17038"/>
                </a:cubicBezTo>
                <a:cubicBezTo>
                  <a:pt x="178708" y="15903"/>
                  <a:pt x="178708" y="15903"/>
                  <a:pt x="178708" y="15903"/>
                </a:cubicBezTo>
                <a:cubicBezTo>
                  <a:pt x="195782" y="55658"/>
                  <a:pt x="195782" y="55658"/>
                  <a:pt x="195782" y="55658"/>
                </a:cubicBezTo>
                <a:cubicBezTo>
                  <a:pt x="194643" y="55658"/>
                  <a:pt x="193505" y="56794"/>
                  <a:pt x="192367" y="57930"/>
                </a:cubicBezTo>
                <a:cubicBezTo>
                  <a:pt x="161634" y="27262"/>
                  <a:pt x="161634" y="27262"/>
                  <a:pt x="161634" y="27262"/>
                </a:cubicBezTo>
                <a:cubicBezTo>
                  <a:pt x="163910" y="26125"/>
                  <a:pt x="163910" y="26125"/>
                  <a:pt x="163910" y="26125"/>
                </a:cubicBezTo>
                <a:cubicBezTo>
                  <a:pt x="163910" y="26125"/>
                  <a:pt x="163910" y="26125"/>
                  <a:pt x="163910" y="26125"/>
                </a:cubicBezTo>
                <a:cubicBezTo>
                  <a:pt x="160495" y="22718"/>
                  <a:pt x="160495" y="22718"/>
                  <a:pt x="160495" y="22718"/>
                </a:cubicBezTo>
                <a:cubicBezTo>
                  <a:pt x="144559" y="38619"/>
                  <a:pt x="144559" y="38619"/>
                  <a:pt x="144559" y="38619"/>
                </a:cubicBezTo>
                <a:cubicBezTo>
                  <a:pt x="147974" y="42028"/>
                  <a:pt x="147974" y="42028"/>
                  <a:pt x="147974" y="42028"/>
                </a:cubicBezTo>
                <a:cubicBezTo>
                  <a:pt x="150251" y="39756"/>
                  <a:pt x="150251" y="39756"/>
                  <a:pt x="150251" y="39756"/>
                </a:cubicBezTo>
                <a:cubicBezTo>
                  <a:pt x="179846" y="69289"/>
                  <a:pt x="179846" y="69289"/>
                  <a:pt x="179846" y="69289"/>
                </a:cubicBezTo>
                <a:cubicBezTo>
                  <a:pt x="178708" y="70425"/>
                  <a:pt x="178708" y="71561"/>
                  <a:pt x="177569" y="72696"/>
                </a:cubicBezTo>
                <a:cubicBezTo>
                  <a:pt x="138868" y="57930"/>
                  <a:pt x="138868" y="57930"/>
                  <a:pt x="138868" y="57930"/>
                </a:cubicBezTo>
                <a:cubicBezTo>
                  <a:pt x="140006" y="54522"/>
                  <a:pt x="140006" y="54522"/>
                  <a:pt x="140006" y="54522"/>
                </a:cubicBezTo>
                <a:cubicBezTo>
                  <a:pt x="140006" y="54522"/>
                  <a:pt x="140006" y="54522"/>
                  <a:pt x="140006" y="54522"/>
                </a:cubicBezTo>
                <a:cubicBezTo>
                  <a:pt x="135453" y="53387"/>
                  <a:pt x="135453" y="53387"/>
                  <a:pt x="135453" y="53387"/>
                </a:cubicBezTo>
                <a:cubicBezTo>
                  <a:pt x="127485" y="73833"/>
                  <a:pt x="127485" y="73833"/>
                  <a:pt x="127485" y="73833"/>
                </a:cubicBezTo>
                <a:cubicBezTo>
                  <a:pt x="132038" y="74968"/>
                  <a:pt x="132038" y="74968"/>
                  <a:pt x="132038" y="74968"/>
                </a:cubicBezTo>
                <a:cubicBezTo>
                  <a:pt x="132038" y="72696"/>
                  <a:pt x="132038" y="72696"/>
                  <a:pt x="132038" y="72696"/>
                </a:cubicBezTo>
                <a:cubicBezTo>
                  <a:pt x="170740" y="88599"/>
                  <a:pt x="170740" y="88599"/>
                  <a:pt x="170740" y="88599"/>
                </a:cubicBezTo>
                <a:cubicBezTo>
                  <a:pt x="170740" y="89734"/>
                  <a:pt x="169601" y="92006"/>
                  <a:pt x="169601" y="93142"/>
                </a:cubicBezTo>
                <a:cubicBezTo>
                  <a:pt x="125209" y="93142"/>
                  <a:pt x="125209" y="93142"/>
                  <a:pt x="125209" y="93142"/>
                </a:cubicBezTo>
                <a:cubicBezTo>
                  <a:pt x="125209" y="90871"/>
                  <a:pt x="125209" y="90871"/>
                  <a:pt x="125209" y="90871"/>
                </a:cubicBezTo>
                <a:cubicBezTo>
                  <a:pt x="77401" y="90871"/>
                  <a:pt x="77401" y="90871"/>
                  <a:pt x="77401" y="90871"/>
                </a:cubicBezTo>
                <a:cubicBezTo>
                  <a:pt x="77401" y="90871"/>
                  <a:pt x="77401" y="90871"/>
                  <a:pt x="76264" y="90871"/>
                </a:cubicBezTo>
                <a:cubicBezTo>
                  <a:pt x="71711" y="90871"/>
                  <a:pt x="67158" y="95414"/>
                  <a:pt x="67158" y="101093"/>
                </a:cubicBezTo>
                <a:cubicBezTo>
                  <a:pt x="67158" y="101093"/>
                  <a:pt x="67158" y="101093"/>
                  <a:pt x="67158" y="101093"/>
                </a:cubicBezTo>
                <a:cubicBezTo>
                  <a:pt x="67158" y="111317"/>
                  <a:pt x="67158" y="111317"/>
                  <a:pt x="67158" y="111317"/>
                </a:cubicBezTo>
                <a:cubicBezTo>
                  <a:pt x="67158" y="111317"/>
                  <a:pt x="67158" y="111317"/>
                  <a:pt x="67158" y="111317"/>
                </a:cubicBezTo>
                <a:cubicBezTo>
                  <a:pt x="67158" y="302144"/>
                  <a:pt x="67158" y="302144"/>
                  <a:pt x="67158" y="302144"/>
                </a:cubicBezTo>
                <a:cubicBezTo>
                  <a:pt x="67158" y="302144"/>
                  <a:pt x="67158" y="302144"/>
                  <a:pt x="67158" y="302144"/>
                </a:cubicBezTo>
                <a:cubicBezTo>
                  <a:pt x="67158" y="314640"/>
                  <a:pt x="67158" y="314640"/>
                  <a:pt x="67158" y="314640"/>
                </a:cubicBezTo>
                <a:cubicBezTo>
                  <a:pt x="67158" y="314640"/>
                  <a:pt x="67158" y="314640"/>
                  <a:pt x="67158" y="314640"/>
                </a:cubicBezTo>
                <a:cubicBezTo>
                  <a:pt x="67158" y="320319"/>
                  <a:pt x="71711" y="324862"/>
                  <a:pt x="76264" y="324862"/>
                </a:cubicBezTo>
                <a:cubicBezTo>
                  <a:pt x="77401" y="324862"/>
                  <a:pt x="77401" y="324862"/>
                  <a:pt x="77401" y="324862"/>
                </a:cubicBezTo>
                <a:cubicBezTo>
                  <a:pt x="122932" y="324862"/>
                  <a:pt x="122932" y="324862"/>
                  <a:pt x="122932" y="324862"/>
                </a:cubicBezTo>
                <a:cubicBezTo>
                  <a:pt x="122932" y="324862"/>
                  <a:pt x="122932" y="324862"/>
                  <a:pt x="122932" y="324862"/>
                </a:cubicBezTo>
                <a:cubicBezTo>
                  <a:pt x="210579" y="324862"/>
                  <a:pt x="210579" y="324862"/>
                  <a:pt x="210579" y="324862"/>
                </a:cubicBezTo>
                <a:cubicBezTo>
                  <a:pt x="210579" y="324862"/>
                  <a:pt x="210579" y="324862"/>
                  <a:pt x="210579" y="324862"/>
                </a:cubicBezTo>
                <a:cubicBezTo>
                  <a:pt x="212856" y="324862"/>
                  <a:pt x="212856" y="324862"/>
                  <a:pt x="212856" y="324862"/>
                </a:cubicBezTo>
                <a:cubicBezTo>
                  <a:pt x="212856" y="348717"/>
                  <a:pt x="212856" y="348717"/>
                  <a:pt x="212856" y="348717"/>
                </a:cubicBezTo>
                <a:cubicBezTo>
                  <a:pt x="210579" y="348717"/>
                  <a:pt x="210579" y="348717"/>
                  <a:pt x="210579" y="348717"/>
                </a:cubicBezTo>
                <a:cubicBezTo>
                  <a:pt x="210579" y="348717"/>
                  <a:pt x="210579" y="348717"/>
                  <a:pt x="210579" y="348717"/>
                </a:cubicBezTo>
                <a:cubicBezTo>
                  <a:pt x="174155" y="348717"/>
                  <a:pt x="174155" y="348717"/>
                  <a:pt x="174155" y="348717"/>
                </a:cubicBezTo>
                <a:cubicBezTo>
                  <a:pt x="174155" y="348717"/>
                  <a:pt x="174155" y="348717"/>
                  <a:pt x="174155" y="348717"/>
                </a:cubicBezTo>
                <a:cubicBezTo>
                  <a:pt x="168463" y="348717"/>
                  <a:pt x="165048" y="352124"/>
                  <a:pt x="165048" y="357803"/>
                </a:cubicBezTo>
                <a:cubicBezTo>
                  <a:pt x="165048" y="357803"/>
                  <a:pt x="165048" y="357803"/>
                  <a:pt x="165048" y="357803"/>
                </a:cubicBezTo>
                <a:cubicBezTo>
                  <a:pt x="165048" y="370298"/>
                  <a:pt x="165048" y="370298"/>
                  <a:pt x="165048" y="370298"/>
                </a:cubicBezTo>
                <a:cubicBezTo>
                  <a:pt x="165048" y="370298"/>
                  <a:pt x="165048" y="370298"/>
                  <a:pt x="165048" y="370298"/>
                </a:cubicBezTo>
                <a:cubicBezTo>
                  <a:pt x="165048" y="398695"/>
                  <a:pt x="165048" y="398695"/>
                  <a:pt x="165048" y="398695"/>
                </a:cubicBezTo>
                <a:cubicBezTo>
                  <a:pt x="97890" y="398695"/>
                  <a:pt x="97890" y="398695"/>
                  <a:pt x="97890" y="398695"/>
                </a:cubicBezTo>
                <a:cubicBezTo>
                  <a:pt x="99030" y="454353"/>
                  <a:pt x="99030" y="454353"/>
                  <a:pt x="99030" y="454353"/>
                </a:cubicBezTo>
                <a:cubicBezTo>
                  <a:pt x="117241" y="474800"/>
                  <a:pt x="117241" y="474800"/>
                  <a:pt x="117241" y="474800"/>
                </a:cubicBezTo>
                <a:cubicBezTo>
                  <a:pt x="117241" y="512284"/>
                  <a:pt x="117241" y="512284"/>
                  <a:pt x="117241" y="512284"/>
                </a:cubicBezTo>
                <a:cubicBezTo>
                  <a:pt x="138868" y="521371"/>
                  <a:pt x="138868" y="521371"/>
                  <a:pt x="138868" y="521371"/>
                </a:cubicBezTo>
                <a:cubicBezTo>
                  <a:pt x="138868" y="573621"/>
                  <a:pt x="138868" y="573621"/>
                  <a:pt x="138868" y="573621"/>
                </a:cubicBezTo>
                <a:cubicBezTo>
                  <a:pt x="43254" y="590659"/>
                  <a:pt x="7968" y="612240"/>
                  <a:pt x="4553" y="613377"/>
                </a:cubicBezTo>
                <a:cubicBezTo>
                  <a:pt x="0" y="613377"/>
                  <a:pt x="21627" y="616784"/>
                  <a:pt x="52360" y="631551"/>
                </a:cubicBezTo>
                <a:cubicBezTo>
                  <a:pt x="91062" y="649726"/>
                  <a:pt x="86509" y="659948"/>
                  <a:pt x="86509" y="659948"/>
                </a:cubicBezTo>
                <a:cubicBezTo>
                  <a:pt x="86509" y="659948"/>
                  <a:pt x="153666" y="616784"/>
                  <a:pt x="299363" y="590659"/>
                </a:cubicBezTo>
                <a:cubicBezTo>
                  <a:pt x="375628" y="577028"/>
                  <a:pt x="513357" y="571349"/>
                  <a:pt x="563441" y="581572"/>
                </a:cubicBezTo>
                <a:cubicBezTo>
                  <a:pt x="563441" y="581572"/>
                  <a:pt x="524740" y="572486"/>
                  <a:pt x="470103" y="564534"/>
                </a:cubicBezTo>
                <a:close/>
              </a:path>
            </a:pathLst>
          </a:custGeom>
          <a:solidFill>
            <a:srgbClr val="003778">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9" name="Connector 9"/>
          <p:cNvCxnSpPr/>
          <p:nvPr/>
        </p:nvCxnSpPr>
        <p:spPr>
          <a:xfrm>
            <a:off x="660400" y="1028700"/>
            <a:ext cx="10858507" cy="12700"/>
          </a:xfrm>
          <a:prstGeom prst="line">
            <a:avLst/>
          </a:prstGeom>
          <a:solidFill>
            <a:srgbClr val="DEE0E3">
              <a:alpha val="100000"/>
            </a:srgbClr>
          </a:solidFill>
          <a:ln w="12700" cap="rnd" cmpd="sng">
            <a:solidFill>
              <a:srgbClr val="003778">
                <a:alpha val="100000"/>
              </a:srgbClr>
            </a:solidFill>
            <a:prstDash val="solid"/>
            <a:miter lim="10000000"/>
            <a:headEnd type="none" w="med" len="med"/>
            <a:tailEnd type="none" w="med" len="med"/>
          </a:ln>
        </p:spPr>
      </p:cxnSp>
      <p:sp>
        <p:nvSpPr>
          <p:cNvPr id="10" name="AutoShape 10"/>
          <p:cNvSpPr/>
          <p:nvPr/>
        </p:nvSpPr>
        <p:spPr>
          <a:xfrm>
            <a:off x="660400" y="1447800"/>
            <a:ext cx="10871200" cy="37084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87400" y="571500"/>
            <a:ext cx="7315200" cy="3429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26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关键逻辑流程：战斗-成长闭环</a:t>
            </a:r>
            <a:endParaRPr lang="en-US" sz="1100"/>
          </a:p>
        </p:txBody>
      </p:sp>
      <p:sp>
        <p:nvSpPr>
          <p:cNvPr id="12" name="AutoShape 12"/>
          <p:cNvSpPr/>
          <p:nvPr/>
        </p:nvSpPr>
        <p:spPr>
          <a:xfrm>
            <a:off x="850900" y="1638300"/>
            <a:ext cx="10490200" cy="2413000"/>
          </a:xfrm>
          <a:prstGeom prst="rect">
            <a:avLst/>
          </a:prstGeom>
          <a:noFill/>
          <a:ln w="12700" cap="flat" cmpd="sng">
            <a:noFill/>
            <a:prstDash val="solid"/>
            <a:round/>
          </a:ln>
        </p:spPr>
        <p:txBody>
          <a:bodyPr vert="horz" wrap="square" lIns="127000" tIns="101600" rIns="127000" bIns="101600" rtlCol="0" anchor="t" anchorCtr="0"/>
          <a:lstStyle/>
          <a:p>
            <a:pPr indent="0" algn="l">
              <a:lnSpc>
                <a:spcPct val="117000"/>
              </a:lnSpc>
              <a:defRPr/>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1.</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PlayerAutoCastSystem: update(dt) → 写入 Skill.pendingCast 到 ComponentStore</a:t>
            </a:r>
            <a:endParaRPr lang="en-US" sz="1100"/>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2.</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SkillSystem: update(dt) → 读取组件状态 → 调用 BulletSystem 生成子弹</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3.</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BulletSystem: update(dt) → 命中后修改怪物 Attribute.hp 组件</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4.</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MonsterRecycleSystem: update(dt) → 判定怪物死亡销毁并发放经验</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5.</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ExperienceSystem: update(dt) → 经验累加与角色升级判定</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6.</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UpgradeRewardSystem: update(dt) → 将升级属性写入 UpgradeState 组件</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a:p>
            <a:pPr indent="0" algn="l">
              <a:lnSpc>
                <a:spcPct val="117000"/>
              </a:lnSpc>
            </a:pP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7.</a:t>
            </a:r>
            <a:r>
              <a:rPr lang="en-US" sz="1100" b="1" i="0" u="none" strike="noStrike">
                <a:solidFill>
                  <a:srgbClr val="E6EFFF"/>
                </a:solidFill>
                <a:latin typeface="Consolas" panose="020B0609020204030204"/>
                <a:ea typeface="Consolas" panose="020B0609020204030204"/>
                <a:cs typeface="Consolas" panose="020B0609020204030204"/>
                <a:sym typeface="Consolas" panose="020B0609020204030204"/>
              </a:rPr>
              <a:t>EcsWorld</a:t>
            </a:r>
            <a:r>
              <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rPr>
              <a:t>→ MainHudSystem: update(dt) → 读取经验/升级状态，更新游戏主界面显示</a:t>
            </a:r>
            <a:endParaRPr lang="en-US" sz="1100" b="0" i="0" u="none" strike="noStrike">
              <a:solidFill>
                <a:srgbClr val="E6EFFF"/>
              </a:solidFill>
              <a:latin typeface="Consolas" panose="020B0609020204030204"/>
              <a:ea typeface="Consolas" panose="020B0609020204030204"/>
              <a:cs typeface="Consolas" panose="020B0609020204030204"/>
              <a:sym typeface="Consolas" panose="020B0609020204030204"/>
            </a:endParaRPr>
          </a:p>
        </p:txBody>
      </p:sp>
      <p:sp>
        <p:nvSpPr>
          <p:cNvPr id="13" name="AutoShape 13"/>
          <p:cNvSpPr/>
          <p:nvPr/>
        </p:nvSpPr>
        <p:spPr>
          <a:xfrm>
            <a:off x="647700" y="5334000"/>
            <a:ext cx="10871200" cy="1143000"/>
          </a:xfrm>
          <a:prstGeom prst="rect">
            <a:avLst/>
          </a:prstGeom>
          <a:noFill/>
          <a:ln w="12700" cap="flat" cmpd="sng">
            <a:noFill/>
            <a:prstDash val="solid"/>
            <a:round/>
          </a:ln>
        </p:spPr>
        <p:txBody>
          <a:bodyPr vert="horz" wrap="square" lIns="127000" tIns="50800" rIns="127000" bIns="50800" rtlCol="0" anchor="t" anchorCtr="0"/>
          <a:lstStyle/>
          <a:p>
            <a:pPr indent="0" algn="ctr">
              <a:lnSpc>
                <a:spcPct val="117000"/>
              </a:lnSpc>
              <a:defRPr/>
            </a:pP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该逻辑序列完整展示了从玩家自动施法到角色成长升级的全链路闭环。</a:t>
            </a:r>
            <a:endParaRPr lang="en-US" sz="1100"/>
          </a:p>
          <a:p>
            <a:pPr indent="0" algn="ctr">
              <a:lnSpc>
                <a:spcPct val="117000"/>
              </a:lnSpc>
            </a:pP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整个过程由</a:t>
            </a:r>
            <a:r>
              <a:rPr lang="en-US" sz="1400" b="1" i="0" u="none" strike="noStrike">
                <a:solidFill>
                  <a:srgbClr val="003778"/>
                </a:solidFill>
                <a:latin typeface="Noto Sans SC" panose="020B0200000000000000" charset="-122"/>
                <a:ea typeface="Noto Sans SC" panose="020B0200000000000000" charset="-122"/>
                <a:cs typeface="Noto Sans SC" panose="020B0200000000000000" charset="-122"/>
                <a:sym typeface="Noto Sans SC" panose="020B0200000000000000" charset="-122"/>
              </a:rPr>
              <a:t>EcsWorld</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统一驱动各个独立系统的更新，所有数据交互均通过</a:t>
            </a:r>
            <a:r>
              <a:rPr lang="en-US" sz="1400" b="1" i="0" u="none" strike="noStrike">
                <a:solidFill>
                  <a:srgbClr val="C43C17"/>
                </a:solidFill>
                <a:latin typeface="Noto Sans SC" panose="020B0200000000000000" charset="-122"/>
                <a:ea typeface="Noto Sans SC" panose="020B0200000000000000" charset="-122"/>
                <a:cs typeface="Noto Sans SC" panose="020B0200000000000000" charset="-122"/>
                <a:sym typeface="Noto Sans SC" panose="020B0200000000000000" charset="-122"/>
              </a:rPr>
              <a:t>ComponentStore</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组件状态读写完成，无系统间直接耦合。</a:t>
            </a:r>
            <a:endPar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清晰体现了ECS架构“数据与逻辑分离”的核心优势，确保了战斗系统的高扩展性与稳定性。</a:t>
            </a:r>
            <a:endPar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60400" y="4572000"/>
            <a:ext cx="108712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ECS 架构核心交互逻辑 · 序列流程</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130300"/>
            <a:ext cx="12192000" cy="53594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617200" y="2743200"/>
            <a:ext cx="25400" cy="12700"/>
          </a:xfrm>
          <a:prstGeom prst="roundRect">
            <a:avLst>
              <a:gd name="adj" fmla="val 0"/>
            </a:avLst>
          </a:pr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7772400" y="1384300"/>
            <a:ext cx="3520357" cy="4123326"/>
          </a:xfrm>
          <a:custGeom>
            <a:avLst/>
            <a:gdLst/>
            <a:ahLst/>
            <a:cxnLst/>
            <a:rect l="l" t="t" r="r" b="b"/>
            <a:pathLst>
              <a:path w="3520357" h="4123326">
                <a:moveTo>
                  <a:pt x="2631378" y="2611676"/>
                </a:moveTo>
                <a:cubicBezTo>
                  <a:pt x="2375352" y="2561998"/>
                  <a:pt x="2375352" y="2561998"/>
                  <a:pt x="2375352" y="2561998"/>
                </a:cubicBezTo>
                <a:cubicBezTo>
                  <a:pt x="2062432" y="2625870"/>
                  <a:pt x="2062432" y="2625870"/>
                  <a:pt x="2062432" y="2625870"/>
                </a:cubicBezTo>
                <a:cubicBezTo>
                  <a:pt x="2126438" y="2561998"/>
                  <a:pt x="2126438" y="2561998"/>
                  <a:pt x="2126438" y="2561998"/>
                </a:cubicBezTo>
                <a:cubicBezTo>
                  <a:pt x="2403799" y="2476834"/>
                  <a:pt x="2403799" y="2476834"/>
                  <a:pt x="2403799" y="2476834"/>
                </a:cubicBezTo>
                <a:cubicBezTo>
                  <a:pt x="2681160" y="2569094"/>
                  <a:pt x="2681160" y="2569094"/>
                  <a:pt x="2681160" y="2569094"/>
                </a:cubicBezTo>
                <a:lnTo>
                  <a:pt x="2631378" y="2611676"/>
                </a:lnTo>
                <a:close/>
                <a:moveTo>
                  <a:pt x="2432247" y="3477504"/>
                </a:moveTo>
                <a:cubicBezTo>
                  <a:pt x="2403799" y="3328468"/>
                  <a:pt x="2403799" y="3328468"/>
                  <a:pt x="2403799" y="3328468"/>
                </a:cubicBezTo>
                <a:cubicBezTo>
                  <a:pt x="2489142" y="2994911"/>
                  <a:pt x="2489142" y="2994911"/>
                  <a:pt x="2489142" y="2994911"/>
                </a:cubicBezTo>
                <a:cubicBezTo>
                  <a:pt x="2489142" y="2994911"/>
                  <a:pt x="2489142" y="2994911"/>
                  <a:pt x="2489142" y="2994911"/>
                </a:cubicBezTo>
                <a:cubicBezTo>
                  <a:pt x="2489142" y="2994911"/>
                  <a:pt x="2489142" y="2994911"/>
                  <a:pt x="2489142" y="2994911"/>
                </a:cubicBezTo>
                <a:cubicBezTo>
                  <a:pt x="2595819" y="2980718"/>
                  <a:pt x="2595819" y="2980718"/>
                  <a:pt x="2595819" y="2980718"/>
                </a:cubicBezTo>
                <a:cubicBezTo>
                  <a:pt x="2674048" y="3498794"/>
                  <a:pt x="2674048" y="3498794"/>
                  <a:pt x="2674048" y="3498794"/>
                </a:cubicBezTo>
                <a:cubicBezTo>
                  <a:pt x="2595819" y="3491697"/>
                  <a:pt x="2517588" y="3484601"/>
                  <a:pt x="2432247" y="3477504"/>
                </a:cubicBezTo>
                <a:close/>
                <a:moveTo>
                  <a:pt x="1898860" y="2789100"/>
                </a:moveTo>
                <a:cubicBezTo>
                  <a:pt x="2133549" y="2845876"/>
                  <a:pt x="2133549" y="2845876"/>
                  <a:pt x="2133549" y="2845876"/>
                </a:cubicBezTo>
                <a:cubicBezTo>
                  <a:pt x="2453582" y="2725227"/>
                  <a:pt x="2453582" y="2725227"/>
                  <a:pt x="2453582" y="2725227"/>
                </a:cubicBezTo>
                <a:cubicBezTo>
                  <a:pt x="2631378" y="2810391"/>
                  <a:pt x="2631378" y="2810391"/>
                  <a:pt x="2631378" y="2810391"/>
                </a:cubicBezTo>
                <a:cubicBezTo>
                  <a:pt x="2453582" y="2782004"/>
                  <a:pt x="2453582" y="2782004"/>
                  <a:pt x="2453582" y="2782004"/>
                </a:cubicBezTo>
                <a:cubicBezTo>
                  <a:pt x="2126438" y="2902651"/>
                  <a:pt x="2126438" y="2902651"/>
                  <a:pt x="2126438" y="2902651"/>
                </a:cubicBezTo>
                <a:lnTo>
                  <a:pt x="1898860" y="2789100"/>
                </a:lnTo>
                <a:close/>
                <a:moveTo>
                  <a:pt x="1223235" y="3349758"/>
                </a:moveTo>
                <a:cubicBezTo>
                  <a:pt x="1102335" y="3023300"/>
                  <a:pt x="1102335" y="3023300"/>
                  <a:pt x="1102335" y="3023300"/>
                </a:cubicBezTo>
                <a:cubicBezTo>
                  <a:pt x="938762" y="2973621"/>
                  <a:pt x="938762" y="2973621"/>
                  <a:pt x="938762" y="2973621"/>
                </a:cubicBezTo>
                <a:cubicBezTo>
                  <a:pt x="1216123" y="2888458"/>
                  <a:pt x="1216123" y="2888458"/>
                  <a:pt x="1216123" y="2888458"/>
                </a:cubicBezTo>
                <a:cubicBezTo>
                  <a:pt x="1322800" y="3243304"/>
                  <a:pt x="1322800" y="3243304"/>
                  <a:pt x="1322800" y="3243304"/>
                </a:cubicBezTo>
                <a:cubicBezTo>
                  <a:pt x="1977089" y="3143947"/>
                  <a:pt x="1977089" y="3143947"/>
                  <a:pt x="1977089" y="3143947"/>
                </a:cubicBezTo>
                <a:lnTo>
                  <a:pt x="1223235" y="3349758"/>
                </a:lnTo>
                <a:close/>
                <a:moveTo>
                  <a:pt x="1102335" y="2313605"/>
                </a:moveTo>
                <a:cubicBezTo>
                  <a:pt x="1130781" y="2313605"/>
                  <a:pt x="1130781" y="2313605"/>
                  <a:pt x="1130781" y="2313605"/>
                </a:cubicBezTo>
                <a:cubicBezTo>
                  <a:pt x="1130781" y="2491029"/>
                  <a:pt x="1130781" y="2491029"/>
                  <a:pt x="1130781" y="2491029"/>
                </a:cubicBezTo>
                <a:cubicBezTo>
                  <a:pt x="1102335" y="2491029"/>
                  <a:pt x="1102335" y="2491029"/>
                  <a:pt x="1102335" y="2491029"/>
                </a:cubicBezTo>
                <a:lnTo>
                  <a:pt x="1102335" y="2313605"/>
                </a:lnTo>
                <a:close/>
                <a:moveTo>
                  <a:pt x="1166340" y="2313605"/>
                </a:moveTo>
                <a:cubicBezTo>
                  <a:pt x="1329912" y="2313605"/>
                  <a:pt x="1329912" y="2313605"/>
                  <a:pt x="1329912" y="2313605"/>
                </a:cubicBezTo>
                <a:cubicBezTo>
                  <a:pt x="1329912" y="2491029"/>
                  <a:pt x="1329912" y="2491029"/>
                  <a:pt x="1329912" y="2491029"/>
                </a:cubicBezTo>
                <a:cubicBezTo>
                  <a:pt x="1166340" y="2491029"/>
                  <a:pt x="1166340" y="2491029"/>
                  <a:pt x="1166340" y="2491029"/>
                </a:cubicBezTo>
                <a:lnTo>
                  <a:pt x="1166340" y="2313605"/>
                </a:lnTo>
                <a:close/>
                <a:moveTo>
                  <a:pt x="768078" y="1887788"/>
                </a:moveTo>
                <a:cubicBezTo>
                  <a:pt x="768078" y="1887788"/>
                  <a:pt x="768078" y="1887788"/>
                  <a:pt x="768078" y="1887788"/>
                </a:cubicBezTo>
                <a:cubicBezTo>
                  <a:pt x="561835" y="1887788"/>
                  <a:pt x="561835" y="1887788"/>
                  <a:pt x="561835" y="1887788"/>
                </a:cubicBezTo>
                <a:cubicBezTo>
                  <a:pt x="561835" y="709695"/>
                  <a:pt x="561835" y="709695"/>
                  <a:pt x="561835" y="709695"/>
                </a:cubicBezTo>
                <a:cubicBezTo>
                  <a:pt x="782301" y="709695"/>
                  <a:pt x="782301" y="709695"/>
                  <a:pt x="782301" y="709695"/>
                </a:cubicBezTo>
                <a:cubicBezTo>
                  <a:pt x="782301" y="695500"/>
                  <a:pt x="782301" y="695500"/>
                  <a:pt x="782301" y="695500"/>
                </a:cubicBezTo>
                <a:cubicBezTo>
                  <a:pt x="1059663" y="695500"/>
                  <a:pt x="1059663" y="695500"/>
                  <a:pt x="1059663" y="695500"/>
                </a:cubicBezTo>
                <a:cubicBezTo>
                  <a:pt x="1059663" y="702598"/>
                  <a:pt x="1059663" y="709695"/>
                  <a:pt x="1066775" y="716792"/>
                </a:cubicBezTo>
                <a:cubicBezTo>
                  <a:pt x="839196" y="809052"/>
                  <a:pt x="839196" y="809052"/>
                  <a:pt x="839196" y="809052"/>
                </a:cubicBezTo>
                <a:cubicBezTo>
                  <a:pt x="832085" y="794857"/>
                  <a:pt x="832085" y="794857"/>
                  <a:pt x="832085" y="794857"/>
                </a:cubicBezTo>
                <a:cubicBezTo>
                  <a:pt x="832085" y="794857"/>
                  <a:pt x="832085" y="794857"/>
                  <a:pt x="832085" y="794857"/>
                </a:cubicBezTo>
                <a:cubicBezTo>
                  <a:pt x="803637" y="809052"/>
                  <a:pt x="803637" y="809052"/>
                  <a:pt x="803637" y="809052"/>
                </a:cubicBezTo>
                <a:cubicBezTo>
                  <a:pt x="853420" y="936796"/>
                  <a:pt x="853420" y="936796"/>
                  <a:pt x="853420" y="936796"/>
                </a:cubicBezTo>
                <a:cubicBezTo>
                  <a:pt x="881868" y="922603"/>
                  <a:pt x="881868" y="922603"/>
                  <a:pt x="881868" y="922603"/>
                </a:cubicBezTo>
                <a:cubicBezTo>
                  <a:pt x="874756" y="908409"/>
                  <a:pt x="874756" y="908409"/>
                  <a:pt x="874756" y="908409"/>
                </a:cubicBezTo>
                <a:cubicBezTo>
                  <a:pt x="1102335" y="816149"/>
                  <a:pt x="1102335" y="816149"/>
                  <a:pt x="1102335" y="816149"/>
                </a:cubicBezTo>
                <a:cubicBezTo>
                  <a:pt x="1109445" y="823246"/>
                  <a:pt x="1116557" y="830343"/>
                  <a:pt x="1116557" y="837439"/>
                </a:cubicBezTo>
                <a:cubicBezTo>
                  <a:pt x="952985" y="1007767"/>
                  <a:pt x="952985" y="1007767"/>
                  <a:pt x="952985" y="1007767"/>
                </a:cubicBezTo>
                <a:cubicBezTo>
                  <a:pt x="938762" y="1000670"/>
                  <a:pt x="938762" y="1000670"/>
                  <a:pt x="938762" y="1000670"/>
                </a:cubicBezTo>
                <a:cubicBezTo>
                  <a:pt x="938762" y="1000670"/>
                  <a:pt x="938762" y="1000670"/>
                  <a:pt x="938762" y="1000670"/>
                </a:cubicBezTo>
                <a:cubicBezTo>
                  <a:pt x="917426" y="1021960"/>
                  <a:pt x="917426" y="1021960"/>
                  <a:pt x="917426" y="1021960"/>
                </a:cubicBezTo>
                <a:cubicBezTo>
                  <a:pt x="1016992" y="1121317"/>
                  <a:pt x="1016992" y="1121317"/>
                  <a:pt x="1016992" y="1121317"/>
                </a:cubicBezTo>
                <a:cubicBezTo>
                  <a:pt x="1038328" y="1100027"/>
                  <a:pt x="1038328" y="1100027"/>
                  <a:pt x="1038328" y="1100027"/>
                </a:cubicBezTo>
                <a:cubicBezTo>
                  <a:pt x="1024104" y="1085832"/>
                  <a:pt x="1024104" y="1085832"/>
                  <a:pt x="1024104" y="1085832"/>
                </a:cubicBezTo>
                <a:cubicBezTo>
                  <a:pt x="1194788" y="915506"/>
                  <a:pt x="1194788" y="915506"/>
                  <a:pt x="1194788" y="915506"/>
                </a:cubicBezTo>
                <a:cubicBezTo>
                  <a:pt x="1201900" y="922603"/>
                  <a:pt x="1209012" y="929700"/>
                  <a:pt x="1216123" y="929700"/>
                </a:cubicBezTo>
                <a:cubicBezTo>
                  <a:pt x="1130781" y="1156802"/>
                  <a:pt x="1130781" y="1156802"/>
                  <a:pt x="1130781" y="1156802"/>
                </a:cubicBezTo>
                <a:cubicBezTo>
                  <a:pt x="1116557" y="1149706"/>
                  <a:pt x="1116557" y="1149706"/>
                  <a:pt x="1116557" y="1149706"/>
                </a:cubicBezTo>
                <a:cubicBezTo>
                  <a:pt x="1116557" y="1149706"/>
                  <a:pt x="1116557" y="1149706"/>
                  <a:pt x="1116557" y="1149706"/>
                </a:cubicBezTo>
                <a:cubicBezTo>
                  <a:pt x="1102335" y="1178093"/>
                  <a:pt x="1102335" y="1178093"/>
                  <a:pt x="1102335" y="1178093"/>
                </a:cubicBezTo>
                <a:cubicBezTo>
                  <a:pt x="1230347" y="1227771"/>
                  <a:pt x="1230347" y="1227771"/>
                  <a:pt x="1230347" y="1227771"/>
                </a:cubicBezTo>
                <a:cubicBezTo>
                  <a:pt x="1244571" y="1199384"/>
                  <a:pt x="1244571" y="1199384"/>
                  <a:pt x="1244571" y="1199384"/>
                </a:cubicBezTo>
                <a:cubicBezTo>
                  <a:pt x="1230347" y="1192287"/>
                  <a:pt x="1230347" y="1192287"/>
                  <a:pt x="1230347" y="1192287"/>
                </a:cubicBezTo>
                <a:cubicBezTo>
                  <a:pt x="1315690" y="972282"/>
                  <a:pt x="1315690" y="972282"/>
                  <a:pt x="1315690" y="972282"/>
                </a:cubicBezTo>
                <a:cubicBezTo>
                  <a:pt x="1329912" y="972282"/>
                  <a:pt x="1337024" y="979378"/>
                  <a:pt x="1351248" y="979378"/>
                </a:cubicBezTo>
                <a:cubicBezTo>
                  <a:pt x="1351248" y="1213578"/>
                  <a:pt x="1351248" y="1213578"/>
                  <a:pt x="1351248" y="1213578"/>
                </a:cubicBezTo>
                <a:cubicBezTo>
                  <a:pt x="1329912" y="1213578"/>
                  <a:pt x="1329912" y="1213578"/>
                  <a:pt x="1329912" y="1213578"/>
                </a:cubicBezTo>
                <a:cubicBezTo>
                  <a:pt x="1329912" y="1887788"/>
                  <a:pt x="1329912" y="1887788"/>
                  <a:pt x="1329912" y="1887788"/>
                </a:cubicBezTo>
                <a:lnTo>
                  <a:pt x="768078" y="1887788"/>
                </a:lnTo>
                <a:close/>
                <a:moveTo>
                  <a:pt x="526275" y="1887788"/>
                </a:moveTo>
                <a:cubicBezTo>
                  <a:pt x="483605" y="1887788"/>
                  <a:pt x="483605" y="1887788"/>
                  <a:pt x="483605" y="1887788"/>
                </a:cubicBezTo>
                <a:cubicBezTo>
                  <a:pt x="483605" y="709695"/>
                  <a:pt x="483605" y="709695"/>
                  <a:pt x="483605" y="709695"/>
                </a:cubicBezTo>
                <a:cubicBezTo>
                  <a:pt x="526275" y="709695"/>
                  <a:pt x="526275" y="709695"/>
                  <a:pt x="526275" y="709695"/>
                </a:cubicBezTo>
                <a:lnTo>
                  <a:pt x="526275" y="1887788"/>
                </a:lnTo>
                <a:close/>
                <a:moveTo>
                  <a:pt x="1088111" y="787761"/>
                </a:moveTo>
                <a:cubicBezTo>
                  <a:pt x="1088111" y="794857"/>
                  <a:pt x="1095223" y="794857"/>
                  <a:pt x="1095223" y="801955"/>
                </a:cubicBezTo>
                <a:cubicBezTo>
                  <a:pt x="888978" y="887118"/>
                  <a:pt x="888978" y="887118"/>
                  <a:pt x="888978" y="887118"/>
                </a:cubicBezTo>
                <a:cubicBezTo>
                  <a:pt x="881868" y="872924"/>
                  <a:pt x="881868" y="872924"/>
                  <a:pt x="881868" y="872924"/>
                </a:cubicBezTo>
                <a:lnTo>
                  <a:pt x="1088111" y="787761"/>
                </a:lnTo>
                <a:close/>
                <a:moveTo>
                  <a:pt x="867644" y="404525"/>
                </a:moveTo>
                <a:cubicBezTo>
                  <a:pt x="874756" y="390332"/>
                  <a:pt x="874756" y="390332"/>
                  <a:pt x="874756" y="390332"/>
                </a:cubicBezTo>
                <a:cubicBezTo>
                  <a:pt x="1109445" y="489689"/>
                  <a:pt x="1109445" y="489689"/>
                  <a:pt x="1109445" y="489689"/>
                </a:cubicBezTo>
                <a:cubicBezTo>
                  <a:pt x="1102335" y="496786"/>
                  <a:pt x="1102335" y="496786"/>
                  <a:pt x="1102335" y="496786"/>
                </a:cubicBezTo>
                <a:lnTo>
                  <a:pt x="867644" y="404525"/>
                </a:lnTo>
                <a:close/>
                <a:moveTo>
                  <a:pt x="1180564" y="880021"/>
                </a:moveTo>
                <a:cubicBezTo>
                  <a:pt x="1180564" y="887118"/>
                  <a:pt x="1187676" y="887118"/>
                  <a:pt x="1194788" y="894216"/>
                </a:cubicBezTo>
                <a:cubicBezTo>
                  <a:pt x="1009880" y="1057445"/>
                  <a:pt x="1009880" y="1057445"/>
                  <a:pt x="1009880" y="1057445"/>
                </a:cubicBezTo>
                <a:cubicBezTo>
                  <a:pt x="1002768" y="1050348"/>
                  <a:pt x="1002768" y="1050348"/>
                  <a:pt x="1002768" y="1050348"/>
                </a:cubicBezTo>
                <a:lnTo>
                  <a:pt x="1180564" y="880021"/>
                </a:lnTo>
                <a:close/>
                <a:moveTo>
                  <a:pt x="995657" y="205811"/>
                </a:moveTo>
                <a:cubicBezTo>
                  <a:pt x="1024104" y="212908"/>
                  <a:pt x="1024104" y="212908"/>
                  <a:pt x="1024104" y="212908"/>
                </a:cubicBezTo>
                <a:cubicBezTo>
                  <a:pt x="1194788" y="383235"/>
                  <a:pt x="1194788" y="383235"/>
                  <a:pt x="1194788" y="383235"/>
                </a:cubicBezTo>
                <a:cubicBezTo>
                  <a:pt x="1180564" y="397429"/>
                  <a:pt x="1180564" y="397429"/>
                  <a:pt x="1180564" y="397429"/>
                </a:cubicBezTo>
                <a:lnTo>
                  <a:pt x="995657" y="205811"/>
                </a:lnTo>
                <a:close/>
                <a:moveTo>
                  <a:pt x="1287242" y="943894"/>
                </a:moveTo>
                <a:cubicBezTo>
                  <a:pt x="1294354" y="943894"/>
                  <a:pt x="1294354" y="950991"/>
                  <a:pt x="1301466" y="950991"/>
                </a:cubicBezTo>
                <a:cubicBezTo>
                  <a:pt x="1209012" y="1178093"/>
                  <a:pt x="1209012" y="1178093"/>
                  <a:pt x="1209012" y="1178093"/>
                </a:cubicBezTo>
                <a:cubicBezTo>
                  <a:pt x="1194788" y="1170996"/>
                  <a:pt x="1194788" y="1170996"/>
                  <a:pt x="1194788" y="1170996"/>
                </a:cubicBezTo>
                <a:lnTo>
                  <a:pt x="1287242" y="943894"/>
                </a:lnTo>
                <a:close/>
                <a:moveTo>
                  <a:pt x="1187676" y="70969"/>
                </a:moveTo>
                <a:cubicBezTo>
                  <a:pt x="1216123" y="120647"/>
                  <a:pt x="1216123" y="120647"/>
                  <a:pt x="1216123" y="120647"/>
                </a:cubicBezTo>
                <a:cubicBezTo>
                  <a:pt x="1315690" y="326460"/>
                  <a:pt x="1315690" y="326460"/>
                  <a:pt x="1315690" y="326460"/>
                </a:cubicBezTo>
                <a:cubicBezTo>
                  <a:pt x="1308578" y="326460"/>
                  <a:pt x="1301466" y="333557"/>
                  <a:pt x="1294354" y="333557"/>
                </a:cubicBezTo>
                <a:lnTo>
                  <a:pt x="1187676" y="70969"/>
                </a:lnTo>
                <a:close/>
                <a:moveTo>
                  <a:pt x="1401031" y="2292313"/>
                </a:moveTo>
                <a:cubicBezTo>
                  <a:pt x="1401031" y="2292313"/>
                  <a:pt x="1401031" y="2292313"/>
                  <a:pt x="1401031" y="2292313"/>
                </a:cubicBezTo>
                <a:cubicBezTo>
                  <a:pt x="1429478" y="2327798"/>
                  <a:pt x="1429478" y="2327798"/>
                  <a:pt x="1429478" y="2327798"/>
                </a:cubicBezTo>
                <a:cubicBezTo>
                  <a:pt x="1429478" y="2491029"/>
                  <a:pt x="1429478" y="2491029"/>
                  <a:pt x="1429478" y="2491029"/>
                </a:cubicBezTo>
                <a:cubicBezTo>
                  <a:pt x="1401031" y="2491029"/>
                  <a:pt x="1401031" y="2491029"/>
                  <a:pt x="1401031" y="2491029"/>
                </a:cubicBezTo>
                <a:lnTo>
                  <a:pt x="1401031" y="2292313"/>
                </a:lnTo>
                <a:close/>
                <a:moveTo>
                  <a:pt x="1401031" y="2001338"/>
                </a:moveTo>
                <a:cubicBezTo>
                  <a:pt x="1401031" y="2001338"/>
                  <a:pt x="1401031" y="2001338"/>
                  <a:pt x="1401031" y="2001338"/>
                </a:cubicBezTo>
                <a:cubicBezTo>
                  <a:pt x="1429478" y="2036823"/>
                  <a:pt x="1429478" y="2036823"/>
                  <a:pt x="1429478" y="2036823"/>
                </a:cubicBezTo>
                <a:cubicBezTo>
                  <a:pt x="1429478" y="2178762"/>
                  <a:pt x="1429478" y="2178762"/>
                  <a:pt x="1429478" y="2178762"/>
                </a:cubicBezTo>
                <a:cubicBezTo>
                  <a:pt x="1401031" y="2178762"/>
                  <a:pt x="1401031" y="2178762"/>
                  <a:pt x="1401031" y="2178762"/>
                </a:cubicBezTo>
                <a:lnTo>
                  <a:pt x="1401031" y="2001338"/>
                </a:lnTo>
                <a:close/>
                <a:moveTo>
                  <a:pt x="1401031" y="1213578"/>
                </a:moveTo>
                <a:cubicBezTo>
                  <a:pt x="1415255" y="1213578"/>
                  <a:pt x="1415255" y="1213578"/>
                  <a:pt x="1415255" y="1213578"/>
                </a:cubicBezTo>
                <a:cubicBezTo>
                  <a:pt x="1415255" y="965185"/>
                  <a:pt x="1415255" y="965185"/>
                  <a:pt x="1415255" y="965185"/>
                </a:cubicBezTo>
                <a:cubicBezTo>
                  <a:pt x="1422367" y="965185"/>
                  <a:pt x="1429478" y="965185"/>
                  <a:pt x="1429478" y="965185"/>
                </a:cubicBezTo>
                <a:cubicBezTo>
                  <a:pt x="1429478" y="1213578"/>
                  <a:pt x="1429478" y="1213578"/>
                  <a:pt x="1429478" y="1213578"/>
                </a:cubicBezTo>
                <a:cubicBezTo>
                  <a:pt x="1429478" y="1213578"/>
                  <a:pt x="1429478" y="1213578"/>
                  <a:pt x="1429478" y="1213578"/>
                </a:cubicBezTo>
                <a:cubicBezTo>
                  <a:pt x="1429478" y="1894884"/>
                  <a:pt x="1429478" y="1894884"/>
                  <a:pt x="1429478" y="1894884"/>
                </a:cubicBezTo>
                <a:cubicBezTo>
                  <a:pt x="1401031" y="1894884"/>
                  <a:pt x="1401031" y="1894884"/>
                  <a:pt x="1401031" y="1894884"/>
                </a:cubicBezTo>
                <a:lnTo>
                  <a:pt x="1401031" y="1213578"/>
                </a:lnTo>
                <a:close/>
                <a:moveTo>
                  <a:pt x="1415255" y="35485"/>
                </a:moveTo>
                <a:cubicBezTo>
                  <a:pt x="1429478" y="35485"/>
                  <a:pt x="1429478" y="35485"/>
                  <a:pt x="1429478" y="35485"/>
                </a:cubicBezTo>
                <a:cubicBezTo>
                  <a:pt x="1429478" y="319363"/>
                  <a:pt x="1429478" y="319363"/>
                  <a:pt x="1429478" y="319363"/>
                </a:cubicBezTo>
                <a:cubicBezTo>
                  <a:pt x="1429478" y="319363"/>
                  <a:pt x="1422367" y="319363"/>
                  <a:pt x="1415255" y="312265"/>
                </a:cubicBezTo>
                <a:lnTo>
                  <a:pt x="1415255" y="35485"/>
                </a:lnTo>
                <a:close/>
                <a:moveTo>
                  <a:pt x="1507708" y="432914"/>
                </a:moveTo>
                <a:cubicBezTo>
                  <a:pt x="1543267" y="432914"/>
                  <a:pt x="1578827" y="468399"/>
                  <a:pt x="1578827" y="503883"/>
                </a:cubicBezTo>
                <a:cubicBezTo>
                  <a:pt x="1578827" y="546464"/>
                  <a:pt x="1543267" y="574853"/>
                  <a:pt x="1507708" y="574853"/>
                </a:cubicBezTo>
                <a:cubicBezTo>
                  <a:pt x="1465038" y="574853"/>
                  <a:pt x="1436590" y="546464"/>
                  <a:pt x="1436590" y="503883"/>
                </a:cubicBezTo>
                <a:cubicBezTo>
                  <a:pt x="1436590" y="468399"/>
                  <a:pt x="1465038" y="432914"/>
                  <a:pt x="1507708" y="432914"/>
                </a:cubicBezTo>
                <a:close/>
                <a:moveTo>
                  <a:pt x="1642834" y="1163899"/>
                </a:moveTo>
                <a:cubicBezTo>
                  <a:pt x="1635722" y="1163899"/>
                  <a:pt x="1635722" y="1163899"/>
                  <a:pt x="1635722" y="1163899"/>
                </a:cubicBezTo>
                <a:cubicBezTo>
                  <a:pt x="1543267" y="929700"/>
                  <a:pt x="1543267" y="929700"/>
                  <a:pt x="1543267" y="929700"/>
                </a:cubicBezTo>
                <a:cubicBezTo>
                  <a:pt x="1564603" y="922603"/>
                  <a:pt x="1564603" y="922603"/>
                  <a:pt x="1564603" y="922603"/>
                </a:cubicBezTo>
                <a:lnTo>
                  <a:pt x="1642834" y="1163899"/>
                </a:lnTo>
                <a:close/>
                <a:moveTo>
                  <a:pt x="1657057" y="844536"/>
                </a:moveTo>
                <a:cubicBezTo>
                  <a:pt x="1834853" y="1014863"/>
                  <a:pt x="1834853" y="1014863"/>
                  <a:pt x="1834853" y="1014863"/>
                </a:cubicBezTo>
                <a:cubicBezTo>
                  <a:pt x="1820629" y="1029057"/>
                  <a:pt x="1820629" y="1029057"/>
                  <a:pt x="1820629" y="1029057"/>
                </a:cubicBezTo>
                <a:cubicBezTo>
                  <a:pt x="1642834" y="851634"/>
                  <a:pt x="1642834" y="851634"/>
                  <a:pt x="1642834" y="851634"/>
                </a:cubicBezTo>
                <a:cubicBezTo>
                  <a:pt x="1649945" y="851634"/>
                  <a:pt x="1649945" y="844536"/>
                  <a:pt x="1657057" y="844536"/>
                </a:cubicBezTo>
                <a:close/>
                <a:moveTo>
                  <a:pt x="1713951" y="730985"/>
                </a:moveTo>
                <a:cubicBezTo>
                  <a:pt x="1941530" y="823246"/>
                  <a:pt x="1941530" y="823246"/>
                  <a:pt x="1941530" y="823246"/>
                </a:cubicBezTo>
                <a:cubicBezTo>
                  <a:pt x="1934418" y="837439"/>
                  <a:pt x="1934418" y="837439"/>
                  <a:pt x="1934418" y="837439"/>
                </a:cubicBezTo>
                <a:cubicBezTo>
                  <a:pt x="1706839" y="738082"/>
                  <a:pt x="1706839" y="738082"/>
                  <a:pt x="1706839" y="738082"/>
                </a:cubicBezTo>
                <a:cubicBezTo>
                  <a:pt x="1706839" y="738082"/>
                  <a:pt x="1713951" y="730985"/>
                  <a:pt x="1713951" y="730985"/>
                </a:cubicBezTo>
                <a:close/>
                <a:moveTo>
                  <a:pt x="1984201" y="596143"/>
                </a:moveTo>
                <a:cubicBezTo>
                  <a:pt x="2666936" y="596143"/>
                  <a:pt x="2666936" y="596143"/>
                  <a:pt x="2666936" y="596143"/>
                </a:cubicBezTo>
                <a:cubicBezTo>
                  <a:pt x="2666936" y="624531"/>
                  <a:pt x="2666936" y="624531"/>
                  <a:pt x="2666936" y="624531"/>
                </a:cubicBezTo>
                <a:cubicBezTo>
                  <a:pt x="1984201" y="624531"/>
                  <a:pt x="1984201" y="624531"/>
                  <a:pt x="1984201" y="624531"/>
                </a:cubicBezTo>
                <a:lnTo>
                  <a:pt x="1984201" y="596143"/>
                </a:lnTo>
                <a:close/>
                <a:moveTo>
                  <a:pt x="2553148" y="390332"/>
                </a:moveTo>
                <a:cubicBezTo>
                  <a:pt x="2574483" y="567756"/>
                  <a:pt x="2574483" y="567756"/>
                  <a:pt x="2574483" y="567756"/>
                </a:cubicBezTo>
                <a:cubicBezTo>
                  <a:pt x="2560259" y="567756"/>
                  <a:pt x="2560259" y="567756"/>
                  <a:pt x="2560259" y="567756"/>
                </a:cubicBezTo>
                <a:cubicBezTo>
                  <a:pt x="2546036" y="383235"/>
                  <a:pt x="2546036" y="383235"/>
                  <a:pt x="2546036" y="383235"/>
                </a:cubicBezTo>
                <a:lnTo>
                  <a:pt x="2553148" y="390332"/>
                </a:lnTo>
                <a:close/>
                <a:moveTo>
                  <a:pt x="2631378" y="475496"/>
                </a:moveTo>
                <a:cubicBezTo>
                  <a:pt x="2823398" y="589046"/>
                  <a:pt x="2823398" y="589046"/>
                  <a:pt x="2823398" y="589046"/>
                </a:cubicBezTo>
                <a:cubicBezTo>
                  <a:pt x="2823398" y="603240"/>
                  <a:pt x="2823398" y="603240"/>
                  <a:pt x="2823398" y="603240"/>
                </a:cubicBezTo>
                <a:cubicBezTo>
                  <a:pt x="2631378" y="510981"/>
                  <a:pt x="2631378" y="510981"/>
                  <a:pt x="2631378" y="510981"/>
                </a:cubicBezTo>
                <a:lnTo>
                  <a:pt x="2631378" y="475496"/>
                </a:lnTo>
                <a:close/>
                <a:moveTo>
                  <a:pt x="2922963" y="631628"/>
                </a:moveTo>
                <a:cubicBezTo>
                  <a:pt x="2930075" y="660016"/>
                  <a:pt x="2930075" y="660016"/>
                  <a:pt x="2930075" y="660016"/>
                </a:cubicBezTo>
                <a:cubicBezTo>
                  <a:pt x="2716720" y="702598"/>
                  <a:pt x="2716720" y="702598"/>
                  <a:pt x="2716720" y="702598"/>
                </a:cubicBezTo>
                <a:cubicBezTo>
                  <a:pt x="2688272" y="688403"/>
                  <a:pt x="2688272" y="688403"/>
                  <a:pt x="2688272" y="688403"/>
                </a:cubicBezTo>
                <a:lnTo>
                  <a:pt x="2922963" y="631628"/>
                </a:lnTo>
                <a:close/>
                <a:moveTo>
                  <a:pt x="3065200" y="674210"/>
                </a:moveTo>
                <a:cubicBezTo>
                  <a:pt x="2866069" y="922603"/>
                  <a:pt x="2866069" y="922603"/>
                  <a:pt x="2866069" y="922603"/>
                </a:cubicBezTo>
                <a:cubicBezTo>
                  <a:pt x="2844733" y="901313"/>
                  <a:pt x="2844733" y="901313"/>
                  <a:pt x="2844733" y="901313"/>
                </a:cubicBezTo>
                <a:cubicBezTo>
                  <a:pt x="3043864" y="645822"/>
                  <a:pt x="3043864" y="645822"/>
                  <a:pt x="3043864" y="645822"/>
                </a:cubicBezTo>
                <a:lnTo>
                  <a:pt x="3065200" y="674210"/>
                </a:lnTo>
                <a:close/>
                <a:moveTo>
                  <a:pt x="3178989" y="695500"/>
                </a:moveTo>
                <a:cubicBezTo>
                  <a:pt x="3072312" y="1021960"/>
                  <a:pt x="3072312" y="1021960"/>
                  <a:pt x="3072312" y="1021960"/>
                </a:cubicBezTo>
                <a:cubicBezTo>
                  <a:pt x="3058088" y="1014863"/>
                  <a:pt x="3058088" y="1014863"/>
                  <a:pt x="3058088" y="1014863"/>
                </a:cubicBezTo>
                <a:cubicBezTo>
                  <a:pt x="3164765" y="681307"/>
                  <a:pt x="3164765" y="681307"/>
                  <a:pt x="3164765" y="681307"/>
                </a:cubicBezTo>
                <a:lnTo>
                  <a:pt x="3178989" y="695500"/>
                </a:lnTo>
                <a:close/>
                <a:moveTo>
                  <a:pt x="3278555" y="674210"/>
                </a:moveTo>
                <a:cubicBezTo>
                  <a:pt x="3292779" y="674210"/>
                  <a:pt x="3292779" y="674210"/>
                  <a:pt x="3292779" y="674210"/>
                </a:cubicBezTo>
                <a:cubicBezTo>
                  <a:pt x="3292779" y="1100027"/>
                  <a:pt x="3292779" y="1100027"/>
                  <a:pt x="3292779" y="1100027"/>
                </a:cubicBezTo>
                <a:cubicBezTo>
                  <a:pt x="3278555" y="1100027"/>
                  <a:pt x="3278555" y="1100027"/>
                  <a:pt x="3278555" y="1100027"/>
                </a:cubicBezTo>
                <a:lnTo>
                  <a:pt x="3278555" y="674210"/>
                </a:lnTo>
                <a:close/>
                <a:moveTo>
                  <a:pt x="1472150" y="2029727"/>
                </a:moveTo>
                <a:cubicBezTo>
                  <a:pt x="1543267" y="2029727"/>
                  <a:pt x="1543267" y="2029727"/>
                  <a:pt x="1543267" y="2029727"/>
                </a:cubicBezTo>
                <a:cubicBezTo>
                  <a:pt x="1543267" y="2178762"/>
                  <a:pt x="1543267" y="2178762"/>
                  <a:pt x="1543267" y="2178762"/>
                </a:cubicBezTo>
                <a:cubicBezTo>
                  <a:pt x="1472150" y="2178762"/>
                  <a:pt x="1472150" y="2178762"/>
                  <a:pt x="1472150" y="2178762"/>
                </a:cubicBezTo>
                <a:lnTo>
                  <a:pt x="1472150" y="2029727"/>
                </a:lnTo>
                <a:close/>
                <a:moveTo>
                  <a:pt x="1578827" y="1980048"/>
                </a:moveTo>
                <a:cubicBezTo>
                  <a:pt x="1607274" y="1958758"/>
                  <a:pt x="1607274" y="1958758"/>
                  <a:pt x="1607274" y="1958758"/>
                </a:cubicBezTo>
                <a:cubicBezTo>
                  <a:pt x="1607274" y="2207151"/>
                  <a:pt x="1607274" y="2207151"/>
                  <a:pt x="1607274" y="2207151"/>
                </a:cubicBezTo>
                <a:cubicBezTo>
                  <a:pt x="1578827" y="2192956"/>
                  <a:pt x="1578827" y="2192956"/>
                  <a:pt x="1578827" y="2192956"/>
                </a:cubicBezTo>
                <a:lnTo>
                  <a:pt x="1578827" y="1980048"/>
                </a:lnTo>
                <a:close/>
                <a:moveTo>
                  <a:pt x="2453582" y="1845206"/>
                </a:moveTo>
                <a:cubicBezTo>
                  <a:pt x="2453582" y="1674880"/>
                  <a:pt x="2453582" y="1674880"/>
                  <a:pt x="2453582" y="1674880"/>
                </a:cubicBezTo>
                <a:cubicBezTo>
                  <a:pt x="2474918" y="1674880"/>
                  <a:pt x="2474918" y="1674880"/>
                  <a:pt x="2474918" y="1674880"/>
                </a:cubicBezTo>
                <a:cubicBezTo>
                  <a:pt x="2489142" y="1823916"/>
                  <a:pt x="2489142" y="1823916"/>
                  <a:pt x="2489142" y="1823916"/>
                </a:cubicBezTo>
                <a:cubicBezTo>
                  <a:pt x="2595819" y="2022630"/>
                  <a:pt x="2595819" y="2022630"/>
                  <a:pt x="2595819" y="2022630"/>
                </a:cubicBezTo>
                <a:lnTo>
                  <a:pt x="2453582" y="1845206"/>
                </a:lnTo>
                <a:close/>
                <a:moveTo>
                  <a:pt x="2823398" y="1362613"/>
                </a:moveTo>
                <a:cubicBezTo>
                  <a:pt x="2823398" y="1291645"/>
                  <a:pt x="2823398" y="1291645"/>
                  <a:pt x="2823398" y="1291645"/>
                </a:cubicBezTo>
                <a:cubicBezTo>
                  <a:pt x="2851845" y="1291645"/>
                  <a:pt x="2851845" y="1291645"/>
                  <a:pt x="2851845" y="1291645"/>
                </a:cubicBezTo>
                <a:cubicBezTo>
                  <a:pt x="2908739" y="1348420"/>
                  <a:pt x="2908739" y="1348420"/>
                  <a:pt x="2908739" y="1348420"/>
                </a:cubicBezTo>
                <a:cubicBezTo>
                  <a:pt x="2894515" y="1447777"/>
                  <a:pt x="2894515" y="1447777"/>
                  <a:pt x="2894515" y="1447777"/>
                </a:cubicBezTo>
                <a:cubicBezTo>
                  <a:pt x="2830509" y="1490359"/>
                  <a:pt x="2830509" y="1490359"/>
                  <a:pt x="2830509" y="1490359"/>
                </a:cubicBezTo>
                <a:cubicBezTo>
                  <a:pt x="2809174" y="1490359"/>
                  <a:pt x="2809174" y="1490359"/>
                  <a:pt x="2809174" y="1490359"/>
                </a:cubicBezTo>
                <a:cubicBezTo>
                  <a:pt x="2809174" y="1440680"/>
                  <a:pt x="2809174" y="1440680"/>
                  <a:pt x="2809174" y="1440680"/>
                </a:cubicBezTo>
                <a:cubicBezTo>
                  <a:pt x="2844733" y="1440680"/>
                  <a:pt x="2844733" y="1440680"/>
                  <a:pt x="2844733" y="1440680"/>
                </a:cubicBezTo>
                <a:cubicBezTo>
                  <a:pt x="2844733" y="1426487"/>
                  <a:pt x="2844733" y="1426487"/>
                  <a:pt x="2844733" y="1426487"/>
                </a:cubicBezTo>
                <a:cubicBezTo>
                  <a:pt x="2809174" y="1426487"/>
                  <a:pt x="2809174" y="1426487"/>
                  <a:pt x="2809174" y="1426487"/>
                </a:cubicBezTo>
                <a:cubicBezTo>
                  <a:pt x="2809174" y="1362613"/>
                  <a:pt x="2809174" y="1362613"/>
                  <a:pt x="2809174" y="1362613"/>
                </a:cubicBezTo>
                <a:lnTo>
                  <a:pt x="2823398" y="1362613"/>
                </a:lnTo>
                <a:close/>
                <a:moveTo>
                  <a:pt x="2894515" y="1554231"/>
                </a:moveTo>
                <a:cubicBezTo>
                  <a:pt x="2851845" y="1554231"/>
                  <a:pt x="2851845" y="1554231"/>
                  <a:pt x="2851845" y="1554231"/>
                </a:cubicBezTo>
                <a:cubicBezTo>
                  <a:pt x="2851845" y="1504552"/>
                  <a:pt x="2851845" y="1504552"/>
                  <a:pt x="2851845" y="1504552"/>
                </a:cubicBezTo>
                <a:cubicBezTo>
                  <a:pt x="2930075" y="1461971"/>
                  <a:pt x="2930075" y="1461971"/>
                  <a:pt x="2930075" y="1461971"/>
                </a:cubicBezTo>
                <a:lnTo>
                  <a:pt x="2894515" y="1554231"/>
                </a:lnTo>
                <a:close/>
                <a:moveTo>
                  <a:pt x="2937186" y="3527182"/>
                </a:moveTo>
                <a:cubicBezTo>
                  <a:pt x="3029641" y="3037493"/>
                  <a:pt x="3029641" y="3037493"/>
                  <a:pt x="3029641" y="3037493"/>
                </a:cubicBezTo>
                <a:cubicBezTo>
                  <a:pt x="3008305" y="2860069"/>
                  <a:pt x="3008305" y="2860069"/>
                  <a:pt x="3008305" y="2860069"/>
                </a:cubicBezTo>
                <a:cubicBezTo>
                  <a:pt x="2930075" y="3200723"/>
                  <a:pt x="2930075" y="3200723"/>
                  <a:pt x="2930075" y="3200723"/>
                </a:cubicBezTo>
                <a:cubicBezTo>
                  <a:pt x="2887403" y="3200723"/>
                  <a:pt x="2887403" y="3200723"/>
                  <a:pt x="2887403" y="3200723"/>
                </a:cubicBezTo>
                <a:cubicBezTo>
                  <a:pt x="2887403" y="2895554"/>
                  <a:pt x="2887403" y="2895554"/>
                  <a:pt x="2887403" y="2895554"/>
                </a:cubicBezTo>
                <a:cubicBezTo>
                  <a:pt x="3015417" y="2803294"/>
                  <a:pt x="3015417" y="2803294"/>
                  <a:pt x="3015417" y="2803294"/>
                </a:cubicBezTo>
                <a:cubicBezTo>
                  <a:pt x="3079424" y="2271023"/>
                  <a:pt x="3079424" y="2271023"/>
                  <a:pt x="3079424" y="2271023"/>
                </a:cubicBezTo>
                <a:cubicBezTo>
                  <a:pt x="2830509" y="2838779"/>
                  <a:pt x="2830509" y="2838779"/>
                  <a:pt x="2830509" y="2838779"/>
                </a:cubicBezTo>
                <a:cubicBezTo>
                  <a:pt x="2809174" y="2838779"/>
                  <a:pt x="2809174" y="2838779"/>
                  <a:pt x="2809174" y="2838779"/>
                </a:cubicBezTo>
                <a:cubicBezTo>
                  <a:pt x="2809174" y="2491029"/>
                  <a:pt x="2809174" y="2491029"/>
                  <a:pt x="2809174" y="2491029"/>
                </a:cubicBezTo>
                <a:cubicBezTo>
                  <a:pt x="2887403" y="2271023"/>
                  <a:pt x="2887403" y="2271023"/>
                  <a:pt x="2887403" y="2271023"/>
                </a:cubicBezTo>
                <a:cubicBezTo>
                  <a:pt x="2738055" y="2143277"/>
                  <a:pt x="2738055" y="2143277"/>
                  <a:pt x="2738055" y="2143277"/>
                </a:cubicBezTo>
                <a:cubicBezTo>
                  <a:pt x="2887403" y="1987145"/>
                  <a:pt x="2887403" y="1987145"/>
                  <a:pt x="2887403" y="1987145"/>
                </a:cubicBezTo>
                <a:cubicBezTo>
                  <a:pt x="2937186" y="2015533"/>
                  <a:pt x="2937186" y="2015533"/>
                  <a:pt x="2937186" y="2015533"/>
                </a:cubicBezTo>
                <a:cubicBezTo>
                  <a:pt x="2873181" y="2136181"/>
                  <a:pt x="2873181" y="2136181"/>
                  <a:pt x="2873181" y="2136181"/>
                </a:cubicBezTo>
                <a:cubicBezTo>
                  <a:pt x="3022529" y="2263926"/>
                  <a:pt x="3022529" y="2263926"/>
                  <a:pt x="3022529" y="2263926"/>
                </a:cubicBezTo>
                <a:cubicBezTo>
                  <a:pt x="3242996" y="2100697"/>
                  <a:pt x="3242996" y="2100697"/>
                  <a:pt x="3242996" y="2100697"/>
                </a:cubicBezTo>
                <a:cubicBezTo>
                  <a:pt x="3399456" y="1547134"/>
                  <a:pt x="3399456" y="1547134"/>
                  <a:pt x="3399456" y="1547134"/>
                </a:cubicBezTo>
                <a:cubicBezTo>
                  <a:pt x="3335449" y="1305838"/>
                  <a:pt x="3335449" y="1305838"/>
                  <a:pt x="3335449" y="1305838"/>
                </a:cubicBezTo>
                <a:cubicBezTo>
                  <a:pt x="3427903" y="1227771"/>
                  <a:pt x="3427903" y="1227771"/>
                  <a:pt x="3427903" y="1227771"/>
                </a:cubicBezTo>
                <a:cubicBezTo>
                  <a:pt x="3456351" y="1185191"/>
                  <a:pt x="3456351" y="1185191"/>
                  <a:pt x="3456351" y="1185191"/>
                </a:cubicBezTo>
                <a:cubicBezTo>
                  <a:pt x="3449239" y="1185191"/>
                  <a:pt x="3449239" y="1185191"/>
                  <a:pt x="3449239" y="1185191"/>
                </a:cubicBezTo>
                <a:cubicBezTo>
                  <a:pt x="3449239" y="1185191"/>
                  <a:pt x="3449239" y="1185191"/>
                  <a:pt x="3449239" y="1185191"/>
                </a:cubicBezTo>
                <a:cubicBezTo>
                  <a:pt x="3285667" y="1249063"/>
                  <a:pt x="3285667" y="1249063"/>
                  <a:pt x="3285667" y="1249063"/>
                </a:cubicBezTo>
                <a:cubicBezTo>
                  <a:pt x="3250108" y="1603910"/>
                  <a:pt x="3250108" y="1603910"/>
                  <a:pt x="3250108" y="1603910"/>
                </a:cubicBezTo>
                <a:cubicBezTo>
                  <a:pt x="2965634" y="1618104"/>
                  <a:pt x="2965634" y="1618104"/>
                  <a:pt x="2965634" y="1618104"/>
                </a:cubicBezTo>
                <a:cubicBezTo>
                  <a:pt x="3271443" y="1653588"/>
                  <a:pt x="3271443" y="1653588"/>
                  <a:pt x="3271443" y="1653588"/>
                </a:cubicBezTo>
                <a:cubicBezTo>
                  <a:pt x="2958522" y="1703267"/>
                  <a:pt x="2958522" y="1703267"/>
                  <a:pt x="2958522" y="1703267"/>
                </a:cubicBezTo>
                <a:cubicBezTo>
                  <a:pt x="2994081" y="1809721"/>
                  <a:pt x="2994081" y="1809721"/>
                  <a:pt x="2994081" y="1809721"/>
                </a:cubicBezTo>
                <a:cubicBezTo>
                  <a:pt x="2937186" y="1880691"/>
                  <a:pt x="2937186" y="1880691"/>
                  <a:pt x="2937186" y="1880691"/>
                </a:cubicBezTo>
                <a:cubicBezTo>
                  <a:pt x="2802062" y="1823916"/>
                  <a:pt x="2802062" y="1823916"/>
                  <a:pt x="2802062" y="1823916"/>
                </a:cubicBezTo>
                <a:cubicBezTo>
                  <a:pt x="2681160" y="1887788"/>
                  <a:pt x="2681160" y="1887788"/>
                  <a:pt x="2681160" y="1887788"/>
                </a:cubicBezTo>
                <a:cubicBezTo>
                  <a:pt x="2617154" y="1816819"/>
                  <a:pt x="2617154" y="1816819"/>
                  <a:pt x="2617154" y="1816819"/>
                </a:cubicBezTo>
                <a:cubicBezTo>
                  <a:pt x="2695384" y="1575523"/>
                  <a:pt x="2695384" y="1575523"/>
                  <a:pt x="2695384" y="1575523"/>
                </a:cubicBezTo>
                <a:cubicBezTo>
                  <a:pt x="2730943" y="1575523"/>
                  <a:pt x="2730943" y="1575523"/>
                  <a:pt x="2730943" y="1575523"/>
                </a:cubicBezTo>
                <a:cubicBezTo>
                  <a:pt x="2752279" y="1781334"/>
                  <a:pt x="2752279" y="1781334"/>
                  <a:pt x="2752279" y="1781334"/>
                </a:cubicBezTo>
                <a:cubicBezTo>
                  <a:pt x="2802062" y="1632298"/>
                  <a:pt x="2802062" y="1632298"/>
                  <a:pt x="2802062" y="1632298"/>
                </a:cubicBezTo>
                <a:cubicBezTo>
                  <a:pt x="2922963" y="1639395"/>
                  <a:pt x="2922963" y="1639395"/>
                  <a:pt x="2922963" y="1639395"/>
                </a:cubicBezTo>
                <a:cubicBezTo>
                  <a:pt x="2873181" y="1618104"/>
                  <a:pt x="2873181" y="1618104"/>
                  <a:pt x="2873181" y="1618104"/>
                </a:cubicBezTo>
                <a:cubicBezTo>
                  <a:pt x="2951410" y="1611006"/>
                  <a:pt x="2951410" y="1611006"/>
                  <a:pt x="2951410" y="1611006"/>
                </a:cubicBezTo>
                <a:cubicBezTo>
                  <a:pt x="2930075" y="1561328"/>
                  <a:pt x="2930075" y="1561328"/>
                  <a:pt x="2930075" y="1561328"/>
                </a:cubicBezTo>
                <a:cubicBezTo>
                  <a:pt x="2972746" y="1490359"/>
                  <a:pt x="2972746" y="1490359"/>
                  <a:pt x="2972746" y="1490359"/>
                </a:cubicBezTo>
                <a:cubicBezTo>
                  <a:pt x="2994081" y="1334226"/>
                  <a:pt x="2994081" y="1334226"/>
                  <a:pt x="2994081" y="1334226"/>
                </a:cubicBezTo>
                <a:cubicBezTo>
                  <a:pt x="2887403" y="1241966"/>
                  <a:pt x="2887403" y="1241966"/>
                  <a:pt x="2887403" y="1241966"/>
                </a:cubicBezTo>
                <a:cubicBezTo>
                  <a:pt x="2802062" y="1249063"/>
                  <a:pt x="2802062" y="1249063"/>
                  <a:pt x="2802062" y="1249063"/>
                </a:cubicBezTo>
                <a:cubicBezTo>
                  <a:pt x="2730943" y="1305838"/>
                  <a:pt x="2730943" y="1305838"/>
                  <a:pt x="2730943" y="1305838"/>
                </a:cubicBezTo>
                <a:cubicBezTo>
                  <a:pt x="2709608" y="865828"/>
                  <a:pt x="2709608" y="865828"/>
                  <a:pt x="2709608" y="865828"/>
                </a:cubicBezTo>
                <a:cubicBezTo>
                  <a:pt x="2688272" y="837439"/>
                  <a:pt x="2688272" y="837439"/>
                  <a:pt x="2688272" y="837439"/>
                </a:cubicBezTo>
                <a:cubicBezTo>
                  <a:pt x="2666936" y="1568425"/>
                  <a:pt x="2666936" y="1568425"/>
                  <a:pt x="2666936" y="1568425"/>
                </a:cubicBezTo>
                <a:cubicBezTo>
                  <a:pt x="2610043" y="1653588"/>
                  <a:pt x="2610043" y="1653588"/>
                  <a:pt x="2610043" y="1653588"/>
                </a:cubicBezTo>
                <a:cubicBezTo>
                  <a:pt x="2610043" y="1653588"/>
                  <a:pt x="2602931" y="1646492"/>
                  <a:pt x="2588707" y="1596813"/>
                </a:cubicBezTo>
                <a:cubicBezTo>
                  <a:pt x="2574483" y="1547134"/>
                  <a:pt x="2595819" y="1419389"/>
                  <a:pt x="2595819" y="1419389"/>
                </a:cubicBezTo>
                <a:cubicBezTo>
                  <a:pt x="2652714" y="851634"/>
                  <a:pt x="2652714" y="851634"/>
                  <a:pt x="2652714" y="851634"/>
                </a:cubicBezTo>
                <a:cubicBezTo>
                  <a:pt x="2610043" y="901313"/>
                  <a:pt x="2610043" y="901313"/>
                  <a:pt x="2610043" y="901313"/>
                </a:cubicBezTo>
                <a:cubicBezTo>
                  <a:pt x="2581595" y="1249063"/>
                  <a:pt x="2581595" y="1249063"/>
                  <a:pt x="2581595" y="1249063"/>
                </a:cubicBezTo>
                <a:cubicBezTo>
                  <a:pt x="2453582" y="1341323"/>
                  <a:pt x="2453582" y="1341323"/>
                  <a:pt x="2453582" y="1341323"/>
                </a:cubicBezTo>
                <a:cubicBezTo>
                  <a:pt x="2418023" y="1525844"/>
                  <a:pt x="2418023" y="1525844"/>
                  <a:pt x="2418023" y="1525844"/>
                </a:cubicBezTo>
                <a:cubicBezTo>
                  <a:pt x="2467806" y="1383905"/>
                  <a:pt x="2467806" y="1383905"/>
                  <a:pt x="2467806" y="1383905"/>
                </a:cubicBezTo>
                <a:cubicBezTo>
                  <a:pt x="2567371" y="1334226"/>
                  <a:pt x="2567371" y="1334226"/>
                  <a:pt x="2567371" y="1334226"/>
                </a:cubicBezTo>
                <a:cubicBezTo>
                  <a:pt x="2553148" y="1426487"/>
                  <a:pt x="2553148" y="1426487"/>
                  <a:pt x="2553148" y="1426487"/>
                </a:cubicBezTo>
                <a:cubicBezTo>
                  <a:pt x="2489142" y="1469067"/>
                  <a:pt x="2489142" y="1469067"/>
                  <a:pt x="2489142" y="1469067"/>
                </a:cubicBezTo>
                <a:cubicBezTo>
                  <a:pt x="2361128" y="1632298"/>
                  <a:pt x="2361128" y="1632298"/>
                  <a:pt x="2361128" y="1632298"/>
                </a:cubicBezTo>
                <a:cubicBezTo>
                  <a:pt x="2346904" y="1916176"/>
                  <a:pt x="2346904" y="1916176"/>
                  <a:pt x="2346904" y="1916176"/>
                </a:cubicBezTo>
                <a:cubicBezTo>
                  <a:pt x="2631378" y="2157472"/>
                  <a:pt x="2631378" y="2157472"/>
                  <a:pt x="2631378" y="2157472"/>
                </a:cubicBezTo>
                <a:cubicBezTo>
                  <a:pt x="2567371" y="2320701"/>
                  <a:pt x="2567371" y="2320701"/>
                  <a:pt x="2567371" y="2320701"/>
                </a:cubicBezTo>
                <a:cubicBezTo>
                  <a:pt x="2802062" y="2491029"/>
                  <a:pt x="2802062" y="2491029"/>
                  <a:pt x="2802062" y="2491029"/>
                </a:cubicBezTo>
                <a:cubicBezTo>
                  <a:pt x="2752279" y="2526513"/>
                  <a:pt x="2752279" y="2526513"/>
                  <a:pt x="2752279" y="2526513"/>
                </a:cubicBezTo>
                <a:cubicBezTo>
                  <a:pt x="2489142" y="2391672"/>
                  <a:pt x="2489142" y="2391672"/>
                  <a:pt x="2489142" y="2391672"/>
                </a:cubicBezTo>
                <a:cubicBezTo>
                  <a:pt x="2567371" y="2320701"/>
                  <a:pt x="2567371" y="2320701"/>
                  <a:pt x="2567371" y="2320701"/>
                </a:cubicBezTo>
                <a:cubicBezTo>
                  <a:pt x="2062432" y="2256829"/>
                  <a:pt x="2062432" y="2256829"/>
                  <a:pt x="2062432" y="2256829"/>
                </a:cubicBezTo>
                <a:cubicBezTo>
                  <a:pt x="1799294" y="2384574"/>
                  <a:pt x="1799294" y="2384574"/>
                  <a:pt x="1799294" y="2384574"/>
                </a:cubicBezTo>
                <a:cubicBezTo>
                  <a:pt x="1799294" y="2483931"/>
                  <a:pt x="1799294" y="2483931"/>
                  <a:pt x="1799294" y="2483931"/>
                </a:cubicBezTo>
                <a:cubicBezTo>
                  <a:pt x="1799294" y="2604580"/>
                  <a:pt x="1799294" y="2604580"/>
                  <a:pt x="1799294" y="2604580"/>
                </a:cubicBezTo>
                <a:cubicBezTo>
                  <a:pt x="1628610" y="2604580"/>
                  <a:pt x="1628610" y="2604580"/>
                  <a:pt x="1628610" y="2604580"/>
                </a:cubicBezTo>
                <a:cubicBezTo>
                  <a:pt x="1564603" y="2491029"/>
                  <a:pt x="1564603" y="2491029"/>
                  <a:pt x="1564603" y="2491029"/>
                </a:cubicBezTo>
                <a:cubicBezTo>
                  <a:pt x="1472150" y="2491029"/>
                  <a:pt x="1472150" y="2491029"/>
                  <a:pt x="1472150" y="2491029"/>
                </a:cubicBezTo>
                <a:cubicBezTo>
                  <a:pt x="1472150" y="2313605"/>
                  <a:pt x="1472150" y="2313605"/>
                  <a:pt x="1472150" y="2313605"/>
                </a:cubicBezTo>
                <a:cubicBezTo>
                  <a:pt x="1614386" y="2313605"/>
                  <a:pt x="1614386" y="2313605"/>
                  <a:pt x="1614386" y="2313605"/>
                </a:cubicBezTo>
                <a:cubicBezTo>
                  <a:pt x="1614386" y="2313605"/>
                  <a:pt x="1614386" y="2313605"/>
                  <a:pt x="1614386" y="2313605"/>
                </a:cubicBezTo>
                <a:cubicBezTo>
                  <a:pt x="1649945" y="2313605"/>
                  <a:pt x="1671281" y="2292313"/>
                  <a:pt x="1671281" y="2256829"/>
                </a:cubicBezTo>
                <a:cubicBezTo>
                  <a:pt x="1671281" y="2256829"/>
                  <a:pt x="1671281" y="2256829"/>
                  <a:pt x="1671281" y="2256829"/>
                </a:cubicBezTo>
                <a:cubicBezTo>
                  <a:pt x="1671281" y="2235538"/>
                  <a:pt x="1671281" y="2235538"/>
                  <a:pt x="1671281" y="2235538"/>
                </a:cubicBezTo>
                <a:cubicBezTo>
                  <a:pt x="1678393" y="2235538"/>
                  <a:pt x="1678393" y="2235538"/>
                  <a:pt x="1678393" y="2235538"/>
                </a:cubicBezTo>
                <a:cubicBezTo>
                  <a:pt x="1678393" y="2029727"/>
                  <a:pt x="1678393" y="2029727"/>
                  <a:pt x="1678393" y="2029727"/>
                </a:cubicBezTo>
                <a:cubicBezTo>
                  <a:pt x="1678393" y="2029727"/>
                  <a:pt x="1678393" y="2029727"/>
                  <a:pt x="1678393" y="2029727"/>
                </a:cubicBezTo>
                <a:cubicBezTo>
                  <a:pt x="1678393" y="1951660"/>
                  <a:pt x="1678393" y="1951660"/>
                  <a:pt x="1678393" y="1951660"/>
                </a:cubicBezTo>
                <a:cubicBezTo>
                  <a:pt x="1678393" y="1951660"/>
                  <a:pt x="1678393" y="1951660"/>
                  <a:pt x="1678393" y="1944563"/>
                </a:cubicBezTo>
                <a:cubicBezTo>
                  <a:pt x="1678393" y="1916176"/>
                  <a:pt x="1649945" y="1887788"/>
                  <a:pt x="1621498" y="1887788"/>
                </a:cubicBezTo>
                <a:cubicBezTo>
                  <a:pt x="1614386" y="1887788"/>
                  <a:pt x="1614386" y="1887788"/>
                  <a:pt x="1614386" y="1887788"/>
                </a:cubicBezTo>
                <a:cubicBezTo>
                  <a:pt x="1472150" y="1887788"/>
                  <a:pt x="1472150" y="1887788"/>
                  <a:pt x="1472150" y="1887788"/>
                </a:cubicBezTo>
                <a:cubicBezTo>
                  <a:pt x="1472150" y="1213578"/>
                  <a:pt x="1472150" y="1213578"/>
                  <a:pt x="1472150" y="1213578"/>
                </a:cubicBezTo>
                <a:cubicBezTo>
                  <a:pt x="1457926" y="1213578"/>
                  <a:pt x="1457926" y="1213578"/>
                  <a:pt x="1457926" y="1213578"/>
                </a:cubicBezTo>
                <a:cubicBezTo>
                  <a:pt x="1457926" y="979378"/>
                  <a:pt x="1457926" y="979378"/>
                  <a:pt x="1457926" y="979378"/>
                </a:cubicBezTo>
                <a:cubicBezTo>
                  <a:pt x="1465038" y="972282"/>
                  <a:pt x="1479262" y="972282"/>
                  <a:pt x="1486372" y="972282"/>
                </a:cubicBezTo>
                <a:cubicBezTo>
                  <a:pt x="1571715" y="1192287"/>
                  <a:pt x="1571715" y="1192287"/>
                  <a:pt x="1571715" y="1192287"/>
                </a:cubicBezTo>
                <a:cubicBezTo>
                  <a:pt x="1557491" y="1199384"/>
                  <a:pt x="1557491" y="1199384"/>
                  <a:pt x="1557491" y="1199384"/>
                </a:cubicBezTo>
                <a:cubicBezTo>
                  <a:pt x="1557491" y="1199384"/>
                  <a:pt x="1557491" y="1199384"/>
                  <a:pt x="1557491" y="1199384"/>
                </a:cubicBezTo>
                <a:cubicBezTo>
                  <a:pt x="1564603" y="1227771"/>
                  <a:pt x="1564603" y="1227771"/>
                  <a:pt x="1564603" y="1227771"/>
                </a:cubicBezTo>
                <a:cubicBezTo>
                  <a:pt x="1699727" y="1178093"/>
                  <a:pt x="1699727" y="1178093"/>
                  <a:pt x="1699727" y="1178093"/>
                </a:cubicBezTo>
                <a:cubicBezTo>
                  <a:pt x="1685505" y="1149706"/>
                  <a:pt x="1685505" y="1149706"/>
                  <a:pt x="1685505" y="1149706"/>
                </a:cubicBezTo>
                <a:cubicBezTo>
                  <a:pt x="1671281" y="1156802"/>
                  <a:pt x="1671281" y="1156802"/>
                  <a:pt x="1671281" y="1156802"/>
                </a:cubicBezTo>
                <a:cubicBezTo>
                  <a:pt x="1585939" y="929700"/>
                  <a:pt x="1585939" y="929700"/>
                  <a:pt x="1585939" y="929700"/>
                </a:cubicBezTo>
                <a:cubicBezTo>
                  <a:pt x="1593050" y="922603"/>
                  <a:pt x="1600162" y="915506"/>
                  <a:pt x="1607274" y="915506"/>
                </a:cubicBezTo>
                <a:cubicBezTo>
                  <a:pt x="1777958" y="1085832"/>
                  <a:pt x="1777958" y="1085832"/>
                  <a:pt x="1777958" y="1085832"/>
                </a:cubicBezTo>
                <a:cubicBezTo>
                  <a:pt x="1770846" y="1100027"/>
                  <a:pt x="1770846" y="1100027"/>
                  <a:pt x="1770846" y="1100027"/>
                </a:cubicBezTo>
                <a:cubicBezTo>
                  <a:pt x="1770846" y="1100027"/>
                  <a:pt x="1770846" y="1100027"/>
                  <a:pt x="1770846" y="1100027"/>
                </a:cubicBezTo>
                <a:cubicBezTo>
                  <a:pt x="1792182" y="1121317"/>
                  <a:pt x="1792182" y="1121317"/>
                  <a:pt x="1792182" y="1121317"/>
                </a:cubicBezTo>
                <a:cubicBezTo>
                  <a:pt x="1884636" y="1021960"/>
                  <a:pt x="1884636" y="1021960"/>
                  <a:pt x="1884636" y="1021960"/>
                </a:cubicBezTo>
                <a:cubicBezTo>
                  <a:pt x="1863300" y="1000670"/>
                  <a:pt x="1863300" y="1000670"/>
                  <a:pt x="1863300" y="1000670"/>
                </a:cubicBezTo>
                <a:cubicBezTo>
                  <a:pt x="1856189" y="1007767"/>
                  <a:pt x="1856189" y="1007767"/>
                  <a:pt x="1856189" y="1007767"/>
                </a:cubicBezTo>
                <a:cubicBezTo>
                  <a:pt x="1678393" y="837439"/>
                  <a:pt x="1678393" y="837439"/>
                  <a:pt x="1678393" y="837439"/>
                </a:cubicBezTo>
                <a:cubicBezTo>
                  <a:pt x="1685505" y="830343"/>
                  <a:pt x="1685505" y="823246"/>
                  <a:pt x="1692617" y="816149"/>
                </a:cubicBezTo>
                <a:cubicBezTo>
                  <a:pt x="1927306" y="908409"/>
                  <a:pt x="1927306" y="908409"/>
                  <a:pt x="1927306" y="908409"/>
                </a:cubicBezTo>
                <a:cubicBezTo>
                  <a:pt x="1920194" y="922603"/>
                  <a:pt x="1920194" y="922603"/>
                  <a:pt x="1920194" y="922603"/>
                </a:cubicBezTo>
                <a:cubicBezTo>
                  <a:pt x="1920194" y="922603"/>
                  <a:pt x="1920194" y="922603"/>
                  <a:pt x="1920194" y="922603"/>
                </a:cubicBezTo>
                <a:cubicBezTo>
                  <a:pt x="1948642" y="936796"/>
                  <a:pt x="1948642" y="936796"/>
                  <a:pt x="1948642" y="936796"/>
                </a:cubicBezTo>
                <a:cubicBezTo>
                  <a:pt x="1998425" y="809052"/>
                  <a:pt x="1998425" y="809052"/>
                  <a:pt x="1998425" y="809052"/>
                </a:cubicBezTo>
                <a:cubicBezTo>
                  <a:pt x="1969977" y="794857"/>
                  <a:pt x="1969977" y="794857"/>
                  <a:pt x="1969977" y="794857"/>
                </a:cubicBezTo>
                <a:cubicBezTo>
                  <a:pt x="1969977" y="809052"/>
                  <a:pt x="1969977" y="809052"/>
                  <a:pt x="1969977" y="809052"/>
                </a:cubicBezTo>
                <a:cubicBezTo>
                  <a:pt x="1735287" y="716792"/>
                  <a:pt x="1735287" y="716792"/>
                  <a:pt x="1735287" y="716792"/>
                </a:cubicBezTo>
                <a:cubicBezTo>
                  <a:pt x="1735287" y="709695"/>
                  <a:pt x="1735287" y="702598"/>
                  <a:pt x="1735287" y="695500"/>
                </a:cubicBezTo>
                <a:cubicBezTo>
                  <a:pt x="1984201" y="695500"/>
                  <a:pt x="1984201" y="695500"/>
                  <a:pt x="1984201" y="695500"/>
                </a:cubicBezTo>
                <a:cubicBezTo>
                  <a:pt x="1984201" y="709695"/>
                  <a:pt x="1984201" y="709695"/>
                  <a:pt x="1984201" y="709695"/>
                </a:cubicBezTo>
                <a:cubicBezTo>
                  <a:pt x="2617154" y="709695"/>
                  <a:pt x="2617154" y="709695"/>
                  <a:pt x="2617154" y="709695"/>
                </a:cubicBezTo>
                <a:cubicBezTo>
                  <a:pt x="2624266" y="716792"/>
                  <a:pt x="2624266" y="730985"/>
                  <a:pt x="2631378" y="745179"/>
                </a:cubicBezTo>
                <a:cubicBezTo>
                  <a:pt x="2638490" y="773567"/>
                  <a:pt x="2659826" y="794857"/>
                  <a:pt x="2666936" y="794857"/>
                </a:cubicBezTo>
                <a:cubicBezTo>
                  <a:pt x="2666936" y="794857"/>
                  <a:pt x="2666936" y="794857"/>
                  <a:pt x="2666936" y="794857"/>
                </a:cubicBezTo>
                <a:cubicBezTo>
                  <a:pt x="2666936" y="794857"/>
                  <a:pt x="2666936" y="794857"/>
                  <a:pt x="2666936" y="794857"/>
                </a:cubicBezTo>
                <a:cubicBezTo>
                  <a:pt x="2887403" y="709695"/>
                  <a:pt x="2887403" y="709695"/>
                  <a:pt x="2887403" y="709695"/>
                </a:cubicBezTo>
                <a:cubicBezTo>
                  <a:pt x="2958522" y="709695"/>
                  <a:pt x="2958522" y="709695"/>
                  <a:pt x="2958522" y="709695"/>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802062" y="922603"/>
                  <a:pt x="2802062" y="922603"/>
                  <a:pt x="2802062" y="922603"/>
                </a:cubicBezTo>
                <a:cubicBezTo>
                  <a:pt x="2794950" y="929700"/>
                  <a:pt x="2809174" y="950991"/>
                  <a:pt x="2837621" y="965185"/>
                </a:cubicBezTo>
                <a:cubicBezTo>
                  <a:pt x="2866069" y="986475"/>
                  <a:pt x="2887403" y="993573"/>
                  <a:pt x="2894515" y="986475"/>
                </a:cubicBezTo>
                <a:cubicBezTo>
                  <a:pt x="2894515" y="986475"/>
                  <a:pt x="2894515" y="986475"/>
                  <a:pt x="2894515" y="986475"/>
                </a:cubicBezTo>
                <a:cubicBezTo>
                  <a:pt x="3114982" y="709695"/>
                  <a:pt x="3114982" y="709695"/>
                  <a:pt x="3114982" y="709695"/>
                </a:cubicBezTo>
                <a:cubicBezTo>
                  <a:pt x="3122094" y="709695"/>
                  <a:pt x="3122094" y="709695"/>
                  <a:pt x="3122094" y="709695"/>
                </a:cubicBezTo>
                <a:cubicBezTo>
                  <a:pt x="3008305" y="1043252"/>
                  <a:pt x="3008305" y="1043252"/>
                  <a:pt x="3008305" y="1043252"/>
                </a:cubicBezTo>
                <a:cubicBezTo>
                  <a:pt x="3008305" y="1043252"/>
                  <a:pt x="3008305" y="1043252"/>
                  <a:pt x="3008305" y="1043252"/>
                </a:cubicBezTo>
                <a:cubicBezTo>
                  <a:pt x="3008305" y="1043252"/>
                  <a:pt x="3008305" y="1043252"/>
                  <a:pt x="3008305" y="1043252"/>
                </a:cubicBezTo>
                <a:cubicBezTo>
                  <a:pt x="3001193" y="1057445"/>
                  <a:pt x="3029641" y="1071639"/>
                  <a:pt x="3058088" y="1085832"/>
                </a:cubicBezTo>
                <a:cubicBezTo>
                  <a:pt x="3086536" y="1092930"/>
                  <a:pt x="3114982" y="1100027"/>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122094" y="1085832"/>
                  <a:pt x="3122094" y="1085832"/>
                  <a:pt x="3122094" y="1085832"/>
                </a:cubicBezTo>
                <a:cubicBezTo>
                  <a:pt x="3250108" y="709695"/>
                  <a:pt x="3250108" y="709695"/>
                  <a:pt x="3250108" y="709695"/>
                </a:cubicBezTo>
                <a:cubicBezTo>
                  <a:pt x="3250108" y="709695"/>
                  <a:pt x="3250108" y="709695"/>
                  <a:pt x="3250108" y="709695"/>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28414"/>
                  <a:pt x="3250108" y="1128414"/>
                  <a:pt x="3250108" y="1128414"/>
                </a:cubicBezTo>
                <a:cubicBezTo>
                  <a:pt x="3250108" y="1135512"/>
                  <a:pt x="3278555" y="1142609"/>
                  <a:pt x="3314113" y="1142609"/>
                </a:cubicBezTo>
                <a:cubicBezTo>
                  <a:pt x="3349673" y="1142609"/>
                  <a:pt x="3371008" y="1135512"/>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1128414"/>
                  <a:pt x="3378120" y="1128414"/>
                  <a:pt x="3378120" y="1128414"/>
                </a:cubicBezTo>
                <a:cubicBezTo>
                  <a:pt x="3378120" y="709695"/>
                  <a:pt x="3378120" y="709695"/>
                  <a:pt x="3378120" y="709695"/>
                </a:cubicBezTo>
                <a:cubicBezTo>
                  <a:pt x="3420791" y="709695"/>
                  <a:pt x="3420791" y="709695"/>
                  <a:pt x="3420791" y="709695"/>
                </a:cubicBezTo>
                <a:cubicBezTo>
                  <a:pt x="3420791" y="624531"/>
                  <a:pt x="3420791" y="624531"/>
                  <a:pt x="3420791" y="624531"/>
                </a:cubicBezTo>
                <a:cubicBezTo>
                  <a:pt x="2930075" y="624531"/>
                  <a:pt x="2930075" y="624531"/>
                  <a:pt x="2930075" y="624531"/>
                </a:cubicBezTo>
                <a:cubicBezTo>
                  <a:pt x="2930075" y="596143"/>
                  <a:pt x="2930075" y="596143"/>
                  <a:pt x="2930075" y="596143"/>
                </a:cubicBezTo>
                <a:cubicBezTo>
                  <a:pt x="3420791" y="596143"/>
                  <a:pt x="3420791" y="596143"/>
                  <a:pt x="3420791" y="596143"/>
                </a:cubicBezTo>
                <a:cubicBezTo>
                  <a:pt x="3420791" y="567756"/>
                  <a:pt x="3420791" y="567756"/>
                  <a:pt x="3420791" y="567756"/>
                </a:cubicBezTo>
                <a:cubicBezTo>
                  <a:pt x="3242996" y="567756"/>
                  <a:pt x="3242996" y="567756"/>
                  <a:pt x="3242996" y="567756"/>
                </a:cubicBezTo>
                <a:cubicBezTo>
                  <a:pt x="3242996" y="567756"/>
                  <a:pt x="3242996" y="567756"/>
                  <a:pt x="3242996" y="567756"/>
                </a:cubicBezTo>
                <a:cubicBezTo>
                  <a:pt x="2922963" y="567756"/>
                  <a:pt x="2922963" y="567756"/>
                  <a:pt x="2922963" y="567756"/>
                </a:cubicBezTo>
                <a:cubicBezTo>
                  <a:pt x="2873181" y="560659"/>
                  <a:pt x="2745167" y="532271"/>
                  <a:pt x="2659826" y="447107"/>
                </a:cubicBezTo>
                <a:cubicBezTo>
                  <a:pt x="2538924" y="326460"/>
                  <a:pt x="2538924" y="241296"/>
                  <a:pt x="2538924" y="241296"/>
                </a:cubicBezTo>
                <a:cubicBezTo>
                  <a:pt x="2517588" y="241296"/>
                  <a:pt x="2517588" y="241296"/>
                  <a:pt x="2517588" y="241296"/>
                </a:cubicBezTo>
                <a:cubicBezTo>
                  <a:pt x="2517588" y="567756"/>
                  <a:pt x="2517588" y="567756"/>
                  <a:pt x="2517588" y="567756"/>
                </a:cubicBezTo>
                <a:cubicBezTo>
                  <a:pt x="2489142" y="567756"/>
                  <a:pt x="2489142" y="567756"/>
                  <a:pt x="2489142" y="567756"/>
                </a:cubicBezTo>
                <a:cubicBezTo>
                  <a:pt x="2489142" y="241296"/>
                  <a:pt x="2489142" y="241296"/>
                  <a:pt x="2489142" y="241296"/>
                </a:cubicBezTo>
                <a:cubicBezTo>
                  <a:pt x="2446471" y="241296"/>
                  <a:pt x="2446471" y="241296"/>
                  <a:pt x="2446471" y="241296"/>
                </a:cubicBezTo>
                <a:cubicBezTo>
                  <a:pt x="2446471" y="567756"/>
                  <a:pt x="2446471" y="567756"/>
                  <a:pt x="2446471" y="567756"/>
                </a:cubicBezTo>
                <a:cubicBezTo>
                  <a:pt x="1984201" y="567756"/>
                  <a:pt x="1984201" y="567756"/>
                  <a:pt x="1984201" y="567756"/>
                </a:cubicBezTo>
                <a:cubicBezTo>
                  <a:pt x="1984201" y="581950"/>
                  <a:pt x="1984201" y="581950"/>
                  <a:pt x="1984201" y="581950"/>
                </a:cubicBezTo>
                <a:cubicBezTo>
                  <a:pt x="1735287" y="581950"/>
                  <a:pt x="1735287" y="581950"/>
                  <a:pt x="1735287" y="581950"/>
                </a:cubicBezTo>
                <a:cubicBezTo>
                  <a:pt x="1713951" y="440011"/>
                  <a:pt x="1600162" y="326460"/>
                  <a:pt x="1457926" y="305168"/>
                </a:cubicBezTo>
                <a:cubicBezTo>
                  <a:pt x="1457926" y="28388"/>
                  <a:pt x="1457926" y="28388"/>
                  <a:pt x="1457926" y="28388"/>
                </a:cubicBezTo>
                <a:cubicBezTo>
                  <a:pt x="1472150" y="28388"/>
                  <a:pt x="1472150" y="28388"/>
                  <a:pt x="1472150" y="28388"/>
                </a:cubicBezTo>
                <a:cubicBezTo>
                  <a:pt x="1472150" y="0"/>
                  <a:pt x="1472150" y="0"/>
                  <a:pt x="1472150" y="0"/>
                </a:cubicBezTo>
                <a:cubicBezTo>
                  <a:pt x="1329912" y="0"/>
                  <a:pt x="1329912" y="0"/>
                  <a:pt x="1329912" y="0"/>
                </a:cubicBezTo>
                <a:cubicBezTo>
                  <a:pt x="1329912" y="28388"/>
                  <a:pt x="1329912" y="28388"/>
                  <a:pt x="1329912" y="28388"/>
                </a:cubicBezTo>
                <a:cubicBezTo>
                  <a:pt x="1351248" y="28388"/>
                  <a:pt x="1351248" y="28388"/>
                  <a:pt x="1351248" y="28388"/>
                </a:cubicBezTo>
                <a:cubicBezTo>
                  <a:pt x="1351248" y="305168"/>
                  <a:pt x="1351248" y="305168"/>
                  <a:pt x="1351248" y="305168"/>
                </a:cubicBezTo>
                <a:cubicBezTo>
                  <a:pt x="1337024" y="305168"/>
                  <a:pt x="1329912" y="305168"/>
                  <a:pt x="1322800" y="305168"/>
                </a:cubicBezTo>
                <a:cubicBezTo>
                  <a:pt x="1216123" y="56775"/>
                  <a:pt x="1216123" y="56775"/>
                  <a:pt x="1216123" y="56775"/>
                </a:cubicBezTo>
                <a:cubicBezTo>
                  <a:pt x="1230347" y="49679"/>
                  <a:pt x="1230347" y="49679"/>
                  <a:pt x="1230347" y="49679"/>
                </a:cubicBezTo>
                <a:cubicBezTo>
                  <a:pt x="1230347" y="49679"/>
                  <a:pt x="1230347" y="49679"/>
                  <a:pt x="1230347" y="49679"/>
                </a:cubicBezTo>
                <a:cubicBezTo>
                  <a:pt x="1223235" y="21290"/>
                  <a:pt x="1223235" y="21290"/>
                  <a:pt x="1223235" y="21290"/>
                </a:cubicBezTo>
                <a:cubicBezTo>
                  <a:pt x="1095223" y="78067"/>
                  <a:pt x="1095223" y="78067"/>
                  <a:pt x="1095223" y="78067"/>
                </a:cubicBezTo>
                <a:cubicBezTo>
                  <a:pt x="1102335" y="106454"/>
                  <a:pt x="1102335" y="106454"/>
                  <a:pt x="1102335" y="106454"/>
                </a:cubicBezTo>
                <a:cubicBezTo>
                  <a:pt x="1116557" y="99357"/>
                  <a:pt x="1116557" y="99357"/>
                  <a:pt x="1116557" y="99357"/>
                </a:cubicBezTo>
                <a:cubicBezTo>
                  <a:pt x="1223235" y="347750"/>
                  <a:pt x="1223235" y="347750"/>
                  <a:pt x="1223235" y="347750"/>
                </a:cubicBezTo>
                <a:cubicBezTo>
                  <a:pt x="1216123" y="347750"/>
                  <a:pt x="1209012" y="354847"/>
                  <a:pt x="1201900" y="361944"/>
                </a:cubicBezTo>
                <a:cubicBezTo>
                  <a:pt x="1009880" y="170327"/>
                  <a:pt x="1009880" y="170327"/>
                  <a:pt x="1009880" y="170327"/>
                </a:cubicBezTo>
                <a:cubicBezTo>
                  <a:pt x="1024104" y="163229"/>
                  <a:pt x="1024104" y="163229"/>
                  <a:pt x="1024104" y="163229"/>
                </a:cubicBezTo>
                <a:cubicBezTo>
                  <a:pt x="1024104" y="163229"/>
                  <a:pt x="1024104" y="163229"/>
                  <a:pt x="1024104" y="163229"/>
                </a:cubicBezTo>
                <a:cubicBezTo>
                  <a:pt x="1002768" y="141939"/>
                  <a:pt x="1002768" y="141939"/>
                  <a:pt x="1002768" y="141939"/>
                </a:cubicBezTo>
                <a:cubicBezTo>
                  <a:pt x="903202" y="241296"/>
                  <a:pt x="903202" y="241296"/>
                  <a:pt x="903202" y="241296"/>
                </a:cubicBezTo>
                <a:cubicBezTo>
                  <a:pt x="924538" y="262586"/>
                  <a:pt x="924538" y="262586"/>
                  <a:pt x="924538" y="262586"/>
                </a:cubicBezTo>
                <a:cubicBezTo>
                  <a:pt x="938762" y="248393"/>
                  <a:pt x="938762" y="248393"/>
                  <a:pt x="938762" y="248393"/>
                </a:cubicBezTo>
                <a:cubicBezTo>
                  <a:pt x="1123669" y="432914"/>
                  <a:pt x="1123669" y="432914"/>
                  <a:pt x="1123669" y="432914"/>
                </a:cubicBezTo>
                <a:cubicBezTo>
                  <a:pt x="1116557" y="440011"/>
                  <a:pt x="1116557" y="447107"/>
                  <a:pt x="1109445" y="454204"/>
                </a:cubicBezTo>
                <a:cubicBezTo>
                  <a:pt x="867644" y="361944"/>
                  <a:pt x="867644" y="361944"/>
                  <a:pt x="867644" y="361944"/>
                </a:cubicBezTo>
                <a:cubicBezTo>
                  <a:pt x="874756" y="340653"/>
                  <a:pt x="874756" y="340653"/>
                  <a:pt x="874756" y="340653"/>
                </a:cubicBezTo>
                <a:cubicBezTo>
                  <a:pt x="874756" y="340653"/>
                  <a:pt x="874756" y="340653"/>
                  <a:pt x="874756" y="340653"/>
                </a:cubicBezTo>
                <a:cubicBezTo>
                  <a:pt x="846308" y="333557"/>
                  <a:pt x="846308" y="333557"/>
                  <a:pt x="846308" y="333557"/>
                </a:cubicBezTo>
                <a:cubicBezTo>
                  <a:pt x="796525" y="461302"/>
                  <a:pt x="796525" y="461302"/>
                  <a:pt x="796525" y="461302"/>
                </a:cubicBezTo>
                <a:cubicBezTo>
                  <a:pt x="824973" y="468399"/>
                  <a:pt x="824973" y="468399"/>
                  <a:pt x="824973" y="468399"/>
                </a:cubicBezTo>
                <a:cubicBezTo>
                  <a:pt x="824973" y="454204"/>
                  <a:pt x="824973" y="454204"/>
                  <a:pt x="824973" y="454204"/>
                </a:cubicBezTo>
                <a:cubicBezTo>
                  <a:pt x="1066775" y="553561"/>
                  <a:pt x="1066775" y="553561"/>
                  <a:pt x="1066775" y="553561"/>
                </a:cubicBezTo>
                <a:cubicBezTo>
                  <a:pt x="1066775" y="560659"/>
                  <a:pt x="1059663" y="574853"/>
                  <a:pt x="1059663" y="581950"/>
                </a:cubicBezTo>
                <a:cubicBezTo>
                  <a:pt x="782301" y="581950"/>
                  <a:pt x="782301" y="581950"/>
                  <a:pt x="782301" y="581950"/>
                </a:cubicBezTo>
                <a:cubicBezTo>
                  <a:pt x="782301" y="567756"/>
                  <a:pt x="782301" y="567756"/>
                  <a:pt x="782301" y="567756"/>
                </a:cubicBezTo>
                <a:cubicBezTo>
                  <a:pt x="483605" y="567756"/>
                  <a:pt x="483605" y="567756"/>
                  <a:pt x="483605" y="567756"/>
                </a:cubicBezTo>
                <a:cubicBezTo>
                  <a:pt x="483605" y="567756"/>
                  <a:pt x="483605" y="567756"/>
                  <a:pt x="476493" y="567756"/>
                </a:cubicBezTo>
                <a:cubicBezTo>
                  <a:pt x="448046" y="567756"/>
                  <a:pt x="419598" y="596143"/>
                  <a:pt x="419598" y="631628"/>
                </a:cubicBezTo>
                <a:cubicBezTo>
                  <a:pt x="419598" y="631628"/>
                  <a:pt x="419598" y="631628"/>
                  <a:pt x="419598" y="631628"/>
                </a:cubicBezTo>
                <a:cubicBezTo>
                  <a:pt x="419598" y="695500"/>
                  <a:pt x="419598" y="695500"/>
                  <a:pt x="419598" y="695500"/>
                </a:cubicBezTo>
                <a:cubicBezTo>
                  <a:pt x="419598" y="695500"/>
                  <a:pt x="419598" y="695500"/>
                  <a:pt x="419598" y="695500"/>
                </a:cubicBezTo>
                <a:cubicBezTo>
                  <a:pt x="419598" y="1887788"/>
                  <a:pt x="419598" y="1887788"/>
                  <a:pt x="419598" y="1887788"/>
                </a:cubicBezTo>
                <a:cubicBezTo>
                  <a:pt x="419598" y="1887788"/>
                  <a:pt x="419598" y="1887788"/>
                  <a:pt x="419598" y="1887788"/>
                </a:cubicBezTo>
                <a:cubicBezTo>
                  <a:pt x="419598" y="1965855"/>
                  <a:pt x="419598" y="1965855"/>
                  <a:pt x="419598" y="1965855"/>
                </a:cubicBezTo>
                <a:cubicBezTo>
                  <a:pt x="419598" y="1965855"/>
                  <a:pt x="419598" y="1965855"/>
                  <a:pt x="419598" y="1965855"/>
                </a:cubicBezTo>
                <a:cubicBezTo>
                  <a:pt x="419598" y="2001338"/>
                  <a:pt x="448046" y="2029727"/>
                  <a:pt x="476493" y="2029727"/>
                </a:cubicBezTo>
                <a:cubicBezTo>
                  <a:pt x="483605" y="2029727"/>
                  <a:pt x="483605" y="2029727"/>
                  <a:pt x="483605" y="2029727"/>
                </a:cubicBezTo>
                <a:cubicBezTo>
                  <a:pt x="768078" y="2029727"/>
                  <a:pt x="768078" y="2029727"/>
                  <a:pt x="768078" y="2029727"/>
                </a:cubicBezTo>
                <a:cubicBezTo>
                  <a:pt x="768078" y="2029727"/>
                  <a:pt x="768078" y="2029727"/>
                  <a:pt x="768078" y="2029727"/>
                </a:cubicBezTo>
                <a:cubicBezTo>
                  <a:pt x="1315690" y="2029727"/>
                  <a:pt x="1315690" y="2029727"/>
                  <a:pt x="1315690" y="2029727"/>
                </a:cubicBezTo>
                <a:cubicBezTo>
                  <a:pt x="1315690" y="2029727"/>
                  <a:pt x="1315690" y="2029727"/>
                  <a:pt x="1315690" y="2029727"/>
                </a:cubicBezTo>
                <a:cubicBezTo>
                  <a:pt x="1329912" y="2029727"/>
                  <a:pt x="1329912" y="2029727"/>
                  <a:pt x="1329912" y="2029727"/>
                </a:cubicBezTo>
                <a:cubicBezTo>
                  <a:pt x="1329912" y="2178762"/>
                  <a:pt x="1329912" y="2178762"/>
                  <a:pt x="1329912" y="2178762"/>
                </a:cubicBezTo>
                <a:cubicBezTo>
                  <a:pt x="1315690" y="2178762"/>
                  <a:pt x="1315690" y="2178762"/>
                  <a:pt x="1315690" y="2178762"/>
                </a:cubicBezTo>
                <a:cubicBezTo>
                  <a:pt x="1315690" y="2178762"/>
                  <a:pt x="1315690" y="2178762"/>
                  <a:pt x="1315690" y="2178762"/>
                </a:cubicBezTo>
                <a:cubicBezTo>
                  <a:pt x="1088111" y="2178762"/>
                  <a:pt x="1088111" y="2178762"/>
                  <a:pt x="1088111" y="2178762"/>
                </a:cubicBezTo>
                <a:cubicBezTo>
                  <a:pt x="1088111" y="2178762"/>
                  <a:pt x="1088111" y="2178762"/>
                  <a:pt x="1088111" y="2178762"/>
                </a:cubicBezTo>
                <a:cubicBezTo>
                  <a:pt x="1052551" y="2178762"/>
                  <a:pt x="1031216" y="2200054"/>
                  <a:pt x="1031216" y="2235538"/>
                </a:cubicBezTo>
                <a:cubicBezTo>
                  <a:pt x="1031216" y="2235538"/>
                  <a:pt x="1031216" y="2235538"/>
                  <a:pt x="1031216" y="2235538"/>
                </a:cubicBezTo>
                <a:cubicBezTo>
                  <a:pt x="1031216" y="2313605"/>
                  <a:pt x="1031216" y="2313605"/>
                  <a:pt x="1031216" y="2313605"/>
                </a:cubicBezTo>
                <a:cubicBezTo>
                  <a:pt x="1031216" y="2313605"/>
                  <a:pt x="1031216" y="2313605"/>
                  <a:pt x="1031216" y="2313605"/>
                </a:cubicBezTo>
                <a:cubicBezTo>
                  <a:pt x="1031216" y="2491029"/>
                  <a:pt x="1031216" y="2491029"/>
                  <a:pt x="1031216" y="2491029"/>
                </a:cubicBezTo>
                <a:cubicBezTo>
                  <a:pt x="611618" y="2491029"/>
                  <a:pt x="611618" y="2491029"/>
                  <a:pt x="611618" y="2491029"/>
                </a:cubicBezTo>
                <a:cubicBezTo>
                  <a:pt x="618730" y="2838779"/>
                  <a:pt x="618730" y="2838779"/>
                  <a:pt x="618730" y="2838779"/>
                </a:cubicBezTo>
                <a:cubicBezTo>
                  <a:pt x="732518" y="2966523"/>
                  <a:pt x="732518" y="2966523"/>
                  <a:pt x="732518" y="2966523"/>
                </a:cubicBezTo>
                <a:cubicBezTo>
                  <a:pt x="732518" y="3200723"/>
                  <a:pt x="732518" y="3200723"/>
                  <a:pt x="732518" y="3200723"/>
                </a:cubicBezTo>
                <a:cubicBezTo>
                  <a:pt x="867644" y="3257498"/>
                  <a:pt x="867644" y="3257498"/>
                  <a:pt x="867644" y="3257498"/>
                </a:cubicBezTo>
                <a:cubicBezTo>
                  <a:pt x="867644" y="3583958"/>
                  <a:pt x="867644" y="3583958"/>
                  <a:pt x="867644" y="3583958"/>
                </a:cubicBezTo>
                <a:cubicBezTo>
                  <a:pt x="270250" y="3690412"/>
                  <a:pt x="49783" y="3825254"/>
                  <a:pt x="28447" y="3832351"/>
                </a:cubicBezTo>
                <a:cubicBezTo>
                  <a:pt x="0" y="3832351"/>
                  <a:pt x="135124" y="3853642"/>
                  <a:pt x="327144" y="3945903"/>
                </a:cubicBezTo>
                <a:cubicBezTo>
                  <a:pt x="568946" y="4059453"/>
                  <a:pt x="540499" y="4123326"/>
                  <a:pt x="540499" y="4123326"/>
                </a:cubicBezTo>
                <a:cubicBezTo>
                  <a:pt x="540499" y="4123326"/>
                  <a:pt x="960097" y="3853642"/>
                  <a:pt x="1870412" y="3690412"/>
                </a:cubicBezTo>
                <a:cubicBezTo>
                  <a:pt x="2346904" y="3605249"/>
                  <a:pt x="3207436" y="3569764"/>
                  <a:pt x="3520357" y="3633636"/>
                </a:cubicBezTo>
                <a:cubicBezTo>
                  <a:pt x="3520357" y="3633636"/>
                  <a:pt x="3278555" y="3576861"/>
                  <a:pt x="2937186" y="352718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184900" y="0"/>
            <a:ext cx="6882359" cy="6858000"/>
          </a:xfrm>
          <a:custGeom>
            <a:avLst/>
            <a:gdLst/>
            <a:ahLst/>
            <a:cxnLst/>
            <a:rect l="l" t="t" r="r" b="b"/>
            <a:pathLst>
              <a:path w="6882359" h="6858000">
                <a:moveTo>
                  <a:pt x="3441179" y="6758711"/>
                </a:moveTo>
                <a:cubicBezTo>
                  <a:pt x="1592612" y="6758711"/>
                  <a:pt x="99539" y="5262292"/>
                  <a:pt x="99539" y="3418362"/>
                </a:cubicBezTo>
                <a:cubicBezTo>
                  <a:pt x="99539" y="1581525"/>
                  <a:pt x="1592612" y="85104"/>
                  <a:pt x="3441179" y="85104"/>
                </a:cubicBezTo>
                <a:cubicBezTo>
                  <a:pt x="5289747" y="85104"/>
                  <a:pt x="6782821" y="1581525"/>
                  <a:pt x="6782821" y="3418362"/>
                </a:cubicBezTo>
                <a:cubicBezTo>
                  <a:pt x="6782821" y="5262292"/>
                  <a:pt x="5289747" y="6758711"/>
                  <a:pt x="3441179" y="6758711"/>
                </a:cubicBezTo>
                <a:close/>
                <a:moveTo>
                  <a:pt x="3441179" y="0"/>
                </a:moveTo>
                <a:cubicBezTo>
                  <a:pt x="1542843" y="0"/>
                  <a:pt x="0" y="1531880"/>
                  <a:pt x="0" y="3425454"/>
                </a:cubicBezTo>
                <a:cubicBezTo>
                  <a:pt x="0" y="5319028"/>
                  <a:pt x="1542843" y="6858000"/>
                  <a:pt x="3441179" y="6858000"/>
                </a:cubicBezTo>
                <a:cubicBezTo>
                  <a:pt x="5339516" y="6858000"/>
                  <a:pt x="6882359" y="5319028"/>
                  <a:pt x="6882359" y="3425454"/>
                </a:cubicBezTo>
                <a:cubicBezTo>
                  <a:pt x="6882359" y="1531880"/>
                  <a:pt x="5339516" y="0"/>
                  <a:pt x="3441179"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2209800"/>
            <a:ext cx="249716" cy="231442"/>
          </a:xfrm>
          <a:custGeom>
            <a:avLst/>
            <a:gdLst/>
            <a:ahLst/>
            <a:cxnLst/>
            <a:rect l="l" t="t" r="r" b="b"/>
            <a:pathLst>
              <a:path w="249716" h="231442">
                <a:moveTo>
                  <a:pt x="164099" y="21698"/>
                </a:moveTo>
                <a:cubicBezTo>
                  <a:pt x="128425" y="0"/>
                  <a:pt x="92752" y="0"/>
                  <a:pt x="71347" y="7233"/>
                </a:cubicBezTo>
                <a:cubicBezTo>
                  <a:pt x="42808" y="14465"/>
                  <a:pt x="21405" y="36163"/>
                  <a:pt x="14270" y="65093"/>
                </a:cubicBezTo>
                <a:cubicBezTo>
                  <a:pt x="0" y="94023"/>
                  <a:pt x="0" y="122954"/>
                  <a:pt x="7135" y="144652"/>
                </a:cubicBezTo>
                <a:cubicBezTo>
                  <a:pt x="21405" y="173581"/>
                  <a:pt x="42808" y="195279"/>
                  <a:pt x="78482" y="209744"/>
                </a:cubicBezTo>
                <a:cubicBezTo>
                  <a:pt x="114156" y="224210"/>
                  <a:pt x="149830" y="231442"/>
                  <a:pt x="178369" y="224210"/>
                </a:cubicBezTo>
                <a:cubicBezTo>
                  <a:pt x="199772" y="209744"/>
                  <a:pt x="221177" y="195279"/>
                  <a:pt x="235447" y="166348"/>
                </a:cubicBezTo>
                <a:cubicBezTo>
                  <a:pt x="249716" y="137419"/>
                  <a:pt x="249716" y="108488"/>
                  <a:pt x="235447" y="86791"/>
                </a:cubicBezTo>
                <a:cubicBezTo>
                  <a:pt x="228312" y="57860"/>
                  <a:pt x="199772" y="36163"/>
                  <a:pt x="164099" y="21698"/>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169400" y="5257800"/>
            <a:ext cx="158355" cy="286259"/>
          </a:xfrm>
          <a:custGeom>
            <a:avLst/>
            <a:gdLst/>
            <a:ahLst/>
            <a:cxnLst/>
            <a:rect l="l" t="t" r="r" b="b"/>
            <a:pathLst>
              <a:path w="158355" h="286259">
                <a:moveTo>
                  <a:pt x="158355" y="0"/>
                </a:moveTo>
                <a:cubicBezTo>
                  <a:pt x="158355" y="286259"/>
                  <a:pt x="158355" y="286259"/>
                  <a:pt x="158355" y="286259"/>
                </a:cubicBezTo>
                <a:cubicBezTo>
                  <a:pt x="79177" y="286259"/>
                  <a:pt x="79177" y="286259"/>
                  <a:pt x="79177" y="286259"/>
                </a:cubicBezTo>
                <a:cubicBezTo>
                  <a:pt x="79177" y="100190"/>
                  <a:pt x="79177" y="100190"/>
                  <a:pt x="79177" y="100190"/>
                </a:cubicBezTo>
                <a:cubicBezTo>
                  <a:pt x="64781" y="107347"/>
                  <a:pt x="57583" y="114503"/>
                  <a:pt x="43188" y="121660"/>
                </a:cubicBezTo>
                <a:cubicBezTo>
                  <a:pt x="28792" y="128816"/>
                  <a:pt x="14395" y="135973"/>
                  <a:pt x="0" y="135973"/>
                </a:cubicBezTo>
                <a:cubicBezTo>
                  <a:pt x="0" y="78721"/>
                  <a:pt x="0" y="78721"/>
                  <a:pt x="0" y="78721"/>
                </a:cubicBezTo>
                <a:cubicBezTo>
                  <a:pt x="28792" y="71564"/>
                  <a:pt x="43188" y="57252"/>
                  <a:pt x="57583" y="42939"/>
                </a:cubicBezTo>
                <a:cubicBezTo>
                  <a:pt x="71980" y="35782"/>
                  <a:pt x="86375" y="21469"/>
                  <a:pt x="93574" y="0"/>
                </a:cubicBezTo>
                <a:lnTo>
                  <a:pt x="15835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9398000" y="5257800"/>
            <a:ext cx="231442" cy="286259"/>
          </a:xfrm>
          <a:custGeom>
            <a:avLst/>
            <a:gdLst/>
            <a:ahLst/>
            <a:cxnLst/>
            <a:rect l="l" t="t" r="r" b="b"/>
            <a:pathLst>
              <a:path w="231442" h="286259">
                <a:moveTo>
                  <a:pt x="151884" y="100190"/>
                </a:moveTo>
                <a:cubicBezTo>
                  <a:pt x="151884" y="85877"/>
                  <a:pt x="144652" y="71564"/>
                  <a:pt x="137419" y="64408"/>
                </a:cubicBezTo>
                <a:cubicBezTo>
                  <a:pt x="130186" y="57252"/>
                  <a:pt x="122954" y="50095"/>
                  <a:pt x="108488" y="50095"/>
                </a:cubicBezTo>
                <a:cubicBezTo>
                  <a:pt x="101256" y="50095"/>
                  <a:pt x="94023" y="57252"/>
                  <a:pt x="86791" y="64408"/>
                </a:cubicBezTo>
                <a:cubicBezTo>
                  <a:pt x="79558" y="71564"/>
                  <a:pt x="72325" y="78721"/>
                  <a:pt x="72325" y="93034"/>
                </a:cubicBezTo>
                <a:cubicBezTo>
                  <a:pt x="72325" y="114503"/>
                  <a:pt x="79558" y="121660"/>
                  <a:pt x="86791" y="128816"/>
                </a:cubicBezTo>
                <a:cubicBezTo>
                  <a:pt x="94023" y="143129"/>
                  <a:pt x="101256" y="143129"/>
                  <a:pt x="108488" y="143129"/>
                </a:cubicBezTo>
                <a:cubicBezTo>
                  <a:pt x="122954" y="143129"/>
                  <a:pt x="130186" y="143129"/>
                  <a:pt x="137419" y="128816"/>
                </a:cubicBezTo>
                <a:cubicBezTo>
                  <a:pt x="144652" y="121660"/>
                  <a:pt x="151884" y="114503"/>
                  <a:pt x="151884" y="100190"/>
                </a:cubicBezTo>
                <a:close/>
                <a:moveTo>
                  <a:pt x="7233" y="221851"/>
                </a:moveTo>
                <a:cubicBezTo>
                  <a:pt x="86791" y="214695"/>
                  <a:pt x="86791" y="214695"/>
                  <a:pt x="86791" y="214695"/>
                </a:cubicBezTo>
                <a:cubicBezTo>
                  <a:pt x="86791" y="221851"/>
                  <a:pt x="86791" y="229008"/>
                  <a:pt x="94023" y="236164"/>
                </a:cubicBezTo>
                <a:cubicBezTo>
                  <a:pt x="101256" y="236164"/>
                  <a:pt x="108488" y="243321"/>
                  <a:pt x="108488" y="243321"/>
                </a:cubicBezTo>
                <a:cubicBezTo>
                  <a:pt x="122954" y="243321"/>
                  <a:pt x="137419" y="236164"/>
                  <a:pt x="144652" y="221851"/>
                </a:cubicBezTo>
                <a:cubicBezTo>
                  <a:pt x="144652" y="214695"/>
                  <a:pt x="151884" y="193225"/>
                  <a:pt x="151884" y="164598"/>
                </a:cubicBezTo>
                <a:cubicBezTo>
                  <a:pt x="144652" y="171755"/>
                  <a:pt x="137419" y="178911"/>
                  <a:pt x="122954" y="186069"/>
                </a:cubicBezTo>
                <a:cubicBezTo>
                  <a:pt x="115721" y="186069"/>
                  <a:pt x="101256" y="193225"/>
                  <a:pt x="94023" y="193225"/>
                </a:cubicBezTo>
                <a:cubicBezTo>
                  <a:pt x="65093" y="193225"/>
                  <a:pt x="43396" y="186069"/>
                  <a:pt x="28931" y="164598"/>
                </a:cubicBezTo>
                <a:cubicBezTo>
                  <a:pt x="7233" y="150285"/>
                  <a:pt x="0" y="121660"/>
                  <a:pt x="0" y="100190"/>
                </a:cubicBezTo>
                <a:cubicBezTo>
                  <a:pt x="0" y="78721"/>
                  <a:pt x="7233" y="64408"/>
                  <a:pt x="14465" y="50095"/>
                </a:cubicBezTo>
                <a:cubicBezTo>
                  <a:pt x="21698" y="35782"/>
                  <a:pt x="36163" y="21469"/>
                  <a:pt x="50629" y="14313"/>
                </a:cubicBezTo>
                <a:cubicBezTo>
                  <a:pt x="65093" y="7156"/>
                  <a:pt x="86791" y="0"/>
                  <a:pt x="108488" y="0"/>
                </a:cubicBezTo>
                <a:cubicBezTo>
                  <a:pt x="137419" y="0"/>
                  <a:pt x="159116" y="7156"/>
                  <a:pt x="173581" y="14313"/>
                </a:cubicBezTo>
                <a:cubicBezTo>
                  <a:pt x="195279" y="28626"/>
                  <a:pt x="209744" y="42939"/>
                  <a:pt x="216977" y="64408"/>
                </a:cubicBezTo>
                <a:cubicBezTo>
                  <a:pt x="224210" y="78721"/>
                  <a:pt x="231442" y="107347"/>
                  <a:pt x="231442" y="143129"/>
                </a:cubicBezTo>
                <a:cubicBezTo>
                  <a:pt x="231442" y="193225"/>
                  <a:pt x="224210" y="229008"/>
                  <a:pt x="202512" y="250477"/>
                </a:cubicBezTo>
                <a:cubicBezTo>
                  <a:pt x="180814" y="279103"/>
                  <a:pt x="151884" y="286259"/>
                  <a:pt x="108488" y="286259"/>
                </a:cubicBezTo>
                <a:cubicBezTo>
                  <a:pt x="86791" y="286259"/>
                  <a:pt x="72325" y="286259"/>
                  <a:pt x="57860" y="279103"/>
                </a:cubicBezTo>
                <a:cubicBezTo>
                  <a:pt x="43396" y="271946"/>
                  <a:pt x="36163" y="264790"/>
                  <a:pt x="28931" y="257633"/>
                </a:cubicBezTo>
                <a:cubicBezTo>
                  <a:pt x="14465" y="250477"/>
                  <a:pt x="14465" y="236164"/>
                  <a:pt x="7233" y="221851"/>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9639300" y="5257800"/>
            <a:ext cx="231442" cy="280167"/>
          </a:xfrm>
          <a:custGeom>
            <a:avLst/>
            <a:gdLst/>
            <a:ahLst/>
            <a:cxnLst/>
            <a:rect l="l" t="t" r="r" b="b"/>
            <a:pathLst>
              <a:path w="231442" h="280167">
                <a:moveTo>
                  <a:pt x="28931" y="0"/>
                </a:moveTo>
                <a:cubicBezTo>
                  <a:pt x="216977" y="0"/>
                  <a:pt x="216977" y="0"/>
                  <a:pt x="216977" y="0"/>
                </a:cubicBezTo>
                <a:cubicBezTo>
                  <a:pt x="216977" y="57470"/>
                  <a:pt x="216977" y="57470"/>
                  <a:pt x="216977" y="57470"/>
                </a:cubicBezTo>
                <a:cubicBezTo>
                  <a:pt x="94023" y="57470"/>
                  <a:pt x="94023" y="57470"/>
                  <a:pt x="94023" y="57470"/>
                </a:cubicBezTo>
                <a:cubicBezTo>
                  <a:pt x="86791" y="100573"/>
                  <a:pt x="86791" y="100573"/>
                  <a:pt x="86791" y="100573"/>
                </a:cubicBezTo>
                <a:cubicBezTo>
                  <a:pt x="94023" y="100573"/>
                  <a:pt x="101256" y="93389"/>
                  <a:pt x="108488" y="93389"/>
                </a:cubicBezTo>
                <a:cubicBezTo>
                  <a:pt x="122954" y="93389"/>
                  <a:pt x="130186" y="93389"/>
                  <a:pt x="137419" y="93389"/>
                </a:cubicBezTo>
                <a:cubicBezTo>
                  <a:pt x="166348" y="93389"/>
                  <a:pt x="188046" y="100573"/>
                  <a:pt x="202512" y="114940"/>
                </a:cubicBezTo>
                <a:cubicBezTo>
                  <a:pt x="224210" y="129308"/>
                  <a:pt x="231442" y="150859"/>
                  <a:pt x="231442" y="179595"/>
                </a:cubicBezTo>
                <a:cubicBezTo>
                  <a:pt x="231442" y="193962"/>
                  <a:pt x="224210" y="215513"/>
                  <a:pt x="216977" y="229880"/>
                </a:cubicBezTo>
                <a:cubicBezTo>
                  <a:pt x="209744" y="251432"/>
                  <a:pt x="195279" y="258615"/>
                  <a:pt x="180814" y="265800"/>
                </a:cubicBezTo>
                <a:cubicBezTo>
                  <a:pt x="159116" y="280167"/>
                  <a:pt x="144652" y="280167"/>
                  <a:pt x="115721" y="280167"/>
                </a:cubicBezTo>
                <a:cubicBezTo>
                  <a:pt x="94023" y="280167"/>
                  <a:pt x="79558" y="280167"/>
                  <a:pt x="65093" y="280167"/>
                </a:cubicBezTo>
                <a:cubicBezTo>
                  <a:pt x="57860" y="272983"/>
                  <a:pt x="43396" y="265800"/>
                  <a:pt x="36163" y="258615"/>
                </a:cubicBezTo>
                <a:cubicBezTo>
                  <a:pt x="28931" y="251432"/>
                  <a:pt x="14465" y="244248"/>
                  <a:pt x="14465" y="237065"/>
                </a:cubicBezTo>
                <a:cubicBezTo>
                  <a:pt x="7233" y="229880"/>
                  <a:pt x="0" y="215513"/>
                  <a:pt x="0" y="208330"/>
                </a:cubicBezTo>
                <a:cubicBezTo>
                  <a:pt x="79558" y="193962"/>
                  <a:pt x="79558" y="193962"/>
                  <a:pt x="79558" y="193962"/>
                </a:cubicBezTo>
                <a:cubicBezTo>
                  <a:pt x="79558" y="208330"/>
                  <a:pt x="79558" y="215513"/>
                  <a:pt x="86791" y="222697"/>
                </a:cubicBezTo>
                <a:cubicBezTo>
                  <a:pt x="94023" y="229880"/>
                  <a:pt x="108488" y="237065"/>
                  <a:pt x="115721" y="237065"/>
                </a:cubicBezTo>
                <a:cubicBezTo>
                  <a:pt x="122954" y="237065"/>
                  <a:pt x="137419" y="229880"/>
                  <a:pt x="144652" y="222697"/>
                </a:cubicBezTo>
                <a:cubicBezTo>
                  <a:pt x="151884" y="215513"/>
                  <a:pt x="151884" y="201145"/>
                  <a:pt x="151884" y="186778"/>
                </a:cubicBezTo>
                <a:cubicBezTo>
                  <a:pt x="151884" y="172410"/>
                  <a:pt x="151884" y="158043"/>
                  <a:pt x="144652" y="150859"/>
                </a:cubicBezTo>
                <a:cubicBezTo>
                  <a:pt x="137419" y="143675"/>
                  <a:pt x="122954" y="136492"/>
                  <a:pt x="115721" y="136492"/>
                </a:cubicBezTo>
                <a:cubicBezTo>
                  <a:pt x="108488" y="136492"/>
                  <a:pt x="101256" y="143675"/>
                  <a:pt x="94023" y="143675"/>
                </a:cubicBezTo>
                <a:cubicBezTo>
                  <a:pt x="86791" y="143675"/>
                  <a:pt x="79558" y="150859"/>
                  <a:pt x="72325" y="158043"/>
                </a:cubicBezTo>
                <a:cubicBezTo>
                  <a:pt x="7233" y="150859"/>
                  <a:pt x="7233" y="150859"/>
                  <a:pt x="7233" y="150859"/>
                </a:cubicBezTo>
                <a:lnTo>
                  <a:pt x="28931"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9893300" y="5257800"/>
            <a:ext cx="219260" cy="286259"/>
          </a:xfrm>
          <a:custGeom>
            <a:avLst/>
            <a:gdLst/>
            <a:ahLst/>
            <a:cxnLst/>
            <a:rect l="l" t="t" r="r" b="b"/>
            <a:pathLst>
              <a:path w="219260" h="286259">
                <a:moveTo>
                  <a:pt x="70729" y="85877"/>
                </a:moveTo>
                <a:cubicBezTo>
                  <a:pt x="0" y="71564"/>
                  <a:pt x="0" y="71564"/>
                  <a:pt x="0" y="71564"/>
                </a:cubicBezTo>
                <a:cubicBezTo>
                  <a:pt x="7073" y="50095"/>
                  <a:pt x="21219" y="35782"/>
                  <a:pt x="35364" y="21469"/>
                </a:cubicBezTo>
                <a:cubicBezTo>
                  <a:pt x="49511" y="7156"/>
                  <a:pt x="77803" y="0"/>
                  <a:pt x="106095" y="0"/>
                </a:cubicBezTo>
                <a:cubicBezTo>
                  <a:pt x="141459" y="0"/>
                  <a:pt x="169751" y="7156"/>
                  <a:pt x="183896" y="21469"/>
                </a:cubicBezTo>
                <a:cubicBezTo>
                  <a:pt x="198043" y="35782"/>
                  <a:pt x="212188" y="50095"/>
                  <a:pt x="212188" y="71564"/>
                </a:cubicBezTo>
                <a:cubicBezTo>
                  <a:pt x="212188" y="85877"/>
                  <a:pt x="205115" y="93034"/>
                  <a:pt x="198043" y="107347"/>
                </a:cubicBezTo>
                <a:cubicBezTo>
                  <a:pt x="190969" y="114503"/>
                  <a:pt x="183896" y="121660"/>
                  <a:pt x="169751" y="128816"/>
                </a:cubicBezTo>
                <a:cubicBezTo>
                  <a:pt x="176823" y="135973"/>
                  <a:pt x="190969" y="135973"/>
                  <a:pt x="190969" y="143129"/>
                </a:cubicBezTo>
                <a:cubicBezTo>
                  <a:pt x="205115" y="143129"/>
                  <a:pt x="212188" y="150285"/>
                  <a:pt x="212188" y="164598"/>
                </a:cubicBezTo>
                <a:cubicBezTo>
                  <a:pt x="219260" y="171755"/>
                  <a:pt x="219260" y="186069"/>
                  <a:pt x="219260" y="193225"/>
                </a:cubicBezTo>
                <a:cubicBezTo>
                  <a:pt x="219260" y="214695"/>
                  <a:pt x="219260" y="229008"/>
                  <a:pt x="212188" y="243321"/>
                </a:cubicBezTo>
                <a:cubicBezTo>
                  <a:pt x="205115" y="257633"/>
                  <a:pt x="190969" y="271946"/>
                  <a:pt x="176823" y="279103"/>
                </a:cubicBezTo>
                <a:cubicBezTo>
                  <a:pt x="155604" y="286259"/>
                  <a:pt x="134386" y="286259"/>
                  <a:pt x="113167" y="286259"/>
                </a:cubicBezTo>
                <a:cubicBezTo>
                  <a:pt x="84875" y="286259"/>
                  <a:pt x="70729" y="286259"/>
                  <a:pt x="56584" y="279103"/>
                </a:cubicBezTo>
                <a:cubicBezTo>
                  <a:pt x="42437" y="271946"/>
                  <a:pt x="28292" y="264790"/>
                  <a:pt x="21219" y="250477"/>
                </a:cubicBezTo>
                <a:cubicBezTo>
                  <a:pt x="7073" y="243321"/>
                  <a:pt x="0" y="229008"/>
                  <a:pt x="0" y="207538"/>
                </a:cubicBezTo>
                <a:cubicBezTo>
                  <a:pt x="70729" y="200382"/>
                  <a:pt x="70729" y="200382"/>
                  <a:pt x="70729" y="200382"/>
                </a:cubicBezTo>
                <a:cubicBezTo>
                  <a:pt x="77803" y="214695"/>
                  <a:pt x="77803" y="229008"/>
                  <a:pt x="84875" y="229008"/>
                </a:cubicBezTo>
                <a:cubicBezTo>
                  <a:pt x="91948" y="236164"/>
                  <a:pt x="99021" y="243321"/>
                  <a:pt x="113167" y="243321"/>
                </a:cubicBezTo>
                <a:cubicBezTo>
                  <a:pt x="120240" y="243321"/>
                  <a:pt x="127312" y="236164"/>
                  <a:pt x="134386" y="229008"/>
                </a:cubicBezTo>
                <a:cubicBezTo>
                  <a:pt x="141459" y="221851"/>
                  <a:pt x="148532" y="214695"/>
                  <a:pt x="148532" y="200382"/>
                </a:cubicBezTo>
                <a:cubicBezTo>
                  <a:pt x="148532" y="186069"/>
                  <a:pt x="141459" y="178911"/>
                  <a:pt x="134386" y="171755"/>
                </a:cubicBezTo>
                <a:cubicBezTo>
                  <a:pt x="127312" y="164598"/>
                  <a:pt x="120240" y="157442"/>
                  <a:pt x="106095" y="157442"/>
                </a:cubicBezTo>
                <a:cubicBezTo>
                  <a:pt x="106095" y="157442"/>
                  <a:pt x="99021" y="164598"/>
                  <a:pt x="84875" y="164598"/>
                </a:cubicBezTo>
                <a:cubicBezTo>
                  <a:pt x="91948" y="107347"/>
                  <a:pt x="91948" y="107347"/>
                  <a:pt x="91948" y="107347"/>
                </a:cubicBezTo>
                <a:cubicBezTo>
                  <a:pt x="91948" y="107347"/>
                  <a:pt x="99021" y="107347"/>
                  <a:pt x="99021" y="107347"/>
                </a:cubicBezTo>
                <a:cubicBezTo>
                  <a:pt x="106095" y="107347"/>
                  <a:pt x="120240" y="107347"/>
                  <a:pt x="120240" y="100190"/>
                </a:cubicBezTo>
                <a:cubicBezTo>
                  <a:pt x="127312" y="93034"/>
                  <a:pt x="134386" y="85877"/>
                  <a:pt x="134386" y="78721"/>
                </a:cubicBezTo>
                <a:cubicBezTo>
                  <a:pt x="134386" y="71564"/>
                  <a:pt x="127312" y="64408"/>
                  <a:pt x="127312" y="57252"/>
                </a:cubicBezTo>
                <a:cubicBezTo>
                  <a:pt x="120240" y="50095"/>
                  <a:pt x="113167" y="50095"/>
                  <a:pt x="106095" y="50095"/>
                </a:cubicBezTo>
                <a:cubicBezTo>
                  <a:pt x="99021" y="50095"/>
                  <a:pt x="91948" y="50095"/>
                  <a:pt x="84875" y="57252"/>
                </a:cubicBezTo>
                <a:cubicBezTo>
                  <a:pt x="77803" y="64408"/>
                  <a:pt x="77803" y="71564"/>
                  <a:pt x="70729" y="85877"/>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8001000" y="5511800"/>
            <a:ext cx="66998" cy="36543"/>
          </a:xfrm>
          <a:custGeom>
            <a:avLst/>
            <a:gdLst/>
            <a:ahLst/>
            <a:cxnLst/>
            <a:rect l="l" t="t" r="r" b="b"/>
            <a:pathLst>
              <a:path w="66998" h="36543">
                <a:moveTo>
                  <a:pt x="0" y="36543"/>
                </a:moveTo>
                <a:lnTo>
                  <a:pt x="30453" y="30452"/>
                </a:lnTo>
                <a:lnTo>
                  <a:pt x="66998" y="12181"/>
                </a:lnTo>
                <a:lnTo>
                  <a:pt x="48726" y="6091"/>
                </a:lnTo>
                <a:lnTo>
                  <a:pt x="24362" y="0"/>
                </a:lnTo>
                <a:lnTo>
                  <a:pt x="0" y="36543"/>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8394700" y="800100"/>
            <a:ext cx="170536" cy="133993"/>
          </a:xfrm>
          <a:custGeom>
            <a:avLst/>
            <a:gdLst/>
            <a:ahLst/>
            <a:cxnLst/>
            <a:rect l="l" t="t" r="r" b="b"/>
            <a:pathLst>
              <a:path w="170536" h="133993">
                <a:moveTo>
                  <a:pt x="156324" y="77575"/>
                </a:moveTo>
                <a:cubicBezTo>
                  <a:pt x="163430" y="70523"/>
                  <a:pt x="170536" y="63471"/>
                  <a:pt x="170536" y="56418"/>
                </a:cubicBezTo>
                <a:cubicBezTo>
                  <a:pt x="170536" y="42314"/>
                  <a:pt x="170536" y="35262"/>
                  <a:pt x="170536" y="28209"/>
                </a:cubicBezTo>
                <a:cubicBezTo>
                  <a:pt x="163430" y="14105"/>
                  <a:pt x="156324" y="7052"/>
                  <a:pt x="149219" y="0"/>
                </a:cubicBezTo>
                <a:cubicBezTo>
                  <a:pt x="135007" y="0"/>
                  <a:pt x="127902" y="0"/>
                  <a:pt x="113690" y="0"/>
                </a:cubicBezTo>
                <a:cubicBezTo>
                  <a:pt x="106585" y="7052"/>
                  <a:pt x="85268" y="14105"/>
                  <a:pt x="56845" y="28209"/>
                </a:cubicBezTo>
                <a:cubicBezTo>
                  <a:pt x="0" y="49366"/>
                  <a:pt x="0" y="49366"/>
                  <a:pt x="0" y="49366"/>
                </a:cubicBezTo>
                <a:cubicBezTo>
                  <a:pt x="35528" y="133993"/>
                  <a:pt x="35528" y="133993"/>
                  <a:pt x="35528" y="133993"/>
                </a:cubicBezTo>
                <a:cubicBezTo>
                  <a:pt x="92373" y="112836"/>
                  <a:pt x="92373" y="112836"/>
                  <a:pt x="92373" y="112836"/>
                </a:cubicBezTo>
                <a:cubicBezTo>
                  <a:pt x="127902" y="91680"/>
                  <a:pt x="149219" y="84628"/>
                  <a:pt x="156324" y="7757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912600" y="1854200"/>
            <a:ext cx="140085" cy="176629"/>
          </a:xfrm>
          <a:custGeom>
            <a:avLst/>
            <a:gdLst/>
            <a:ahLst/>
            <a:cxnLst/>
            <a:rect l="l" t="t" r="r" b="b"/>
            <a:pathLst>
              <a:path w="140085" h="176629">
                <a:moveTo>
                  <a:pt x="70043" y="162499"/>
                </a:moveTo>
                <a:cubicBezTo>
                  <a:pt x="77047" y="169564"/>
                  <a:pt x="84051" y="169564"/>
                  <a:pt x="91055" y="176629"/>
                </a:cubicBezTo>
                <a:cubicBezTo>
                  <a:pt x="105063" y="176629"/>
                  <a:pt x="112069" y="169564"/>
                  <a:pt x="119073" y="169564"/>
                </a:cubicBezTo>
                <a:cubicBezTo>
                  <a:pt x="133081" y="162499"/>
                  <a:pt x="140085" y="148368"/>
                  <a:pt x="140085" y="141303"/>
                </a:cubicBezTo>
                <a:cubicBezTo>
                  <a:pt x="140085" y="134238"/>
                  <a:pt x="140085" y="120108"/>
                  <a:pt x="140085" y="105978"/>
                </a:cubicBezTo>
                <a:cubicBezTo>
                  <a:pt x="133081" y="98913"/>
                  <a:pt x="126077" y="84781"/>
                  <a:pt x="105063" y="56521"/>
                </a:cubicBezTo>
                <a:cubicBezTo>
                  <a:pt x="77047" y="0"/>
                  <a:pt x="77047" y="0"/>
                  <a:pt x="77047" y="0"/>
                </a:cubicBezTo>
                <a:cubicBezTo>
                  <a:pt x="0" y="49456"/>
                  <a:pt x="0" y="49456"/>
                  <a:pt x="0" y="49456"/>
                </a:cubicBezTo>
                <a:cubicBezTo>
                  <a:pt x="28017" y="98913"/>
                  <a:pt x="28017" y="98913"/>
                  <a:pt x="28017" y="98913"/>
                </a:cubicBezTo>
                <a:cubicBezTo>
                  <a:pt x="49030" y="134238"/>
                  <a:pt x="63038" y="155434"/>
                  <a:pt x="70043" y="16249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6921500" y="2552700"/>
            <a:ext cx="152265" cy="109630"/>
          </a:xfrm>
          <a:custGeom>
            <a:avLst/>
            <a:gdLst/>
            <a:ahLst/>
            <a:cxnLst/>
            <a:rect l="l" t="t" r="r" b="b"/>
            <a:pathLst>
              <a:path w="152265" h="109630">
                <a:moveTo>
                  <a:pt x="152265" y="0"/>
                </a:moveTo>
                <a:lnTo>
                  <a:pt x="0" y="18271"/>
                </a:lnTo>
                <a:lnTo>
                  <a:pt x="115722" y="109630"/>
                </a:lnTo>
                <a:lnTo>
                  <a:pt x="152265" y="0"/>
                </a:ln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9906000" y="6096000"/>
            <a:ext cx="146174" cy="237534"/>
          </a:xfrm>
          <a:custGeom>
            <a:avLst/>
            <a:gdLst/>
            <a:ahLst/>
            <a:cxnLst/>
            <a:rect l="l" t="t" r="r" b="b"/>
            <a:pathLst>
              <a:path w="146174" h="237534">
                <a:moveTo>
                  <a:pt x="48725" y="71980"/>
                </a:moveTo>
                <a:cubicBezTo>
                  <a:pt x="34803" y="71980"/>
                  <a:pt x="27842" y="86377"/>
                  <a:pt x="27842" y="86377"/>
                </a:cubicBezTo>
                <a:cubicBezTo>
                  <a:pt x="6961" y="100772"/>
                  <a:pt x="13922" y="107970"/>
                  <a:pt x="13922" y="107970"/>
                </a:cubicBezTo>
                <a:cubicBezTo>
                  <a:pt x="13922" y="115169"/>
                  <a:pt x="6961" y="136762"/>
                  <a:pt x="6961" y="136762"/>
                </a:cubicBezTo>
                <a:cubicBezTo>
                  <a:pt x="0" y="143961"/>
                  <a:pt x="0" y="165555"/>
                  <a:pt x="0" y="165555"/>
                </a:cubicBezTo>
                <a:cubicBezTo>
                  <a:pt x="0" y="172753"/>
                  <a:pt x="13922" y="187148"/>
                  <a:pt x="13922" y="187148"/>
                </a:cubicBezTo>
                <a:cubicBezTo>
                  <a:pt x="20883" y="208742"/>
                  <a:pt x="62647" y="230337"/>
                  <a:pt x="62647" y="230337"/>
                </a:cubicBezTo>
                <a:cubicBezTo>
                  <a:pt x="69606" y="237534"/>
                  <a:pt x="76567" y="237534"/>
                  <a:pt x="83528" y="237534"/>
                </a:cubicBezTo>
                <a:cubicBezTo>
                  <a:pt x="90489" y="237534"/>
                  <a:pt x="97450" y="237534"/>
                  <a:pt x="104411" y="237534"/>
                </a:cubicBezTo>
                <a:cubicBezTo>
                  <a:pt x="132253" y="237534"/>
                  <a:pt x="132253" y="208742"/>
                  <a:pt x="132253" y="208742"/>
                </a:cubicBezTo>
                <a:cubicBezTo>
                  <a:pt x="125292" y="201545"/>
                  <a:pt x="139214" y="187148"/>
                  <a:pt x="139214" y="187148"/>
                </a:cubicBezTo>
                <a:cubicBezTo>
                  <a:pt x="146174" y="179951"/>
                  <a:pt x="146174" y="172753"/>
                  <a:pt x="146174" y="172753"/>
                </a:cubicBezTo>
                <a:cubicBezTo>
                  <a:pt x="139214" y="165555"/>
                  <a:pt x="139214" y="143961"/>
                  <a:pt x="139214" y="143961"/>
                </a:cubicBezTo>
                <a:cubicBezTo>
                  <a:pt x="125292" y="136762"/>
                  <a:pt x="97450" y="115169"/>
                  <a:pt x="97450" y="115169"/>
                </a:cubicBezTo>
                <a:cubicBezTo>
                  <a:pt x="76567" y="86377"/>
                  <a:pt x="97450" y="79178"/>
                  <a:pt x="97450" y="79178"/>
                </a:cubicBezTo>
                <a:cubicBezTo>
                  <a:pt x="111370" y="86377"/>
                  <a:pt x="118331" y="79178"/>
                  <a:pt x="118331" y="79178"/>
                </a:cubicBezTo>
                <a:cubicBezTo>
                  <a:pt x="132253" y="79178"/>
                  <a:pt x="125292" y="57584"/>
                  <a:pt x="125292" y="57584"/>
                </a:cubicBezTo>
                <a:cubicBezTo>
                  <a:pt x="125292" y="43188"/>
                  <a:pt x="125292" y="35991"/>
                  <a:pt x="125292" y="35991"/>
                </a:cubicBezTo>
                <a:cubicBezTo>
                  <a:pt x="132253" y="14395"/>
                  <a:pt x="125292" y="14395"/>
                  <a:pt x="125292" y="14395"/>
                </a:cubicBezTo>
                <a:cubicBezTo>
                  <a:pt x="111370" y="0"/>
                  <a:pt x="104411" y="14395"/>
                  <a:pt x="104411" y="14395"/>
                </a:cubicBezTo>
                <a:cubicBezTo>
                  <a:pt x="97450" y="28792"/>
                  <a:pt x="69606" y="57584"/>
                  <a:pt x="69606" y="57584"/>
                </a:cubicBezTo>
                <a:cubicBezTo>
                  <a:pt x="62647" y="57584"/>
                  <a:pt x="62647" y="64783"/>
                  <a:pt x="62647" y="64783"/>
                </a:cubicBezTo>
                <a:cubicBezTo>
                  <a:pt x="55686" y="71980"/>
                  <a:pt x="48725" y="71980"/>
                  <a:pt x="48725" y="7198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8547100" y="5854700"/>
            <a:ext cx="30455" cy="79179"/>
          </a:xfrm>
          <a:custGeom>
            <a:avLst/>
            <a:gdLst/>
            <a:ahLst/>
            <a:cxnLst/>
            <a:rect l="l" t="t" r="r" b="b"/>
            <a:pathLst>
              <a:path w="30455" h="79179">
                <a:moveTo>
                  <a:pt x="0" y="0"/>
                </a:moveTo>
                <a:cubicBezTo>
                  <a:pt x="7614" y="21594"/>
                  <a:pt x="15227" y="28792"/>
                  <a:pt x="15227" y="35991"/>
                </a:cubicBezTo>
                <a:cubicBezTo>
                  <a:pt x="15227" y="43189"/>
                  <a:pt x="15227" y="50387"/>
                  <a:pt x="15227" y="50387"/>
                </a:cubicBezTo>
                <a:cubicBezTo>
                  <a:pt x="30455" y="64783"/>
                  <a:pt x="22841" y="57584"/>
                  <a:pt x="22841" y="71981"/>
                </a:cubicBezTo>
                <a:cubicBezTo>
                  <a:pt x="30455" y="79179"/>
                  <a:pt x="30455" y="71981"/>
                  <a:pt x="30455" y="64783"/>
                </a:cubicBezTo>
                <a:cubicBezTo>
                  <a:pt x="30455" y="57584"/>
                  <a:pt x="30455" y="35991"/>
                  <a:pt x="22841" y="21594"/>
                </a:cubicBezTo>
                <a:cubicBezTo>
                  <a:pt x="22841" y="14397"/>
                  <a:pt x="22841" y="7198"/>
                  <a:pt x="22841" y="0"/>
                </a:cubicBezTo>
                <a:cubicBezTo>
                  <a:pt x="15227" y="0"/>
                  <a:pt x="7614" y="0"/>
                  <a:pt x="0" y="0"/>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07400" y="5905500"/>
            <a:ext cx="127904" cy="48725"/>
          </a:xfrm>
          <a:custGeom>
            <a:avLst/>
            <a:gdLst/>
            <a:ahLst/>
            <a:cxnLst/>
            <a:rect l="l" t="t" r="r" b="b"/>
            <a:pathLst>
              <a:path w="127904" h="48725">
                <a:moveTo>
                  <a:pt x="0" y="48725"/>
                </a:moveTo>
                <a:cubicBezTo>
                  <a:pt x="7106" y="48725"/>
                  <a:pt x="21317" y="41764"/>
                  <a:pt x="35530" y="41764"/>
                </a:cubicBezTo>
                <a:cubicBezTo>
                  <a:pt x="63952" y="41764"/>
                  <a:pt x="106587" y="34803"/>
                  <a:pt x="120799" y="20883"/>
                </a:cubicBezTo>
                <a:cubicBezTo>
                  <a:pt x="127904" y="20883"/>
                  <a:pt x="127904" y="20883"/>
                  <a:pt x="127904" y="13922"/>
                </a:cubicBezTo>
                <a:cubicBezTo>
                  <a:pt x="127904" y="13922"/>
                  <a:pt x="127904" y="13922"/>
                  <a:pt x="127904" y="13922"/>
                </a:cubicBezTo>
                <a:cubicBezTo>
                  <a:pt x="127904" y="6961"/>
                  <a:pt x="120799" y="6961"/>
                  <a:pt x="120799" y="0"/>
                </a:cubicBezTo>
                <a:cubicBezTo>
                  <a:pt x="85269" y="27843"/>
                  <a:pt x="21317" y="34803"/>
                  <a:pt x="0" y="4872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0198100" y="660400"/>
            <a:ext cx="243623" cy="261897"/>
          </a:xfrm>
          <a:custGeom>
            <a:avLst/>
            <a:gdLst/>
            <a:ahLst/>
            <a:cxnLst/>
            <a:rect l="l" t="t" r="r" b="b"/>
            <a:pathLst>
              <a:path w="243623" h="261897">
                <a:moveTo>
                  <a:pt x="85984" y="254819"/>
                </a:moveTo>
                <a:cubicBezTo>
                  <a:pt x="121812" y="261897"/>
                  <a:pt x="150473" y="261897"/>
                  <a:pt x="171969" y="247740"/>
                </a:cubicBezTo>
                <a:cubicBezTo>
                  <a:pt x="200631" y="233583"/>
                  <a:pt x="222127" y="205270"/>
                  <a:pt x="229292" y="162801"/>
                </a:cubicBezTo>
                <a:cubicBezTo>
                  <a:pt x="243623" y="120331"/>
                  <a:pt x="243623" y="84940"/>
                  <a:pt x="229292" y="63704"/>
                </a:cubicBezTo>
                <a:cubicBezTo>
                  <a:pt x="214961" y="35391"/>
                  <a:pt x="186300" y="21234"/>
                  <a:pt x="157639" y="14157"/>
                </a:cubicBezTo>
                <a:cubicBezTo>
                  <a:pt x="121812" y="0"/>
                  <a:pt x="93149" y="7078"/>
                  <a:pt x="71653" y="21234"/>
                </a:cubicBezTo>
                <a:cubicBezTo>
                  <a:pt x="42992" y="35391"/>
                  <a:pt x="21496" y="63704"/>
                  <a:pt x="14331" y="106175"/>
                </a:cubicBezTo>
                <a:cubicBezTo>
                  <a:pt x="0" y="141566"/>
                  <a:pt x="7165" y="176958"/>
                  <a:pt x="21496" y="205270"/>
                </a:cubicBezTo>
                <a:cubicBezTo>
                  <a:pt x="35827" y="233583"/>
                  <a:pt x="57323" y="247740"/>
                  <a:pt x="85984" y="254819"/>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6413500" y="203200"/>
            <a:ext cx="6437748" cy="6419474"/>
          </a:xfrm>
          <a:custGeom>
            <a:avLst/>
            <a:gdLst/>
            <a:ahLst/>
            <a:cxnLst/>
            <a:rect l="l" t="t" r="r" b="b"/>
            <a:pathLst>
              <a:path w="6437748" h="6419474">
                <a:moveTo>
                  <a:pt x="3222431" y="0"/>
                </a:moveTo>
                <a:cubicBezTo>
                  <a:pt x="1444047" y="0"/>
                  <a:pt x="0" y="1439949"/>
                  <a:pt x="0" y="3213284"/>
                </a:cubicBezTo>
                <a:cubicBezTo>
                  <a:pt x="0" y="4979525"/>
                  <a:pt x="1444047" y="6419474"/>
                  <a:pt x="3222431" y="6419474"/>
                </a:cubicBezTo>
                <a:cubicBezTo>
                  <a:pt x="5000814" y="6419474"/>
                  <a:pt x="6437748" y="4979525"/>
                  <a:pt x="6437748" y="3213284"/>
                </a:cubicBezTo>
                <a:cubicBezTo>
                  <a:pt x="6437748" y="1439949"/>
                  <a:pt x="5000814" y="0"/>
                  <a:pt x="3222431" y="0"/>
                </a:cubicBezTo>
                <a:close/>
                <a:moveTo>
                  <a:pt x="6103412" y="3050137"/>
                </a:moveTo>
                <a:cubicBezTo>
                  <a:pt x="6039390" y="3057230"/>
                  <a:pt x="6039390" y="3057230"/>
                  <a:pt x="6039390" y="3057230"/>
                </a:cubicBezTo>
                <a:cubicBezTo>
                  <a:pt x="6018050" y="2837336"/>
                  <a:pt x="6018050" y="2837336"/>
                  <a:pt x="6018050" y="2837336"/>
                </a:cubicBezTo>
                <a:cubicBezTo>
                  <a:pt x="5939800" y="2844430"/>
                  <a:pt x="5939800" y="2844430"/>
                  <a:pt x="5939800" y="2844430"/>
                </a:cubicBezTo>
                <a:cubicBezTo>
                  <a:pt x="5961141" y="3050137"/>
                  <a:pt x="5961141" y="3050137"/>
                  <a:pt x="5961141" y="3050137"/>
                </a:cubicBezTo>
                <a:cubicBezTo>
                  <a:pt x="5897119" y="3057230"/>
                  <a:pt x="5897119" y="3057230"/>
                  <a:pt x="5897119" y="3057230"/>
                </a:cubicBezTo>
                <a:cubicBezTo>
                  <a:pt x="5875779" y="2851523"/>
                  <a:pt x="5875779" y="2851523"/>
                  <a:pt x="5875779" y="2851523"/>
                </a:cubicBezTo>
                <a:cubicBezTo>
                  <a:pt x="5776190" y="2865711"/>
                  <a:pt x="5776190" y="2865711"/>
                  <a:pt x="5776190" y="2865711"/>
                </a:cubicBezTo>
                <a:cubicBezTo>
                  <a:pt x="5804643" y="3085603"/>
                  <a:pt x="5804643" y="3085603"/>
                  <a:pt x="5804643" y="3085603"/>
                </a:cubicBezTo>
                <a:cubicBezTo>
                  <a:pt x="5740622" y="3092696"/>
                  <a:pt x="5740622" y="3092696"/>
                  <a:pt x="5740622" y="3092696"/>
                </a:cubicBezTo>
                <a:cubicBezTo>
                  <a:pt x="5705055" y="2787683"/>
                  <a:pt x="5705055" y="2787683"/>
                  <a:pt x="5705055" y="2787683"/>
                </a:cubicBezTo>
                <a:cubicBezTo>
                  <a:pt x="6074957" y="2752217"/>
                  <a:pt x="6074957" y="2752217"/>
                  <a:pt x="6074957" y="2752217"/>
                </a:cubicBezTo>
                <a:lnTo>
                  <a:pt x="6103412" y="3050137"/>
                </a:lnTo>
                <a:close/>
                <a:moveTo>
                  <a:pt x="5683714" y="1709495"/>
                </a:moveTo>
                <a:cubicBezTo>
                  <a:pt x="5705055" y="1744962"/>
                  <a:pt x="5719281" y="1773335"/>
                  <a:pt x="5719281" y="1794615"/>
                </a:cubicBezTo>
                <a:cubicBezTo>
                  <a:pt x="5726394" y="1815896"/>
                  <a:pt x="5726394" y="1830083"/>
                  <a:pt x="5719281" y="1851362"/>
                </a:cubicBezTo>
                <a:cubicBezTo>
                  <a:pt x="5712168" y="1872642"/>
                  <a:pt x="5697940" y="1886829"/>
                  <a:pt x="5676600" y="1893922"/>
                </a:cubicBezTo>
                <a:cubicBezTo>
                  <a:pt x="5655259" y="1908109"/>
                  <a:pt x="5626805" y="1915202"/>
                  <a:pt x="5605465" y="1908109"/>
                </a:cubicBezTo>
                <a:cubicBezTo>
                  <a:pt x="5577011" y="1901016"/>
                  <a:pt x="5555670" y="1886829"/>
                  <a:pt x="5534330" y="1858456"/>
                </a:cubicBezTo>
                <a:cubicBezTo>
                  <a:pt x="5534330" y="1879736"/>
                  <a:pt x="5534330" y="1893922"/>
                  <a:pt x="5534330" y="1908109"/>
                </a:cubicBezTo>
                <a:cubicBezTo>
                  <a:pt x="5527215" y="1929389"/>
                  <a:pt x="5520102" y="1950669"/>
                  <a:pt x="5505875" y="1979042"/>
                </a:cubicBezTo>
                <a:cubicBezTo>
                  <a:pt x="5470308" y="2064163"/>
                  <a:pt x="5470308" y="2064163"/>
                  <a:pt x="5470308" y="2064163"/>
                </a:cubicBezTo>
                <a:cubicBezTo>
                  <a:pt x="5420512" y="1979042"/>
                  <a:pt x="5420512" y="1979042"/>
                  <a:pt x="5420512" y="1979042"/>
                </a:cubicBezTo>
                <a:cubicBezTo>
                  <a:pt x="5456080" y="1886829"/>
                  <a:pt x="5456080" y="1886829"/>
                  <a:pt x="5456080" y="1886829"/>
                </a:cubicBezTo>
                <a:cubicBezTo>
                  <a:pt x="5470308" y="1851362"/>
                  <a:pt x="5477421" y="1830083"/>
                  <a:pt x="5477421" y="1822988"/>
                </a:cubicBezTo>
                <a:cubicBezTo>
                  <a:pt x="5484534" y="1808803"/>
                  <a:pt x="5484534" y="1801708"/>
                  <a:pt x="5477421" y="1794615"/>
                </a:cubicBezTo>
                <a:cubicBezTo>
                  <a:pt x="5477421" y="1787522"/>
                  <a:pt x="5470308" y="1773335"/>
                  <a:pt x="5463193" y="1759148"/>
                </a:cubicBezTo>
                <a:cubicBezTo>
                  <a:pt x="5448967" y="1744962"/>
                  <a:pt x="5448967" y="1744962"/>
                  <a:pt x="5448967" y="1744962"/>
                </a:cubicBezTo>
                <a:cubicBezTo>
                  <a:pt x="5320923" y="1822988"/>
                  <a:pt x="5320923" y="1822988"/>
                  <a:pt x="5320923" y="1822988"/>
                </a:cubicBezTo>
                <a:cubicBezTo>
                  <a:pt x="5278242" y="1752055"/>
                  <a:pt x="5278242" y="1752055"/>
                  <a:pt x="5278242" y="1752055"/>
                </a:cubicBezTo>
                <a:cubicBezTo>
                  <a:pt x="5591237" y="1560535"/>
                  <a:pt x="5591237" y="1560535"/>
                  <a:pt x="5591237" y="1560535"/>
                </a:cubicBezTo>
                <a:lnTo>
                  <a:pt x="5683714" y="1709495"/>
                </a:lnTo>
                <a:close/>
                <a:moveTo>
                  <a:pt x="5335151" y="1248428"/>
                </a:moveTo>
                <a:cubicBezTo>
                  <a:pt x="5541443" y="1489602"/>
                  <a:pt x="5541443" y="1489602"/>
                  <a:pt x="5541443" y="1489602"/>
                </a:cubicBezTo>
                <a:cubicBezTo>
                  <a:pt x="5491648" y="1532162"/>
                  <a:pt x="5491648" y="1532162"/>
                  <a:pt x="5491648" y="1532162"/>
                </a:cubicBezTo>
                <a:cubicBezTo>
                  <a:pt x="5413399" y="1439949"/>
                  <a:pt x="5413399" y="1439949"/>
                  <a:pt x="5413399" y="1439949"/>
                </a:cubicBezTo>
                <a:cubicBezTo>
                  <a:pt x="5178652" y="1631469"/>
                  <a:pt x="5178652" y="1631469"/>
                  <a:pt x="5178652" y="1631469"/>
                </a:cubicBezTo>
                <a:cubicBezTo>
                  <a:pt x="5128858" y="1567628"/>
                  <a:pt x="5128858" y="1567628"/>
                  <a:pt x="5128858" y="1567628"/>
                </a:cubicBezTo>
                <a:cubicBezTo>
                  <a:pt x="5363605" y="1376108"/>
                  <a:pt x="5363605" y="1376108"/>
                  <a:pt x="5363605" y="1376108"/>
                </a:cubicBezTo>
                <a:cubicBezTo>
                  <a:pt x="5292468" y="1283895"/>
                  <a:pt x="5292468" y="1283895"/>
                  <a:pt x="5292468" y="1283895"/>
                </a:cubicBezTo>
                <a:lnTo>
                  <a:pt x="5335151" y="1248428"/>
                </a:lnTo>
                <a:close/>
                <a:moveTo>
                  <a:pt x="5278242" y="1184587"/>
                </a:moveTo>
                <a:cubicBezTo>
                  <a:pt x="5235561" y="1234242"/>
                  <a:pt x="5235561" y="1234242"/>
                  <a:pt x="5235561" y="1234242"/>
                </a:cubicBezTo>
                <a:cubicBezTo>
                  <a:pt x="5079063" y="1085281"/>
                  <a:pt x="5079063" y="1085281"/>
                  <a:pt x="5079063" y="1085281"/>
                </a:cubicBezTo>
                <a:cubicBezTo>
                  <a:pt x="5022155" y="1149121"/>
                  <a:pt x="5022155" y="1149121"/>
                  <a:pt x="5022155" y="1149121"/>
                </a:cubicBezTo>
                <a:cubicBezTo>
                  <a:pt x="5171539" y="1283895"/>
                  <a:pt x="5171539" y="1283895"/>
                  <a:pt x="5171539" y="1283895"/>
                </a:cubicBezTo>
                <a:cubicBezTo>
                  <a:pt x="5128858" y="1326455"/>
                  <a:pt x="5128858" y="1326455"/>
                  <a:pt x="5128858" y="1326455"/>
                </a:cubicBezTo>
                <a:cubicBezTo>
                  <a:pt x="4979473" y="1191682"/>
                  <a:pt x="4979473" y="1191682"/>
                  <a:pt x="4979473" y="1191682"/>
                </a:cubicBezTo>
                <a:cubicBezTo>
                  <a:pt x="4915451" y="1262615"/>
                  <a:pt x="4915451" y="1262615"/>
                  <a:pt x="4915451" y="1262615"/>
                </a:cubicBezTo>
                <a:cubicBezTo>
                  <a:pt x="5079063" y="1418669"/>
                  <a:pt x="5079063" y="1418669"/>
                  <a:pt x="5079063" y="1418669"/>
                </a:cubicBezTo>
                <a:cubicBezTo>
                  <a:pt x="5036382" y="1461228"/>
                  <a:pt x="5036382" y="1461228"/>
                  <a:pt x="5036382" y="1461228"/>
                </a:cubicBezTo>
                <a:cubicBezTo>
                  <a:pt x="4815863" y="1255522"/>
                  <a:pt x="4815863" y="1255522"/>
                  <a:pt x="4815863" y="1255522"/>
                </a:cubicBezTo>
                <a:cubicBezTo>
                  <a:pt x="5057723" y="985975"/>
                  <a:pt x="5057723" y="985975"/>
                  <a:pt x="5057723" y="985975"/>
                </a:cubicBezTo>
                <a:lnTo>
                  <a:pt x="5278242" y="1184587"/>
                </a:lnTo>
                <a:close/>
                <a:moveTo>
                  <a:pt x="4730500" y="744800"/>
                </a:moveTo>
                <a:cubicBezTo>
                  <a:pt x="4837203" y="822828"/>
                  <a:pt x="4837203" y="822828"/>
                  <a:pt x="4837203" y="822828"/>
                </a:cubicBezTo>
                <a:cubicBezTo>
                  <a:pt x="4879884" y="851201"/>
                  <a:pt x="4901225" y="865388"/>
                  <a:pt x="4915451" y="879574"/>
                </a:cubicBezTo>
                <a:cubicBezTo>
                  <a:pt x="4929679" y="900854"/>
                  <a:pt x="4936792" y="922134"/>
                  <a:pt x="4943906" y="943414"/>
                </a:cubicBezTo>
                <a:cubicBezTo>
                  <a:pt x="4943906" y="964695"/>
                  <a:pt x="4936792" y="993068"/>
                  <a:pt x="4922566" y="1014348"/>
                </a:cubicBezTo>
                <a:cubicBezTo>
                  <a:pt x="4908338" y="1035628"/>
                  <a:pt x="4894111" y="1049815"/>
                  <a:pt x="4872770" y="1056908"/>
                </a:cubicBezTo>
                <a:cubicBezTo>
                  <a:pt x="4858544" y="1064001"/>
                  <a:pt x="4844316" y="1064001"/>
                  <a:pt x="4830089" y="1064001"/>
                </a:cubicBezTo>
                <a:cubicBezTo>
                  <a:pt x="4808748" y="1064001"/>
                  <a:pt x="4794522" y="1056908"/>
                  <a:pt x="4780295" y="1056908"/>
                </a:cubicBezTo>
                <a:cubicBezTo>
                  <a:pt x="4766067" y="1049815"/>
                  <a:pt x="4737613" y="1028535"/>
                  <a:pt x="4709159" y="1014348"/>
                </a:cubicBezTo>
                <a:cubicBezTo>
                  <a:pt x="4666478" y="978882"/>
                  <a:pt x="4666478" y="978882"/>
                  <a:pt x="4666478" y="978882"/>
                </a:cubicBezTo>
                <a:cubicBezTo>
                  <a:pt x="4588229" y="1092374"/>
                  <a:pt x="4588229" y="1092374"/>
                  <a:pt x="4588229" y="1092374"/>
                </a:cubicBezTo>
                <a:cubicBezTo>
                  <a:pt x="4517094" y="1049815"/>
                  <a:pt x="4517094" y="1049815"/>
                  <a:pt x="4517094" y="1049815"/>
                </a:cubicBezTo>
                <a:lnTo>
                  <a:pt x="4730500" y="744800"/>
                </a:lnTo>
                <a:close/>
                <a:moveTo>
                  <a:pt x="4495753" y="617121"/>
                </a:moveTo>
                <a:cubicBezTo>
                  <a:pt x="4474413" y="673867"/>
                  <a:pt x="4474413" y="673867"/>
                  <a:pt x="4474413" y="673867"/>
                </a:cubicBezTo>
                <a:cubicBezTo>
                  <a:pt x="4289461" y="595841"/>
                  <a:pt x="4289461" y="595841"/>
                  <a:pt x="4289461" y="595841"/>
                </a:cubicBezTo>
                <a:cubicBezTo>
                  <a:pt x="4253893" y="673867"/>
                  <a:pt x="4253893" y="673867"/>
                  <a:pt x="4253893" y="673867"/>
                </a:cubicBezTo>
                <a:cubicBezTo>
                  <a:pt x="4410391" y="744800"/>
                  <a:pt x="4410391" y="744800"/>
                  <a:pt x="4410391" y="744800"/>
                </a:cubicBezTo>
                <a:cubicBezTo>
                  <a:pt x="4389050" y="801548"/>
                  <a:pt x="4389050" y="801548"/>
                  <a:pt x="4389050" y="801548"/>
                </a:cubicBezTo>
                <a:cubicBezTo>
                  <a:pt x="4232553" y="730614"/>
                  <a:pt x="4232553" y="730614"/>
                  <a:pt x="4232553" y="730614"/>
                </a:cubicBezTo>
                <a:cubicBezTo>
                  <a:pt x="4168531" y="872481"/>
                  <a:pt x="4168531" y="872481"/>
                  <a:pt x="4168531" y="872481"/>
                </a:cubicBezTo>
                <a:cubicBezTo>
                  <a:pt x="4097396" y="844108"/>
                  <a:pt x="4097396" y="844108"/>
                  <a:pt x="4097396" y="844108"/>
                </a:cubicBezTo>
                <a:cubicBezTo>
                  <a:pt x="4239666" y="503627"/>
                  <a:pt x="4239666" y="503627"/>
                  <a:pt x="4239666" y="503627"/>
                </a:cubicBezTo>
                <a:lnTo>
                  <a:pt x="4495753" y="617121"/>
                </a:lnTo>
                <a:close/>
                <a:moveTo>
                  <a:pt x="3720379" y="546188"/>
                </a:moveTo>
                <a:cubicBezTo>
                  <a:pt x="3734605" y="510720"/>
                  <a:pt x="3748832" y="482347"/>
                  <a:pt x="3763060" y="461067"/>
                </a:cubicBezTo>
                <a:cubicBezTo>
                  <a:pt x="3777286" y="446880"/>
                  <a:pt x="3798627" y="432694"/>
                  <a:pt x="3812854" y="418507"/>
                </a:cubicBezTo>
                <a:cubicBezTo>
                  <a:pt x="3834195" y="411414"/>
                  <a:pt x="3855536" y="404321"/>
                  <a:pt x="3876876" y="404321"/>
                </a:cubicBezTo>
                <a:cubicBezTo>
                  <a:pt x="3898217" y="397227"/>
                  <a:pt x="3933784" y="404321"/>
                  <a:pt x="3962239" y="411414"/>
                </a:cubicBezTo>
                <a:cubicBezTo>
                  <a:pt x="4019146" y="425600"/>
                  <a:pt x="4061828" y="453974"/>
                  <a:pt x="4090281" y="496534"/>
                </a:cubicBezTo>
                <a:cubicBezTo>
                  <a:pt x="4111622" y="539093"/>
                  <a:pt x="4118736" y="588748"/>
                  <a:pt x="4104509" y="645494"/>
                </a:cubicBezTo>
                <a:cubicBezTo>
                  <a:pt x="4090281" y="702241"/>
                  <a:pt x="4054714" y="744800"/>
                  <a:pt x="4012033" y="766081"/>
                </a:cubicBezTo>
                <a:cubicBezTo>
                  <a:pt x="3969352" y="787361"/>
                  <a:pt x="3919557" y="794455"/>
                  <a:pt x="3862649" y="780268"/>
                </a:cubicBezTo>
                <a:cubicBezTo>
                  <a:pt x="3805740" y="766081"/>
                  <a:pt x="3763060" y="737707"/>
                  <a:pt x="3741718" y="695147"/>
                </a:cubicBezTo>
                <a:cubicBezTo>
                  <a:pt x="3713264" y="652587"/>
                  <a:pt x="3706151" y="602934"/>
                  <a:pt x="3720379" y="546188"/>
                </a:cubicBezTo>
                <a:close/>
                <a:moveTo>
                  <a:pt x="3272226" y="319201"/>
                </a:moveTo>
                <a:cubicBezTo>
                  <a:pt x="3364701" y="468160"/>
                  <a:pt x="3364701" y="468160"/>
                  <a:pt x="3364701" y="468160"/>
                </a:cubicBezTo>
                <a:cubicBezTo>
                  <a:pt x="3464291" y="326293"/>
                  <a:pt x="3464291" y="326293"/>
                  <a:pt x="3464291" y="326293"/>
                </a:cubicBezTo>
                <a:cubicBezTo>
                  <a:pt x="3556767" y="333386"/>
                  <a:pt x="3556767" y="333386"/>
                  <a:pt x="3556767" y="333386"/>
                </a:cubicBezTo>
                <a:cubicBezTo>
                  <a:pt x="3393156" y="539093"/>
                  <a:pt x="3393156" y="539093"/>
                  <a:pt x="3393156" y="539093"/>
                </a:cubicBezTo>
                <a:cubicBezTo>
                  <a:pt x="3386042" y="688054"/>
                  <a:pt x="3386042" y="688054"/>
                  <a:pt x="3386042" y="688054"/>
                </a:cubicBezTo>
                <a:cubicBezTo>
                  <a:pt x="3307794" y="688054"/>
                  <a:pt x="3307794" y="688054"/>
                  <a:pt x="3307794" y="688054"/>
                </a:cubicBezTo>
                <a:cubicBezTo>
                  <a:pt x="3314907" y="532000"/>
                  <a:pt x="3314907" y="532000"/>
                  <a:pt x="3314907" y="532000"/>
                </a:cubicBezTo>
                <a:cubicBezTo>
                  <a:pt x="3179750" y="312108"/>
                  <a:pt x="3179750" y="312108"/>
                  <a:pt x="3179750" y="312108"/>
                </a:cubicBezTo>
                <a:lnTo>
                  <a:pt x="3272226" y="319201"/>
                </a:lnTo>
                <a:close/>
                <a:moveTo>
                  <a:pt x="3137069" y="312108"/>
                </a:moveTo>
                <a:cubicBezTo>
                  <a:pt x="3144182" y="375947"/>
                  <a:pt x="3144182" y="375947"/>
                  <a:pt x="3144182" y="375947"/>
                </a:cubicBezTo>
                <a:cubicBezTo>
                  <a:pt x="3023252" y="383041"/>
                  <a:pt x="3023252" y="383041"/>
                  <a:pt x="3023252" y="383041"/>
                </a:cubicBezTo>
                <a:cubicBezTo>
                  <a:pt x="3044593" y="688054"/>
                  <a:pt x="3044593" y="688054"/>
                  <a:pt x="3044593" y="688054"/>
                </a:cubicBezTo>
                <a:cubicBezTo>
                  <a:pt x="2966344" y="695147"/>
                  <a:pt x="2966344" y="695147"/>
                  <a:pt x="2966344" y="695147"/>
                </a:cubicBezTo>
                <a:cubicBezTo>
                  <a:pt x="2937890" y="390134"/>
                  <a:pt x="2937890" y="390134"/>
                  <a:pt x="2937890" y="390134"/>
                </a:cubicBezTo>
                <a:cubicBezTo>
                  <a:pt x="2824072" y="397227"/>
                  <a:pt x="2824072" y="397227"/>
                  <a:pt x="2824072" y="397227"/>
                </a:cubicBezTo>
                <a:cubicBezTo>
                  <a:pt x="2816959" y="340481"/>
                  <a:pt x="2816959" y="340481"/>
                  <a:pt x="2816959" y="340481"/>
                </a:cubicBezTo>
                <a:lnTo>
                  <a:pt x="3137069" y="312108"/>
                </a:lnTo>
                <a:close/>
                <a:moveTo>
                  <a:pt x="2745824" y="354667"/>
                </a:moveTo>
                <a:cubicBezTo>
                  <a:pt x="2809846" y="716427"/>
                  <a:pt x="2809846" y="716427"/>
                  <a:pt x="2809846" y="716427"/>
                </a:cubicBezTo>
                <a:cubicBezTo>
                  <a:pt x="2731597" y="730614"/>
                  <a:pt x="2731597" y="730614"/>
                  <a:pt x="2731597" y="730614"/>
                </a:cubicBezTo>
                <a:cubicBezTo>
                  <a:pt x="2667575" y="368854"/>
                  <a:pt x="2667575" y="368854"/>
                  <a:pt x="2667575" y="368854"/>
                </a:cubicBezTo>
                <a:lnTo>
                  <a:pt x="2745824" y="354667"/>
                </a:lnTo>
                <a:close/>
                <a:moveTo>
                  <a:pt x="2304785" y="496534"/>
                </a:moveTo>
                <a:cubicBezTo>
                  <a:pt x="2311898" y="482347"/>
                  <a:pt x="2326126" y="461067"/>
                  <a:pt x="2347467" y="446880"/>
                </a:cubicBezTo>
                <a:cubicBezTo>
                  <a:pt x="2368807" y="432694"/>
                  <a:pt x="2390148" y="425600"/>
                  <a:pt x="2418602" y="418507"/>
                </a:cubicBezTo>
                <a:cubicBezTo>
                  <a:pt x="2468396" y="404321"/>
                  <a:pt x="2511077" y="404321"/>
                  <a:pt x="2539531" y="418507"/>
                </a:cubicBezTo>
                <a:cubicBezTo>
                  <a:pt x="2567986" y="425600"/>
                  <a:pt x="2589327" y="446880"/>
                  <a:pt x="2596440" y="482347"/>
                </a:cubicBezTo>
                <a:cubicBezTo>
                  <a:pt x="2518192" y="503627"/>
                  <a:pt x="2518192" y="503627"/>
                  <a:pt x="2518192" y="503627"/>
                </a:cubicBezTo>
                <a:cubicBezTo>
                  <a:pt x="2511077" y="489440"/>
                  <a:pt x="2503964" y="475254"/>
                  <a:pt x="2489737" y="475254"/>
                </a:cubicBezTo>
                <a:cubicBezTo>
                  <a:pt x="2475509" y="468160"/>
                  <a:pt x="2454170" y="468160"/>
                  <a:pt x="2432829" y="475254"/>
                </a:cubicBezTo>
                <a:cubicBezTo>
                  <a:pt x="2411487" y="482347"/>
                  <a:pt x="2397261" y="489440"/>
                  <a:pt x="2383034" y="503627"/>
                </a:cubicBezTo>
                <a:cubicBezTo>
                  <a:pt x="2375920" y="510720"/>
                  <a:pt x="2375920" y="517813"/>
                  <a:pt x="2375920" y="524908"/>
                </a:cubicBezTo>
                <a:cubicBezTo>
                  <a:pt x="2383034" y="539093"/>
                  <a:pt x="2390148" y="539093"/>
                  <a:pt x="2397261" y="546188"/>
                </a:cubicBezTo>
                <a:cubicBezTo>
                  <a:pt x="2411487" y="553281"/>
                  <a:pt x="2432829" y="553281"/>
                  <a:pt x="2475509" y="553281"/>
                </a:cubicBezTo>
                <a:cubicBezTo>
                  <a:pt x="2518192" y="546188"/>
                  <a:pt x="2546645" y="546188"/>
                  <a:pt x="2567986" y="553281"/>
                </a:cubicBezTo>
                <a:cubicBezTo>
                  <a:pt x="2589327" y="560374"/>
                  <a:pt x="2603553" y="567468"/>
                  <a:pt x="2617780" y="574561"/>
                </a:cubicBezTo>
                <a:cubicBezTo>
                  <a:pt x="2632008" y="588748"/>
                  <a:pt x="2646234" y="610028"/>
                  <a:pt x="2653348" y="631307"/>
                </a:cubicBezTo>
                <a:cubicBezTo>
                  <a:pt x="2653348" y="652587"/>
                  <a:pt x="2653348" y="673867"/>
                  <a:pt x="2646234" y="695147"/>
                </a:cubicBezTo>
                <a:cubicBezTo>
                  <a:pt x="2639121" y="716427"/>
                  <a:pt x="2624894" y="730614"/>
                  <a:pt x="2603553" y="744800"/>
                </a:cubicBezTo>
                <a:cubicBezTo>
                  <a:pt x="2589327" y="758988"/>
                  <a:pt x="2560872" y="773175"/>
                  <a:pt x="2525305" y="780268"/>
                </a:cubicBezTo>
                <a:cubicBezTo>
                  <a:pt x="2475509" y="794455"/>
                  <a:pt x="2432829" y="794455"/>
                  <a:pt x="2404374" y="780268"/>
                </a:cubicBezTo>
                <a:cubicBezTo>
                  <a:pt x="2368807" y="766081"/>
                  <a:pt x="2347467" y="744800"/>
                  <a:pt x="2333239" y="709334"/>
                </a:cubicBezTo>
                <a:cubicBezTo>
                  <a:pt x="2404374" y="680961"/>
                  <a:pt x="2404374" y="680961"/>
                  <a:pt x="2404374" y="680961"/>
                </a:cubicBezTo>
                <a:cubicBezTo>
                  <a:pt x="2418602" y="702241"/>
                  <a:pt x="2432829" y="716427"/>
                  <a:pt x="2447055" y="723520"/>
                </a:cubicBezTo>
                <a:cubicBezTo>
                  <a:pt x="2461283" y="730614"/>
                  <a:pt x="2482623" y="730614"/>
                  <a:pt x="2511077" y="723520"/>
                </a:cubicBezTo>
                <a:cubicBezTo>
                  <a:pt x="2532418" y="716427"/>
                  <a:pt x="2553759" y="702241"/>
                  <a:pt x="2560872" y="688054"/>
                </a:cubicBezTo>
                <a:cubicBezTo>
                  <a:pt x="2575099" y="680961"/>
                  <a:pt x="2575099" y="666774"/>
                  <a:pt x="2575099" y="652587"/>
                </a:cubicBezTo>
                <a:cubicBezTo>
                  <a:pt x="2567986" y="645494"/>
                  <a:pt x="2567986" y="638401"/>
                  <a:pt x="2560872" y="631307"/>
                </a:cubicBezTo>
                <a:cubicBezTo>
                  <a:pt x="2553759" y="631307"/>
                  <a:pt x="2539531" y="624214"/>
                  <a:pt x="2525305" y="624214"/>
                </a:cubicBezTo>
                <a:cubicBezTo>
                  <a:pt x="2518192" y="624214"/>
                  <a:pt x="2496850" y="624214"/>
                  <a:pt x="2461283" y="624214"/>
                </a:cubicBezTo>
                <a:cubicBezTo>
                  <a:pt x="2411487" y="631307"/>
                  <a:pt x="2383034" y="624214"/>
                  <a:pt x="2361693" y="617121"/>
                </a:cubicBezTo>
                <a:cubicBezTo>
                  <a:pt x="2333239" y="602934"/>
                  <a:pt x="2311898" y="581654"/>
                  <a:pt x="2304785" y="553281"/>
                </a:cubicBezTo>
                <a:cubicBezTo>
                  <a:pt x="2297671" y="539093"/>
                  <a:pt x="2297671" y="517813"/>
                  <a:pt x="2304785" y="496534"/>
                </a:cubicBezTo>
                <a:close/>
                <a:moveTo>
                  <a:pt x="2034470" y="560374"/>
                </a:moveTo>
                <a:cubicBezTo>
                  <a:pt x="2077152" y="546188"/>
                  <a:pt x="2105605" y="532000"/>
                  <a:pt x="2126946" y="532000"/>
                </a:cubicBezTo>
                <a:cubicBezTo>
                  <a:pt x="2148288" y="532000"/>
                  <a:pt x="2162514" y="532000"/>
                  <a:pt x="2183855" y="546188"/>
                </a:cubicBezTo>
                <a:cubicBezTo>
                  <a:pt x="2198082" y="553281"/>
                  <a:pt x="2212310" y="567468"/>
                  <a:pt x="2219423" y="588748"/>
                </a:cubicBezTo>
                <a:cubicBezTo>
                  <a:pt x="2233649" y="617121"/>
                  <a:pt x="2233649" y="638401"/>
                  <a:pt x="2226536" y="666774"/>
                </a:cubicBezTo>
                <a:cubicBezTo>
                  <a:pt x="2212310" y="688054"/>
                  <a:pt x="2198082" y="709334"/>
                  <a:pt x="2162514" y="723520"/>
                </a:cubicBezTo>
                <a:cubicBezTo>
                  <a:pt x="2183855" y="730614"/>
                  <a:pt x="2205195" y="730614"/>
                  <a:pt x="2219423" y="737707"/>
                </a:cubicBezTo>
                <a:cubicBezTo>
                  <a:pt x="2233649" y="744800"/>
                  <a:pt x="2254990" y="751895"/>
                  <a:pt x="2283445" y="773175"/>
                </a:cubicBezTo>
                <a:cubicBezTo>
                  <a:pt x="2354580" y="815734"/>
                  <a:pt x="2354580" y="815734"/>
                  <a:pt x="2354580" y="815734"/>
                </a:cubicBezTo>
                <a:cubicBezTo>
                  <a:pt x="2269217" y="858294"/>
                  <a:pt x="2269217" y="858294"/>
                  <a:pt x="2269217" y="858294"/>
                </a:cubicBezTo>
                <a:cubicBezTo>
                  <a:pt x="2183855" y="808641"/>
                  <a:pt x="2183855" y="808641"/>
                  <a:pt x="2183855" y="808641"/>
                </a:cubicBezTo>
                <a:cubicBezTo>
                  <a:pt x="2148288" y="794455"/>
                  <a:pt x="2134060" y="780268"/>
                  <a:pt x="2119833" y="773175"/>
                </a:cubicBezTo>
                <a:cubicBezTo>
                  <a:pt x="2112720" y="773175"/>
                  <a:pt x="2098492" y="773175"/>
                  <a:pt x="2091379" y="773175"/>
                </a:cubicBezTo>
                <a:cubicBezTo>
                  <a:pt x="2084266" y="773175"/>
                  <a:pt x="2070038" y="780268"/>
                  <a:pt x="2055811" y="787361"/>
                </a:cubicBezTo>
                <a:cubicBezTo>
                  <a:pt x="2034470" y="794455"/>
                  <a:pt x="2034470" y="794455"/>
                  <a:pt x="2034470" y="794455"/>
                </a:cubicBezTo>
                <a:cubicBezTo>
                  <a:pt x="2098492" y="929227"/>
                  <a:pt x="2098492" y="929227"/>
                  <a:pt x="2098492" y="929227"/>
                </a:cubicBezTo>
                <a:cubicBezTo>
                  <a:pt x="2027357" y="964695"/>
                  <a:pt x="2027357" y="964695"/>
                  <a:pt x="2027357" y="964695"/>
                </a:cubicBezTo>
                <a:cubicBezTo>
                  <a:pt x="1877973" y="631307"/>
                  <a:pt x="1877973" y="631307"/>
                  <a:pt x="1877973" y="631307"/>
                </a:cubicBezTo>
                <a:lnTo>
                  <a:pt x="2034470" y="560374"/>
                </a:lnTo>
                <a:close/>
                <a:moveTo>
                  <a:pt x="1778384" y="680961"/>
                </a:moveTo>
                <a:cubicBezTo>
                  <a:pt x="1813951" y="737707"/>
                  <a:pt x="1813951" y="737707"/>
                  <a:pt x="1813951" y="737707"/>
                </a:cubicBezTo>
                <a:cubicBezTo>
                  <a:pt x="1629000" y="851201"/>
                  <a:pt x="1629000" y="851201"/>
                  <a:pt x="1629000" y="851201"/>
                </a:cubicBezTo>
                <a:cubicBezTo>
                  <a:pt x="1671681" y="922134"/>
                  <a:pt x="1671681" y="922134"/>
                  <a:pt x="1671681" y="922134"/>
                </a:cubicBezTo>
                <a:cubicBezTo>
                  <a:pt x="1842406" y="815734"/>
                  <a:pt x="1842406" y="815734"/>
                  <a:pt x="1842406" y="815734"/>
                </a:cubicBezTo>
                <a:cubicBezTo>
                  <a:pt x="1877973" y="865388"/>
                  <a:pt x="1877973" y="865388"/>
                  <a:pt x="1877973" y="865388"/>
                </a:cubicBezTo>
                <a:cubicBezTo>
                  <a:pt x="1707248" y="971787"/>
                  <a:pt x="1707248" y="971787"/>
                  <a:pt x="1707248" y="971787"/>
                </a:cubicBezTo>
                <a:cubicBezTo>
                  <a:pt x="1757042" y="1056908"/>
                  <a:pt x="1757042" y="1056908"/>
                  <a:pt x="1757042" y="1056908"/>
                </a:cubicBezTo>
                <a:cubicBezTo>
                  <a:pt x="1949108" y="936321"/>
                  <a:pt x="1949108" y="936321"/>
                  <a:pt x="1949108" y="936321"/>
                </a:cubicBezTo>
                <a:cubicBezTo>
                  <a:pt x="1977563" y="985975"/>
                  <a:pt x="1977563" y="985975"/>
                  <a:pt x="1977563" y="985975"/>
                </a:cubicBezTo>
                <a:cubicBezTo>
                  <a:pt x="1721475" y="1149121"/>
                  <a:pt x="1721475" y="1149121"/>
                  <a:pt x="1721475" y="1149121"/>
                </a:cubicBezTo>
                <a:cubicBezTo>
                  <a:pt x="1522296" y="844108"/>
                  <a:pt x="1522296" y="844108"/>
                  <a:pt x="1522296" y="844108"/>
                </a:cubicBezTo>
                <a:lnTo>
                  <a:pt x="1778384" y="680961"/>
                </a:lnTo>
                <a:close/>
                <a:moveTo>
                  <a:pt x="1244868" y="1071095"/>
                </a:moveTo>
                <a:cubicBezTo>
                  <a:pt x="1493843" y="1212962"/>
                  <a:pt x="1493843" y="1212962"/>
                  <a:pt x="1493843" y="1212962"/>
                </a:cubicBezTo>
                <a:cubicBezTo>
                  <a:pt x="1394253" y="943414"/>
                  <a:pt x="1394253" y="943414"/>
                  <a:pt x="1394253" y="943414"/>
                </a:cubicBezTo>
                <a:cubicBezTo>
                  <a:pt x="1465388" y="886668"/>
                  <a:pt x="1465388" y="886668"/>
                  <a:pt x="1465388" y="886668"/>
                </a:cubicBezTo>
                <a:cubicBezTo>
                  <a:pt x="1586318" y="1255522"/>
                  <a:pt x="1586318" y="1255522"/>
                  <a:pt x="1586318" y="1255522"/>
                </a:cubicBezTo>
                <a:cubicBezTo>
                  <a:pt x="1522296" y="1312268"/>
                  <a:pt x="1522296" y="1312268"/>
                  <a:pt x="1522296" y="1312268"/>
                </a:cubicBezTo>
                <a:cubicBezTo>
                  <a:pt x="1173733" y="1127841"/>
                  <a:pt x="1173733" y="1127841"/>
                  <a:pt x="1173733" y="1127841"/>
                </a:cubicBezTo>
                <a:lnTo>
                  <a:pt x="1244868" y="1071095"/>
                </a:lnTo>
                <a:close/>
                <a:moveTo>
                  <a:pt x="1138165" y="1170402"/>
                </a:moveTo>
                <a:cubicBezTo>
                  <a:pt x="1401366" y="1425762"/>
                  <a:pt x="1401366" y="1425762"/>
                  <a:pt x="1401366" y="1425762"/>
                </a:cubicBezTo>
                <a:cubicBezTo>
                  <a:pt x="1344458" y="1482508"/>
                  <a:pt x="1344458" y="1482508"/>
                  <a:pt x="1344458" y="1482508"/>
                </a:cubicBezTo>
                <a:cubicBezTo>
                  <a:pt x="1081258" y="1234242"/>
                  <a:pt x="1081258" y="1234242"/>
                  <a:pt x="1081258" y="1234242"/>
                </a:cubicBezTo>
                <a:lnTo>
                  <a:pt x="1138165" y="1170402"/>
                </a:lnTo>
                <a:close/>
                <a:moveTo>
                  <a:pt x="860737" y="1496695"/>
                </a:moveTo>
                <a:cubicBezTo>
                  <a:pt x="1159506" y="1517975"/>
                  <a:pt x="1159506" y="1517975"/>
                  <a:pt x="1159506" y="1517975"/>
                </a:cubicBezTo>
                <a:cubicBezTo>
                  <a:pt x="960327" y="1369014"/>
                  <a:pt x="960327" y="1369014"/>
                  <a:pt x="960327" y="1369014"/>
                </a:cubicBezTo>
                <a:cubicBezTo>
                  <a:pt x="1010121" y="1305175"/>
                  <a:pt x="1010121" y="1305175"/>
                  <a:pt x="1010121" y="1305175"/>
                </a:cubicBezTo>
                <a:cubicBezTo>
                  <a:pt x="1294663" y="1532162"/>
                  <a:pt x="1294663" y="1532162"/>
                  <a:pt x="1294663" y="1532162"/>
                </a:cubicBezTo>
                <a:cubicBezTo>
                  <a:pt x="1244868" y="1596001"/>
                  <a:pt x="1244868" y="1596001"/>
                  <a:pt x="1244868" y="1596001"/>
                </a:cubicBezTo>
                <a:cubicBezTo>
                  <a:pt x="953214" y="1574721"/>
                  <a:pt x="953214" y="1574721"/>
                  <a:pt x="953214" y="1574721"/>
                </a:cubicBezTo>
                <a:cubicBezTo>
                  <a:pt x="1145278" y="1723682"/>
                  <a:pt x="1145278" y="1723682"/>
                  <a:pt x="1145278" y="1723682"/>
                </a:cubicBezTo>
                <a:cubicBezTo>
                  <a:pt x="1102597" y="1787522"/>
                  <a:pt x="1102597" y="1787522"/>
                  <a:pt x="1102597" y="1787522"/>
                </a:cubicBezTo>
                <a:cubicBezTo>
                  <a:pt x="810943" y="1560535"/>
                  <a:pt x="810943" y="1560535"/>
                  <a:pt x="810943" y="1560535"/>
                </a:cubicBezTo>
                <a:lnTo>
                  <a:pt x="860737" y="1496695"/>
                </a:lnTo>
                <a:close/>
                <a:moveTo>
                  <a:pt x="625991" y="1872642"/>
                </a:moveTo>
                <a:cubicBezTo>
                  <a:pt x="796715" y="1971949"/>
                  <a:pt x="796715" y="1971949"/>
                  <a:pt x="796715" y="1971949"/>
                </a:cubicBezTo>
                <a:cubicBezTo>
                  <a:pt x="825170" y="1986135"/>
                  <a:pt x="846511" y="1993229"/>
                  <a:pt x="853624" y="1993229"/>
                </a:cubicBezTo>
                <a:cubicBezTo>
                  <a:pt x="867851" y="2000322"/>
                  <a:pt x="882079" y="2000322"/>
                  <a:pt x="896305" y="1993229"/>
                </a:cubicBezTo>
                <a:cubicBezTo>
                  <a:pt x="910533" y="1986135"/>
                  <a:pt x="924759" y="1971949"/>
                  <a:pt x="938986" y="1950669"/>
                </a:cubicBezTo>
                <a:cubicBezTo>
                  <a:pt x="946100" y="1929389"/>
                  <a:pt x="953214" y="1915202"/>
                  <a:pt x="953214" y="1901016"/>
                </a:cubicBezTo>
                <a:cubicBezTo>
                  <a:pt x="953214" y="1886829"/>
                  <a:pt x="946100" y="1872642"/>
                  <a:pt x="931873" y="1865549"/>
                </a:cubicBezTo>
                <a:cubicBezTo>
                  <a:pt x="924759" y="1858456"/>
                  <a:pt x="903418" y="1844269"/>
                  <a:pt x="882079" y="1830083"/>
                </a:cubicBezTo>
                <a:cubicBezTo>
                  <a:pt x="704240" y="1730775"/>
                  <a:pt x="704240" y="1730775"/>
                  <a:pt x="704240" y="1730775"/>
                </a:cubicBezTo>
                <a:cubicBezTo>
                  <a:pt x="739808" y="1659842"/>
                  <a:pt x="739808" y="1659842"/>
                  <a:pt x="739808" y="1659842"/>
                </a:cubicBezTo>
                <a:cubicBezTo>
                  <a:pt x="910533" y="1759148"/>
                  <a:pt x="910533" y="1759148"/>
                  <a:pt x="910533" y="1759148"/>
                </a:cubicBezTo>
                <a:cubicBezTo>
                  <a:pt x="953214" y="1780428"/>
                  <a:pt x="974554" y="1794615"/>
                  <a:pt x="988781" y="1808803"/>
                </a:cubicBezTo>
                <a:cubicBezTo>
                  <a:pt x="1003008" y="1822988"/>
                  <a:pt x="1010121" y="1837176"/>
                  <a:pt x="1017236" y="1851362"/>
                </a:cubicBezTo>
                <a:cubicBezTo>
                  <a:pt x="1024349" y="1865549"/>
                  <a:pt x="1024349" y="1886829"/>
                  <a:pt x="1024349" y="1908109"/>
                </a:cubicBezTo>
                <a:cubicBezTo>
                  <a:pt x="1017236" y="1929389"/>
                  <a:pt x="1010121" y="1950669"/>
                  <a:pt x="995895" y="1979042"/>
                </a:cubicBezTo>
                <a:cubicBezTo>
                  <a:pt x="974554" y="2014510"/>
                  <a:pt x="953214" y="2035788"/>
                  <a:pt x="938986" y="2049976"/>
                </a:cubicBezTo>
                <a:cubicBezTo>
                  <a:pt x="924759" y="2064163"/>
                  <a:pt x="903418" y="2071256"/>
                  <a:pt x="889192" y="2078349"/>
                </a:cubicBezTo>
                <a:cubicBezTo>
                  <a:pt x="874965" y="2078349"/>
                  <a:pt x="853624" y="2078349"/>
                  <a:pt x="839398" y="2078349"/>
                </a:cubicBezTo>
                <a:cubicBezTo>
                  <a:pt x="818057" y="2071256"/>
                  <a:pt x="789602" y="2057069"/>
                  <a:pt x="754035" y="2035788"/>
                </a:cubicBezTo>
                <a:cubicBezTo>
                  <a:pt x="583310" y="1943575"/>
                  <a:pt x="583310" y="1943575"/>
                  <a:pt x="583310" y="1943575"/>
                </a:cubicBezTo>
                <a:lnTo>
                  <a:pt x="625991" y="1872642"/>
                </a:lnTo>
                <a:close/>
                <a:moveTo>
                  <a:pt x="320109" y="2851523"/>
                </a:moveTo>
                <a:cubicBezTo>
                  <a:pt x="583310" y="2723843"/>
                  <a:pt x="583310" y="2723843"/>
                  <a:pt x="583310" y="2723843"/>
                </a:cubicBezTo>
                <a:cubicBezTo>
                  <a:pt x="341450" y="2688377"/>
                  <a:pt x="341450" y="2688377"/>
                  <a:pt x="341450" y="2688377"/>
                </a:cubicBezTo>
                <a:cubicBezTo>
                  <a:pt x="355676" y="2610349"/>
                  <a:pt x="355676" y="2610349"/>
                  <a:pt x="355676" y="2610349"/>
                </a:cubicBezTo>
                <a:cubicBezTo>
                  <a:pt x="718467" y="2667097"/>
                  <a:pt x="718467" y="2667097"/>
                  <a:pt x="718467" y="2667097"/>
                </a:cubicBezTo>
                <a:cubicBezTo>
                  <a:pt x="704240" y="2745123"/>
                  <a:pt x="704240" y="2745123"/>
                  <a:pt x="704240" y="2745123"/>
                </a:cubicBezTo>
                <a:cubicBezTo>
                  <a:pt x="441039" y="2872804"/>
                  <a:pt x="441039" y="2872804"/>
                  <a:pt x="441039" y="2872804"/>
                </a:cubicBezTo>
                <a:cubicBezTo>
                  <a:pt x="675786" y="2908270"/>
                  <a:pt x="675786" y="2908270"/>
                  <a:pt x="675786" y="2908270"/>
                </a:cubicBezTo>
                <a:cubicBezTo>
                  <a:pt x="668673" y="2986297"/>
                  <a:pt x="668673" y="2986297"/>
                  <a:pt x="668673" y="2986297"/>
                </a:cubicBezTo>
                <a:cubicBezTo>
                  <a:pt x="305882" y="2929550"/>
                  <a:pt x="305882" y="2929550"/>
                  <a:pt x="305882" y="2929550"/>
                </a:cubicBezTo>
                <a:lnTo>
                  <a:pt x="320109" y="2851523"/>
                </a:lnTo>
                <a:close/>
                <a:moveTo>
                  <a:pt x="298769" y="3028857"/>
                </a:moveTo>
                <a:cubicBezTo>
                  <a:pt x="668673" y="3050137"/>
                  <a:pt x="668673" y="3050137"/>
                  <a:pt x="668673" y="3050137"/>
                </a:cubicBezTo>
                <a:cubicBezTo>
                  <a:pt x="661558" y="3128164"/>
                  <a:pt x="661558" y="3128164"/>
                  <a:pt x="661558" y="3128164"/>
                </a:cubicBezTo>
                <a:cubicBezTo>
                  <a:pt x="298769" y="3113976"/>
                  <a:pt x="298769" y="3113976"/>
                  <a:pt x="298769" y="3113976"/>
                </a:cubicBezTo>
                <a:lnTo>
                  <a:pt x="298769" y="3028857"/>
                </a:lnTo>
                <a:close/>
                <a:moveTo>
                  <a:pt x="305882" y="3454457"/>
                </a:moveTo>
                <a:cubicBezTo>
                  <a:pt x="448153" y="3447364"/>
                  <a:pt x="448153" y="3447364"/>
                  <a:pt x="448153" y="3447364"/>
                </a:cubicBezTo>
                <a:cubicBezTo>
                  <a:pt x="441039" y="3291310"/>
                  <a:pt x="441039" y="3291310"/>
                  <a:pt x="441039" y="3291310"/>
                </a:cubicBezTo>
                <a:cubicBezTo>
                  <a:pt x="298769" y="3298403"/>
                  <a:pt x="298769" y="3298403"/>
                  <a:pt x="298769" y="3298403"/>
                </a:cubicBezTo>
                <a:cubicBezTo>
                  <a:pt x="291656" y="3213284"/>
                  <a:pt x="291656" y="3213284"/>
                  <a:pt x="291656" y="3213284"/>
                </a:cubicBezTo>
                <a:cubicBezTo>
                  <a:pt x="654445" y="3192004"/>
                  <a:pt x="654445" y="3192004"/>
                  <a:pt x="654445" y="3192004"/>
                </a:cubicBezTo>
                <a:cubicBezTo>
                  <a:pt x="661558" y="3277123"/>
                  <a:pt x="661558" y="3277123"/>
                  <a:pt x="661558" y="3277123"/>
                </a:cubicBezTo>
                <a:cubicBezTo>
                  <a:pt x="505061" y="3284217"/>
                  <a:pt x="505061" y="3284217"/>
                  <a:pt x="505061" y="3284217"/>
                </a:cubicBezTo>
                <a:cubicBezTo>
                  <a:pt x="512174" y="3447364"/>
                  <a:pt x="512174" y="3447364"/>
                  <a:pt x="512174" y="3447364"/>
                </a:cubicBezTo>
                <a:cubicBezTo>
                  <a:pt x="668673" y="3433177"/>
                  <a:pt x="668673" y="3433177"/>
                  <a:pt x="668673" y="3433177"/>
                </a:cubicBezTo>
                <a:cubicBezTo>
                  <a:pt x="675786" y="3518298"/>
                  <a:pt x="675786" y="3518298"/>
                  <a:pt x="675786" y="3518298"/>
                </a:cubicBezTo>
                <a:cubicBezTo>
                  <a:pt x="305882" y="3539578"/>
                  <a:pt x="305882" y="3539578"/>
                  <a:pt x="305882" y="3539578"/>
                </a:cubicBezTo>
                <a:lnTo>
                  <a:pt x="305882" y="3454457"/>
                </a:lnTo>
                <a:close/>
                <a:moveTo>
                  <a:pt x="697126" y="3872964"/>
                </a:moveTo>
                <a:cubicBezTo>
                  <a:pt x="675786" y="3908431"/>
                  <a:pt x="633104" y="3936804"/>
                  <a:pt x="576196" y="3950992"/>
                </a:cubicBezTo>
                <a:cubicBezTo>
                  <a:pt x="519288" y="3965177"/>
                  <a:pt x="469494" y="3958085"/>
                  <a:pt x="426811" y="3929711"/>
                </a:cubicBezTo>
                <a:cubicBezTo>
                  <a:pt x="384131" y="3901338"/>
                  <a:pt x="362791" y="3858778"/>
                  <a:pt x="348563" y="3802031"/>
                </a:cubicBezTo>
                <a:cubicBezTo>
                  <a:pt x="341450" y="3752378"/>
                  <a:pt x="341450" y="3709817"/>
                  <a:pt x="362791" y="3674351"/>
                </a:cubicBezTo>
                <a:cubicBezTo>
                  <a:pt x="377017" y="3653071"/>
                  <a:pt x="391244" y="3638884"/>
                  <a:pt x="419698" y="3624697"/>
                </a:cubicBezTo>
                <a:cubicBezTo>
                  <a:pt x="455266" y="3695631"/>
                  <a:pt x="455266" y="3695631"/>
                  <a:pt x="455266" y="3695631"/>
                </a:cubicBezTo>
                <a:cubicBezTo>
                  <a:pt x="433926" y="3709817"/>
                  <a:pt x="426811" y="3716912"/>
                  <a:pt x="412585" y="3738190"/>
                </a:cubicBezTo>
                <a:cubicBezTo>
                  <a:pt x="405472" y="3752378"/>
                  <a:pt x="405472" y="3773658"/>
                  <a:pt x="412585" y="3794938"/>
                </a:cubicBezTo>
                <a:cubicBezTo>
                  <a:pt x="419698" y="3823311"/>
                  <a:pt x="433926" y="3844591"/>
                  <a:pt x="455266" y="3858778"/>
                </a:cubicBezTo>
                <a:cubicBezTo>
                  <a:pt x="476607" y="3872964"/>
                  <a:pt x="512174" y="3880058"/>
                  <a:pt x="554855" y="3865871"/>
                </a:cubicBezTo>
                <a:cubicBezTo>
                  <a:pt x="597536" y="3858778"/>
                  <a:pt x="633104" y="3844591"/>
                  <a:pt x="647332" y="3823311"/>
                </a:cubicBezTo>
                <a:cubicBezTo>
                  <a:pt x="661558" y="3802031"/>
                  <a:pt x="668673" y="3773658"/>
                  <a:pt x="661558" y="3745285"/>
                </a:cubicBezTo>
                <a:cubicBezTo>
                  <a:pt x="654445" y="3724004"/>
                  <a:pt x="647332" y="3702724"/>
                  <a:pt x="633104" y="3695631"/>
                </a:cubicBezTo>
                <a:cubicBezTo>
                  <a:pt x="611764" y="3681444"/>
                  <a:pt x="590423" y="3674351"/>
                  <a:pt x="561969" y="3674351"/>
                </a:cubicBezTo>
                <a:cubicBezTo>
                  <a:pt x="569083" y="3589231"/>
                  <a:pt x="569083" y="3589231"/>
                  <a:pt x="569083" y="3589231"/>
                </a:cubicBezTo>
                <a:cubicBezTo>
                  <a:pt x="611764" y="3596324"/>
                  <a:pt x="647332" y="3610511"/>
                  <a:pt x="668673" y="3631791"/>
                </a:cubicBezTo>
                <a:cubicBezTo>
                  <a:pt x="697126" y="3653071"/>
                  <a:pt x="711354" y="3688537"/>
                  <a:pt x="718467" y="3731097"/>
                </a:cubicBezTo>
                <a:cubicBezTo>
                  <a:pt x="732693" y="3780751"/>
                  <a:pt x="725580" y="3830404"/>
                  <a:pt x="697126" y="3872964"/>
                </a:cubicBezTo>
                <a:close/>
                <a:moveTo>
                  <a:pt x="818057" y="2340803"/>
                </a:moveTo>
                <a:cubicBezTo>
                  <a:pt x="725580" y="2347896"/>
                  <a:pt x="725580" y="2347896"/>
                  <a:pt x="725580" y="2347896"/>
                </a:cubicBezTo>
                <a:cubicBezTo>
                  <a:pt x="675786" y="2503950"/>
                  <a:pt x="675786" y="2503950"/>
                  <a:pt x="675786" y="2503950"/>
                </a:cubicBezTo>
                <a:cubicBezTo>
                  <a:pt x="746921" y="2560696"/>
                  <a:pt x="746921" y="2560696"/>
                  <a:pt x="746921" y="2560696"/>
                </a:cubicBezTo>
                <a:cubicBezTo>
                  <a:pt x="718467" y="2645816"/>
                  <a:pt x="718467" y="2645816"/>
                  <a:pt x="718467" y="2645816"/>
                </a:cubicBezTo>
                <a:cubicBezTo>
                  <a:pt x="419698" y="2383363"/>
                  <a:pt x="419698" y="2383363"/>
                  <a:pt x="419698" y="2383363"/>
                </a:cubicBezTo>
                <a:cubicBezTo>
                  <a:pt x="441039" y="2298243"/>
                  <a:pt x="441039" y="2298243"/>
                  <a:pt x="441039" y="2298243"/>
                </a:cubicBezTo>
                <a:cubicBezTo>
                  <a:pt x="839398" y="2255683"/>
                  <a:pt x="839398" y="2255683"/>
                  <a:pt x="839398" y="2255683"/>
                </a:cubicBezTo>
                <a:lnTo>
                  <a:pt x="818057" y="2340803"/>
                </a:lnTo>
                <a:close/>
                <a:moveTo>
                  <a:pt x="1792610" y="5405126"/>
                </a:moveTo>
                <a:cubicBezTo>
                  <a:pt x="1792610" y="5412219"/>
                  <a:pt x="1785497" y="5419312"/>
                  <a:pt x="1778384" y="5419312"/>
                </a:cubicBezTo>
                <a:cubicBezTo>
                  <a:pt x="1764156" y="5426406"/>
                  <a:pt x="1700135" y="5412219"/>
                  <a:pt x="1693020" y="5419312"/>
                </a:cubicBezTo>
                <a:cubicBezTo>
                  <a:pt x="1657453" y="5419312"/>
                  <a:pt x="1650340" y="5419312"/>
                  <a:pt x="1643226" y="5433499"/>
                </a:cubicBezTo>
                <a:cubicBezTo>
                  <a:pt x="1643226" y="5440592"/>
                  <a:pt x="1643226" y="5461872"/>
                  <a:pt x="1629000" y="5461872"/>
                </a:cubicBezTo>
                <a:cubicBezTo>
                  <a:pt x="1614772" y="5454780"/>
                  <a:pt x="1579204" y="5447687"/>
                  <a:pt x="1557863" y="5447687"/>
                </a:cubicBezTo>
                <a:cubicBezTo>
                  <a:pt x="1550750" y="5447687"/>
                  <a:pt x="1543637" y="5447687"/>
                  <a:pt x="1536523" y="5447687"/>
                </a:cubicBezTo>
                <a:cubicBezTo>
                  <a:pt x="1458275" y="5539900"/>
                  <a:pt x="1401366" y="5617926"/>
                  <a:pt x="1316003" y="5703047"/>
                </a:cubicBezTo>
                <a:cubicBezTo>
                  <a:pt x="1316003" y="5703047"/>
                  <a:pt x="1301777" y="5710140"/>
                  <a:pt x="1301777" y="5710140"/>
                </a:cubicBezTo>
                <a:cubicBezTo>
                  <a:pt x="1358685" y="5617926"/>
                  <a:pt x="1415593" y="5525713"/>
                  <a:pt x="1479615" y="5433499"/>
                </a:cubicBezTo>
                <a:cubicBezTo>
                  <a:pt x="1486728" y="5419312"/>
                  <a:pt x="1479615" y="5412219"/>
                  <a:pt x="1479615" y="5412219"/>
                </a:cubicBezTo>
                <a:cubicBezTo>
                  <a:pt x="1472501" y="5398033"/>
                  <a:pt x="1493843" y="5376753"/>
                  <a:pt x="1508069" y="5376753"/>
                </a:cubicBezTo>
                <a:cubicBezTo>
                  <a:pt x="1508069" y="5376753"/>
                  <a:pt x="1515182" y="5376753"/>
                  <a:pt x="1522296" y="5376753"/>
                </a:cubicBezTo>
                <a:cubicBezTo>
                  <a:pt x="1557863" y="5320006"/>
                  <a:pt x="1557863" y="5320006"/>
                  <a:pt x="1572091" y="5298726"/>
                </a:cubicBezTo>
                <a:cubicBezTo>
                  <a:pt x="1557863" y="5291633"/>
                  <a:pt x="1500956" y="5270353"/>
                  <a:pt x="1515182" y="5256166"/>
                </a:cubicBezTo>
                <a:cubicBezTo>
                  <a:pt x="1522296" y="5256166"/>
                  <a:pt x="1536523" y="5256166"/>
                  <a:pt x="1550750" y="5256166"/>
                </a:cubicBezTo>
                <a:cubicBezTo>
                  <a:pt x="1564978" y="5263260"/>
                  <a:pt x="1579204" y="5263260"/>
                  <a:pt x="1586318" y="5270353"/>
                </a:cubicBezTo>
                <a:cubicBezTo>
                  <a:pt x="1614772" y="5241980"/>
                  <a:pt x="1629000" y="5220699"/>
                  <a:pt x="1643226" y="5185232"/>
                </a:cubicBezTo>
                <a:cubicBezTo>
                  <a:pt x="1643226" y="5178139"/>
                  <a:pt x="1664567" y="5149766"/>
                  <a:pt x="1657453" y="5149766"/>
                </a:cubicBezTo>
                <a:cubicBezTo>
                  <a:pt x="1657453" y="5135579"/>
                  <a:pt x="1657453" y="5135579"/>
                  <a:pt x="1657453" y="5128486"/>
                </a:cubicBezTo>
                <a:cubicBezTo>
                  <a:pt x="1685907" y="5142672"/>
                  <a:pt x="1700135" y="5156859"/>
                  <a:pt x="1700135" y="5185232"/>
                </a:cubicBezTo>
                <a:cubicBezTo>
                  <a:pt x="1700135" y="5185232"/>
                  <a:pt x="1700135" y="5206512"/>
                  <a:pt x="1700135" y="5213607"/>
                </a:cubicBezTo>
                <a:cubicBezTo>
                  <a:pt x="1678794" y="5234885"/>
                  <a:pt x="1664567" y="5263260"/>
                  <a:pt x="1643226" y="5284540"/>
                </a:cubicBezTo>
                <a:cubicBezTo>
                  <a:pt x="1650340" y="5291633"/>
                  <a:pt x="1657453" y="5291633"/>
                  <a:pt x="1664567" y="5291633"/>
                </a:cubicBezTo>
                <a:cubicBezTo>
                  <a:pt x="1685907" y="5305820"/>
                  <a:pt x="1700135" y="5305820"/>
                  <a:pt x="1721475" y="5320006"/>
                </a:cubicBezTo>
                <a:cubicBezTo>
                  <a:pt x="1728588" y="5312913"/>
                  <a:pt x="1735703" y="5320006"/>
                  <a:pt x="1735703" y="5312913"/>
                </a:cubicBezTo>
                <a:cubicBezTo>
                  <a:pt x="1792610" y="5341286"/>
                  <a:pt x="1799725" y="5398033"/>
                  <a:pt x="1792610" y="5405126"/>
                </a:cubicBezTo>
                <a:close/>
                <a:moveTo>
                  <a:pt x="1344458" y="5213607"/>
                </a:moveTo>
                <a:cubicBezTo>
                  <a:pt x="1365799" y="5227792"/>
                  <a:pt x="1387138" y="5241980"/>
                  <a:pt x="1394253" y="5263260"/>
                </a:cubicBezTo>
                <a:cubicBezTo>
                  <a:pt x="1401366" y="5270353"/>
                  <a:pt x="1429821" y="5305820"/>
                  <a:pt x="1444047" y="5348379"/>
                </a:cubicBezTo>
                <a:cubicBezTo>
                  <a:pt x="1451160" y="5369659"/>
                  <a:pt x="1458275" y="5376753"/>
                  <a:pt x="1451160" y="5398033"/>
                </a:cubicBezTo>
                <a:cubicBezTo>
                  <a:pt x="1415593" y="5376753"/>
                  <a:pt x="1422707" y="5369659"/>
                  <a:pt x="1408480" y="5334193"/>
                </a:cubicBezTo>
                <a:cubicBezTo>
                  <a:pt x="1408480" y="5320006"/>
                  <a:pt x="1401366" y="5305820"/>
                  <a:pt x="1372912" y="5277446"/>
                </a:cubicBezTo>
                <a:cubicBezTo>
                  <a:pt x="1372912" y="5263260"/>
                  <a:pt x="1344458" y="5234885"/>
                  <a:pt x="1344458" y="5213607"/>
                </a:cubicBezTo>
                <a:close/>
                <a:moveTo>
                  <a:pt x="1863745" y="5816540"/>
                </a:moveTo>
                <a:cubicBezTo>
                  <a:pt x="1863745" y="5802353"/>
                  <a:pt x="1849519" y="5795260"/>
                  <a:pt x="1849519" y="5781073"/>
                </a:cubicBezTo>
                <a:cubicBezTo>
                  <a:pt x="1892200" y="5724327"/>
                  <a:pt x="1949108" y="5596646"/>
                  <a:pt x="1998903" y="5525713"/>
                </a:cubicBezTo>
                <a:cubicBezTo>
                  <a:pt x="2006017" y="5511526"/>
                  <a:pt x="2013130" y="5504433"/>
                  <a:pt x="2020244" y="5504433"/>
                </a:cubicBezTo>
                <a:cubicBezTo>
                  <a:pt x="2020244" y="5511526"/>
                  <a:pt x="2027357" y="5511526"/>
                  <a:pt x="2013130" y="5539900"/>
                </a:cubicBezTo>
                <a:cubicBezTo>
                  <a:pt x="2013130" y="5546993"/>
                  <a:pt x="1870860" y="5809446"/>
                  <a:pt x="1885086" y="5823633"/>
                </a:cubicBezTo>
                <a:cubicBezTo>
                  <a:pt x="1870860" y="5823633"/>
                  <a:pt x="1870860" y="5823633"/>
                  <a:pt x="1863745" y="5816540"/>
                </a:cubicBezTo>
                <a:close/>
                <a:moveTo>
                  <a:pt x="2055811" y="5880381"/>
                </a:moveTo>
                <a:cubicBezTo>
                  <a:pt x="2048698" y="5887474"/>
                  <a:pt x="2048698" y="5887474"/>
                  <a:pt x="2041585" y="5887474"/>
                </a:cubicBezTo>
                <a:cubicBezTo>
                  <a:pt x="2034470" y="5887474"/>
                  <a:pt x="2020244" y="5880381"/>
                  <a:pt x="2006017" y="5873286"/>
                </a:cubicBezTo>
                <a:cubicBezTo>
                  <a:pt x="1991789" y="5859101"/>
                  <a:pt x="1956222" y="5802353"/>
                  <a:pt x="1963335" y="5788167"/>
                </a:cubicBezTo>
                <a:cubicBezTo>
                  <a:pt x="1963335" y="5788167"/>
                  <a:pt x="1963335" y="5788167"/>
                  <a:pt x="1963335" y="5788167"/>
                </a:cubicBezTo>
                <a:cubicBezTo>
                  <a:pt x="1977563" y="5830726"/>
                  <a:pt x="2034470" y="5816540"/>
                  <a:pt x="2091379" y="5802353"/>
                </a:cubicBezTo>
                <a:cubicBezTo>
                  <a:pt x="2134060" y="5788167"/>
                  <a:pt x="2169627" y="5766887"/>
                  <a:pt x="2169627" y="5759793"/>
                </a:cubicBezTo>
                <a:cubicBezTo>
                  <a:pt x="2169627" y="5752700"/>
                  <a:pt x="2169627" y="5745607"/>
                  <a:pt x="2162514" y="5738513"/>
                </a:cubicBezTo>
                <a:cubicBezTo>
                  <a:pt x="2162514" y="5745607"/>
                  <a:pt x="2141173" y="5752700"/>
                  <a:pt x="2112720" y="5759793"/>
                </a:cubicBezTo>
                <a:cubicBezTo>
                  <a:pt x="2048698" y="5773980"/>
                  <a:pt x="1956222" y="5788167"/>
                  <a:pt x="1941995" y="5781073"/>
                </a:cubicBezTo>
                <a:cubicBezTo>
                  <a:pt x="1920654" y="5773980"/>
                  <a:pt x="1920654" y="5766887"/>
                  <a:pt x="1941995" y="5738513"/>
                </a:cubicBezTo>
                <a:cubicBezTo>
                  <a:pt x="1984676" y="5724327"/>
                  <a:pt x="2062924" y="5710140"/>
                  <a:pt x="2112720" y="5688860"/>
                </a:cubicBezTo>
                <a:cubicBezTo>
                  <a:pt x="2112720" y="5681767"/>
                  <a:pt x="2126946" y="5681767"/>
                  <a:pt x="2119833" y="5667579"/>
                </a:cubicBezTo>
                <a:cubicBezTo>
                  <a:pt x="2098492" y="5674674"/>
                  <a:pt x="2034470" y="5681767"/>
                  <a:pt x="2020244" y="5681767"/>
                </a:cubicBezTo>
                <a:cubicBezTo>
                  <a:pt x="1998903" y="5660487"/>
                  <a:pt x="2013130" y="5639206"/>
                  <a:pt x="2020244" y="5617926"/>
                </a:cubicBezTo>
                <a:cubicBezTo>
                  <a:pt x="2027357" y="5617926"/>
                  <a:pt x="2020244" y="5617926"/>
                  <a:pt x="2027357" y="5617926"/>
                </a:cubicBezTo>
                <a:cubicBezTo>
                  <a:pt x="2041585" y="5632113"/>
                  <a:pt x="2091379" y="5617926"/>
                  <a:pt x="2098492" y="5610833"/>
                </a:cubicBezTo>
                <a:cubicBezTo>
                  <a:pt x="2091379" y="5596646"/>
                  <a:pt x="2077152" y="5561180"/>
                  <a:pt x="2084266" y="5568273"/>
                </a:cubicBezTo>
                <a:cubicBezTo>
                  <a:pt x="2098492" y="5575366"/>
                  <a:pt x="2098492" y="5582460"/>
                  <a:pt x="2119833" y="5582460"/>
                </a:cubicBezTo>
                <a:cubicBezTo>
                  <a:pt x="2119833" y="5582460"/>
                  <a:pt x="2126946" y="5582460"/>
                  <a:pt x="2119833" y="5582460"/>
                </a:cubicBezTo>
                <a:cubicBezTo>
                  <a:pt x="2112720" y="5575366"/>
                  <a:pt x="2098492" y="5568273"/>
                  <a:pt x="2098492" y="5561180"/>
                </a:cubicBezTo>
                <a:cubicBezTo>
                  <a:pt x="2105605" y="5546993"/>
                  <a:pt x="2119833" y="5546993"/>
                  <a:pt x="2126946" y="5554086"/>
                </a:cubicBezTo>
                <a:cubicBezTo>
                  <a:pt x="2141173" y="5561180"/>
                  <a:pt x="2190968" y="5596646"/>
                  <a:pt x="2190968" y="5596646"/>
                </a:cubicBezTo>
                <a:cubicBezTo>
                  <a:pt x="2198082" y="5603739"/>
                  <a:pt x="2198082" y="5603739"/>
                  <a:pt x="2198082" y="5603739"/>
                </a:cubicBezTo>
                <a:cubicBezTo>
                  <a:pt x="2205195" y="5610833"/>
                  <a:pt x="2205195" y="5617926"/>
                  <a:pt x="2205195" y="5625019"/>
                </a:cubicBezTo>
                <a:cubicBezTo>
                  <a:pt x="2205195" y="5646299"/>
                  <a:pt x="2190968" y="5653394"/>
                  <a:pt x="2169627" y="5653394"/>
                </a:cubicBezTo>
                <a:cubicBezTo>
                  <a:pt x="2176742" y="5688860"/>
                  <a:pt x="2176742" y="5717233"/>
                  <a:pt x="2198082" y="5752700"/>
                </a:cubicBezTo>
                <a:cubicBezTo>
                  <a:pt x="2212310" y="5738513"/>
                  <a:pt x="2226536" y="5738513"/>
                  <a:pt x="2226536" y="5731420"/>
                </a:cubicBezTo>
                <a:cubicBezTo>
                  <a:pt x="2247877" y="5745607"/>
                  <a:pt x="2254990" y="5752700"/>
                  <a:pt x="2254990" y="5773980"/>
                </a:cubicBezTo>
                <a:cubicBezTo>
                  <a:pt x="2240763" y="5802353"/>
                  <a:pt x="2205195" y="5795260"/>
                  <a:pt x="2198082" y="5809446"/>
                </a:cubicBezTo>
                <a:cubicBezTo>
                  <a:pt x="2190968" y="5837820"/>
                  <a:pt x="2198082" y="5894567"/>
                  <a:pt x="2183855" y="5915847"/>
                </a:cubicBezTo>
                <a:cubicBezTo>
                  <a:pt x="2183855" y="5922940"/>
                  <a:pt x="2176742" y="5922940"/>
                  <a:pt x="2169627" y="5915847"/>
                </a:cubicBezTo>
                <a:cubicBezTo>
                  <a:pt x="2162514" y="5894567"/>
                  <a:pt x="2169627" y="5844913"/>
                  <a:pt x="2169627" y="5816540"/>
                </a:cubicBezTo>
                <a:cubicBezTo>
                  <a:pt x="2155401" y="5823633"/>
                  <a:pt x="2126946" y="5837820"/>
                  <a:pt x="2098492" y="5837820"/>
                </a:cubicBezTo>
                <a:cubicBezTo>
                  <a:pt x="2098492" y="5844913"/>
                  <a:pt x="2098492" y="5844913"/>
                  <a:pt x="2098492" y="5852006"/>
                </a:cubicBezTo>
                <a:cubicBezTo>
                  <a:pt x="2112720" y="5859101"/>
                  <a:pt x="2112720" y="5866194"/>
                  <a:pt x="2119833" y="5873286"/>
                </a:cubicBezTo>
                <a:cubicBezTo>
                  <a:pt x="2119833" y="5880381"/>
                  <a:pt x="2105605" y="5887474"/>
                  <a:pt x="2105605" y="5894567"/>
                </a:cubicBezTo>
                <a:cubicBezTo>
                  <a:pt x="2098492" y="5894567"/>
                  <a:pt x="2084266" y="5887474"/>
                  <a:pt x="2070038" y="5880381"/>
                </a:cubicBezTo>
                <a:cubicBezTo>
                  <a:pt x="2062924" y="5880381"/>
                  <a:pt x="2055811" y="5880381"/>
                  <a:pt x="2055811" y="5880381"/>
                </a:cubicBezTo>
                <a:close/>
                <a:moveTo>
                  <a:pt x="2254990" y="5582460"/>
                </a:moveTo>
                <a:cubicBezTo>
                  <a:pt x="2254990" y="5568273"/>
                  <a:pt x="2269217" y="5575366"/>
                  <a:pt x="2276330" y="5575366"/>
                </a:cubicBezTo>
                <a:cubicBezTo>
                  <a:pt x="2297671" y="5589553"/>
                  <a:pt x="2311898" y="5596646"/>
                  <a:pt x="2319012" y="5632113"/>
                </a:cubicBezTo>
                <a:cubicBezTo>
                  <a:pt x="2319012" y="5639206"/>
                  <a:pt x="2319012" y="5646299"/>
                  <a:pt x="2311898" y="5660487"/>
                </a:cubicBezTo>
                <a:cubicBezTo>
                  <a:pt x="2297671" y="5660487"/>
                  <a:pt x="2269217" y="5660487"/>
                  <a:pt x="2269217" y="5639206"/>
                </a:cubicBezTo>
                <a:cubicBezTo>
                  <a:pt x="2262104" y="5625019"/>
                  <a:pt x="2247877" y="5589553"/>
                  <a:pt x="2254990" y="5582460"/>
                </a:cubicBezTo>
                <a:close/>
                <a:moveTo>
                  <a:pt x="2425715" y="5688860"/>
                </a:moveTo>
                <a:cubicBezTo>
                  <a:pt x="2375920" y="5695953"/>
                  <a:pt x="2269217" y="5993873"/>
                  <a:pt x="2219423" y="6057713"/>
                </a:cubicBezTo>
                <a:cubicBezTo>
                  <a:pt x="2190968" y="6107366"/>
                  <a:pt x="2176742" y="6107366"/>
                  <a:pt x="2155401" y="6086086"/>
                </a:cubicBezTo>
                <a:cubicBezTo>
                  <a:pt x="2126946" y="6057713"/>
                  <a:pt x="2091379" y="5930034"/>
                  <a:pt x="2098492" y="5901660"/>
                </a:cubicBezTo>
                <a:cubicBezTo>
                  <a:pt x="2105605" y="5908754"/>
                  <a:pt x="2112720" y="5930034"/>
                  <a:pt x="2112720" y="5937127"/>
                </a:cubicBezTo>
                <a:cubicBezTo>
                  <a:pt x="2119833" y="5930034"/>
                  <a:pt x="2112720" y="5930034"/>
                  <a:pt x="2119833" y="5922940"/>
                </a:cubicBezTo>
                <a:cubicBezTo>
                  <a:pt x="2126946" y="5944220"/>
                  <a:pt x="2155401" y="6000967"/>
                  <a:pt x="2162514" y="6008060"/>
                </a:cubicBezTo>
                <a:cubicBezTo>
                  <a:pt x="2183855" y="6022247"/>
                  <a:pt x="2190968" y="5986780"/>
                  <a:pt x="2205195" y="5972594"/>
                </a:cubicBezTo>
                <a:cubicBezTo>
                  <a:pt x="2233649" y="5915847"/>
                  <a:pt x="2311898" y="5724327"/>
                  <a:pt x="2340352" y="5667579"/>
                </a:cubicBezTo>
                <a:cubicBezTo>
                  <a:pt x="2361693" y="5632113"/>
                  <a:pt x="2375920" y="5596646"/>
                  <a:pt x="2354580" y="5575366"/>
                </a:cubicBezTo>
                <a:cubicBezTo>
                  <a:pt x="2276330" y="5532806"/>
                  <a:pt x="2176742" y="5561180"/>
                  <a:pt x="2105605" y="5518620"/>
                </a:cubicBezTo>
                <a:cubicBezTo>
                  <a:pt x="2105605" y="5518620"/>
                  <a:pt x="2105605" y="5518620"/>
                  <a:pt x="2105605" y="5518620"/>
                </a:cubicBezTo>
                <a:cubicBezTo>
                  <a:pt x="2148288" y="5504433"/>
                  <a:pt x="2333239" y="5546993"/>
                  <a:pt x="2333239" y="5546993"/>
                </a:cubicBezTo>
                <a:cubicBezTo>
                  <a:pt x="2390148" y="5561180"/>
                  <a:pt x="2461283" y="5617926"/>
                  <a:pt x="2425715" y="5688860"/>
                </a:cubicBezTo>
                <a:close/>
                <a:moveTo>
                  <a:pt x="2596440" y="6086086"/>
                </a:moveTo>
                <a:cubicBezTo>
                  <a:pt x="2596440" y="6086086"/>
                  <a:pt x="2582212" y="6093181"/>
                  <a:pt x="2575099" y="6093181"/>
                </a:cubicBezTo>
                <a:cubicBezTo>
                  <a:pt x="2575099" y="6093181"/>
                  <a:pt x="2575099" y="6100274"/>
                  <a:pt x="2560872" y="6107366"/>
                </a:cubicBezTo>
                <a:cubicBezTo>
                  <a:pt x="2560872" y="6107366"/>
                  <a:pt x="2546645" y="6114461"/>
                  <a:pt x="2532418" y="6107366"/>
                </a:cubicBezTo>
                <a:cubicBezTo>
                  <a:pt x="2532418" y="6107366"/>
                  <a:pt x="2525305" y="6100274"/>
                  <a:pt x="2518192" y="6100274"/>
                </a:cubicBezTo>
                <a:cubicBezTo>
                  <a:pt x="2518192" y="6100274"/>
                  <a:pt x="2503964" y="6093181"/>
                  <a:pt x="2496850" y="6093181"/>
                </a:cubicBezTo>
                <a:cubicBezTo>
                  <a:pt x="2496850" y="6093181"/>
                  <a:pt x="2482623" y="6093181"/>
                  <a:pt x="2503964" y="6086086"/>
                </a:cubicBezTo>
                <a:cubicBezTo>
                  <a:pt x="2503964" y="6086086"/>
                  <a:pt x="2503964" y="6078993"/>
                  <a:pt x="2511077" y="6078993"/>
                </a:cubicBezTo>
                <a:cubicBezTo>
                  <a:pt x="2511077" y="6078993"/>
                  <a:pt x="2518192" y="6078993"/>
                  <a:pt x="2518192" y="6078993"/>
                </a:cubicBezTo>
                <a:cubicBezTo>
                  <a:pt x="2518192" y="6078993"/>
                  <a:pt x="2518192" y="6071900"/>
                  <a:pt x="2525305" y="6078993"/>
                </a:cubicBezTo>
                <a:cubicBezTo>
                  <a:pt x="2525305" y="6078993"/>
                  <a:pt x="2532418" y="6086086"/>
                  <a:pt x="2539531" y="6064808"/>
                </a:cubicBezTo>
                <a:cubicBezTo>
                  <a:pt x="2539531" y="6064808"/>
                  <a:pt x="2539531" y="6064808"/>
                  <a:pt x="2546645" y="6064808"/>
                </a:cubicBezTo>
                <a:cubicBezTo>
                  <a:pt x="2546645" y="6064808"/>
                  <a:pt x="2575099" y="6050620"/>
                  <a:pt x="2639121" y="6008060"/>
                </a:cubicBezTo>
                <a:cubicBezTo>
                  <a:pt x="2639121" y="6008060"/>
                  <a:pt x="2696030" y="5972594"/>
                  <a:pt x="2731597" y="5937127"/>
                </a:cubicBezTo>
                <a:cubicBezTo>
                  <a:pt x="2731597" y="5937127"/>
                  <a:pt x="2760052" y="5915847"/>
                  <a:pt x="2795619" y="5887474"/>
                </a:cubicBezTo>
                <a:cubicBezTo>
                  <a:pt x="2795619" y="5887474"/>
                  <a:pt x="2888094" y="5816540"/>
                  <a:pt x="2902322" y="5795260"/>
                </a:cubicBezTo>
                <a:cubicBezTo>
                  <a:pt x="2902322" y="5795260"/>
                  <a:pt x="2838300" y="5759793"/>
                  <a:pt x="2845413" y="5731420"/>
                </a:cubicBezTo>
                <a:cubicBezTo>
                  <a:pt x="2845413" y="5731420"/>
                  <a:pt x="2852527" y="5717233"/>
                  <a:pt x="2859640" y="5731420"/>
                </a:cubicBezTo>
                <a:cubicBezTo>
                  <a:pt x="2859640" y="5731420"/>
                  <a:pt x="2888094" y="5752700"/>
                  <a:pt x="2937890" y="5745607"/>
                </a:cubicBezTo>
                <a:cubicBezTo>
                  <a:pt x="2937890" y="5745607"/>
                  <a:pt x="2959230" y="5745607"/>
                  <a:pt x="2987684" y="5724327"/>
                </a:cubicBezTo>
                <a:cubicBezTo>
                  <a:pt x="2987684" y="5724327"/>
                  <a:pt x="3023252" y="5717233"/>
                  <a:pt x="3037479" y="5781073"/>
                </a:cubicBezTo>
                <a:cubicBezTo>
                  <a:pt x="3037479" y="5781073"/>
                  <a:pt x="3037479" y="5809446"/>
                  <a:pt x="3023252" y="5802353"/>
                </a:cubicBezTo>
                <a:cubicBezTo>
                  <a:pt x="3023252" y="5802353"/>
                  <a:pt x="3001912" y="5802353"/>
                  <a:pt x="2980571" y="5809446"/>
                </a:cubicBezTo>
                <a:cubicBezTo>
                  <a:pt x="2980571" y="5809446"/>
                  <a:pt x="2973457" y="5802353"/>
                  <a:pt x="2959230" y="5816540"/>
                </a:cubicBezTo>
                <a:cubicBezTo>
                  <a:pt x="2959230" y="5816540"/>
                  <a:pt x="2916549" y="5859101"/>
                  <a:pt x="2824072" y="5915847"/>
                </a:cubicBezTo>
                <a:cubicBezTo>
                  <a:pt x="2824072" y="5915847"/>
                  <a:pt x="2774278" y="5951314"/>
                  <a:pt x="2710256" y="6015153"/>
                </a:cubicBezTo>
                <a:cubicBezTo>
                  <a:pt x="2710256" y="6015153"/>
                  <a:pt x="2660462" y="6057713"/>
                  <a:pt x="2596440" y="6086086"/>
                </a:cubicBezTo>
                <a:close/>
                <a:moveTo>
                  <a:pt x="3058819" y="6086086"/>
                </a:moveTo>
                <a:cubicBezTo>
                  <a:pt x="3058819" y="6086086"/>
                  <a:pt x="3058819" y="6093181"/>
                  <a:pt x="3058819" y="6100274"/>
                </a:cubicBezTo>
                <a:cubicBezTo>
                  <a:pt x="3058819" y="6100274"/>
                  <a:pt x="3058819" y="6114461"/>
                  <a:pt x="3037479" y="6114461"/>
                </a:cubicBezTo>
                <a:cubicBezTo>
                  <a:pt x="3037479" y="6114461"/>
                  <a:pt x="2987684" y="6128647"/>
                  <a:pt x="2980571" y="6142834"/>
                </a:cubicBezTo>
                <a:cubicBezTo>
                  <a:pt x="2980571" y="6142834"/>
                  <a:pt x="2952116" y="6164114"/>
                  <a:pt x="2959230" y="6185394"/>
                </a:cubicBezTo>
                <a:cubicBezTo>
                  <a:pt x="2959230" y="6185394"/>
                  <a:pt x="2959230" y="6199580"/>
                  <a:pt x="2937890" y="6206674"/>
                </a:cubicBezTo>
                <a:cubicBezTo>
                  <a:pt x="2937890" y="6206674"/>
                  <a:pt x="2923662" y="6206674"/>
                  <a:pt x="2909435" y="6206674"/>
                </a:cubicBezTo>
                <a:cubicBezTo>
                  <a:pt x="2909435" y="6206674"/>
                  <a:pt x="2895209" y="6192487"/>
                  <a:pt x="2873868" y="6206674"/>
                </a:cubicBezTo>
                <a:cubicBezTo>
                  <a:pt x="2873868" y="6206674"/>
                  <a:pt x="2873868" y="6213767"/>
                  <a:pt x="2859640" y="6206674"/>
                </a:cubicBezTo>
                <a:cubicBezTo>
                  <a:pt x="2859640" y="6206674"/>
                  <a:pt x="2859640" y="6199580"/>
                  <a:pt x="2852527" y="6199580"/>
                </a:cubicBezTo>
                <a:cubicBezTo>
                  <a:pt x="2852527" y="6199580"/>
                  <a:pt x="2845413" y="6192487"/>
                  <a:pt x="2845413" y="6185394"/>
                </a:cubicBezTo>
                <a:cubicBezTo>
                  <a:pt x="2845413" y="6185394"/>
                  <a:pt x="2845413" y="6171207"/>
                  <a:pt x="2831187" y="6164114"/>
                </a:cubicBezTo>
                <a:cubicBezTo>
                  <a:pt x="2831187" y="6164114"/>
                  <a:pt x="2824072" y="6164114"/>
                  <a:pt x="2824072" y="6149927"/>
                </a:cubicBezTo>
                <a:cubicBezTo>
                  <a:pt x="2824072" y="6149927"/>
                  <a:pt x="2816959" y="6107366"/>
                  <a:pt x="2809846" y="6086086"/>
                </a:cubicBezTo>
                <a:cubicBezTo>
                  <a:pt x="2809846" y="6086086"/>
                  <a:pt x="2802733" y="6064808"/>
                  <a:pt x="2781391" y="6057713"/>
                </a:cubicBezTo>
                <a:cubicBezTo>
                  <a:pt x="2781391" y="6057713"/>
                  <a:pt x="2752937" y="6015153"/>
                  <a:pt x="2767165" y="6015153"/>
                </a:cubicBezTo>
                <a:cubicBezTo>
                  <a:pt x="2767165" y="6015153"/>
                  <a:pt x="2795619" y="6015153"/>
                  <a:pt x="2816959" y="6057713"/>
                </a:cubicBezTo>
                <a:cubicBezTo>
                  <a:pt x="2816959" y="6057713"/>
                  <a:pt x="2816959" y="6071900"/>
                  <a:pt x="2816959" y="6086086"/>
                </a:cubicBezTo>
                <a:cubicBezTo>
                  <a:pt x="2816959" y="6086086"/>
                  <a:pt x="2824072" y="6093181"/>
                  <a:pt x="2838300" y="6142834"/>
                </a:cubicBezTo>
                <a:cubicBezTo>
                  <a:pt x="2838300" y="6142834"/>
                  <a:pt x="2845413" y="6149927"/>
                  <a:pt x="2845413" y="6135741"/>
                </a:cubicBezTo>
                <a:cubicBezTo>
                  <a:pt x="2859640" y="6121554"/>
                  <a:pt x="2859640" y="6121554"/>
                  <a:pt x="2859640" y="6121554"/>
                </a:cubicBezTo>
                <a:cubicBezTo>
                  <a:pt x="2859640" y="6121554"/>
                  <a:pt x="2866754" y="6107366"/>
                  <a:pt x="2873868" y="6114461"/>
                </a:cubicBezTo>
                <a:cubicBezTo>
                  <a:pt x="2873868" y="6114461"/>
                  <a:pt x="2873868" y="6121554"/>
                  <a:pt x="2880981" y="6114461"/>
                </a:cubicBezTo>
                <a:cubicBezTo>
                  <a:pt x="2880981" y="6114461"/>
                  <a:pt x="2902322" y="6100274"/>
                  <a:pt x="2916549" y="6086086"/>
                </a:cubicBezTo>
                <a:cubicBezTo>
                  <a:pt x="2916549" y="6086086"/>
                  <a:pt x="2937890" y="6071900"/>
                  <a:pt x="2930776" y="6064808"/>
                </a:cubicBezTo>
                <a:cubicBezTo>
                  <a:pt x="2930776" y="6064808"/>
                  <a:pt x="2909435" y="6036433"/>
                  <a:pt x="2902322" y="6029340"/>
                </a:cubicBezTo>
                <a:cubicBezTo>
                  <a:pt x="2902322" y="6029340"/>
                  <a:pt x="2880981" y="6015153"/>
                  <a:pt x="2895209" y="6015153"/>
                </a:cubicBezTo>
                <a:cubicBezTo>
                  <a:pt x="2895209" y="6015153"/>
                  <a:pt x="2902322" y="6015153"/>
                  <a:pt x="2923662" y="6022247"/>
                </a:cubicBezTo>
                <a:cubicBezTo>
                  <a:pt x="2923662" y="6022247"/>
                  <a:pt x="2966344" y="6029340"/>
                  <a:pt x="2980571" y="6015153"/>
                </a:cubicBezTo>
                <a:cubicBezTo>
                  <a:pt x="2980571" y="6015153"/>
                  <a:pt x="2980571" y="6000967"/>
                  <a:pt x="2994797" y="6008060"/>
                </a:cubicBezTo>
                <a:cubicBezTo>
                  <a:pt x="2994797" y="6008060"/>
                  <a:pt x="3016138" y="6029340"/>
                  <a:pt x="3023252" y="6029340"/>
                </a:cubicBezTo>
                <a:cubicBezTo>
                  <a:pt x="3023252" y="6029340"/>
                  <a:pt x="3065932" y="6043527"/>
                  <a:pt x="3058819" y="6086086"/>
                </a:cubicBezTo>
                <a:close/>
                <a:moveTo>
                  <a:pt x="3450064" y="6213767"/>
                </a:moveTo>
                <a:cubicBezTo>
                  <a:pt x="3450064" y="6213767"/>
                  <a:pt x="3450064" y="6227954"/>
                  <a:pt x="3435836" y="6220860"/>
                </a:cubicBezTo>
                <a:cubicBezTo>
                  <a:pt x="3435836" y="6220860"/>
                  <a:pt x="3393156" y="6199580"/>
                  <a:pt x="3378929" y="6142834"/>
                </a:cubicBezTo>
                <a:cubicBezTo>
                  <a:pt x="3378929" y="6142834"/>
                  <a:pt x="3364701" y="6078993"/>
                  <a:pt x="3364701" y="6071900"/>
                </a:cubicBezTo>
                <a:cubicBezTo>
                  <a:pt x="3364701" y="6071900"/>
                  <a:pt x="3364701" y="6071900"/>
                  <a:pt x="3364701" y="6057713"/>
                </a:cubicBezTo>
                <a:cubicBezTo>
                  <a:pt x="3357588" y="6015153"/>
                  <a:pt x="3357588" y="6015153"/>
                  <a:pt x="3357588" y="6015153"/>
                </a:cubicBezTo>
                <a:cubicBezTo>
                  <a:pt x="3357588" y="6015153"/>
                  <a:pt x="3357588" y="6015153"/>
                  <a:pt x="3364701" y="6008060"/>
                </a:cubicBezTo>
                <a:cubicBezTo>
                  <a:pt x="3364701" y="6008060"/>
                  <a:pt x="3357588" y="6000967"/>
                  <a:pt x="3364701" y="5993873"/>
                </a:cubicBezTo>
                <a:cubicBezTo>
                  <a:pt x="3364701" y="5993873"/>
                  <a:pt x="3364701" y="5993873"/>
                  <a:pt x="3364701" y="5993873"/>
                </a:cubicBezTo>
                <a:cubicBezTo>
                  <a:pt x="3364701" y="5993873"/>
                  <a:pt x="3364701" y="5972594"/>
                  <a:pt x="3371814" y="5979687"/>
                </a:cubicBezTo>
                <a:cubicBezTo>
                  <a:pt x="3371814" y="5979687"/>
                  <a:pt x="3378929" y="5986780"/>
                  <a:pt x="3371814" y="6000967"/>
                </a:cubicBezTo>
                <a:cubicBezTo>
                  <a:pt x="3371814" y="6000967"/>
                  <a:pt x="3364701" y="6015153"/>
                  <a:pt x="3393156" y="6064808"/>
                </a:cubicBezTo>
                <a:cubicBezTo>
                  <a:pt x="3393156" y="6064808"/>
                  <a:pt x="3400269" y="6071900"/>
                  <a:pt x="3407382" y="6071900"/>
                </a:cubicBezTo>
                <a:cubicBezTo>
                  <a:pt x="3407382" y="6071900"/>
                  <a:pt x="3414497" y="6078993"/>
                  <a:pt x="3421610" y="6100274"/>
                </a:cubicBezTo>
                <a:cubicBezTo>
                  <a:pt x="3421610" y="6100274"/>
                  <a:pt x="3421610" y="6114461"/>
                  <a:pt x="3421610" y="6114461"/>
                </a:cubicBezTo>
                <a:cubicBezTo>
                  <a:pt x="3421610" y="6114461"/>
                  <a:pt x="3414497" y="6128647"/>
                  <a:pt x="3428723" y="6121554"/>
                </a:cubicBezTo>
                <a:cubicBezTo>
                  <a:pt x="3428723" y="6121554"/>
                  <a:pt x="3435836" y="6121554"/>
                  <a:pt x="3435836" y="6128647"/>
                </a:cubicBezTo>
                <a:cubicBezTo>
                  <a:pt x="3435836" y="6128647"/>
                  <a:pt x="3435836" y="6149927"/>
                  <a:pt x="3435836" y="6157021"/>
                </a:cubicBezTo>
                <a:cubicBezTo>
                  <a:pt x="3435836" y="6157021"/>
                  <a:pt x="3442950" y="6164114"/>
                  <a:pt x="3442950" y="6171207"/>
                </a:cubicBezTo>
                <a:cubicBezTo>
                  <a:pt x="3442950" y="6171207"/>
                  <a:pt x="3442950" y="6178300"/>
                  <a:pt x="3442950" y="6178300"/>
                </a:cubicBezTo>
                <a:cubicBezTo>
                  <a:pt x="3442950" y="6178300"/>
                  <a:pt x="3450064" y="6178300"/>
                  <a:pt x="3450064" y="6178300"/>
                </a:cubicBezTo>
                <a:cubicBezTo>
                  <a:pt x="3450064" y="6178300"/>
                  <a:pt x="3457177" y="6213767"/>
                  <a:pt x="3450064" y="6213767"/>
                </a:cubicBezTo>
                <a:close/>
                <a:moveTo>
                  <a:pt x="3428723" y="5915847"/>
                </a:moveTo>
                <a:cubicBezTo>
                  <a:pt x="3428723" y="5915847"/>
                  <a:pt x="3421610" y="5908754"/>
                  <a:pt x="3414497" y="5908754"/>
                </a:cubicBezTo>
                <a:cubicBezTo>
                  <a:pt x="3414497" y="5908754"/>
                  <a:pt x="3407382" y="5908754"/>
                  <a:pt x="3400269" y="5908754"/>
                </a:cubicBezTo>
                <a:cubicBezTo>
                  <a:pt x="3400269" y="5908754"/>
                  <a:pt x="3386042" y="5908754"/>
                  <a:pt x="3393156" y="5894567"/>
                </a:cubicBezTo>
                <a:cubicBezTo>
                  <a:pt x="3393156" y="5894567"/>
                  <a:pt x="3407382" y="5866194"/>
                  <a:pt x="3400269" y="5837820"/>
                </a:cubicBezTo>
                <a:cubicBezTo>
                  <a:pt x="3400269" y="5837820"/>
                  <a:pt x="3400269" y="5830726"/>
                  <a:pt x="3407382" y="5823633"/>
                </a:cubicBezTo>
                <a:cubicBezTo>
                  <a:pt x="3407382" y="5823633"/>
                  <a:pt x="3407382" y="5816540"/>
                  <a:pt x="3414497" y="5823633"/>
                </a:cubicBezTo>
                <a:cubicBezTo>
                  <a:pt x="3414497" y="5823633"/>
                  <a:pt x="3450064" y="5873286"/>
                  <a:pt x="3450064" y="5901660"/>
                </a:cubicBezTo>
                <a:cubicBezTo>
                  <a:pt x="3450064" y="5901660"/>
                  <a:pt x="3457177" y="5922940"/>
                  <a:pt x="3428723" y="5915847"/>
                </a:cubicBezTo>
                <a:close/>
                <a:moveTo>
                  <a:pt x="3841308" y="5944220"/>
                </a:moveTo>
                <a:cubicBezTo>
                  <a:pt x="3841308" y="5944220"/>
                  <a:pt x="3834195" y="5972594"/>
                  <a:pt x="3819968" y="5979687"/>
                </a:cubicBezTo>
                <a:cubicBezTo>
                  <a:pt x="3819968" y="5979687"/>
                  <a:pt x="3812854" y="5986780"/>
                  <a:pt x="3812854" y="6000967"/>
                </a:cubicBezTo>
                <a:cubicBezTo>
                  <a:pt x="3812854" y="6000967"/>
                  <a:pt x="3791514" y="6043527"/>
                  <a:pt x="3777286" y="6050620"/>
                </a:cubicBezTo>
                <a:cubicBezTo>
                  <a:pt x="3777286" y="6050620"/>
                  <a:pt x="3755946" y="6064808"/>
                  <a:pt x="3763060" y="6078993"/>
                </a:cubicBezTo>
                <a:cubicBezTo>
                  <a:pt x="3763060" y="6078993"/>
                  <a:pt x="3791514" y="6100274"/>
                  <a:pt x="3784399" y="6128647"/>
                </a:cubicBezTo>
                <a:cubicBezTo>
                  <a:pt x="3784399" y="6128647"/>
                  <a:pt x="3784399" y="6135741"/>
                  <a:pt x="3777286" y="6135741"/>
                </a:cubicBezTo>
                <a:cubicBezTo>
                  <a:pt x="3777286" y="6135741"/>
                  <a:pt x="3770173" y="6142834"/>
                  <a:pt x="3763060" y="6142834"/>
                </a:cubicBezTo>
                <a:cubicBezTo>
                  <a:pt x="3763060" y="6142834"/>
                  <a:pt x="3755946" y="6142834"/>
                  <a:pt x="3755946" y="6142834"/>
                </a:cubicBezTo>
                <a:cubicBezTo>
                  <a:pt x="3755946" y="6142834"/>
                  <a:pt x="3727492" y="6157021"/>
                  <a:pt x="3713264" y="6157021"/>
                </a:cubicBezTo>
                <a:cubicBezTo>
                  <a:pt x="3713264" y="6157021"/>
                  <a:pt x="3699038" y="6157021"/>
                  <a:pt x="3677696" y="6157021"/>
                </a:cubicBezTo>
                <a:cubicBezTo>
                  <a:pt x="3677696" y="6157021"/>
                  <a:pt x="3677696" y="6149927"/>
                  <a:pt x="3670583" y="6157021"/>
                </a:cubicBezTo>
                <a:cubicBezTo>
                  <a:pt x="3670583" y="6157021"/>
                  <a:pt x="3642129" y="6192487"/>
                  <a:pt x="3606561" y="6164114"/>
                </a:cubicBezTo>
                <a:cubicBezTo>
                  <a:pt x="3606561" y="6164114"/>
                  <a:pt x="3599448" y="6157021"/>
                  <a:pt x="3592335" y="6149927"/>
                </a:cubicBezTo>
                <a:cubicBezTo>
                  <a:pt x="3585221" y="6149927"/>
                  <a:pt x="3578107" y="6142834"/>
                  <a:pt x="3570994" y="6142834"/>
                </a:cubicBezTo>
                <a:cubicBezTo>
                  <a:pt x="3570994" y="6142834"/>
                  <a:pt x="3528313" y="6114461"/>
                  <a:pt x="3514086" y="6107366"/>
                </a:cubicBezTo>
                <a:cubicBezTo>
                  <a:pt x="3514086" y="6107366"/>
                  <a:pt x="3485632" y="6086086"/>
                  <a:pt x="3485632" y="6071900"/>
                </a:cubicBezTo>
                <a:cubicBezTo>
                  <a:pt x="3485632" y="6071900"/>
                  <a:pt x="3478519" y="6050620"/>
                  <a:pt x="3464291" y="6050620"/>
                </a:cubicBezTo>
                <a:cubicBezTo>
                  <a:pt x="3464291" y="6050620"/>
                  <a:pt x="3457177" y="6050620"/>
                  <a:pt x="3457177" y="6036433"/>
                </a:cubicBezTo>
                <a:cubicBezTo>
                  <a:pt x="3457177" y="6036433"/>
                  <a:pt x="3457177" y="6036433"/>
                  <a:pt x="3457177" y="6036433"/>
                </a:cubicBezTo>
                <a:cubicBezTo>
                  <a:pt x="3457177" y="6036433"/>
                  <a:pt x="3457177" y="6036433"/>
                  <a:pt x="3457177" y="6029340"/>
                </a:cubicBezTo>
                <a:cubicBezTo>
                  <a:pt x="3457177" y="6029340"/>
                  <a:pt x="3450064" y="6022247"/>
                  <a:pt x="3464291" y="6000967"/>
                </a:cubicBezTo>
                <a:cubicBezTo>
                  <a:pt x="3464291" y="6000967"/>
                  <a:pt x="3478519" y="5986780"/>
                  <a:pt x="3492745" y="5979687"/>
                </a:cubicBezTo>
                <a:cubicBezTo>
                  <a:pt x="3492745" y="5979687"/>
                  <a:pt x="3521199" y="5951314"/>
                  <a:pt x="3542539" y="5937127"/>
                </a:cubicBezTo>
                <a:cubicBezTo>
                  <a:pt x="3542539" y="5937127"/>
                  <a:pt x="3549654" y="5930034"/>
                  <a:pt x="3556767" y="5922940"/>
                </a:cubicBezTo>
                <a:cubicBezTo>
                  <a:pt x="3563880" y="5915847"/>
                  <a:pt x="3570994" y="5908754"/>
                  <a:pt x="3570994" y="5908754"/>
                </a:cubicBezTo>
                <a:cubicBezTo>
                  <a:pt x="3570994" y="5908754"/>
                  <a:pt x="3585221" y="5894567"/>
                  <a:pt x="3599448" y="5887474"/>
                </a:cubicBezTo>
                <a:cubicBezTo>
                  <a:pt x="3599448" y="5887474"/>
                  <a:pt x="3620789" y="5880381"/>
                  <a:pt x="3620789" y="5873286"/>
                </a:cubicBezTo>
                <a:cubicBezTo>
                  <a:pt x="3620789" y="5873286"/>
                  <a:pt x="3620789" y="5852006"/>
                  <a:pt x="3620789" y="5844913"/>
                </a:cubicBezTo>
                <a:cubicBezTo>
                  <a:pt x="3606561" y="5738513"/>
                  <a:pt x="3606561" y="5738513"/>
                  <a:pt x="3606561" y="5738513"/>
                </a:cubicBezTo>
                <a:cubicBezTo>
                  <a:pt x="3606561" y="5738513"/>
                  <a:pt x="3606561" y="5731420"/>
                  <a:pt x="3613675" y="5738513"/>
                </a:cubicBezTo>
                <a:cubicBezTo>
                  <a:pt x="3613675" y="5738513"/>
                  <a:pt x="3620789" y="5738513"/>
                  <a:pt x="3627902" y="5738513"/>
                </a:cubicBezTo>
                <a:cubicBezTo>
                  <a:pt x="3627902" y="5738513"/>
                  <a:pt x="3642129" y="5731420"/>
                  <a:pt x="3649243" y="5759793"/>
                </a:cubicBezTo>
                <a:cubicBezTo>
                  <a:pt x="3649243" y="5759793"/>
                  <a:pt x="3663470" y="5788167"/>
                  <a:pt x="3670583" y="5816540"/>
                </a:cubicBezTo>
                <a:cubicBezTo>
                  <a:pt x="3670583" y="5816540"/>
                  <a:pt x="3670583" y="5852006"/>
                  <a:pt x="3670583" y="5859101"/>
                </a:cubicBezTo>
                <a:cubicBezTo>
                  <a:pt x="3670583" y="5859101"/>
                  <a:pt x="3670583" y="5873286"/>
                  <a:pt x="3684811" y="5873286"/>
                </a:cubicBezTo>
                <a:cubicBezTo>
                  <a:pt x="3684811" y="5873286"/>
                  <a:pt x="3699038" y="5873286"/>
                  <a:pt x="3720379" y="5873286"/>
                </a:cubicBezTo>
                <a:cubicBezTo>
                  <a:pt x="3748832" y="5880381"/>
                  <a:pt x="3777286" y="5880381"/>
                  <a:pt x="3791514" y="5880381"/>
                </a:cubicBezTo>
                <a:cubicBezTo>
                  <a:pt x="3791514" y="5880381"/>
                  <a:pt x="3819968" y="5887474"/>
                  <a:pt x="3848421" y="5922940"/>
                </a:cubicBezTo>
                <a:cubicBezTo>
                  <a:pt x="3848421" y="5922940"/>
                  <a:pt x="3855536" y="5922940"/>
                  <a:pt x="3841308" y="5944220"/>
                </a:cubicBezTo>
                <a:close/>
                <a:moveTo>
                  <a:pt x="4296574" y="5738513"/>
                </a:moveTo>
                <a:cubicBezTo>
                  <a:pt x="4296574" y="5738513"/>
                  <a:pt x="4289461" y="5738513"/>
                  <a:pt x="4289461" y="5752700"/>
                </a:cubicBezTo>
                <a:cubicBezTo>
                  <a:pt x="4289461" y="5752700"/>
                  <a:pt x="4282347" y="5773980"/>
                  <a:pt x="4289461" y="5788167"/>
                </a:cubicBezTo>
                <a:cubicBezTo>
                  <a:pt x="4289461" y="5788167"/>
                  <a:pt x="4289461" y="5802353"/>
                  <a:pt x="4282347" y="5823633"/>
                </a:cubicBezTo>
                <a:cubicBezTo>
                  <a:pt x="4282347" y="5823633"/>
                  <a:pt x="4253893" y="5859101"/>
                  <a:pt x="4275234" y="5894567"/>
                </a:cubicBezTo>
                <a:cubicBezTo>
                  <a:pt x="4275234" y="5894567"/>
                  <a:pt x="4296574" y="5915847"/>
                  <a:pt x="4275234" y="5930034"/>
                </a:cubicBezTo>
                <a:cubicBezTo>
                  <a:pt x="4275234" y="5930034"/>
                  <a:pt x="4268121" y="5937127"/>
                  <a:pt x="4261006" y="5958407"/>
                </a:cubicBezTo>
                <a:cubicBezTo>
                  <a:pt x="4261006" y="5958407"/>
                  <a:pt x="4261006" y="5972594"/>
                  <a:pt x="4261006" y="5972594"/>
                </a:cubicBezTo>
                <a:cubicBezTo>
                  <a:pt x="4261006" y="5972594"/>
                  <a:pt x="4253893" y="5986780"/>
                  <a:pt x="4253893" y="5993873"/>
                </a:cubicBezTo>
                <a:cubicBezTo>
                  <a:pt x="4253893" y="5993873"/>
                  <a:pt x="4253893" y="6008060"/>
                  <a:pt x="4232553" y="6015153"/>
                </a:cubicBezTo>
                <a:cubicBezTo>
                  <a:pt x="4232553" y="6015153"/>
                  <a:pt x="4218325" y="6029340"/>
                  <a:pt x="4211212" y="6036433"/>
                </a:cubicBezTo>
                <a:cubicBezTo>
                  <a:pt x="4211212" y="6036433"/>
                  <a:pt x="4204099" y="6050620"/>
                  <a:pt x="4196986" y="6050620"/>
                </a:cubicBezTo>
                <a:cubicBezTo>
                  <a:pt x="4196986" y="6050620"/>
                  <a:pt x="4196986" y="6050620"/>
                  <a:pt x="4196986" y="6057713"/>
                </a:cubicBezTo>
                <a:cubicBezTo>
                  <a:pt x="4196986" y="6057713"/>
                  <a:pt x="4189871" y="6071900"/>
                  <a:pt x="4168531" y="6078993"/>
                </a:cubicBezTo>
                <a:cubicBezTo>
                  <a:pt x="4168531" y="6078993"/>
                  <a:pt x="4168531" y="6029340"/>
                  <a:pt x="4168531" y="6015153"/>
                </a:cubicBezTo>
                <a:cubicBezTo>
                  <a:pt x="4168531" y="6015153"/>
                  <a:pt x="4168531" y="5993873"/>
                  <a:pt x="4168531" y="5979687"/>
                </a:cubicBezTo>
                <a:cubicBezTo>
                  <a:pt x="4168531" y="5979687"/>
                  <a:pt x="4168531" y="5958407"/>
                  <a:pt x="4182758" y="5958407"/>
                </a:cubicBezTo>
                <a:cubicBezTo>
                  <a:pt x="4182758" y="5958407"/>
                  <a:pt x="4182758" y="5965500"/>
                  <a:pt x="4182758" y="5958407"/>
                </a:cubicBezTo>
                <a:cubicBezTo>
                  <a:pt x="4182758" y="5958407"/>
                  <a:pt x="4196986" y="5930034"/>
                  <a:pt x="4196986" y="5922940"/>
                </a:cubicBezTo>
                <a:cubicBezTo>
                  <a:pt x="4196986" y="5922940"/>
                  <a:pt x="4182758" y="5915847"/>
                  <a:pt x="4182758" y="5915847"/>
                </a:cubicBezTo>
                <a:cubicBezTo>
                  <a:pt x="4182758" y="5915847"/>
                  <a:pt x="4175644" y="5908754"/>
                  <a:pt x="4175644" y="5901660"/>
                </a:cubicBezTo>
                <a:cubicBezTo>
                  <a:pt x="4175644" y="5901660"/>
                  <a:pt x="4175644" y="5901660"/>
                  <a:pt x="4168531" y="5894567"/>
                </a:cubicBezTo>
                <a:cubicBezTo>
                  <a:pt x="4168531" y="5894567"/>
                  <a:pt x="4154303" y="5887474"/>
                  <a:pt x="4154303" y="5894567"/>
                </a:cubicBezTo>
                <a:cubicBezTo>
                  <a:pt x="4154303" y="5894567"/>
                  <a:pt x="4154303" y="5894567"/>
                  <a:pt x="4140077" y="5894567"/>
                </a:cubicBezTo>
                <a:cubicBezTo>
                  <a:pt x="4140077" y="5894567"/>
                  <a:pt x="4076055" y="5880381"/>
                  <a:pt x="4104509" y="5866194"/>
                </a:cubicBezTo>
                <a:cubicBezTo>
                  <a:pt x="4104509" y="5866194"/>
                  <a:pt x="4140077" y="5866194"/>
                  <a:pt x="4161417" y="5830726"/>
                </a:cubicBezTo>
                <a:cubicBezTo>
                  <a:pt x="4161417" y="5830726"/>
                  <a:pt x="4168531" y="5830726"/>
                  <a:pt x="4175644" y="5773980"/>
                </a:cubicBezTo>
                <a:cubicBezTo>
                  <a:pt x="4175644" y="5773980"/>
                  <a:pt x="4175644" y="5766887"/>
                  <a:pt x="4168531" y="5766887"/>
                </a:cubicBezTo>
                <a:cubicBezTo>
                  <a:pt x="4168531" y="5766887"/>
                  <a:pt x="4161417" y="5759793"/>
                  <a:pt x="4168531" y="5759793"/>
                </a:cubicBezTo>
                <a:cubicBezTo>
                  <a:pt x="4168531" y="5759793"/>
                  <a:pt x="4168531" y="5752700"/>
                  <a:pt x="4161417" y="5745607"/>
                </a:cubicBezTo>
                <a:cubicBezTo>
                  <a:pt x="4161417" y="5745607"/>
                  <a:pt x="4154303" y="5738513"/>
                  <a:pt x="4161417" y="5731420"/>
                </a:cubicBezTo>
                <a:cubicBezTo>
                  <a:pt x="4161417" y="5731420"/>
                  <a:pt x="4161417" y="5724327"/>
                  <a:pt x="4154303" y="5717233"/>
                </a:cubicBezTo>
                <a:cubicBezTo>
                  <a:pt x="4154303" y="5717233"/>
                  <a:pt x="4154303" y="5717233"/>
                  <a:pt x="4154303" y="5710140"/>
                </a:cubicBezTo>
                <a:cubicBezTo>
                  <a:pt x="4154303" y="5710140"/>
                  <a:pt x="4154303" y="5710140"/>
                  <a:pt x="4147190" y="5695953"/>
                </a:cubicBezTo>
                <a:cubicBezTo>
                  <a:pt x="4147190" y="5695953"/>
                  <a:pt x="4147190" y="5695953"/>
                  <a:pt x="4154303" y="5688860"/>
                </a:cubicBezTo>
                <a:cubicBezTo>
                  <a:pt x="4154303" y="5688860"/>
                  <a:pt x="4161417" y="5695953"/>
                  <a:pt x="4154303" y="5681767"/>
                </a:cubicBezTo>
                <a:cubicBezTo>
                  <a:pt x="4154303" y="5681767"/>
                  <a:pt x="4147190" y="5674674"/>
                  <a:pt x="4140077" y="5667579"/>
                </a:cubicBezTo>
                <a:cubicBezTo>
                  <a:pt x="4132964" y="5660487"/>
                  <a:pt x="4132964" y="5660487"/>
                  <a:pt x="4132964" y="5660487"/>
                </a:cubicBezTo>
                <a:cubicBezTo>
                  <a:pt x="4104509" y="5610833"/>
                  <a:pt x="4104509" y="5610833"/>
                  <a:pt x="4104509" y="5610833"/>
                </a:cubicBezTo>
                <a:cubicBezTo>
                  <a:pt x="4104509" y="5610833"/>
                  <a:pt x="4083168" y="5589553"/>
                  <a:pt x="4111622" y="5596646"/>
                </a:cubicBezTo>
                <a:cubicBezTo>
                  <a:pt x="4111622" y="5596646"/>
                  <a:pt x="4132964" y="5589553"/>
                  <a:pt x="4154303" y="5596646"/>
                </a:cubicBezTo>
                <a:cubicBezTo>
                  <a:pt x="4154303" y="5596646"/>
                  <a:pt x="4175644" y="5596646"/>
                  <a:pt x="4189871" y="5596646"/>
                </a:cubicBezTo>
                <a:cubicBezTo>
                  <a:pt x="4189871" y="5596646"/>
                  <a:pt x="4196986" y="5589553"/>
                  <a:pt x="4204099" y="5617926"/>
                </a:cubicBezTo>
                <a:cubicBezTo>
                  <a:pt x="4204099" y="5617926"/>
                  <a:pt x="4218325" y="5639206"/>
                  <a:pt x="4218325" y="5639206"/>
                </a:cubicBezTo>
                <a:cubicBezTo>
                  <a:pt x="4218325" y="5639206"/>
                  <a:pt x="4253893" y="5646299"/>
                  <a:pt x="4261006" y="5653394"/>
                </a:cubicBezTo>
                <a:cubicBezTo>
                  <a:pt x="4261006" y="5653394"/>
                  <a:pt x="4261006" y="5653394"/>
                  <a:pt x="4261006" y="5646299"/>
                </a:cubicBezTo>
                <a:cubicBezTo>
                  <a:pt x="4261006" y="5646299"/>
                  <a:pt x="4275234" y="5646299"/>
                  <a:pt x="4289461" y="5660487"/>
                </a:cubicBezTo>
                <a:cubicBezTo>
                  <a:pt x="4289461" y="5660487"/>
                  <a:pt x="4282347" y="5674674"/>
                  <a:pt x="4296574" y="5667579"/>
                </a:cubicBezTo>
                <a:cubicBezTo>
                  <a:pt x="4296574" y="5667579"/>
                  <a:pt x="4310802" y="5667579"/>
                  <a:pt x="4310802" y="5688860"/>
                </a:cubicBezTo>
                <a:cubicBezTo>
                  <a:pt x="4310802" y="5688860"/>
                  <a:pt x="4317915" y="5717233"/>
                  <a:pt x="4296574" y="5738513"/>
                </a:cubicBezTo>
                <a:close/>
                <a:moveTo>
                  <a:pt x="4495753" y="5915847"/>
                </a:moveTo>
                <a:cubicBezTo>
                  <a:pt x="4495753" y="5915847"/>
                  <a:pt x="4488640" y="5937127"/>
                  <a:pt x="4467299" y="5944220"/>
                </a:cubicBezTo>
                <a:cubicBezTo>
                  <a:pt x="4467299" y="5944220"/>
                  <a:pt x="4453072" y="5951314"/>
                  <a:pt x="4438846" y="5951314"/>
                </a:cubicBezTo>
                <a:cubicBezTo>
                  <a:pt x="4438846" y="5951314"/>
                  <a:pt x="4424618" y="5951314"/>
                  <a:pt x="4424618" y="5944220"/>
                </a:cubicBezTo>
                <a:cubicBezTo>
                  <a:pt x="4424618" y="5944220"/>
                  <a:pt x="4417504" y="5944220"/>
                  <a:pt x="4410391" y="5951314"/>
                </a:cubicBezTo>
                <a:cubicBezTo>
                  <a:pt x="4410391" y="5951314"/>
                  <a:pt x="4403278" y="5951314"/>
                  <a:pt x="4396163" y="5937127"/>
                </a:cubicBezTo>
                <a:cubicBezTo>
                  <a:pt x="4396163" y="5937127"/>
                  <a:pt x="4381937" y="5930034"/>
                  <a:pt x="4381937" y="5915847"/>
                </a:cubicBezTo>
                <a:cubicBezTo>
                  <a:pt x="4381937" y="5915847"/>
                  <a:pt x="4381937" y="5894567"/>
                  <a:pt x="4374824" y="5880381"/>
                </a:cubicBezTo>
                <a:cubicBezTo>
                  <a:pt x="4374824" y="5880381"/>
                  <a:pt x="4360596" y="5844913"/>
                  <a:pt x="4381937" y="5852006"/>
                </a:cubicBezTo>
                <a:cubicBezTo>
                  <a:pt x="4381937" y="5852006"/>
                  <a:pt x="4389050" y="5852006"/>
                  <a:pt x="4403278" y="5844913"/>
                </a:cubicBezTo>
                <a:cubicBezTo>
                  <a:pt x="4403278" y="5844913"/>
                  <a:pt x="4424618" y="5852006"/>
                  <a:pt x="4453072" y="5859101"/>
                </a:cubicBezTo>
                <a:cubicBezTo>
                  <a:pt x="4453072" y="5859101"/>
                  <a:pt x="4474413" y="5873286"/>
                  <a:pt x="4481526" y="5873286"/>
                </a:cubicBezTo>
                <a:cubicBezTo>
                  <a:pt x="4481526" y="5873286"/>
                  <a:pt x="4495753" y="5873286"/>
                  <a:pt x="4495753" y="5894567"/>
                </a:cubicBezTo>
                <a:cubicBezTo>
                  <a:pt x="4495753" y="5894567"/>
                  <a:pt x="4495753" y="5901660"/>
                  <a:pt x="4495753" y="5908754"/>
                </a:cubicBezTo>
                <a:cubicBezTo>
                  <a:pt x="4495753" y="5908754"/>
                  <a:pt x="4495753" y="5915847"/>
                  <a:pt x="4495753" y="5915847"/>
                </a:cubicBezTo>
                <a:close/>
                <a:moveTo>
                  <a:pt x="4744726" y="5483153"/>
                </a:moveTo>
                <a:cubicBezTo>
                  <a:pt x="4744726" y="5483153"/>
                  <a:pt x="4730500" y="5476060"/>
                  <a:pt x="4723387" y="5476060"/>
                </a:cubicBezTo>
                <a:cubicBezTo>
                  <a:pt x="4723387" y="5476060"/>
                  <a:pt x="4709159" y="5461872"/>
                  <a:pt x="4709159" y="5483153"/>
                </a:cubicBezTo>
                <a:cubicBezTo>
                  <a:pt x="4709159" y="5483153"/>
                  <a:pt x="4666478" y="5518620"/>
                  <a:pt x="4666478" y="5554086"/>
                </a:cubicBezTo>
                <a:cubicBezTo>
                  <a:pt x="4666478" y="5554086"/>
                  <a:pt x="4666478" y="5561180"/>
                  <a:pt x="4673591" y="5568273"/>
                </a:cubicBezTo>
                <a:cubicBezTo>
                  <a:pt x="4673591" y="5568273"/>
                  <a:pt x="4673591" y="5589553"/>
                  <a:pt x="4666478" y="5596646"/>
                </a:cubicBezTo>
                <a:cubicBezTo>
                  <a:pt x="4666478" y="5596646"/>
                  <a:pt x="4666478" y="5617926"/>
                  <a:pt x="4659365" y="5625019"/>
                </a:cubicBezTo>
                <a:cubicBezTo>
                  <a:pt x="4659365" y="5625019"/>
                  <a:pt x="4652251" y="5625019"/>
                  <a:pt x="4645138" y="5632113"/>
                </a:cubicBezTo>
                <a:cubicBezTo>
                  <a:pt x="4645138" y="5632113"/>
                  <a:pt x="4645138" y="5632113"/>
                  <a:pt x="4638023" y="5632113"/>
                </a:cubicBezTo>
                <a:cubicBezTo>
                  <a:pt x="4638023" y="5632113"/>
                  <a:pt x="4602456" y="5632113"/>
                  <a:pt x="4609570" y="5610833"/>
                </a:cubicBezTo>
                <a:cubicBezTo>
                  <a:pt x="4609570" y="5610833"/>
                  <a:pt x="4609570" y="5582460"/>
                  <a:pt x="4609570" y="5568273"/>
                </a:cubicBezTo>
                <a:cubicBezTo>
                  <a:pt x="4609570" y="5568273"/>
                  <a:pt x="4595343" y="5546993"/>
                  <a:pt x="4616684" y="5539900"/>
                </a:cubicBezTo>
                <a:cubicBezTo>
                  <a:pt x="4616684" y="5539900"/>
                  <a:pt x="4630910" y="5532806"/>
                  <a:pt x="4638023" y="5532806"/>
                </a:cubicBezTo>
                <a:cubicBezTo>
                  <a:pt x="4638023" y="5532806"/>
                  <a:pt x="4645138" y="5532806"/>
                  <a:pt x="4652251" y="5525713"/>
                </a:cubicBezTo>
                <a:cubicBezTo>
                  <a:pt x="4652251" y="5525713"/>
                  <a:pt x="4687819" y="5483153"/>
                  <a:pt x="4702045" y="5461872"/>
                </a:cubicBezTo>
                <a:cubicBezTo>
                  <a:pt x="4702045" y="5461872"/>
                  <a:pt x="4709159" y="5454780"/>
                  <a:pt x="4694932" y="5440592"/>
                </a:cubicBezTo>
                <a:cubicBezTo>
                  <a:pt x="4694932" y="5440592"/>
                  <a:pt x="4652251" y="5405126"/>
                  <a:pt x="4623797" y="5390939"/>
                </a:cubicBezTo>
                <a:cubicBezTo>
                  <a:pt x="4623797" y="5390939"/>
                  <a:pt x="4588229" y="5376753"/>
                  <a:pt x="4566888" y="5383846"/>
                </a:cubicBezTo>
                <a:cubicBezTo>
                  <a:pt x="4566888" y="5383846"/>
                  <a:pt x="4509981" y="5376753"/>
                  <a:pt x="4552662" y="5362566"/>
                </a:cubicBezTo>
                <a:cubicBezTo>
                  <a:pt x="4552662" y="5362566"/>
                  <a:pt x="4588229" y="5348379"/>
                  <a:pt x="4652251" y="5390939"/>
                </a:cubicBezTo>
                <a:cubicBezTo>
                  <a:pt x="4652251" y="5390939"/>
                  <a:pt x="4694932" y="5419312"/>
                  <a:pt x="4702045" y="5440592"/>
                </a:cubicBezTo>
                <a:cubicBezTo>
                  <a:pt x="4702045" y="5440592"/>
                  <a:pt x="4709159" y="5447687"/>
                  <a:pt x="4716273" y="5440592"/>
                </a:cubicBezTo>
                <a:cubicBezTo>
                  <a:pt x="4716273" y="5440592"/>
                  <a:pt x="4737613" y="5426406"/>
                  <a:pt x="4723387" y="5412219"/>
                </a:cubicBezTo>
                <a:cubicBezTo>
                  <a:pt x="4723387" y="5412219"/>
                  <a:pt x="4702045" y="5369659"/>
                  <a:pt x="4623797" y="5320006"/>
                </a:cubicBezTo>
                <a:cubicBezTo>
                  <a:pt x="4623797" y="5320006"/>
                  <a:pt x="4595343" y="5298726"/>
                  <a:pt x="4581116" y="5305820"/>
                </a:cubicBezTo>
                <a:cubicBezTo>
                  <a:pt x="4581116" y="5305820"/>
                  <a:pt x="4566888" y="5298726"/>
                  <a:pt x="4581116" y="5298726"/>
                </a:cubicBezTo>
                <a:cubicBezTo>
                  <a:pt x="4581116" y="5298726"/>
                  <a:pt x="4616684" y="5284540"/>
                  <a:pt x="4666478" y="5320006"/>
                </a:cubicBezTo>
                <a:cubicBezTo>
                  <a:pt x="4666478" y="5320006"/>
                  <a:pt x="4702045" y="5348379"/>
                  <a:pt x="4723387" y="5376753"/>
                </a:cubicBezTo>
                <a:cubicBezTo>
                  <a:pt x="4723387" y="5376753"/>
                  <a:pt x="4737613" y="5390939"/>
                  <a:pt x="4730500" y="5376753"/>
                </a:cubicBezTo>
                <a:cubicBezTo>
                  <a:pt x="4730500" y="5376753"/>
                  <a:pt x="4723387" y="5362566"/>
                  <a:pt x="4730500" y="5355473"/>
                </a:cubicBezTo>
                <a:cubicBezTo>
                  <a:pt x="4730500" y="5355473"/>
                  <a:pt x="4730500" y="5355473"/>
                  <a:pt x="4730500" y="5348379"/>
                </a:cubicBezTo>
                <a:cubicBezTo>
                  <a:pt x="4730500" y="5348379"/>
                  <a:pt x="4723387" y="5341286"/>
                  <a:pt x="4723387" y="5334193"/>
                </a:cubicBezTo>
                <a:cubicBezTo>
                  <a:pt x="4723387" y="5334193"/>
                  <a:pt x="4730500" y="5334193"/>
                  <a:pt x="4716273" y="5334193"/>
                </a:cubicBezTo>
                <a:cubicBezTo>
                  <a:pt x="4716273" y="5334193"/>
                  <a:pt x="4709159" y="5327099"/>
                  <a:pt x="4702045" y="5327099"/>
                </a:cubicBezTo>
                <a:cubicBezTo>
                  <a:pt x="4702045" y="5327099"/>
                  <a:pt x="4666478" y="5327099"/>
                  <a:pt x="4694932" y="5320006"/>
                </a:cubicBezTo>
                <a:cubicBezTo>
                  <a:pt x="4694932" y="5320006"/>
                  <a:pt x="4702045" y="5320006"/>
                  <a:pt x="4716273" y="5320006"/>
                </a:cubicBezTo>
                <a:cubicBezTo>
                  <a:pt x="4716273" y="5320006"/>
                  <a:pt x="4723387" y="5320006"/>
                  <a:pt x="4716273" y="5312913"/>
                </a:cubicBezTo>
                <a:cubicBezTo>
                  <a:pt x="4716273" y="5312913"/>
                  <a:pt x="4702045" y="5284540"/>
                  <a:pt x="4702045" y="5277446"/>
                </a:cubicBezTo>
                <a:cubicBezTo>
                  <a:pt x="4702045" y="5277446"/>
                  <a:pt x="4694932" y="5263260"/>
                  <a:pt x="4694932" y="5277446"/>
                </a:cubicBezTo>
                <a:cubicBezTo>
                  <a:pt x="4694932" y="5277446"/>
                  <a:pt x="4687819" y="5291633"/>
                  <a:pt x="4666478" y="5277446"/>
                </a:cubicBezTo>
                <a:cubicBezTo>
                  <a:pt x="4666478" y="5277446"/>
                  <a:pt x="4630910" y="5277446"/>
                  <a:pt x="4630910" y="5256166"/>
                </a:cubicBezTo>
                <a:cubicBezTo>
                  <a:pt x="4630910" y="5256166"/>
                  <a:pt x="4638023" y="5227792"/>
                  <a:pt x="4616684" y="5227792"/>
                </a:cubicBezTo>
                <a:cubicBezTo>
                  <a:pt x="4616684" y="5227792"/>
                  <a:pt x="4595343" y="5220699"/>
                  <a:pt x="4616684" y="5213607"/>
                </a:cubicBezTo>
                <a:cubicBezTo>
                  <a:pt x="4616684" y="5213607"/>
                  <a:pt x="4638023" y="5206512"/>
                  <a:pt x="4666478" y="5213607"/>
                </a:cubicBezTo>
                <a:cubicBezTo>
                  <a:pt x="4666478" y="5213607"/>
                  <a:pt x="4666478" y="5220699"/>
                  <a:pt x="4680706" y="5213607"/>
                </a:cubicBezTo>
                <a:cubicBezTo>
                  <a:pt x="4680706" y="5213607"/>
                  <a:pt x="4744726" y="5185232"/>
                  <a:pt x="4751841" y="5227792"/>
                </a:cubicBezTo>
                <a:cubicBezTo>
                  <a:pt x="4751841" y="5227792"/>
                  <a:pt x="4744726" y="5256166"/>
                  <a:pt x="4758954" y="5277446"/>
                </a:cubicBezTo>
                <a:cubicBezTo>
                  <a:pt x="4758954" y="5277446"/>
                  <a:pt x="4758954" y="5291633"/>
                  <a:pt x="4758954" y="5298726"/>
                </a:cubicBezTo>
                <a:cubicBezTo>
                  <a:pt x="4758954" y="5298726"/>
                  <a:pt x="4758954" y="5305820"/>
                  <a:pt x="4766067" y="5320006"/>
                </a:cubicBezTo>
                <a:cubicBezTo>
                  <a:pt x="4766067" y="5320006"/>
                  <a:pt x="4773181" y="5320006"/>
                  <a:pt x="4766067" y="5327099"/>
                </a:cubicBezTo>
                <a:cubicBezTo>
                  <a:pt x="4766067" y="5327099"/>
                  <a:pt x="4766067" y="5341286"/>
                  <a:pt x="4766067" y="5355473"/>
                </a:cubicBezTo>
                <a:cubicBezTo>
                  <a:pt x="4766067" y="5355473"/>
                  <a:pt x="4758954" y="5376753"/>
                  <a:pt x="4773181" y="5362566"/>
                </a:cubicBezTo>
                <a:cubicBezTo>
                  <a:pt x="4773181" y="5362566"/>
                  <a:pt x="4808748" y="5312913"/>
                  <a:pt x="4822976" y="5291633"/>
                </a:cubicBezTo>
                <a:cubicBezTo>
                  <a:pt x="4822976" y="5291633"/>
                  <a:pt x="4837203" y="5277446"/>
                  <a:pt x="4815863" y="5277446"/>
                </a:cubicBezTo>
                <a:cubicBezTo>
                  <a:pt x="4815863" y="5277446"/>
                  <a:pt x="4794522" y="5270353"/>
                  <a:pt x="4780295" y="5263260"/>
                </a:cubicBezTo>
                <a:cubicBezTo>
                  <a:pt x="4780295" y="5263260"/>
                  <a:pt x="4766067" y="5256166"/>
                  <a:pt x="4780295" y="5249073"/>
                </a:cubicBezTo>
                <a:cubicBezTo>
                  <a:pt x="4780295" y="5249073"/>
                  <a:pt x="4794522" y="5256166"/>
                  <a:pt x="4794522" y="5249073"/>
                </a:cubicBezTo>
                <a:cubicBezTo>
                  <a:pt x="4794522" y="5249073"/>
                  <a:pt x="4787409" y="5241980"/>
                  <a:pt x="4794522" y="5241980"/>
                </a:cubicBezTo>
                <a:cubicBezTo>
                  <a:pt x="4794522" y="5241980"/>
                  <a:pt x="4808748" y="5241980"/>
                  <a:pt x="4808748" y="5227792"/>
                </a:cubicBezTo>
                <a:cubicBezTo>
                  <a:pt x="4808748" y="5227792"/>
                  <a:pt x="4801635" y="5206512"/>
                  <a:pt x="4794522" y="5213607"/>
                </a:cubicBezTo>
                <a:cubicBezTo>
                  <a:pt x="4794522" y="5213607"/>
                  <a:pt x="4766067" y="5213607"/>
                  <a:pt x="4758954" y="5199419"/>
                </a:cubicBezTo>
                <a:cubicBezTo>
                  <a:pt x="4758954" y="5199419"/>
                  <a:pt x="4744726" y="5192326"/>
                  <a:pt x="4744726" y="5185232"/>
                </a:cubicBezTo>
                <a:cubicBezTo>
                  <a:pt x="4744726" y="5185232"/>
                  <a:pt x="4744726" y="5178139"/>
                  <a:pt x="4758954" y="5185232"/>
                </a:cubicBezTo>
                <a:cubicBezTo>
                  <a:pt x="4758954" y="5185232"/>
                  <a:pt x="4787409" y="5199419"/>
                  <a:pt x="4773181" y="5178139"/>
                </a:cubicBezTo>
                <a:cubicBezTo>
                  <a:pt x="4758954" y="5163952"/>
                  <a:pt x="4758954" y="5163952"/>
                  <a:pt x="4758954" y="5163952"/>
                </a:cubicBezTo>
                <a:cubicBezTo>
                  <a:pt x="4758954" y="5163952"/>
                  <a:pt x="4758954" y="5149766"/>
                  <a:pt x="4737613" y="5163952"/>
                </a:cubicBezTo>
                <a:cubicBezTo>
                  <a:pt x="4737613" y="5163952"/>
                  <a:pt x="4694932" y="5171046"/>
                  <a:pt x="4709159" y="5156859"/>
                </a:cubicBezTo>
                <a:cubicBezTo>
                  <a:pt x="4709159" y="5156859"/>
                  <a:pt x="4723387" y="5149766"/>
                  <a:pt x="4716273" y="5142672"/>
                </a:cubicBezTo>
                <a:cubicBezTo>
                  <a:pt x="4716273" y="5142672"/>
                  <a:pt x="4716273" y="5135579"/>
                  <a:pt x="4730500" y="5128486"/>
                </a:cubicBezTo>
                <a:cubicBezTo>
                  <a:pt x="4730500" y="5128486"/>
                  <a:pt x="4737613" y="5121393"/>
                  <a:pt x="4730500" y="5114299"/>
                </a:cubicBezTo>
                <a:cubicBezTo>
                  <a:pt x="4730500" y="5114299"/>
                  <a:pt x="4730500" y="5114299"/>
                  <a:pt x="4751841" y="5107206"/>
                </a:cubicBezTo>
                <a:cubicBezTo>
                  <a:pt x="4751841" y="5107206"/>
                  <a:pt x="4808748" y="5085926"/>
                  <a:pt x="4815863" y="5114299"/>
                </a:cubicBezTo>
                <a:cubicBezTo>
                  <a:pt x="4815863" y="5114299"/>
                  <a:pt x="4822976" y="5128486"/>
                  <a:pt x="4815863" y="5142672"/>
                </a:cubicBezTo>
                <a:cubicBezTo>
                  <a:pt x="4815863" y="5142672"/>
                  <a:pt x="4808748" y="5142672"/>
                  <a:pt x="4815863" y="5171046"/>
                </a:cubicBezTo>
                <a:cubicBezTo>
                  <a:pt x="4815863" y="5171046"/>
                  <a:pt x="4815863" y="5185232"/>
                  <a:pt x="4830089" y="5192326"/>
                </a:cubicBezTo>
                <a:cubicBezTo>
                  <a:pt x="4830089" y="5192326"/>
                  <a:pt x="4837203" y="5206512"/>
                  <a:pt x="4844316" y="5220699"/>
                </a:cubicBezTo>
                <a:cubicBezTo>
                  <a:pt x="4844316" y="5220699"/>
                  <a:pt x="4858544" y="5241980"/>
                  <a:pt x="4858544" y="5249073"/>
                </a:cubicBezTo>
                <a:cubicBezTo>
                  <a:pt x="4858544" y="5249073"/>
                  <a:pt x="4858544" y="5263260"/>
                  <a:pt x="4865657" y="5256166"/>
                </a:cubicBezTo>
                <a:cubicBezTo>
                  <a:pt x="4865657" y="5256166"/>
                  <a:pt x="4922566" y="5185232"/>
                  <a:pt x="4965247" y="5206512"/>
                </a:cubicBezTo>
                <a:cubicBezTo>
                  <a:pt x="4965247" y="5206512"/>
                  <a:pt x="4986588" y="5199419"/>
                  <a:pt x="4958133" y="5234885"/>
                </a:cubicBezTo>
                <a:cubicBezTo>
                  <a:pt x="4958133" y="5234885"/>
                  <a:pt x="4951020" y="5249073"/>
                  <a:pt x="4943906" y="5249073"/>
                </a:cubicBezTo>
                <a:cubicBezTo>
                  <a:pt x="4894111" y="5270353"/>
                  <a:pt x="4894111" y="5270353"/>
                  <a:pt x="4894111" y="5270353"/>
                </a:cubicBezTo>
                <a:cubicBezTo>
                  <a:pt x="4894111" y="5270353"/>
                  <a:pt x="4879884" y="5277446"/>
                  <a:pt x="4901225" y="5263260"/>
                </a:cubicBezTo>
                <a:cubicBezTo>
                  <a:pt x="4901225" y="5263260"/>
                  <a:pt x="4922566" y="5241980"/>
                  <a:pt x="4922566" y="5234885"/>
                </a:cubicBezTo>
                <a:cubicBezTo>
                  <a:pt x="4922566" y="5234885"/>
                  <a:pt x="4922566" y="5220699"/>
                  <a:pt x="4915451" y="5234885"/>
                </a:cubicBezTo>
                <a:cubicBezTo>
                  <a:pt x="4915451" y="5234885"/>
                  <a:pt x="4886998" y="5256166"/>
                  <a:pt x="4879884" y="5263260"/>
                </a:cubicBezTo>
                <a:cubicBezTo>
                  <a:pt x="4879884" y="5263260"/>
                  <a:pt x="4865657" y="5270353"/>
                  <a:pt x="4872770" y="5284540"/>
                </a:cubicBezTo>
                <a:cubicBezTo>
                  <a:pt x="4872770" y="5284540"/>
                  <a:pt x="4872770" y="5291633"/>
                  <a:pt x="4872770" y="5291633"/>
                </a:cubicBezTo>
                <a:cubicBezTo>
                  <a:pt x="4872770" y="5291633"/>
                  <a:pt x="4872770" y="5298726"/>
                  <a:pt x="4872770" y="5298726"/>
                </a:cubicBezTo>
                <a:cubicBezTo>
                  <a:pt x="4872770" y="5298726"/>
                  <a:pt x="4886998" y="5327099"/>
                  <a:pt x="4865657" y="5327099"/>
                </a:cubicBezTo>
                <a:cubicBezTo>
                  <a:pt x="4865657" y="5327099"/>
                  <a:pt x="4844316" y="5327099"/>
                  <a:pt x="4837203" y="5312913"/>
                </a:cubicBezTo>
                <a:cubicBezTo>
                  <a:pt x="4837203" y="5312913"/>
                  <a:pt x="4830089" y="5298726"/>
                  <a:pt x="4822976" y="5320006"/>
                </a:cubicBezTo>
                <a:cubicBezTo>
                  <a:pt x="4822976" y="5320006"/>
                  <a:pt x="4801635" y="5355473"/>
                  <a:pt x="4787409" y="5369659"/>
                </a:cubicBezTo>
                <a:cubicBezTo>
                  <a:pt x="4787409" y="5369659"/>
                  <a:pt x="4751841" y="5405126"/>
                  <a:pt x="4758954" y="5412219"/>
                </a:cubicBezTo>
                <a:cubicBezTo>
                  <a:pt x="4758954" y="5412219"/>
                  <a:pt x="4773181" y="5426406"/>
                  <a:pt x="4766067" y="5426406"/>
                </a:cubicBezTo>
                <a:cubicBezTo>
                  <a:pt x="4766067" y="5426406"/>
                  <a:pt x="4758954" y="5433499"/>
                  <a:pt x="4744726" y="5426406"/>
                </a:cubicBezTo>
                <a:cubicBezTo>
                  <a:pt x="4744726" y="5426406"/>
                  <a:pt x="4744726" y="5426406"/>
                  <a:pt x="4737613" y="5440592"/>
                </a:cubicBezTo>
                <a:cubicBezTo>
                  <a:pt x="4737613" y="5440592"/>
                  <a:pt x="4716273" y="5461872"/>
                  <a:pt x="4730500" y="5468967"/>
                </a:cubicBezTo>
                <a:cubicBezTo>
                  <a:pt x="4730500" y="5468967"/>
                  <a:pt x="4737613" y="5468967"/>
                  <a:pt x="4744726" y="5476060"/>
                </a:cubicBezTo>
                <a:cubicBezTo>
                  <a:pt x="4744726" y="5476060"/>
                  <a:pt x="4758954" y="5476060"/>
                  <a:pt x="4744726" y="5483153"/>
                </a:cubicBezTo>
                <a:close/>
                <a:moveTo>
                  <a:pt x="5022155" y="5646299"/>
                </a:moveTo>
                <a:cubicBezTo>
                  <a:pt x="5022155" y="5646299"/>
                  <a:pt x="5022155" y="5653394"/>
                  <a:pt x="5022155" y="5667579"/>
                </a:cubicBezTo>
                <a:cubicBezTo>
                  <a:pt x="5022155" y="5667579"/>
                  <a:pt x="5022155" y="5674674"/>
                  <a:pt x="5015041" y="5681767"/>
                </a:cubicBezTo>
                <a:cubicBezTo>
                  <a:pt x="4943906" y="5731420"/>
                  <a:pt x="4943906" y="5731420"/>
                  <a:pt x="4943906" y="5731420"/>
                </a:cubicBezTo>
                <a:cubicBezTo>
                  <a:pt x="4943906" y="5731420"/>
                  <a:pt x="4936792" y="5724327"/>
                  <a:pt x="4929679" y="5738513"/>
                </a:cubicBezTo>
                <a:cubicBezTo>
                  <a:pt x="4929679" y="5738513"/>
                  <a:pt x="4929679" y="5731420"/>
                  <a:pt x="4922566" y="5731420"/>
                </a:cubicBezTo>
                <a:cubicBezTo>
                  <a:pt x="4922566" y="5731420"/>
                  <a:pt x="4922566" y="5731420"/>
                  <a:pt x="4922566" y="5738513"/>
                </a:cubicBezTo>
                <a:cubicBezTo>
                  <a:pt x="4922566" y="5738513"/>
                  <a:pt x="4908338" y="5731420"/>
                  <a:pt x="4908338" y="5738513"/>
                </a:cubicBezTo>
                <a:cubicBezTo>
                  <a:pt x="4865657" y="5745607"/>
                  <a:pt x="4865657" y="5745607"/>
                  <a:pt x="4865657" y="5745607"/>
                </a:cubicBezTo>
                <a:cubicBezTo>
                  <a:pt x="4865657" y="5745607"/>
                  <a:pt x="4851430" y="5745607"/>
                  <a:pt x="4872770" y="5738513"/>
                </a:cubicBezTo>
                <a:cubicBezTo>
                  <a:pt x="4872770" y="5738513"/>
                  <a:pt x="4922566" y="5724327"/>
                  <a:pt x="4894111" y="5724327"/>
                </a:cubicBezTo>
                <a:cubicBezTo>
                  <a:pt x="4894111" y="5724327"/>
                  <a:pt x="4879884" y="5717233"/>
                  <a:pt x="4894111" y="5717233"/>
                </a:cubicBezTo>
                <a:cubicBezTo>
                  <a:pt x="4894111" y="5717233"/>
                  <a:pt x="4943906" y="5681767"/>
                  <a:pt x="4958133" y="5646299"/>
                </a:cubicBezTo>
                <a:cubicBezTo>
                  <a:pt x="4958133" y="5646299"/>
                  <a:pt x="5007928" y="5568273"/>
                  <a:pt x="4943906" y="5525713"/>
                </a:cubicBezTo>
                <a:cubicBezTo>
                  <a:pt x="4943906" y="5525713"/>
                  <a:pt x="4915451" y="5525713"/>
                  <a:pt x="4894111" y="5561180"/>
                </a:cubicBezTo>
                <a:cubicBezTo>
                  <a:pt x="4894111" y="5561180"/>
                  <a:pt x="4879884" y="5596646"/>
                  <a:pt x="4858544" y="5603739"/>
                </a:cubicBezTo>
                <a:cubicBezTo>
                  <a:pt x="4858544" y="5603739"/>
                  <a:pt x="4822976" y="5596646"/>
                  <a:pt x="4801635" y="5582460"/>
                </a:cubicBezTo>
                <a:cubicBezTo>
                  <a:pt x="4801635" y="5582460"/>
                  <a:pt x="4780295" y="5575366"/>
                  <a:pt x="4801635" y="5575366"/>
                </a:cubicBezTo>
                <a:cubicBezTo>
                  <a:pt x="4801635" y="5575366"/>
                  <a:pt x="4808748" y="5575366"/>
                  <a:pt x="4822976" y="5561180"/>
                </a:cubicBezTo>
                <a:cubicBezTo>
                  <a:pt x="4822976" y="5561180"/>
                  <a:pt x="4844316" y="5554086"/>
                  <a:pt x="4844316" y="5546993"/>
                </a:cubicBezTo>
                <a:cubicBezTo>
                  <a:pt x="4844316" y="5546993"/>
                  <a:pt x="4858544" y="5525713"/>
                  <a:pt x="4872770" y="5511526"/>
                </a:cubicBezTo>
                <a:cubicBezTo>
                  <a:pt x="4872770" y="5511526"/>
                  <a:pt x="4894111" y="5497340"/>
                  <a:pt x="4901225" y="5483153"/>
                </a:cubicBezTo>
                <a:cubicBezTo>
                  <a:pt x="4901225" y="5483153"/>
                  <a:pt x="4901225" y="5468967"/>
                  <a:pt x="4886998" y="5476060"/>
                </a:cubicBezTo>
                <a:cubicBezTo>
                  <a:pt x="4886998" y="5476060"/>
                  <a:pt x="4858544" y="5504433"/>
                  <a:pt x="4830089" y="5454780"/>
                </a:cubicBezTo>
                <a:cubicBezTo>
                  <a:pt x="4830089" y="5454780"/>
                  <a:pt x="4830089" y="5398033"/>
                  <a:pt x="4822976" y="5419312"/>
                </a:cubicBezTo>
                <a:cubicBezTo>
                  <a:pt x="4822976" y="5419312"/>
                  <a:pt x="4808748" y="5454780"/>
                  <a:pt x="4787409" y="5461872"/>
                </a:cubicBezTo>
                <a:cubicBezTo>
                  <a:pt x="4787409" y="5461872"/>
                  <a:pt x="4773181" y="5468967"/>
                  <a:pt x="4758954" y="5461872"/>
                </a:cubicBezTo>
                <a:cubicBezTo>
                  <a:pt x="4758954" y="5461872"/>
                  <a:pt x="4737613" y="5454780"/>
                  <a:pt x="4758954" y="5454780"/>
                </a:cubicBezTo>
                <a:cubicBezTo>
                  <a:pt x="4758954" y="5454780"/>
                  <a:pt x="4780295" y="5447687"/>
                  <a:pt x="4794522" y="5419312"/>
                </a:cubicBezTo>
                <a:cubicBezTo>
                  <a:pt x="4794522" y="5419312"/>
                  <a:pt x="4808748" y="5398033"/>
                  <a:pt x="4808748" y="5383846"/>
                </a:cubicBezTo>
                <a:cubicBezTo>
                  <a:pt x="4808748" y="5383846"/>
                  <a:pt x="4801635" y="5376753"/>
                  <a:pt x="4822976" y="5369659"/>
                </a:cubicBezTo>
                <a:cubicBezTo>
                  <a:pt x="4822976" y="5369659"/>
                  <a:pt x="4865657" y="5334193"/>
                  <a:pt x="4894111" y="5355473"/>
                </a:cubicBezTo>
                <a:cubicBezTo>
                  <a:pt x="4894111" y="5355473"/>
                  <a:pt x="4901225" y="5369659"/>
                  <a:pt x="4894111" y="5390939"/>
                </a:cubicBezTo>
                <a:cubicBezTo>
                  <a:pt x="4894111" y="5390939"/>
                  <a:pt x="4886998" y="5405126"/>
                  <a:pt x="4908338" y="5426406"/>
                </a:cubicBezTo>
                <a:cubicBezTo>
                  <a:pt x="4908338" y="5426406"/>
                  <a:pt x="4936792" y="5440592"/>
                  <a:pt x="4943906" y="5433499"/>
                </a:cubicBezTo>
                <a:cubicBezTo>
                  <a:pt x="4943906" y="5433499"/>
                  <a:pt x="4979473" y="5405126"/>
                  <a:pt x="4993701" y="5412219"/>
                </a:cubicBezTo>
                <a:cubicBezTo>
                  <a:pt x="4993701" y="5412219"/>
                  <a:pt x="5022155" y="5412219"/>
                  <a:pt x="5015041" y="5433499"/>
                </a:cubicBezTo>
                <a:cubicBezTo>
                  <a:pt x="5015041" y="5433499"/>
                  <a:pt x="5007928" y="5447687"/>
                  <a:pt x="5007928" y="5454780"/>
                </a:cubicBezTo>
                <a:cubicBezTo>
                  <a:pt x="5007928" y="5454780"/>
                  <a:pt x="5007928" y="5454780"/>
                  <a:pt x="4993701" y="5461872"/>
                </a:cubicBezTo>
                <a:cubicBezTo>
                  <a:pt x="4993701" y="5461872"/>
                  <a:pt x="4972360" y="5476060"/>
                  <a:pt x="4993701" y="5497340"/>
                </a:cubicBezTo>
                <a:cubicBezTo>
                  <a:pt x="5029269" y="5546993"/>
                  <a:pt x="5029269" y="5546993"/>
                  <a:pt x="5029269" y="5546993"/>
                </a:cubicBezTo>
                <a:cubicBezTo>
                  <a:pt x="5029269" y="5546993"/>
                  <a:pt x="5043495" y="5589553"/>
                  <a:pt x="5036382" y="5625019"/>
                </a:cubicBezTo>
                <a:cubicBezTo>
                  <a:pt x="5036382" y="5625019"/>
                  <a:pt x="5029269" y="5639206"/>
                  <a:pt x="5022155" y="5646299"/>
                </a:cubicBezTo>
                <a:close/>
                <a:moveTo>
                  <a:pt x="3215317" y="5582460"/>
                </a:moveTo>
                <a:cubicBezTo>
                  <a:pt x="1906427" y="5582460"/>
                  <a:pt x="846511" y="4525552"/>
                  <a:pt x="846511" y="3220377"/>
                </a:cubicBezTo>
                <a:cubicBezTo>
                  <a:pt x="846511" y="1915202"/>
                  <a:pt x="1906427" y="858294"/>
                  <a:pt x="3215317" y="858294"/>
                </a:cubicBezTo>
                <a:cubicBezTo>
                  <a:pt x="4524207" y="858294"/>
                  <a:pt x="5584124" y="1915202"/>
                  <a:pt x="5584124" y="3220377"/>
                </a:cubicBezTo>
                <a:cubicBezTo>
                  <a:pt x="5584124" y="4525552"/>
                  <a:pt x="4524207" y="5582460"/>
                  <a:pt x="3215317" y="5582460"/>
                </a:cubicBezTo>
                <a:close/>
                <a:moveTo>
                  <a:pt x="5541443" y="2255683"/>
                </a:moveTo>
                <a:cubicBezTo>
                  <a:pt x="5520102" y="2198936"/>
                  <a:pt x="5512989" y="2149282"/>
                  <a:pt x="5534330" y="2099629"/>
                </a:cubicBezTo>
                <a:cubicBezTo>
                  <a:pt x="5548556" y="2057069"/>
                  <a:pt x="5584124" y="2021603"/>
                  <a:pt x="5641033" y="2000322"/>
                </a:cubicBezTo>
                <a:cubicBezTo>
                  <a:pt x="5676600" y="1986135"/>
                  <a:pt x="5705055" y="1979042"/>
                  <a:pt x="5733508" y="1979042"/>
                </a:cubicBezTo>
                <a:cubicBezTo>
                  <a:pt x="5754849" y="1979042"/>
                  <a:pt x="5776190" y="1986135"/>
                  <a:pt x="5797530" y="1993229"/>
                </a:cubicBezTo>
                <a:cubicBezTo>
                  <a:pt x="5811757" y="2007415"/>
                  <a:pt x="5833097" y="2014510"/>
                  <a:pt x="5847325" y="2028695"/>
                </a:cubicBezTo>
                <a:cubicBezTo>
                  <a:pt x="5861552" y="2049976"/>
                  <a:pt x="5882893" y="2078349"/>
                  <a:pt x="5890006" y="2106723"/>
                </a:cubicBezTo>
                <a:cubicBezTo>
                  <a:pt x="5918460" y="2163469"/>
                  <a:pt x="5918460" y="2213122"/>
                  <a:pt x="5897119" y="2255683"/>
                </a:cubicBezTo>
                <a:cubicBezTo>
                  <a:pt x="5882893" y="2305336"/>
                  <a:pt x="5847325" y="2340803"/>
                  <a:pt x="5790416" y="2362083"/>
                </a:cubicBezTo>
                <a:cubicBezTo>
                  <a:pt x="5733508" y="2383363"/>
                  <a:pt x="5683714" y="2383363"/>
                  <a:pt x="5641033" y="2362083"/>
                </a:cubicBezTo>
                <a:cubicBezTo>
                  <a:pt x="5598350" y="2347896"/>
                  <a:pt x="5562783" y="2305336"/>
                  <a:pt x="5541443" y="2255683"/>
                </a:cubicBezTo>
                <a:close/>
                <a:moveTo>
                  <a:pt x="5982482" y="2390456"/>
                </a:moveTo>
                <a:cubicBezTo>
                  <a:pt x="6003822" y="2468482"/>
                  <a:pt x="6003822" y="2468482"/>
                  <a:pt x="6003822" y="2468482"/>
                </a:cubicBezTo>
                <a:cubicBezTo>
                  <a:pt x="5712168" y="2539416"/>
                  <a:pt x="5712168" y="2539416"/>
                  <a:pt x="5712168" y="2539416"/>
                </a:cubicBezTo>
                <a:cubicBezTo>
                  <a:pt x="5761962" y="2738030"/>
                  <a:pt x="5761962" y="2738030"/>
                  <a:pt x="5761962" y="2738030"/>
                </a:cubicBezTo>
                <a:cubicBezTo>
                  <a:pt x="5697940" y="2752217"/>
                  <a:pt x="5697940" y="2752217"/>
                  <a:pt x="5697940" y="2752217"/>
                </a:cubicBezTo>
                <a:cubicBezTo>
                  <a:pt x="5633918" y="2475577"/>
                  <a:pt x="5633918" y="2475577"/>
                  <a:pt x="5633918" y="2475577"/>
                </a:cubicBezTo>
                <a:lnTo>
                  <a:pt x="5982482" y="2390456"/>
                </a:lnTo>
                <a:close/>
                <a:moveTo>
                  <a:pt x="6060731" y="3724004"/>
                </a:moveTo>
                <a:cubicBezTo>
                  <a:pt x="5804643" y="3745285"/>
                  <a:pt x="5804643" y="3745285"/>
                  <a:pt x="5804643" y="3745285"/>
                </a:cubicBezTo>
                <a:cubicBezTo>
                  <a:pt x="6032276" y="3865871"/>
                  <a:pt x="6032276" y="3865871"/>
                  <a:pt x="6032276" y="3865871"/>
                </a:cubicBezTo>
                <a:cubicBezTo>
                  <a:pt x="6010935" y="3986458"/>
                  <a:pt x="6010935" y="3986458"/>
                  <a:pt x="6010935" y="3986458"/>
                </a:cubicBezTo>
                <a:cubicBezTo>
                  <a:pt x="5648146" y="3915524"/>
                  <a:pt x="5648146" y="3915524"/>
                  <a:pt x="5648146" y="3915524"/>
                </a:cubicBezTo>
                <a:cubicBezTo>
                  <a:pt x="5662372" y="3837498"/>
                  <a:pt x="5662372" y="3837498"/>
                  <a:pt x="5662372" y="3837498"/>
                </a:cubicBezTo>
                <a:cubicBezTo>
                  <a:pt x="5946915" y="3894244"/>
                  <a:pt x="5946915" y="3894244"/>
                  <a:pt x="5946915" y="3894244"/>
                </a:cubicBezTo>
                <a:cubicBezTo>
                  <a:pt x="5676600" y="3759471"/>
                  <a:pt x="5676600" y="3759471"/>
                  <a:pt x="5676600" y="3759471"/>
                </a:cubicBezTo>
                <a:cubicBezTo>
                  <a:pt x="5697940" y="3681444"/>
                  <a:pt x="5697940" y="3681444"/>
                  <a:pt x="5697940" y="3681444"/>
                </a:cubicBezTo>
                <a:cubicBezTo>
                  <a:pt x="5996709" y="3660164"/>
                  <a:pt x="5996709" y="3660164"/>
                  <a:pt x="5996709" y="3660164"/>
                </a:cubicBezTo>
                <a:cubicBezTo>
                  <a:pt x="5712168" y="3603418"/>
                  <a:pt x="5712168" y="3603418"/>
                  <a:pt x="5712168" y="3603418"/>
                </a:cubicBezTo>
                <a:cubicBezTo>
                  <a:pt x="5726394" y="3532483"/>
                  <a:pt x="5726394" y="3532483"/>
                  <a:pt x="5726394" y="3532483"/>
                </a:cubicBezTo>
                <a:cubicBezTo>
                  <a:pt x="6089185" y="3603418"/>
                  <a:pt x="6089185" y="3603418"/>
                  <a:pt x="6089185" y="3603418"/>
                </a:cubicBezTo>
                <a:lnTo>
                  <a:pt x="6060731" y="3724004"/>
                </a:lnTo>
                <a:close/>
                <a:moveTo>
                  <a:pt x="5804643" y="3362244"/>
                </a:moveTo>
                <a:cubicBezTo>
                  <a:pt x="5811757" y="3376431"/>
                  <a:pt x="5818871" y="3383524"/>
                  <a:pt x="5833097" y="3383524"/>
                </a:cubicBezTo>
                <a:cubicBezTo>
                  <a:pt x="5847325" y="3390617"/>
                  <a:pt x="5868665" y="3390617"/>
                  <a:pt x="5897119" y="3390617"/>
                </a:cubicBezTo>
                <a:cubicBezTo>
                  <a:pt x="6103412" y="3397711"/>
                  <a:pt x="6103412" y="3397711"/>
                  <a:pt x="6103412" y="3397711"/>
                </a:cubicBezTo>
                <a:cubicBezTo>
                  <a:pt x="6096298" y="3482830"/>
                  <a:pt x="6096298" y="3482830"/>
                  <a:pt x="6096298" y="3482830"/>
                </a:cubicBezTo>
                <a:cubicBezTo>
                  <a:pt x="5904233" y="3475737"/>
                  <a:pt x="5904233" y="3475737"/>
                  <a:pt x="5904233" y="3475737"/>
                </a:cubicBezTo>
                <a:cubicBezTo>
                  <a:pt x="5861552" y="3475737"/>
                  <a:pt x="5825984" y="3468644"/>
                  <a:pt x="5811757" y="3461550"/>
                </a:cubicBezTo>
                <a:cubicBezTo>
                  <a:pt x="5790416" y="3461550"/>
                  <a:pt x="5776190" y="3447364"/>
                  <a:pt x="5769075" y="3440270"/>
                </a:cubicBezTo>
                <a:cubicBezTo>
                  <a:pt x="5754849" y="3426084"/>
                  <a:pt x="5747736" y="3411897"/>
                  <a:pt x="5740622" y="3390617"/>
                </a:cubicBezTo>
                <a:cubicBezTo>
                  <a:pt x="5733508" y="3369337"/>
                  <a:pt x="5726394" y="3340964"/>
                  <a:pt x="5726394" y="3312591"/>
                </a:cubicBezTo>
                <a:cubicBezTo>
                  <a:pt x="5733508" y="3270030"/>
                  <a:pt x="5733508" y="3241657"/>
                  <a:pt x="5747736" y="3227470"/>
                </a:cubicBezTo>
                <a:cubicBezTo>
                  <a:pt x="5754849" y="3206190"/>
                  <a:pt x="5761962" y="3192004"/>
                  <a:pt x="5776190" y="3177817"/>
                </a:cubicBezTo>
                <a:cubicBezTo>
                  <a:pt x="5790416" y="3170724"/>
                  <a:pt x="5804643" y="3163630"/>
                  <a:pt x="5818871" y="3156537"/>
                </a:cubicBezTo>
                <a:cubicBezTo>
                  <a:pt x="5840211" y="3149444"/>
                  <a:pt x="5868665" y="3149444"/>
                  <a:pt x="5911347" y="3149444"/>
                </a:cubicBezTo>
                <a:cubicBezTo>
                  <a:pt x="6110525" y="3156537"/>
                  <a:pt x="6110525" y="3156537"/>
                  <a:pt x="6110525" y="3156537"/>
                </a:cubicBezTo>
                <a:cubicBezTo>
                  <a:pt x="6103412" y="3241657"/>
                  <a:pt x="6103412" y="3241657"/>
                  <a:pt x="6103412" y="3241657"/>
                </a:cubicBezTo>
                <a:cubicBezTo>
                  <a:pt x="5904233" y="3234564"/>
                  <a:pt x="5904233" y="3234564"/>
                  <a:pt x="5904233" y="3234564"/>
                </a:cubicBezTo>
                <a:cubicBezTo>
                  <a:pt x="5875779" y="3234564"/>
                  <a:pt x="5854438" y="3234564"/>
                  <a:pt x="5847325" y="3234564"/>
                </a:cubicBezTo>
                <a:cubicBezTo>
                  <a:pt x="5825984" y="3234564"/>
                  <a:pt x="5818871" y="3241657"/>
                  <a:pt x="5804643" y="3255843"/>
                </a:cubicBezTo>
                <a:cubicBezTo>
                  <a:pt x="5797530" y="3270030"/>
                  <a:pt x="5790416" y="3291310"/>
                  <a:pt x="5790416" y="3312591"/>
                </a:cubicBezTo>
                <a:cubicBezTo>
                  <a:pt x="5790416" y="3333871"/>
                  <a:pt x="5797530" y="3355151"/>
                  <a:pt x="5804643" y="336224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1112500" y="1041400"/>
            <a:ext cx="158355" cy="152265"/>
          </a:xfrm>
          <a:custGeom>
            <a:avLst/>
            <a:gdLst/>
            <a:ahLst/>
            <a:cxnLst/>
            <a:rect l="l" t="t" r="r" b="b"/>
            <a:pathLst>
              <a:path w="158355" h="152265">
                <a:moveTo>
                  <a:pt x="93574" y="145015"/>
                </a:moveTo>
                <a:cubicBezTo>
                  <a:pt x="100772" y="152265"/>
                  <a:pt x="115167" y="152265"/>
                  <a:pt x="122366" y="145015"/>
                </a:cubicBezTo>
                <a:cubicBezTo>
                  <a:pt x="136761" y="145015"/>
                  <a:pt x="143960" y="137765"/>
                  <a:pt x="151157" y="123262"/>
                </a:cubicBezTo>
                <a:cubicBezTo>
                  <a:pt x="158355" y="116012"/>
                  <a:pt x="158355" y="101511"/>
                  <a:pt x="158355" y="94259"/>
                </a:cubicBezTo>
                <a:cubicBezTo>
                  <a:pt x="158355" y="79759"/>
                  <a:pt x="151157" y="65256"/>
                  <a:pt x="136761" y="58006"/>
                </a:cubicBezTo>
                <a:cubicBezTo>
                  <a:pt x="129563" y="50756"/>
                  <a:pt x="115167" y="36253"/>
                  <a:pt x="93574" y="21753"/>
                </a:cubicBezTo>
                <a:cubicBezTo>
                  <a:pt x="57583" y="0"/>
                  <a:pt x="57583" y="0"/>
                  <a:pt x="57583" y="0"/>
                </a:cubicBezTo>
                <a:cubicBezTo>
                  <a:pt x="0" y="87009"/>
                  <a:pt x="0" y="87009"/>
                  <a:pt x="0" y="87009"/>
                </a:cubicBezTo>
                <a:cubicBezTo>
                  <a:pt x="35989" y="116012"/>
                  <a:pt x="35989" y="116012"/>
                  <a:pt x="35989" y="116012"/>
                </a:cubicBezTo>
                <a:cubicBezTo>
                  <a:pt x="64781" y="130514"/>
                  <a:pt x="79177" y="145015"/>
                  <a:pt x="93574" y="145015"/>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083800" y="6083300"/>
            <a:ext cx="127904" cy="200991"/>
          </a:xfrm>
          <a:custGeom>
            <a:avLst/>
            <a:gdLst/>
            <a:ahLst/>
            <a:cxnLst/>
            <a:rect l="l" t="t" r="r" b="b"/>
            <a:pathLst>
              <a:path w="127904" h="200991">
                <a:moveTo>
                  <a:pt x="21317" y="21534"/>
                </a:moveTo>
                <a:cubicBezTo>
                  <a:pt x="28423" y="28713"/>
                  <a:pt x="35530" y="43070"/>
                  <a:pt x="35530" y="43070"/>
                </a:cubicBezTo>
                <a:cubicBezTo>
                  <a:pt x="42635" y="57426"/>
                  <a:pt x="49741" y="57426"/>
                  <a:pt x="49741" y="57426"/>
                </a:cubicBezTo>
                <a:cubicBezTo>
                  <a:pt x="56846" y="64604"/>
                  <a:pt x="49741" y="78961"/>
                  <a:pt x="49741" y="78961"/>
                </a:cubicBezTo>
                <a:cubicBezTo>
                  <a:pt x="42635" y="86139"/>
                  <a:pt x="42635" y="93317"/>
                  <a:pt x="42635" y="93317"/>
                </a:cubicBezTo>
                <a:cubicBezTo>
                  <a:pt x="35530" y="114852"/>
                  <a:pt x="14211" y="136387"/>
                  <a:pt x="14211" y="136387"/>
                </a:cubicBezTo>
                <a:cubicBezTo>
                  <a:pt x="0" y="150743"/>
                  <a:pt x="21317" y="179456"/>
                  <a:pt x="21317" y="179456"/>
                </a:cubicBezTo>
                <a:cubicBezTo>
                  <a:pt x="28423" y="200991"/>
                  <a:pt x="56846" y="157922"/>
                  <a:pt x="56846" y="157922"/>
                </a:cubicBezTo>
                <a:cubicBezTo>
                  <a:pt x="56846" y="150743"/>
                  <a:pt x="63952" y="150743"/>
                  <a:pt x="63952" y="150743"/>
                </a:cubicBezTo>
                <a:cubicBezTo>
                  <a:pt x="71058" y="143565"/>
                  <a:pt x="71058" y="136387"/>
                  <a:pt x="71058" y="136387"/>
                </a:cubicBezTo>
                <a:cubicBezTo>
                  <a:pt x="85269" y="114852"/>
                  <a:pt x="99480" y="93317"/>
                  <a:pt x="99480" y="93317"/>
                </a:cubicBezTo>
                <a:cubicBezTo>
                  <a:pt x="106587" y="86139"/>
                  <a:pt x="120799" y="43070"/>
                  <a:pt x="120799" y="43070"/>
                </a:cubicBezTo>
                <a:cubicBezTo>
                  <a:pt x="127904" y="43070"/>
                  <a:pt x="120799" y="28713"/>
                  <a:pt x="120799" y="28713"/>
                </a:cubicBezTo>
                <a:cubicBezTo>
                  <a:pt x="120799" y="21534"/>
                  <a:pt x="85269" y="7178"/>
                  <a:pt x="85269" y="7178"/>
                </a:cubicBezTo>
                <a:cubicBezTo>
                  <a:pt x="78163" y="7178"/>
                  <a:pt x="63952" y="0"/>
                  <a:pt x="49741" y="0"/>
                </a:cubicBezTo>
                <a:cubicBezTo>
                  <a:pt x="42635" y="0"/>
                  <a:pt x="28423" y="0"/>
                  <a:pt x="28423" y="0"/>
                </a:cubicBezTo>
                <a:cubicBezTo>
                  <a:pt x="7106" y="7178"/>
                  <a:pt x="21317" y="21534"/>
                  <a:pt x="21317" y="21534"/>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988800" y="2247900"/>
            <a:ext cx="261897" cy="243623"/>
          </a:xfrm>
          <a:custGeom>
            <a:avLst/>
            <a:gdLst/>
            <a:ahLst/>
            <a:cxnLst/>
            <a:rect l="l" t="t" r="r" b="b"/>
            <a:pathLst>
              <a:path w="261897" h="243623">
                <a:moveTo>
                  <a:pt x="176958" y="229292"/>
                </a:moveTo>
                <a:cubicBezTo>
                  <a:pt x="212349" y="207796"/>
                  <a:pt x="240662" y="186300"/>
                  <a:pt x="247740" y="164804"/>
                </a:cubicBezTo>
                <a:cubicBezTo>
                  <a:pt x="261897" y="136143"/>
                  <a:pt x="261897" y="107481"/>
                  <a:pt x="247740" y="71653"/>
                </a:cubicBezTo>
                <a:cubicBezTo>
                  <a:pt x="233583" y="42992"/>
                  <a:pt x="219427" y="21496"/>
                  <a:pt x="191113" y="14331"/>
                </a:cubicBezTo>
                <a:cubicBezTo>
                  <a:pt x="162801" y="0"/>
                  <a:pt x="127409" y="0"/>
                  <a:pt x="92018" y="21496"/>
                </a:cubicBezTo>
                <a:cubicBezTo>
                  <a:pt x="49548" y="35827"/>
                  <a:pt x="28313" y="57323"/>
                  <a:pt x="14157" y="85984"/>
                </a:cubicBezTo>
                <a:cubicBezTo>
                  <a:pt x="0" y="114647"/>
                  <a:pt x="0" y="143308"/>
                  <a:pt x="14157" y="171969"/>
                </a:cubicBezTo>
                <a:cubicBezTo>
                  <a:pt x="28313" y="200631"/>
                  <a:pt x="49548" y="222127"/>
                  <a:pt x="77861" y="236457"/>
                </a:cubicBezTo>
                <a:cubicBezTo>
                  <a:pt x="99096" y="243623"/>
                  <a:pt x="134488" y="243623"/>
                  <a:pt x="176958" y="229292"/>
                </a:cubicBezTo>
                <a:close/>
              </a:path>
            </a:pathLst>
          </a:custGeom>
          <a:solidFill>
            <a:srgbClr val="D9D9D9">
              <a:alpha val="7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0" y="6489700"/>
            <a:ext cx="12192000" cy="3683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0" y="0"/>
            <a:ext cx="12192000" cy="1143000"/>
          </a:xfrm>
          <a:prstGeom prst="roundRect">
            <a:avLst>
              <a:gd name="adj" fmla="val 0"/>
            </a:avLst>
          </a:pr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srcRect/>
          <a:stretch>
            <a:fillRect/>
          </a:stretch>
        </p:blipFill>
        <p:spPr>
          <a:xfrm>
            <a:off x="673100" y="6578600"/>
            <a:ext cx="1333500" cy="203200"/>
          </a:xfrm>
          <a:prstGeom prst="rect">
            <a:avLst/>
          </a:prstGeom>
          <a:noFill/>
          <a:ln w="25400" cap="flat" cmpd="sng">
            <a:noFill/>
            <a:prstDash val="solid"/>
            <a:round/>
          </a:ln>
        </p:spPr>
      </p:pic>
      <p:pic>
        <p:nvPicPr>
          <p:cNvPr id="27" name="Picture 27"/>
          <p:cNvPicPr>
            <a:picLocks noChangeAspect="1"/>
          </p:cNvPicPr>
          <p:nvPr/>
        </p:nvPicPr>
        <p:blipFill>
          <a:blip r:embed="rId3"/>
          <a:srcRect/>
          <a:stretch>
            <a:fillRect/>
          </a:stretch>
        </p:blipFill>
        <p:spPr>
          <a:xfrm>
            <a:off x="8610600" y="6629400"/>
            <a:ext cx="2908300" cy="114300"/>
          </a:xfrm>
          <a:prstGeom prst="rect">
            <a:avLst/>
          </a:prstGeom>
          <a:noFill/>
          <a:ln w="25400" cap="flat" cmpd="sng">
            <a:noFill/>
            <a:prstDash val="solid"/>
            <a:round/>
          </a:ln>
        </p:spPr>
      </p:pic>
      <p:pic>
        <p:nvPicPr>
          <p:cNvPr id="28" name="Picture 28"/>
          <p:cNvPicPr>
            <a:picLocks noChangeAspect="1"/>
          </p:cNvPicPr>
          <p:nvPr/>
        </p:nvPicPr>
        <p:blipFill>
          <a:blip r:embed="rId4"/>
          <a:srcRect/>
          <a:stretch>
            <a:fillRect/>
          </a:stretch>
        </p:blipFill>
        <p:spPr>
          <a:xfrm>
            <a:off x="660400" y="609600"/>
            <a:ext cx="1752600" cy="419100"/>
          </a:xfrm>
          <a:prstGeom prst="rect">
            <a:avLst/>
          </a:prstGeom>
          <a:noFill/>
          <a:ln w="25400" cap="flat" cmpd="sng">
            <a:noFill/>
            <a:prstDash val="solid"/>
            <a:round/>
          </a:ln>
        </p:spPr>
      </p:pic>
      <p:sp>
        <p:nvSpPr>
          <p:cNvPr id="29" name="AutoShape 29"/>
          <p:cNvSpPr/>
          <p:nvPr/>
        </p:nvSpPr>
        <p:spPr>
          <a:xfrm>
            <a:off x="1841500" y="2209800"/>
            <a:ext cx="2705100" cy="23368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spcBef>
                <a:spcPts val="1000"/>
              </a:spcBef>
              <a:defRPr/>
            </a:pPr>
            <a:r>
              <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rPr>
              <a:t>04</a:t>
            </a:r>
            <a:endParaRPr lang="en-US" sz="16800" b="0" i="0" u="none" strike="noStrike">
              <a:solidFill>
                <a:schemeClr val="accent1">
                  <a:lumMod val="40000"/>
                  <a:lumOff val="60000"/>
                </a:schemeClr>
              </a:solidFill>
              <a:latin typeface="Impact" panose="020B0806030902050204"/>
              <a:ea typeface="Impact" panose="020B0806030902050204"/>
              <a:cs typeface="Impact" panose="020B0806030902050204"/>
              <a:sym typeface="Impact" panose="020B0806030902050204"/>
            </a:endParaRPr>
          </a:p>
        </p:txBody>
      </p:sp>
      <p:sp>
        <p:nvSpPr>
          <p:cNvPr id="30" name="AutoShape 30"/>
          <p:cNvSpPr/>
          <p:nvPr/>
        </p:nvSpPr>
        <p:spPr>
          <a:xfrm>
            <a:off x="1841500" y="3695700"/>
            <a:ext cx="4013200" cy="546100"/>
          </a:xfrm>
          <a:prstGeom prst="rect">
            <a:avLst/>
          </a:prstGeom>
          <a:noFill/>
          <a:ln w="12700" cap="flat" cmpd="sng">
            <a:noFill/>
            <a:prstDash val="solid"/>
            <a:round/>
          </a:ln>
        </p:spPr>
        <p:txBody>
          <a:bodyPr vert="horz" wrap="square" lIns="0" tIns="50800" rIns="88900" bIns="50800" rtlCol="0" anchor="ctr" anchorCtr="0"/>
          <a:lstStyle/>
          <a:p>
            <a:pPr indent="0" algn="l">
              <a:lnSpc>
                <a:spcPct val="92000"/>
              </a:lnSpc>
              <a:defRPr/>
            </a:pPr>
            <a:r>
              <a:rPr lang="en-US" sz="5400" b="1" i="0" u="none" strike="noStrike">
                <a:solidFill>
                  <a:srgbClr val="003778"/>
                </a:solidFill>
                <a:latin typeface="微软雅黑" panose="020B0503020204020204" charset="-122"/>
                <a:ea typeface="微软雅黑" panose="020B0503020204020204" charset="-122"/>
                <a:cs typeface="微软雅黑" panose="020B0503020204020204" charset="-122"/>
                <a:sym typeface="微软雅黑" panose="020B0503020204020204" charset="-122"/>
              </a:rPr>
              <a:t>结论分析</a:t>
            </a:r>
            <a:endParaRPr lang="en-US" sz="1100"/>
          </a:p>
        </p:txBody>
      </p:sp>
      <p:sp>
        <p:nvSpPr>
          <p:cNvPr id="31" name="AutoShape 31"/>
          <p:cNvSpPr/>
          <p:nvPr/>
        </p:nvSpPr>
        <p:spPr>
          <a:xfrm>
            <a:off x="1841500" y="4305300"/>
            <a:ext cx="4013200" cy="469900"/>
          </a:xfrm>
          <a:prstGeom prst="rect">
            <a:avLst/>
          </a:prstGeom>
          <a:noFill/>
          <a:ln w="12700" cap="flat" cmpd="sng">
            <a:noFill/>
            <a:prstDash val="solid"/>
            <a:round/>
          </a:ln>
        </p:spPr>
        <p:txBody>
          <a:bodyPr vert="horz" wrap="square" lIns="0" tIns="50800" rIns="88900" bIns="50800" rtlCol="0" anchor="t" anchorCtr="0"/>
          <a:lstStyle/>
          <a:p>
            <a:pPr indent="0" algn="l">
              <a:lnSpc>
                <a:spcPct val="92000"/>
              </a:lnSpc>
              <a:spcBef>
                <a:spcPts val="1000"/>
              </a:spcBef>
              <a:defRPr/>
            </a:pPr>
            <a:r>
              <a:rPr lang="en-US" sz="2400" b="0" i="0" u="none" strike="noStrike">
                <a:solidFill>
                  <a:srgbClr val="808080"/>
                </a:solidFill>
                <a:latin typeface="Segoe UI Light" panose="020B0502040204020203"/>
                <a:ea typeface="Segoe UI Light" panose="020B0502040204020203"/>
                <a:cs typeface="Segoe UI Light" panose="020B0502040204020203"/>
                <a:sym typeface="Segoe UI Light" panose="020B0502040204020203"/>
              </a:rPr>
              <a:t>Conclusion</a:t>
            </a:r>
            <a:endParaRPr lang="en-US" sz="1100"/>
          </a:p>
        </p:txBody>
      </p:sp>
      <p:sp>
        <p:nvSpPr>
          <p:cNvPr id="32" name="AutoShape 32"/>
          <p:cNvSpPr/>
          <p:nvPr/>
        </p:nvSpPr>
        <p:spPr>
          <a:xfrm>
            <a:off x="7327900" y="711200"/>
            <a:ext cx="4191000" cy="292100"/>
          </a:xfrm>
          <a:prstGeom prst="rect">
            <a:avLst/>
          </a:prstGeom>
          <a:noFill/>
          <a:ln w="12700" cap="flat" cmpd="sng">
            <a:noFill/>
            <a:prstDash val="solid"/>
            <a:round/>
          </a:ln>
        </p:spPr>
        <p:txBody>
          <a:bodyPr vert="horz" wrap="square" lIns="88900" tIns="50800" rIns="0" bIns="0" rtlCol="0" anchor="b" anchorCtr="0"/>
          <a:lstStyle/>
          <a:p>
            <a:pPr indent="0" algn="r">
              <a:lnSpc>
                <a:spcPct val="92000"/>
              </a:lnSpc>
              <a:spcBef>
                <a:spcPts val="1000"/>
              </a:spcBef>
              <a:defRPr/>
            </a:pPr>
            <a:r>
              <a:rPr lang="en-US" sz="1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这里可以输入你的课题题目</a:t>
            </a:r>
            <a:endParaRPr lang="en-US" sz="1100"/>
          </a:p>
        </p:txBody>
      </p:sp>
      <p:sp>
        <p:nvSpPr>
          <p:cNvPr id="33" name="AutoShape 33"/>
          <p:cNvSpPr/>
          <p:nvPr/>
        </p:nvSpPr>
        <p:spPr>
          <a:xfrm>
            <a:off x="673100" y="5994400"/>
            <a:ext cx="139700" cy="139700"/>
          </a:xfrm>
          <a:prstGeom prst="roundRect">
            <a:avLst>
              <a:gd name="adj" fmla="val 0"/>
            </a:avLst>
          </a:prstGeom>
          <a:solidFill>
            <a:srgbClr val="003778">
              <a:alpha val="100000"/>
            </a:srgbClr>
          </a:solid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4" name="AutoShape 34"/>
          <p:cNvSpPr/>
          <p:nvPr/>
        </p:nvSpPr>
        <p:spPr>
          <a:xfrm>
            <a:off x="8763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5" name="AutoShape 35"/>
          <p:cNvSpPr/>
          <p:nvPr/>
        </p:nvSpPr>
        <p:spPr>
          <a:xfrm>
            <a:off x="10795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6" name="AutoShape 36"/>
          <p:cNvSpPr/>
          <p:nvPr/>
        </p:nvSpPr>
        <p:spPr>
          <a:xfrm>
            <a:off x="12827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7" name="AutoShape 37"/>
          <p:cNvSpPr/>
          <p:nvPr/>
        </p:nvSpPr>
        <p:spPr>
          <a:xfrm>
            <a:off x="14859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
        <p:nvSpPr>
          <p:cNvPr id="38" name="AutoShape 38"/>
          <p:cNvSpPr/>
          <p:nvPr/>
        </p:nvSpPr>
        <p:spPr>
          <a:xfrm>
            <a:off x="1689100" y="5994400"/>
            <a:ext cx="139700" cy="139700"/>
          </a:xfrm>
          <a:prstGeom prst="roundRect">
            <a:avLst>
              <a:gd name="adj" fmla="val 0"/>
            </a:avLst>
          </a:prstGeom>
          <a:noFill/>
          <a:ln w="12700" cap="flat" cmpd="sng">
            <a:solidFill>
              <a:srgbClr val="003778">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3175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0366C"/>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当前问题与下一步计划</a:t>
            </a:r>
            <a:endParaRPr lang="en-US" sz="1100"/>
          </a:p>
        </p:txBody>
      </p:sp>
      <p:sp>
        <p:nvSpPr>
          <p:cNvPr id="4" name="AutoShape 4"/>
          <p:cNvSpPr/>
          <p:nvPr/>
        </p:nvSpPr>
        <p:spPr>
          <a:xfrm>
            <a:off x="10160000" y="444500"/>
            <a:ext cx="1778000" cy="25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828282"/>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项目进度汇报</a:t>
            </a:r>
            <a:endParaRPr lang="en-US" sz="1100"/>
          </a:p>
        </p:txBody>
      </p:sp>
      <p:sp>
        <p:nvSpPr>
          <p:cNvPr id="5" name="AutoShape 5"/>
          <p:cNvSpPr/>
          <p:nvPr/>
        </p:nvSpPr>
        <p:spPr>
          <a:xfrm>
            <a:off x="508000" y="1524000"/>
            <a:ext cx="5461000" cy="4699000"/>
          </a:xfrm>
          <a:prstGeom prst="roundRect">
            <a:avLst>
              <a:gd name="adj" fmla="val 324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nvSpPr>
        <p:spPr>
          <a:xfrm>
            <a:off x="508000" y="1524000"/>
            <a:ext cx="5461000" cy="762000"/>
          </a:xfrm>
          <a:prstGeom prst="roundRect">
            <a:avLst>
              <a:gd name="adj" fmla="val 0"/>
            </a:avLst>
          </a:prstGeom>
          <a:solidFill>
            <a:srgbClr val="154A9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01800"/>
            <a:ext cx="355600" cy="355600"/>
          </a:xfrm>
          <a:prstGeom prst="rect">
            <a:avLst/>
          </a:prstGeom>
        </p:spPr>
      </p:pic>
      <p:sp>
        <p:nvSpPr>
          <p:cNvPr id="8" name="AutoShape 8"/>
          <p:cNvSpPr/>
          <p:nvPr/>
        </p:nvSpPr>
        <p:spPr>
          <a:xfrm>
            <a:off x="12700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当前问题与风险</a:t>
            </a:r>
            <a:endParaRPr lang="en-US" sz="1100"/>
          </a:p>
        </p:txBody>
      </p:sp>
      <p:sp>
        <p:nvSpPr>
          <p:cNvPr id="9" name="AutoShape 9"/>
          <p:cNvSpPr/>
          <p:nvPr/>
        </p:nvSpPr>
        <p:spPr>
          <a:xfrm>
            <a:off x="762000" y="2540000"/>
            <a:ext cx="4953000" cy="330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spcBef>
                <a:spcPts val="1000"/>
              </a:spcBef>
              <a:defRPr/>
            </a:pPr>
            <a:r>
              <a:rPr lang="en-US" sz="1500" b="1" i="0" u="none" strike="noStrike">
                <a:solidFill>
                  <a:srgbClr val="154A94"/>
                </a:solidFill>
                <a:latin typeface="Noto Sans SC" panose="020B0200000000000000" charset="-122"/>
                <a:ea typeface="Noto Sans SC" panose="020B0200000000000000" charset="-122"/>
                <a:cs typeface="Noto Sans SC" panose="020B0200000000000000" charset="-122"/>
                <a:sym typeface="Noto Sans SC" panose="020B0200000000000000" charset="-122"/>
              </a:rPr>
              <a:t>● 功能待完善</a:t>
            </a:r>
            <a:endParaRPr lang="en-US" sz="1100"/>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升级系统缺少核心的“3选1”交互面板；游戏内怪物行为模式单一，缺乏挑战性。</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500" b="1" i="0" u="none" strike="noStrike">
                <a:solidFill>
                  <a:srgbClr val="154A94"/>
                </a:solidFill>
                <a:latin typeface="Noto Sans SC" panose="020B0200000000000000" charset="-122"/>
                <a:ea typeface="Noto Sans SC" panose="020B0200000000000000" charset="-122"/>
                <a:cs typeface="Noto Sans SC" panose="020B0200000000000000" charset="-122"/>
                <a:sym typeface="Noto Sans SC" panose="020B0200000000000000" charset="-122"/>
              </a:rPr>
              <a:t>● 性能与测试缺失</a:t>
            </a:r>
            <a:endParaRPr lang="en-US" sz="1500" b="1" i="0" u="none" strike="noStrike">
              <a:solidFill>
                <a:srgbClr val="154A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暂未开展在大量实体并发下的系统化压力测试，存在潜在的性能瓶颈风险。</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500" b="1" i="0" u="none" strike="noStrike">
                <a:solidFill>
                  <a:srgbClr val="154A94"/>
                </a:solidFill>
                <a:latin typeface="Noto Sans SC" panose="020B0200000000000000" charset="-122"/>
                <a:ea typeface="Noto Sans SC" panose="020B0200000000000000" charset="-122"/>
                <a:cs typeface="Noto Sans SC" panose="020B0200000000000000" charset="-122"/>
                <a:sym typeface="Noto Sans SC" panose="020B0200000000000000" charset="-122"/>
              </a:rPr>
              <a:t>● 文档与代码不一致</a:t>
            </a:r>
            <a:endParaRPr lang="en-US" sz="1500" b="1" i="0" u="none" strike="noStrike">
              <a:solidFill>
                <a:srgbClr val="154A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OpenSpec 设计文档与实际工程代码实现存在局部逻辑偏差，需及时对齐。</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1524000"/>
            <a:ext cx="5461000" cy="4699000"/>
          </a:xfrm>
          <a:prstGeom prst="roundRect">
            <a:avLst>
              <a:gd name="adj" fmla="val 324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1524000"/>
            <a:ext cx="5461000" cy="762000"/>
          </a:xfrm>
          <a:prstGeom prst="roundRect">
            <a:avLst>
              <a:gd name="adj" fmla="val 0"/>
            </a:avLst>
          </a:prstGeom>
          <a:solidFill>
            <a:srgbClr val="CA82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01800"/>
            <a:ext cx="355600" cy="355600"/>
          </a:xfrm>
          <a:prstGeom prst="rect">
            <a:avLst/>
          </a:prstGeom>
        </p:spPr>
      </p:pic>
      <p:sp>
        <p:nvSpPr>
          <p:cNvPr id="13" name="AutoShape 13"/>
          <p:cNvSpPr/>
          <p:nvPr/>
        </p:nvSpPr>
        <p:spPr>
          <a:xfrm>
            <a:off x="6985000" y="1651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下一步计划（第9~12周）</a:t>
            </a:r>
            <a:endParaRPr lang="en-US" sz="1100"/>
          </a:p>
        </p:txBody>
      </p:sp>
      <p:sp>
        <p:nvSpPr>
          <p:cNvPr id="14" name="AutoShape 14"/>
          <p:cNvSpPr/>
          <p:nvPr/>
        </p:nvSpPr>
        <p:spPr>
          <a:xfrm>
            <a:off x="6477000" y="2540000"/>
            <a:ext cx="4953000" cy="330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spcBef>
                <a:spcPts val="800"/>
              </a:spcBef>
              <a:defRPr/>
            </a:pPr>
            <a:r>
              <a:rPr lang="en-US" sz="1500" b="1" i="0" u="none" strike="noStrike">
                <a:solidFill>
                  <a:srgbClr val="CA8200"/>
                </a:solidFill>
                <a:latin typeface="Noto Sans SC" panose="020B0200000000000000" charset="-122"/>
                <a:ea typeface="Noto Sans SC" panose="020B0200000000000000" charset="-122"/>
                <a:cs typeface="Noto Sans SC" panose="020B0200000000000000" charset="-122"/>
                <a:sym typeface="Noto Sans SC" panose="020B0200000000000000" charset="-122"/>
              </a:rPr>
              <a:t>📅 第9周：实例功能收口</a:t>
            </a:r>
            <a:endParaRPr lang="en-US" sz="1100"/>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完成升级选择UI“3选1”的开发；实现近战、远程及Boss的多样化基础行为模式。</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500" b="1" i="0" u="none" strike="noStrike">
                <a:solidFill>
                  <a:srgbClr val="CA8200"/>
                </a:solidFill>
                <a:latin typeface="Noto Sans SC" panose="020B0200000000000000" charset="-122"/>
                <a:ea typeface="Noto Sans SC" panose="020B0200000000000000" charset="-122"/>
                <a:cs typeface="Noto Sans SC" panose="020B0200000000000000" charset="-122"/>
                <a:sym typeface="Noto Sans SC" panose="020B0200000000000000" charset="-122"/>
              </a:rPr>
              <a:t>⚡ 第10~11周：性能优化与压测</a:t>
            </a:r>
            <a:endParaRPr lang="en-US" sz="1500" b="1" i="0" u="none" strike="noStrike">
              <a:solidFill>
                <a:srgbClr val="CA82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优化对象池策略并实现更新路径裁剪；建立自动化压测脚本，记录并分析关键性能指标。</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500" b="1" i="0" u="none" strike="noStrike">
                <a:solidFill>
                  <a:srgbClr val="CA8200"/>
                </a:solidFill>
                <a:latin typeface="Noto Sans SC" panose="020B0200000000000000" charset="-122"/>
                <a:ea typeface="Noto Sans SC" panose="020B0200000000000000" charset="-122"/>
                <a:cs typeface="Noto Sans SC" panose="020B0200000000000000" charset="-122"/>
                <a:sym typeface="Noto Sans SC" panose="020B0200000000000000" charset="-122"/>
              </a:rPr>
              <a:t>✅ 第12周：测试与优化</a:t>
            </a:r>
            <a:endParaRPr lang="en-US" sz="1500" b="1" i="0" u="none" strike="noStrike">
              <a:solidFill>
                <a:srgbClr val="CA82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90500" indent="0" algn="l">
              <a:lnSpc>
                <a:spcPct val="108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开展全面功能回归测试，调整游戏数值平衡性；整理形成可复现的实验结果与完整测试报告。</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Freeform 3"/>
          <p:cNvSpPr/>
          <p:nvPr/>
        </p:nvSpPr>
        <p:spPr>
          <a:xfrm>
            <a:off x="0" y="0"/>
            <a:ext cx="12192000" cy="6857999"/>
          </a:xfrm>
          <a:custGeom>
            <a:avLst/>
            <a:gdLst/>
            <a:ahLst/>
            <a:cxnLst/>
            <a:rect l="l" t="t" r="r" b="b"/>
            <a:pathLst>
              <a:path w="12192000" h="6857999">
                <a:moveTo>
                  <a:pt x="373694" y="254634"/>
                </a:moveTo>
                <a:cubicBezTo>
                  <a:pt x="327130" y="254634"/>
                  <a:pt x="289383" y="292381"/>
                  <a:pt x="289383" y="338945"/>
                </a:cubicBezTo>
                <a:lnTo>
                  <a:pt x="289383" y="6519056"/>
                </a:lnTo>
                <a:cubicBezTo>
                  <a:pt x="289383" y="6565621"/>
                  <a:pt x="327130" y="6603368"/>
                  <a:pt x="373694" y="6603368"/>
                </a:cubicBezTo>
                <a:lnTo>
                  <a:pt x="11818308" y="6603368"/>
                </a:lnTo>
                <a:cubicBezTo>
                  <a:pt x="11864871" y="6603368"/>
                  <a:pt x="11902618" y="6565621"/>
                  <a:pt x="11902618" y="6519056"/>
                </a:cubicBezTo>
                <a:lnTo>
                  <a:pt x="11902618" y="338945"/>
                </a:lnTo>
                <a:cubicBezTo>
                  <a:pt x="11902618" y="292381"/>
                  <a:pt x="11864871" y="254634"/>
                  <a:pt x="11818308" y="254634"/>
                </a:cubicBezTo>
                <a:close/>
                <a:moveTo>
                  <a:pt x="0" y="0"/>
                </a:moveTo>
                <a:lnTo>
                  <a:pt x="12192000" y="0"/>
                </a:lnTo>
                <a:lnTo>
                  <a:pt x="12192000" y="6857999"/>
                </a:lnTo>
                <a:lnTo>
                  <a:pt x="0" y="6857999"/>
                </a:lnTo>
                <a:close/>
              </a:path>
            </a:pathLst>
          </a:custGeom>
          <a:solidFill>
            <a:srgbClr val="003778">
              <a:alpha val="9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92100" y="254000"/>
            <a:ext cx="11607800" cy="6350000"/>
          </a:xfrm>
          <a:prstGeom prst="roundRect">
            <a:avLst>
              <a:gd name="adj" fmla="val 1400"/>
            </a:avLst>
          </a:prstGeom>
          <a:solidFill>
            <a:srgbClr val="FFFFFF">
              <a:alpha val="90000"/>
            </a:srgbClr>
          </a:solidFill>
          <a:ln w="25400" cap="flat" cmpd="sng">
            <a:noFill/>
            <a:prstDash val="solid"/>
            <a:round/>
          </a:ln>
          <a:effectLst>
            <a:outerShdw blurRad="76200" algn="ctr" rotWithShape="0">
              <a:srgbClr val="000000">
                <a:alpha val="33000"/>
              </a:srgbClr>
            </a:outerShdw>
          </a:effectLst>
        </p:spPr>
        <p:txBody>
          <a:bodyPr vert="horz" wrap="square" lIns="63500" tIns="63500" rIns="63500" bIns="63500" rtlCol="0" anchor="ctr"/>
          <a:lstStyle/>
          <a:p>
            <a:pPr algn="ctr">
              <a:defRPr/>
            </a:pPr>
          </a:p>
        </p:txBody>
      </p:sp>
      <p:sp>
        <p:nvSpPr>
          <p:cNvPr id="5" name="AutoShape 5"/>
          <p:cNvSpPr/>
          <p:nvPr/>
        </p:nvSpPr>
        <p:spPr>
          <a:xfrm>
            <a:off x="1041400" y="1651000"/>
            <a:ext cx="9753600" cy="13208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6400" b="0" i="0" u="none" strike="noStrike">
                <a:solidFill>
                  <a:srgbClr val="003778"/>
                </a:solidFill>
                <a:latin typeface="Impact" panose="020B0806030902050204"/>
                <a:ea typeface="Impact" panose="020B0806030902050204"/>
                <a:cs typeface="Impact" panose="020B0806030902050204"/>
                <a:sym typeface="Impact" panose="020B0806030902050204"/>
              </a:rPr>
              <a:t>THANKS FOR LISTENING</a:t>
            </a:r>
            <a:endParaRPr lang="en-US" sz="1100"/>
          </a:p>
        </p:txBody>
      </p:sp>
      <p:sp>
        <p:nvSpPr>
          <p:cNvPr id="6" name="AutoShape 6"/>
          <p:cNvSpPr/>
          <p:nvPr/>
        </p:nvSpPr>
        <p:spPr>
          <a:xfrm>
            <a:off x="1016000" y="3048000"/>
            <a:ext cx="101600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rPr>
              <a:t>请各位老师批评指正！</a:t>
            </a:r>
            <a:endParaRPr lang="en-US" sz="1100"/>
          </a:p>
        </p:txBody>
      </p:sp>
      <p:sp>
        <p:nvSpPr>
          <p:cNvPr id="7" name="AutoShape 7"/>
          <p:cNvSpPr/>
          <p:nvPr/>
        </p:nvSpPr>
        <p:spPr>
          <a:xfrm>
            <a:off x="1016000" y="4572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2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汇报人：</a:t>
            </a:r>
            <a:r>
              <a:rPr lang="zh-CN" altLang="en-US" sz="22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刘瀚文</a:t>
            </a:r>
            <a:r>
              <a:rPr lang="en-US" sz="22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 中国石油大学汇报答辩</a:t>
            </a:r>
            <a:endParaRPr lang="en-US" sz="1100"/>
          </a:p>
        </p:txBody>
      </p:sp>
      <p:pic>
        <p:nvPicPr>
          <p:cNvPr id="8" name="Picture 8"/>
          <p:cNvPicPr>
            <a:picLocks noChangeAspect="1"/>
          </p:cNvPicPr>
          <p:nvPr/>
        </p:nvPicPr>
        <p:blipFill>
          <a:blip r:embed="rId2"/>
          <a:srcRect t="310" b="310"/>
          <a:stretch>
            <a:fillRect/>
          </a:stretch>
        </p:blipFill>
        <p:spPr>
          <a:xfrm>
            <a:off x="5105400" y="5588000"/>
            <a:ext cx="1993900" cy="469900"/>
          </a:xfrm>
          <a:prstGeom prst="rect">
            <a:avLst/>
          </a:prstGeom>
          <a:noFill/>
          <a:ln w="25400" cap="flat" cmpd="sng">
            <a:noFill/>
            <a:prstDash val="solid"/>
            <a:round/>
          </a:ln>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4124</Words>
  <Application>WPS 演示</Application>
  <PresentationFormat/>
  <Paragraphs>277</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16</vt:i4>
      </vt:variant>
    </vt:vector>
  </HeadingPairs>
  <TitlesOfParts>
    <vt:vector size="30" baseType="lpstr">
      <vt:lpstr>Arial</vt:lpstr>
      <vt:lpstr>宋体</vt:lpstr>
      <vt:lpstr>Wingdings</vt:lpstr>
      <vt:lpstr>Arial</vt:lpstr>
      <vt:lpstr>微软雅黑</vt:lpstr>
      <vt:lpstr>微软雅黑 Light</vt:lpstr>
      <vt:lpstr>Segoe UI</vt:lpstr>
      <vt:lpstr>Impact</vt:lpstr>
      <vt:lpstr>Noto Sans SC</vt:lpstr>
      <vt:lpstr>Segoe UI Light</vt:lpstr>
      <vt:lpstr>Consolas</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星辰无色</cp:lastModifiedBy>
  <cp:revision>7</cp:revision>
  <dcterms:created xsi:type="dcterms:W3CDTF">2026-04-28T15:51:37Z</dcterms:created>
  <dcterms:modified xsi:type="dcterms:W3CDTF">2026-04-28T15:55:16Z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0F8628565395433A9F036CBE04E296F5_12</vt:lpwstr>
  </property>
  <property fmtid="{D5CDD505-2E9C-101B-9397-08002B2CF9AE}" pid="3" name="KSOProductBuildVer">
    <vt:lpwstr>2052-12.1.0.25865</vt:lpwstr>
  </property>
</Properties>
</file>