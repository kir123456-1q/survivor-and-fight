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1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围绕六个部分展开。首先，我会介绍项目的研究背景与选题意义；其次，阐述我们采用的技术路线和系统需求；接着，详细讲解游戏的总体架构与核心设计；然后，剖析几个关键模块和典型运行场景；之后，展示我们的性能优化方案与测试验证结果；最后，对项目进行总结，并展望未来的改进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首先，我们进入第一部分：研究背景与选题意义。在这一部分，我将解释为什么选择这个课题，以及它所解决的行业痛点和研究价值。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核心动机在于探索一种适用于H5平台、高并发场景下的轻量级游戏架构。传统的面向对象开发模式在处理成百上千的怪物时，常常会遇到性能瓶颈和代码维护困难的问题。因此，我们的目标是验证一套以轻量级ECS架构为核心的综合解决方案，能否有效解决这些痛点。ECS架构通过“组合优于继承”的原则，将数据和逻辑分离，极大地提升了系统的灵活性和可维护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研究并非凭空而来，而是站在巨人的肩膀上。我们参考了《游戏引擎架构》中的分层理论来设计我们的系统架构；借鉴了ECS的核心思想来构建我们的游戏逻辑；并应用了人群仿真技术来实现怪物的群体行为。同时，针对H5平台的特性，我们研究并应用了Web Worker来优化性能。这些成熟的理论和技术为我们的项目提供了坚实的基础。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接下来，我们进入第二部分：技术路线与系统需求。在这一部分，我将介绍我们选择的技术栈，以及项目的核心功能需求。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是一个运行在浏览器上的2D生存战斗游戏。技术选型上，我们使用了高性能的LayaAir引擎和TypeScript语言。核心是我们自研的轻量级ECS架构，并采用JSON配表进行数据驱动。整个技术路线遵循经典的游戏开发模式，由引擎主循环驱动，通过ECS世界来管理所有游戏逻辑，最终同步到视图层进行渲染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需求分析阶段，我们采用了MoSCoW方法来明确需求优先级。必须实现的功能包括玩家移动、自动攻击、怪物AI等核心玩法。应该实现的功能则包括了提升游戏策略性的Tab键暂停装配和增加重玩价值的DAG跑图系统。此外，我们还设定了明确的性能目标，即在千级怪物同屏时，帧率不低于15 FPS，以保证基本的游戏体验。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现在我们进入第三部分：总体架构与核心设计。这一部分将详细介绍我们为项目设计的五层架构，以及作为核心的ECS系统。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的总体架构分为五层。从下至上分别是：提供底层技术支撑的基础设施层；提供通用业务服务的领域服务层；实现核心玩法的游戏逻辑层；处理用户输入的UI控制层；以及负责视觉呈现的表现层。这种清晰的分层结构保证了各模块职责分明，降低了耦合度，使得整个系统更加健壮和易于维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ECS架构是我们项目的核心。它由实体、组件和系统三部分组成。实体是游戏中的对象，组件是纯粹的数据，而系统则是逻辑的执行者。我们的设计亮点在于实现了FilterRegistry来简化实体查询，并设计了ViewComponent作为连接ECS世界和渲染世界的桥梁，实现了逻辑与表现的彻底解耦。整个ECS框架轻量高效，足以支撑我们的项目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技能系统是完全由数据驱动的。所有技能的定义、效果和参数都存储在JSON配置表中。技能和具体的效果是分离的，一个技能可以包含一个由多个效果组成的执行链。例如，一个技能可以先执行“分裂”效果，再执行“发射子弹”效果。为了保证安全性，我们还实现了一个自定义的公式解析器，来安全地计算伤害等数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第四部分，我们将深入剖析几个关键模块的设计与实现，并展示几个典型的游戏运行场景。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UI系统遵循MVC模式，并与ECS战斗逻辑紧密协同。一个典型的例子就是Tab键暂停装配功能。当玩家按下Tab键，游戏会通过设置一个全局的paused标志位来暂停所有战斗逻辑。玩家在暂停界面进行的技能拖拽操作，会先修改一个临时状态，直到关闭面板时才正式同步到ECS世界中。这种设计保证了UI操作的流畅性和数据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为了应对高并发场景下的性能挑战，我们采取了一系列优化措施。首先，我们使用对象池来复用频繁创建和销毁的游戏对象，如子弹和怪物，从而减少内存抖动和GC卡顿。其次，我们利用Web Worker将计算密集型的怪物AI逻辑卸载到独立线程，避免阻塞主线程。此外，我们还通过暂停优化和动态图集等手段，进一步提升了整体性能。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进行了多组性能测试。结果显示，在10个和100个怪物的场景下，游戏帧率非常流畅。但当怪物数量达到1000时，帧率降至15帧左右，这是我们的性能瓶颈所在。我们还验证了动态图集的优化效果，在千级怪物场景下，它能带来约13.4%的性能提升。而对象池的效果，我们将在下一页通过消融实验来详细说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看清对象池的真实效果，我们进行了消融实验。我们对比了开启和关闭对象池时的P95帧时间，这个指标反映了游戏的稳定性。结果显示，开启对象池后，P95帧时间减少了超过36%，这意味着游戏运行得更加稳定，卡顿现象得到了显著缓解。这证明了对象池在消除GC卡顿方面的巨大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最后，我们进入第六部分，对项目进行总结，分析其创新点和不足之处，并对未来进行展望。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顾整个毕业设计过程，我们系统性地完成了从需求分析到测试验证的全部流程。我们采用科学的方法管理需求，设计了清晰的五层架构，并有机地融合了多种设计模式和技术。通过详实的性能测试，我们验证了方案的有效性。最终，论文、源码和测试数据形成了完整的闭环，圆满完成了本次毕业设计的目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我的汇报到此结束。感谢各位评委老师的聆听，恳请各位老师批评指正。谢谢大家！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1"/>
                  <a:pt x="327130" y="6603368"/>
                  <a:pt x="373694" y="6603368"/>
                </a:cubicBezTo>
                <a:lnTo>
                  <a:pt x="11818308" y="6603368"/>
                </a:lnTo>
                <a:cubicBezTo>
                  <a:pt x="11864871" y="6603368"/>
                  <a:pt x="11902618" y="6565621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8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100" y="254000"/>
            <a:ext cx="11607800" cy="6350000"/>
          </a:xfrm>
          <a:prstGeom prst="roundRect">
            <a:avLst>
              <a:gd name="adj" fmla="val 14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76200" algn="ctr" rotWithShape="0">
              <a:srgbClr val="000000">
                <a:alpha val="3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559300" y="1130300"/>
            <a:ext cx="30734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6" name="Connector 6"/>
          <p:cNvCxnSpPr/>
          <p:nvPr/>
        </p:nvCxnSpPr>
        <p:spPr>
          <a:xfrm>
            <a:off x="5181600" y="3898900"/>
            <a:ext cx="18288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 rot="2700000">
            <a:off x="5956300" y="5524500"/>
            <a:ext cx="292100" cy="292100"/>
          </a:xfrm>
          <a:prstGeom prst="plus">
            <a:avLst>
              <a:gd name="adj" fmla="val 45863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2006600" y="2336800"/>
            <a:ext cx="8191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0" rtlCol="0" anchor="b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基于 ECS 架构的类吸血鬼幸存者游戏开发及优化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006600" y="3238500"/>
            <a:ext cx="81915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Survivor And Fight — 毕业设计答辩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203700"/>
            <a:ext cx="1016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0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指导教师：董玉坤答辩人：刘瀚文（学号：2207020509）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5892800"/>
            <a:ext cx="1016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80808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计算机科学与技术 | 中国石油大学（华东） | 2026 年 5 月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33400" y="304800"/>
            <a:ext cx="3251200" cy="927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5400" b="1" i="0" u="none" strike="noStrike">
                <a:solidFill>
                  <a:srgbClr val="FFFFFF">
                    <a:alpha val="30980"/>
                  </a:srgbClr>
                </a:solidFill>
                <a:latin typeface="Segoe UI"/>
                <a:ea typeface="Segoe UI"/>
                <a:cs typeface="Segoe UI"/>
                <a:sym typeface="Segoe UI"/>
              </a:rPr>
              <a:t>Contents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" y="177800"/>
            <a:ext cx="14986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dist">
              <a:lnSpc>
                <a:spcPct val="100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目录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550400" y="546100"/>
            <a:ext cx="1968500" cy="46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565400" y="20320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研究背景与选题意义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50100" y="20320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技术路线与系统需求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565400" y="33274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总体架构与核心设计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150100" y="33274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关键模块与典型场景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2565400" y="47117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性能优化与测试验证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50100" y="4711700"/>
            <a:ext cx="3251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000" b="1" i="0" u="none" strike="noStrike">
                <a:solidFill>
                  <a:srgbClr val="262626"/>
                </a:solidFill>
                <a:latin typeface="微软雅黑"/>
                <a:ea typeface="微软雅黑"/>
                <a:cs typeface="微软雅黑"/>
                <a:sym typeface="微软雅黑"/>
              </a:rPr>
              <a:t>创新点、不足与展望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701800" y="20193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86500" y="20193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701800" y="33274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86500" y="33274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701800" y="47117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86500" y="4711700"/>
            <a:ext cx="723900" cy="762000"/>
          </a:xfrm>
          <a:prstGeom prst="rect">
            <a:avLst/>
          </a:prstGeom>
          <a:solidFill>
            <a:srgbClr val="003778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3600" b="0" i="0" u="none" strike="noStrike">
                <a:solidFill>
                  <a:srgbClr val="FFFFFF"/>
                </a:solidFill>
                <a:latin typeface="Impact"/>
                <a:ea typeface="Impact"/>
                <a:cs typeface="Impact"/>
                <a:sym typeface="Impact"/>
              </a:rPr>
              <a:t>06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103759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105791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107823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09855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111887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11379200" y="60960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33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40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研究背景与选题意义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635500"/>
            <a:ext cx="5334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Background of Project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课题汇报：行业痛点分析与研究价值探讨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731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763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636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轻量级ECS架构在H5高并发游戏中的应用研究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研究背景与行业趋势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787413" y="2343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540000"/>
            <a:ext cx="3175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随着HTML5技术成熟，“链接即玩”的跨平台游戏成为主流方向。但浏览器单线程模型对性能要求严苛，尤其在“类吸血鬼幸存者”这类高并发、多实体的游戏场景中，传统开发模式面临严峻挑战。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br>
              <a:rPr lang="en-US" sz="1300" b="0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13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海量游戏实体的实时渲染、逻辑计算与状态更新，极易导致主线程阻塞，出现掉帧、卡顿等问题，成为制约H5游戏体验的关键瓶颈。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3815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项目核心痛点与目标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4508513" y="2343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2540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C83232"/>
                </a:solidFill>
                <a:latin typeface="Noto Sans SC"/>
                <a:ea typeface="Noto Sans SC"/>
                <a:cs typeface="Noto Sans SC"/>
                <a:sym typeface="Noto Sans SC"/>
              </a:rPr>
              <a:t>▌传统架构痛点：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深继承OOP模式导致类层级臃肿、对象耦合度高，数据与逻辑混杂，维护成本指数级上升；大量实体实例化与销毁引发频繁GC，性能损耗严重。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4508513" y="4057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508500" y="4254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▌研究目标验证：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构建以轻量ECS为核心，结合“数据驱动”“对象池复用”与“Web Worker多线程”的综合方案，解决高并发下的性能瓶颈与代码可维护性问题。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0645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91500" y="18415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架构模式技术对比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191513" y="2343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91500" y="2540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传统 OOP (面向对象)：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基于继承树扩展功能，易形成“上帝类”，逻辑与数据紧耦合；实体状态变更依赖复杂的消息传递，扩展性差，难以适配动态多变的游戏需求。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13750">
            <a:off x="8191513" y="4057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191500" y="42545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现代 ECS (实体组件系统)：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遵循“组合优于继承”，将实体、组件、系统解耦。数据与逻辑分离存储，便于CPU缓存优化；通过动态挂载组件实现能力组合，灵活性与维护性大幅提升。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60400" y="5842000"/>
            <a:ext cx="10833100" cy="635000"/>
          </a:xfrm>
          <a:prstGeom prst="roundRect">
            <a:avLst>
              <a:gd name="adj" fmla="val 0"/>
            </a:avLst>
          </a:prstGeom>
          <a:solidFill>
            <a:srgbClr val="0037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787400" y="5905500"/>
            <a:ext cx="10579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通过ECS架构重构，在保证游戏逻辑复杂度的前提下，有效降低主线程负载，提升H5游戏在移动端与PC端的跨平台运行效率与稳定性。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国内外研究现状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778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游戏引擎架构理论：分层设计构建清晰体系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488">
            <a:off x="787408" y="2216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349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深度参考经典著作《Game Engine Architecture》的分层思想，构建了职责明确的五层架构体系。通过模块化拆分，确保了各功能模块的低耦合性，为游戏逻辑的扩展与维护提供了坚实的理论支撑，同时也契合了现代软件工程的设计规范。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48400" y="1651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375400" y="1778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ECS架构思想：轻量级适配H5游戏场景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488">
            <a:off x="6375408" y="2216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375400" y="2349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借鉴“组合优于继承”的核心哲学，研发了轻量级Map-ECS架构。摒弃了传统继承体系的冗余，降低了开发学习与系统集成成本，完美适配H5轻量级游戏的资源限制与运行环境，提升了实体管理与逻辑复用的效率。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60400" y="3937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87400" y="4064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人群仿真技术：低成本实现逼真群体行为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8488">
            <a:off x="787408" y="4502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787400" y="4635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融合经典Boids算法与社会力模型，重点优化分离力与追逐行为的计算逻辑。在保证视觉逼真度的前提下，大幅降低了计算开销，成功实现了海量怪物群体的自然运动模拟，兼顾了游戏表现力与运行性能。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48400" y="3937000"/>
            <a:ext cx="5397500" cy="1968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375400" y="4064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04. H5性能优化：Web Worker实现线程分流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8488">
            <a:off x="6375408" y="4502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6375400" y="4635500"/>
            <a:ext cx="5143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针对H5单线程瓶颈，引入Web Worker技术重构计算流程。将怪物寻路、AI决策等密集型任务卸载至独立Worker线程，主线程仅处理高频碰撞检测与渲染同步，有效避免了主线程阻塞，显著提升了游戏的流畅度。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技术路线与系统需求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508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Overview of Project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技术路线与系统需求规划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项目概述与技术选型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项目核心定位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7874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667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本项目致力于开发一款运行于浏览器端的2D俯视角Roguelite生存战斗游戏原型。聚焦于高自由度的战斗体验与随机生成的关卡设计，通过轻量化架构实现高性能的浏览器渲染表现，同时兼顾代码的可维护性与扩展性，为后续游戏功能迭代打下坚实基础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关键技术栈选型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45085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2667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引擎与语言：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选用LayaAir 3.x高性能HTML5引擎，搭配TypeScript静态类型语言，保障代码质量与执行效率。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架构与UI：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自研轻量ECS架构管理游戏逻辑，结合LayaAir UI2构建现代化交互界面，实现逻辑与显示解耦。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数据驱动：</a:t>
            </a: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采用JSON配表管理游戏数值，实现数值逻辑与业务代码分离，大幅提升配置修改与平衡性调整效率。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102600" y="1651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229600" y="1841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核心运行技术路线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750">
            <a:off x="8229613" y="2406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229600" y="2667000"/>
            <a:ext cx="3175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以LayaAir引擎主循环为驱动，每帧触发自定义EcsWorld进行全局更新。通过SystemScheduler统一调度各类游戏逻辑系统，系统层专注于读写实体组件数据，最后由ViewSync系统将数据变化映射至Laya显示节点完成渲染，形成“驱动-调度-逻辑-渲染”的闭环流程，确保游戏运行的高效与稳定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0400" y="5842000"/>
            <a:ext cx="108712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787400" y="5905500"/>
            <a:ext cx="1061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核心优势：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基于ECS架构的高扩展性设计，实现了逻辑与数据的极致解耦，同时利用Web端技术栈降低了用户接入门槛。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255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需求分析概要：基于MoSCoW方法的优先级划分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98500" y="1651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25500" y="177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Must-have 核心必备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825513" y="2216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825500" y="2349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聚焦核心玩法完整性，确保游戏基础闭环。包含玩家移动/自动攻击、多类型技能释放、怪物AI与碰撞检测、角色升级奖励机制及主菜单关卡界面的基础搭建。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381500" y="1651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177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Should-have 重要提升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3750">
            <a:off x="4508513" y="2216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508500" y="2349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提升游戏策略深度与重玩价值。重点实现Tab键暂停装配技能、DAG跑图系统保障关卡逻辑，以及UI全屏栈管理，确保界面切换流畅有序。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064500" y="1651000"/>
            <a:ext cx="3429000" cy="2349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191500" y="1778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Could-have 体验优化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750">
            <a:off x="8191513" y="2216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191500" y="2349500"/>
            <a:ext cx="3175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非核心但增强沉浸感的内容。计划补充更丰富的技能视觉特效（VFX）与沉浸式音效设计，提升玩家感官体验，作为版本迭代的优化项。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98500" y="4318000"/>
            <a:ext cx="5397500" cy="1841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5500" y="4445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 Won't-have 范围界定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-8488">
            <a:off x="825508" y="4883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825500" y="50165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为聚焦核心开发进度，本次版本暂不涉及复杂的社交系统（如好友、公会）及在线PVP对战模块。该部分功能将在后续成熟版本规划中另行评估。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286500" y="4318000"/>
            <a:ext cx="5397500" cy="1841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13500" y="4445000"/>
            <a:ext cx="5143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非功能性需求：性能与架构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8488">
            <a:off x="6413508" y="4883150"/>
            <a:ext cx="51435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13500" y="5016500"/>
            <a:ext cx="5143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性能上确保千级怪物同屏时核心战斗逻辑帧率≥15 FPS；架构上遵循高内聚低耦合原则，建立清晰的模块分层，保障代码的可维护性与后续扩展能力。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总体架构与核心设计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4013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Research Method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项目核心架构体系设计汇报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668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700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732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系统总体架构（五层）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1397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为实现高内聚、低耦合的设计目标，系统构建了清晰的五层分层架构，确保各层职责单一、依赖关系明确（上层依赖下层，下层对上层无感知），从根本上防止架构腐化，提升系统可维护性。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2667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01 表现层 (Presentation)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负责游戏的视觉呈现核心，承载所有LayaAir显示节点、UI2组件及可视化元素的渲染与展示，是用户直观交互的视觉载体，确保界面的流畅性与视觉表现力。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3815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508500" y="2667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02 UI控制层 (UI Control)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专注处理用户输入事件与UI业务逻辑，由UIStackManager统一管理全屏UI的栈式加载、切换与销毁，实现界面交互的标准化管控，隔离视觉与交互逻辑。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8128000" y="2540000"/>
            <a:ext cx="3429000" cy="1714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255000" y="26670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03 游戏逻辑层 (Game Logic)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ECS架构的核心中枢，封装所有System系统组件，实现游戏核心玩法、规则判定与状态流转。通过组件化实体管理，让核心逻辑脱离表现，保证业务逻辑的纯粹性。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" y="4572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62000" y="46990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04 领域服务层 (Domain Service)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提供通用业务服务与数据转换能力，涵盖配置加载解析、关卡随机生成、数据持久化等通用领域逻辑。作为逻辑层与基础层的桥梁，复用核心业务能力，减少重复开发。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4572000"/>
            <a:ext cx="5334000" cy="14605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350000" y="4699000"/>
            <a:ext cx="508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05 基础设施层 (Infrastructure)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提供底层技术支撑，包含ECS框架内核、对象池管理、Web Worker通信协议、网络请求封装等基础能力。为上层业务提供稳定、高效的技术底座，屏蔽底层技术细节。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62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ECS Gameplay 设计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8415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87400" y="1841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1778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实体 (Entity)：游戏世界的基石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游戏中所有对象（玩家、怪物等）的唯一标识载体，由`EntityId`标记。本身是无数据、无逻辑的“空壳”，仅作为组件的容器聚合体。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660400" y="3365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87400" y="35560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87400" y="3556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524000" y="3492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组件 (Component)：纯粹的数据容器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剥离所有业务逻辑，仅存储状态数据，如`Position`（坐标）、`Attribute`（属性）、`Skill`（技能）等。通过数据组合定义实体的特性。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60400" y="4889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87400" y="5080000"/>
            <a:ext cx="508000" cy="508000"/>
          </a:xfrm>
          <a:prstGeom prst="roundRect">
            <a:avLst>
              <a:gd name="adj" fmla="val 0"/>
            </a:avLst>
          </a:prstGeom>
          <a:solidFill>
            <a:srgbClr val="00377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787400" y="5080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524000" y="4953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系统 (System)：逻辑的唯一执行者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专注于特定组件组合的逻辑处理，如`MovementSystem`负责处理`Position`与`Velocity`组件来更新位移，实现了数据与逻辑的彻底分离。</a:t>
            </a:r>
          </a:p>
        </p:txBody>
      </p:sp>
      <p:cxnSp>
        <p:nvCxnSpPr>
          <p:cNvPr id="23" name="Connector 23"/>
          <p:cNvCxnSpPr/>
          <p:nvPr/>
        </p:nvCxnSpPr>
        <p:spPr>
          <a:xfrm rot="5390708">
            <a:off x="3873500" y="3994159"/>
            <a:ext cx="4699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6477000" y="16510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75DA0">
              <a:alpha val="6000"/>
            </a:srgbClr>
          </a:solidFill>
          <a:ln w="12700" cap="flat" cmpd="sng">
            <a:solidFill>
              <a:srgbClr val="175D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604000" y="1841500"/>
            <a:ext cx="508000" cy="508000"/>
          </a:xfrm>
          <a:prstGeom prst="roundRect">
            <a:avLst>
              <a:gd name="adj" fmla="val 0"/>
            </a:avLst>
          </a:prstGeom>
          <a:solidFill>
            <a:srgbClr val="175D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6604000" y="18415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A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02500" y="1778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FilterRegistry：实体筛选的预注册机制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预定义常用的实体筛选器（如玩家组、怪物组），系统初始化时自动关联，大幅简化了运行时的实体查询逻辑，提升遍历效率。</a:t>
            </a:r>
          </a:p>
        </p:txBody>
      </p:sp>
      <p:sp>
        <p:nvSpPr>
          <p:cNvPr id="28" name="AutoShape 28"/>
          <p:cNvSpPr/>
          <p:nvPr/>
        </p:nvSpPr>
        <p:spPr>
          <a:xfrm>
            <a:off x="6477000" y="3365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75DA0">
              <a:alpha val="6000"/>
            </a:srgbClr>
          </a:solidFill>
          <a:ln w="12700" cap="flat" cmpd="sng">
            <a:solidFill>
              <a:srgbClr val="175D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604000" y="3556000"/>
            <a:ext cx="508000" cy="508000"/>
          </a:xfrm>
          <a:prstGeom prst="roundRect">
            <a:avLst>
              <a:gd name="adj" fmla="val 0"/>
            </a:avLst>
          </a:prstGeom>
          <a:solidFill>
            <a:srgbClr val="175D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604000" y="3556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B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02500" y="34925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ViewComponent：逻辑与表现的完美解耦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作为ECS世界与Laya渲染世界的桥梁，持有显示节点引用。业务逻辑仅操作数据组件，渲染层监听ViewComponent变化，实现职责分离。</a:t>
            </a:r>
          </a:p>
        </p:txBody>
      </p:sp>
      <p:sp>
        <p:nvSpPr>
          <p:cNvPr id="32" name="AutoShape 32"/>
          <p:cNvSpPr/>
          <p:nvPr/>
        </p:nvSpPr>
        <p:spPr>
          <a:xfrm>
            <a:off x="6477000" y="4889500"/>
            <a:ext cx="5270500" cy="1460500"/>
          </a:xfrm>
          <a:prstGeom prst="roundRect">
            <a:avLst>
              <a:gd name="adj" fmla="val 0"/>
            </a:avLst>
          </a:prstGeom>
          <a:solidFill>
            <a:srgbClr val="175DA0">
              <a:alpha val="6000"/>
            </a:srgbClr>
          </a:solidFill>
          <a:ln w="12700" cap="flat" cmpd="sng">
            <a:solidFill>
              <a:srgbClr val="175DA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6604000" y="5080000"/>
            <a:ext cx="508000" cy="508000"/>
          </a:xfrm>
          <a:prstGeom prst="roundRect">
            <a:avLst>
              <a:gd name="adj" fmla="val 0"/>
            </a:avLst>
          </a:prstGeom>
          <a:solidFill>
            <a:srgbClr val="175DA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0" y="5080000"/>
            <a:ext cx="50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C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302500" y="4953000"/>
            <a:ext cx="419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75DA0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轻量级架构：低成本与高性能的平衡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采用单线程Tick驱动与Map数据结构，避免了复杂的多线程同步开销。在保持代码简洁、维护成本低的同时，足以支撑千级实体的高效运转。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配表驱动与技能效果链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874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90600" y="177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配置加载：JSON驱动的核心架构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999">
            <a:off x="990608" y="2279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90600" y="2413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游戏启动阶段自动加载并解析JSON格式的技能配置表，将数值策划与程序逻辑彻底解耦。策划可独立调整技能参数，无需修改代码即可实现技能效果的迭代更新，极大提升开发效率。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48400" y="1651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48400" y="1651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51600" y="1778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架构分离：Skill与SkillEffect解耦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8999">
            <a:off x="6451608" y="2279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51600" y="2413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Skill模块专注宏观CD管理，SkillEffect模块定义具体行为（如发射子弹、属性修改、直接伤害）。单个技能可挂载多条Effect执行链，支持“分裂+发射”等组合效果，构建灵活多变的技能体系。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874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787400" y="406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906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逻辑执行：链式效果的有序流转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8999">
            <a:off x="990608" y="4692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990600" y="4826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PlayerAutoCastSystem 负责冷却校验，通过链式调用依次执行Effect。例如先触发modifier累积变量，再由bullet效果读取变量生成定制子弹，确保效果执行的时序性与数据传递的准确性。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48400" y="4064000"/>
            <a:ext cx="52705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6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48400" y="4064000"/>
            <a:ext cx="50800" cy="20955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51600" y="41910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04. 安全保障：FormulaParser 白名单机制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8999">
            <a:off x="6451608" y="4692650"/>
            <a:ext cx="48514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51600" y="4826000"/>
            <a:ext cx="488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摒弃高危的eval()函数，自研FormulaParser解析器。通过白名单限制可执行的运算符与函数，严格校验输入公式的合法性，在支持复杂数值计算的同时，从底层杜绝代码注入等安全风险。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关键模块与典型场景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508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Research Process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关键模块设计与场景应用展示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731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8763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89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MVC UI 与战斗协同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524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58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本项目UI系统深度遵循MVC设计模式，实现了界面展示与业务逻辑的解耦；同时与底层ECS（实体组件系统）战斗核心高效协同，通过状态同步机制确保交互操作的实时性与数据一致性，打造流畅的战斗配置体验。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279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92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触发与全局暂停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750">
            <a:off x="787413" y="3359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87400" y="3492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玩家按下Tab键时，系统将</a:t>
            </a:r>
            <a:r>
              <a:rPr lang="en-US" sz="1300" b="1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GameSession.paused</a:t>
            </a: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置为 true。所有战斗相关 System 在 Update 方法首端检测该状态，若为暂停则直接返回，实现战斗逻辑的瞬间冻结，无帧延迟卡顿。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381500" y="279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508500" y="292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界面交互与临时缓存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750">
            <a:off x="4508513" y="3359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508500" y="3492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暂停期间玩家拖拽技能图标，操作数据仅写入</a:t>
            </a:r>
            <a:r>
              <a:rPr lang="en-US" sz="1300" b="1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SkillLoadoutState</a:t>
            </a: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临时对象，不直接操作底层ECS实体。该设计隔离了UI误操作对核心数据的影响，保证配置过程的容错性与流畅性。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102600" y="2794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EBF2FA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229600" y="2921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数据同步与战斗恢复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750">
            <a:off x="8229613" y="3359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229600" y="34925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关闭面板时，</a:t>
            </a:r>
            <a:r>
              <a:rPr lang="en-US" sz="1300" b="1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SkillLoadoutSyncSystem</a:t>
            </a:r>
            <a:r>
              <a:rPr lang="en-US" sz="1300" b="0" i="0" u="none" strike="noStrike">
                <a:solidFill>
                  <a:srgbClr val="3C3C3C"/>
                </a:solidFill>
                <a:latin typeface="微软雅黑"/>
                <a:ea typeface="微软雅黑"/>
                <a:cs typeface="微软雅黑"/>
                <a:sym typeface="微软雅黑"/>
              </a:rPr>
              <a:t>将临时状态数据批量写回玩家ECS实体的Skill组件；随后将 paused 置为 false，战斗逻辑恢复运行。此机制确保了UI层与ECS层数据的最终一致性。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60400" y="5397500"/>
            <a:ext cx="10871200" cy="889000"/>
          </a:xfrm>
          <a:prstGeom prst="roundRect">
            <a:avLst>
              <a:gd name="adj" fmla="val 0"/>
            </a:avLst>
          </a:prstGeom>
          <a:solidFill>
            <a:srgbClr val="00377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787400" y="5486400"/>
            <a:ext cx="106172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设计优势总结：</a:t>
            </a:r>
            <a:r>
              <a:rPr lang="en-US" sz="1300" b="0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通过MVC解耦界面与逻辑，利用临时状态缓存隔离UI操作，仅在确认时同步ECS数据，既保证了玩家操作的即时反馈，又避免了高频UI事件对底层战斗逻辑的频繁干扰，提升了系统的稳定性与响应速度。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620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性能优化方案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397000"/>
            <a:ext cx="10922000" cy="76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460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针对H5平台在高并发场景下的性能瓶颈，本项目实施了一套“组合拳”式的性能优化方案，从内存管理、线程调度、渲染流程等多维度切入，解决卡顿与掉帧问题。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2667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87400" y="2857500"/>
            <a:ext cx="3213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对象池 (Object Pool)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587">
            <a:off x="787413" y="3422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87400" y="3556000"/>
            <a:ext cx="32131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核心痛点：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频繁创建/销毁子弹、怪物等对象会引发严重内存抖动，导致GC卡顿，破坏游戏流畅度。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实现对象池机制，预先初始化对象实例并缓存，使用时取出、回收时重置，极大减少动态内存分配与GC触发次数，稳定运行时内存状态。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56100" y="2667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83100" y="2857500"/>
            <a:ext cx="3213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Web Worker 卸载计算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13587">
            <a:off x="4483113" y="3422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4483100" y="3556000"/>
            <a:ext cx="32131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核心痛点：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千级怪物AI逻辑计算密集，长期占用主线程导致渲染帧被阻塞，出现画面掉帧、操作延迟现象。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解决方案：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将AI运算卸载至独立Web Worker线程，主线程仅负责渲染与交互，通过消息机制传递数据，实现计算与渲染并行，释放主线程资源。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051800" y="2667000"/>
            <a:ext cx="3467100" cy="3302000"/>
          </a:xfrm>
          <a:prstGeom prst="roundRect">
            <a:avLst>
              <a:gd name="adj" fmla="val 0"/>
            </a:avLst>
          </a:prstGeom>
          <a:solidFill>
            <a:srgbClr val="F0F4F8">
              <a:alpha val="10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8178800" y="2857500"/>
            <a:ext cx="3213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渲染与流程协同优化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13587">
            <a:off x="8178813" y="3422650"/>
            <a:ext cx="32131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8178800" y="3556000"/>
            <a:ext cx="32131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暂停态早退：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在战斗暂停时让核心System逻辑提前退出执行，避免无效CPU空转，节省运行资源。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动态图集合并：</a:t>
            </a:r>
            <a:r>
              <a:rPr lang="en-US" sz="1300" b="0" i="0" u="none" strike="noStrike">
                <a:solidFill>
                  <a:srgbClr val="424242"/>
                </a:solidFill>
                <a:latin typeface="微软雅黑"/>
                <a:ea typeface="微软雅黑"/>
                <a:cs typeface="微软雅黑"/>
                <a:sym typeface="微软雅黑"/>
              </a:rPr>
              <a:t>将零散小纹理合并为大图集，减少WebGL Draw Call调用次数，降低渲染管线开销，显著提升画面渲染帧率。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40132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性能优化与测试验证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4013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Analysis of Conclusion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性能优化方案与测试验证分析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10795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827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859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255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性能测试与数据解读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8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87400" y="1968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01. 基础负载性能实测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3750">
            <a:off x="7874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" y="2730500"/>
            <a:ext cx="317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小规模场景 (10/100怪物)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平均FPS分别为58.62与45，帧率表现流畅，无明显卡顿，处于性能安全阈值内。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" y="41910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B43232"/>
                </a:solidFill>
                <a:latin typeface="Noto Sans SC"/>
                <a:ea typeface="Noto Sans SC"/>
                <a:cs typeface="Noto Sans SC"/>
                <a:sym typeface="Noto Sans SC"/>
              </a:rPr>
              <a:t>大规模瓶颈 (1000怪物)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平均FPS骤降至15.14，画面出现严重卡顿，判定为当前渲染管线的性能临界点，需针对性优化。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3815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8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508500" y="1968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02. 动态图集优化成效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3750">
            <a:off x="4508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508500" y="2730500"/>
            <a:ext cx="317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千级怪物场景专项优化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针对性能瓶颈场景开启动态图集后，有效减少了DrawCall开销。实测平均FPS从13.32提升至15.10，渲染效率显著改善。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508500" y="4318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635500" y="4445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+13.4%</a:t>
            </a: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综合性能提升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通过合并纹理批次，大幅降低了CPU到GPU的指令传输压力。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645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EBF2FA">
              <a:alpha val="80000"/>
            </a:srgbClr>
          </a:solidFill>
          <a:ln w="12700" cap="flat" cmpd="sng">
            <a:solidFill>
              <a:srgbClr val="003778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191500" y="1968500"/>
            <a:ext cx="317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03. 对象池稳定性增强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750">
            <a:off x="8191513" y="25336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191500" y="2730500"/>
            <a:ext cx="3175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核心价值：消除GC尖峰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对象池机制并非直接拉高平均FPS，而是通过复用对象减少内存频繁申请与释放，彻底解决了怪物生成/销毁时的帧率抖动问题。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91500" y="4191000"/>
            <a:ext cx="3175000" cy="12065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318500" y="43180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运行时稳定性指标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在长时间压力测试中，帧率方差降低40%以上，确保游戏运行过程中的画面平滑度与操作响应的即时性。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82550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对象池消融实验：验证削减GC卡顿的核心价值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1968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/ 严格的实验设置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323">
            <a:off x="9525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952500" y="2794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基线对照组：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在1000个怪物的高负载场景下，完全关闭对象池技术与Web Worker并行处理，模拟原生运行环境。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952500" y="4318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核心实验组：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保持场景复杂度完全一致，仅开启对象池机制，复用对象实例以减少内存分配与回收频率。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445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35500" y="1968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/ 震撼的性能数据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323">
            <a:off x="46355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635500" y="2857500"/>
            <a:ext cx="146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4635500" y="2921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基线组 P95 耗时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76.50</a:t>
            </a:r>
            <a:r>
              <a:rPr lang="en-US" sz="1400" b="0" i="0" u="none" strike="noStrike">
                <a:solidFill>
                  <a:srgbClr val="D93025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</a:p>
        </p:txBody>
      </p:sp>
      <p:sp>
        <p:nvSpPr>
          <p:cNvPr id="21" name="AutoShape 21"/>
          <p:cNvSpPr/>
          <p:nvPr/>
        </p:nvSpPr>
        <p:spPr>
          <a:xfrm>
            <a:off x="6223000" y="2857500"/>
            <a:ext cx="14605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223000" y="2921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实验组 P95 耗时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48.60</a:t>
            </a:r>
            <a:r>
              <a:rPr lang="en-US" sz="1400" b="0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ms</a:t>
            </a:r>
          </a:p>
        </p:txBody>
      </p:sp>
      <p:sp>
        <p:nvSpPr>
          <p:cNvPr id="23" name="AutoShape 23"/>
          <p:cNvSpPr/>
          <p:nvPr/>
        </p:nvSpPr>
        <p:spPr>
          <a:xfrm>
            <a:off x="4635500" y="4318000"/>
            <a:ext cx="304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性能突破：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P95帧时间大幅减少</a:t>
            </a:r>
            <a:r>
              <a:rPr lang="en-US" sz="13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27.9 ms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，整体运行耗时降幅达到</a:t>
            </a:r>
            <a:r>
              <a:rPr lang="en-US" sz="1300" b="1" i="0" u="none" strike="noStrike">
                <a:solidFill>
                  <a:srgbClr val="003778"/>
                </a:solidFill>
                <a:latin typeface="Noto Sans SC"/>
                <a:ea typeface="Noto Sans SC"/>
                <a:cs typeface="Noto Sans SC"/>
                <a:sym typeface="Noto Sans SC"/>
              </a:rPr>
              <a:t>36.5%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，有效突破了性能瓶颈。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128000" y="1778000"/>
            <a:ext cx="3429000" cy="4064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18500" y="1968500"/>
            <a:ext cx="304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/ 核心价值结论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14323">
            <a:off x="8318513" y="2597150"/>
            <a:ext cx="304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8318500" y="2921000"/>
            <a:ext cx="3048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稳定性的关键保障：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雄辩地证明，对象池机制能显著削减最坏情况下的帧时间波动。通过复用对象，从根源上减少了JS垃圾回收(GC)的触发频率，极大提升了游戏运行的流畅度，彻底避免了因内存回收导致的突发性、无规律卡顿，为玩家提供了稳定的操作体验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1130300"/>
            <a:ext cx="12192000" cy="53594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172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72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4" y="1575523"/>
                  <a:pt x="2695384" y="1575523"/>
                  <a:pt x="2695384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6184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69723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1694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93980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96393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98933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80010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83947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9126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69215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9060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85471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8407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01981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64135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9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9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1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111125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00838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19888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0" y="0"/>
            <a:ext cx="12192000" cy="11430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60400" y="609600"/>
            <a:ext cx="1752600" cy="4191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9" name="AutoShape 29"/>
          <p:cNvSpPr/>
          <p:nvPr/>
        </p:nvSpPr>
        <p:spPr>
          <a:xfrm>
            <a:off x="1841500" y="2209800"/>
            <a:ext cx="2705100" cy="233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800" b="0" i="0" u="none" strike="noStrike" dirty="0">
                <a:solidFill>
                  <a:schemeClr val="accent1">
                    <a:lumMod val="40000"/>
                    <a:lumOff val="60000"/>
                  </a:schemeClr>
                </a:solidFill>
                <a:latin typeface="Impact"/>
                <a:ea typeface="Impact"/>
                <a:cs typeface="Impact"/>
                <a:sym typeface="Impact"/>
              </a:rPr>
              <a:t>06</a:t>
            </a:r>
            <a:endParaRPr lang="en-US" sz="11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1841500" y="3695700"/>
            <a:ext cx="5080000" cy="546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5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创新点、不足与展望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841500" y="4305300"/>
            <a:ext cx="50800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2400" b="0" i="0" u="none" strike="noStrike">
                <a:solidFill>
                  <a:srgbClr val="808080"/>
                </a:solidFill>
                <a:latin typeface="Segoe UI Light"/>
                <a:ea typeface="Segoe UI Light"/>
                <a:cs typeface="Segoe UI Light"/>
                <a:sym typeface="Segoe UI Light"/>
              </a:rPr>
              <a:t>Future Plan of Project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27900" y="711200"/>
            <a:ext cx="4191000" cy="292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0" bIns="0" rtlCol="0" anchor="b" anchorCtr="0"/>
          <a:lstStyle/>
          <a:p>
            <a:pPr marL="0" indent="0" algn="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6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项目总结与未来发展规划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066800" y="5994400"/>
            <a:ext cx="139700" cy="1397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604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8636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6"/>
          <p:cNvSpPr/>
          <p:nvPr/>
        </p:nvSpPr>
        <p:spPr>
          <a:xfrm>
            <a:off x="12700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4732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AutoShape 38"/>
          <p:cNvSpPr/>
          <p:nvPr/>
        </p:nvSpPr>
        <p:spPr>
          <a:xfrm>
            <a:off x="1689100" y="5994400"/>
            <a:ext cx="139700" cy="1397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3152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主要创新点与工程特色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660400" y="1447800"/>
            <a:ext cx="10871200" cy="30607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1435100" y="2730500"/>
            <a:ext cx="2679700" cy="2679700"/>
          </a:xfrm>
          <a:prstGeom prst="ellipse">
            <a:avLst/>
          </a:prstGeom>
          <a:solidFill>
            <a:srgbClr val="D9D9D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1625600" y="325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轻量ECS架构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625600" y="37338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成功设计并实现适配H5平台的轻量级ECS框架，实现数据、逻辑、表现的彻底解耦，大幅提升代码的可维护性与扩展性。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775200" y="2730500"/>
            <a:ext cx="2679700" cy="2679700"/>
          </a:xfrm>
          <a:prstGeom prst="ellipse">
            <a:avLst/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965700" y="325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性能组合拳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965700" y="37338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整合对象池、Web Worker、动态图集等多种优化手段，形成灵活且可验证的性能优化体系，保障H5端流畅运行。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02600" y="2730500"/>
            <a:ext cx="2679700" cy="2679700"/>
          </a:xfrm>
          <a:prstGeom prst="ellipse">
            <a:avLst/>
          </a:prstGeom>
          <a:solidFill>
            <a:srgbClr val="D9D9D9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293100" y="3251200"/>
            <a:ext cx="2286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UI与战斗协同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293100" y="37338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基于MVC模式设计UI系统，通过标志位实现UI操作与底层ECS战斗逻辑的无缝协同，确保交互响应的一致性。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73100" y="5778500"/>
            <a:ext cx="1085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本项目构建了可维护、高性能的H5 Roguelite游戏原型，为同类游戏的开发提供了宝贵的实践经验和架构参考。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71500"/>
            <a:ext cx="7315200" cy="342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不足与展望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457700" y="1790700"/>
            <a:ext cx="3276600" cy="3276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90500" algn="ctr" rotWithShape="0">
              <a:srgbClr val="000000">
                <a:alpha val="25000"/>
              </a:srgbClr>
            </a:outerShdw>
          </a:effectLst>
        </p:spPr>
      </p:pic>
      <p:sp>
        <p:nvSpPr>
          <p:cNvPr id="12" name="AutoShape 12"/>
          <p:cNvSpPr/>
          <p:nvPr/>
        </p:nvSpPr>
        <p:spPr>
          <a:xfrm>
            <a:off x="8140700" y="17272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展望：产品化与技术深化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40700" y="21717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完善局外存档、元进度系统及用户设置等产品功能；探索WebGL Instancing等高级渲染技术，提升视觉表现与运行效率。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>
            <a:off x="7721600" y="21336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15" name="Connector 15"/>
          <p:cNvCxnSpPr/>
          <p:nvPr/>
        </p:nvCxnSpPr>
        <p:spPr>
          <a:xfrm rot="-1871996">
            <a:off x="7312220" y="2235155"/>
            <a:ext cx="43792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8039100" y="42418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展望：合规性与体验规范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039100" y="46863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88900" bIns="50800" rtlCol="0" anchor="t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严格遵循相关规定，完善适龄提示标注，设置合理的游戏时长限制，保障用户权益，确保产品发布的合规性与安全性。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>
            <a:off x="7620000" y="46482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19" name="Connector 19"/>
          <p:cNvCxnSpPr/>
          <p:nvPr/>
        </p:nvCxnSpPr>
        <p:spPr>
          <a:xfrm rot="3355316">
            <a:off x="7380684" y="4508609"/>
            <a:ext cx="31366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 rot="10800000" flipV="1">
            <a:off x="2070100" y="17272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不足：内容表现与架构演进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 rot="10800000" flipV="1">
            <a:off x="1498600" y="21717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部分技能的视觉特效和音效尚未完全补齐；当前ECS架构实现仍有优化空间，需引入Archetype/Chunk存储模式提升性能。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10756758">
            <a:off x="2412960" y="21336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23" name="Connector 23"/>
          <p:cNvCxnSpPr/>
          <p:nvPr/>
        </p:nvCxnSpPr>
        <p:spPr>
          <a:xfrm rot="-9079489">
            <a:off x="4402910" y="2235152"/>
            <a:ext cx="42691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 rot="10800000" flipV="1">
            <a:off x="2057400" y="4241800"/>
            <a:ext cx="2667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不足：测试体系与质量保障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 rot="10800000" flipV="1">
            <a:off x="1485900" y="4686300"/>
            <a:ext cx="3302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目前缺乏完整的端到端UI自动化测试流程，测试覆盖度不足，导致部分交互细节问题难以及时发现，需完善自动化测试框架建设。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10756758">
            <a:off x="2400260" y="4648200"/>
            <a:ext cx="201934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cxnSp>
        <p:nvCxnSpPr>
          <p:cNvPr id="27" name="Connector 27"/>
          <p:cNvCxnSpPr/>
          <p:nvPr/>
        </p:nvCxnSpPr>
        <p:spPr>
          <a:xfrm rot="7166454">
            <a:off x="4345249" y="4508609"/>
            <a:ext cx="31366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dash"/>
            <a:miter lim="10000000"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673100" y="5778500"/>
            <a:ext cx="1085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404040"/>
                </a:solidFill>
                <a:latin typeface="微软雅黑 Light"/>
                <a:ea typeface="微软雅黑 Light"/>
                <a:cs typeface="微软雅黑 Light"/>
                <a:sym typeface="微软雅黑 Light"/>
              </a:rPr>
              <a:t>正视当前项目短板，聚焦技术架构演进与产品功能完善，严格落实合规要求，全方位推动项目持续迭代与质量升级。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489700"/>
          </a:xfrm>
          <a:prstGeom prst="roundRect">
            <a:avLst>
              <a:gd name="adj" fmla="val 0"/>
            </a:avLst>
          </a:prstGeom>
          <a:solidFill>
            <a:srgbClr val="FFFFFF">
              <a:alpha val="93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6489700"/>
            <a:ext cx="12192000" cy="368300"/>
          </a:xfrm>
          <a:prstGeom prst="roundRect">
            <a:avLst>
              <a:gd name="adj" fmla="val 0"/>
            </a:avLst>
          </a:pr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73100" y="6578600"/>
            <a:ext cx="1333500" cy="203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94900" y="533400"/>
            <a:ext cx="1524000" cy="38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610600" y="6629400"/>
            <a:ext cx="2908300" cy="1143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Freeform 8"/>
          <p:cNvSpPr/>
          <p:nvPr/>
        </p:nvSpPr>
        <p:spPr>
          <a:xfrm>
            <a:off x="114300" y="444500"/>
            <a:ext cx="563441" cy="659948"/>
          </a:xfrm>
          <a:custGeom>
            <a:avLst/>
            <a:gdLst/>
            <a:ahLst/>
            <a:cxnLst/>
            <a:rect l="l" t="t" r="r" b="b"/>
            <a:pathLst>
              <a:path w="563441" h="659948">
                <a:moveTo>
                  <a:pt x="421157" y="418005"/>
                </a:moveTo>
                <a:cubicBezTo>
                  <a:pt x="380181" y="410054"/>
                  <a:pt x="380181" y="410054"/>
                  <a:pt x="380181" y="410054"/>
                </a:cubicBezTo>
                <a:cubicBezTo>
                  <a:pt x="330097" y="420277"/>
                  <a:pt x="330097" y="420277"/>
                  <a:pt x="330097" y="420277"/>
                </a:cubicBezTo>
                <a:cubicBezTo>
                  <a:pt x="340341" y="410054"/>
                  <a:pt x="340341" y="410054"/>
                  <a:pt x="340341" y="410054"/>
                </a:cubicBezTo>
                <a:cubicBezTo>
                  <a:pt x="384734" y="396423"/>
                  <a:pt x="384734" y="396423"/>
                  <a:pt x="384734" y="396423"/>
                </a:cubicBezTo>
                <a:cubicBezTo>
                  <a:pt x="429125" y="411189"/>
                  <a:pt x="429125" y="411189"/>
                  <a:pt x="429125" y="411189"/>
                </a:cubicBezTo>
                <a:lnTo>
                  <a:pt x="421157" y="418005"/>
                </a:lnTo>
                <a:close/>
                <a:moveTo>
                  <a:pt x="389287" y="556583"/>
                </a:moveTo>
                <a:cubicBezTo>
                  <a:pt x="384734" y="532729"/>
                  <a:pt x="384734" y="532729"/>
                  <a:pt x="384734" y="532729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398393" y="479342"/>
                  <a:pt x="398393" y="479342"/>
                  <a:pt x="398393" y="479342"/>
                </a:cubicBezTo>
                <a:cubicBezTo>
                  <a:pt x="415467" y="477070"/>
                  <a:pt x="415467" y="477070"/>
                  <a:pt x="415467" y="477070"/>
                </a:cubicBezTo>
                <a:cubicBezTo>
                  <a:pt x="427987" y="559990"/>
                  <a:pt x="427987" y="559990"/>
                  <a:pt x="427987" y="559990"/>
                </a:cubicBezTo>
                <a:cubicBezTo>
                  <a:pt x="415467" y="558855"/>
                  <a:pt x="402946" y="557718"/>
                  <a:pt x="389287" y="556583"/>
                </a:cubicBezTo>
                <a:close/>
                <a:moveTo>
                  <a:pt x="303916" y="446402"/>
                </a:moveTo>
                <a:cubicBezTo>
                  <a:pt x="341479" y="455489"/>
                  <a:pt x="341479" y="455489"/>
                  <a:pt x="341479" y="455489"/>
                </a:cubicBezTo>
                <a:cubicBezTo>
                  <a:pt x="392702" y="436179"/>
                  <a:pt x="392702" y="436179"/>
                  <a:pt x="392702" y="436179"/>
                </a:cubicBezTo>
                <a:cubicBezTo>
                  <a:pt x="421157" y="449810"/>
                  <a:pt x="421157" y="449810"/>
                  <a:pt x="421157" y="449810"/>
                </a:cubicBezTo>
                <a:cubicBezTo>
                  <a:pt x="392702" y="445266"/>
                  <a:pt x="392702" y="445266"/>
                  <a:pt x="392702" y="445266"/>
                </a:cubicBezTo>
                <a:cubicBezTo>
                  <a:pt x="340341" y="464576"/>
                  <a:pt x="340341" y="464576"/>
                  <a:pt x="340341" y="464576"/>
                </a:cubicBezTo>
                <a:lnTo>
                  <a:pt x="303916" y="446402"/>
                </a:lnTo>
                <a:close/>
                <a:moveTo>
                  <a:pt x="195782" y="536137"/>
                </a:moveTo>
                <a:cubicBezTo>
                  <a:pt x="176431" y="483887"/>
                  <a:pt x="176431" y="483887"/>
                  <a:pt x="176431" y="483887"/>
                </a:cubicBezTo>
                <a:cubicBezTo>
                  <a:pt x="150251" y="475935"/>
                  <a:pt x="150251" y="475935"/>
                  <a:pt x="150251" y="475935"/>
                </a:cubicBezTo>
                <a:cubicBezTo>
                  <a:pt x="194643" y="462304"/>
                  <a:pt x="194643" y="462304"/>
                  <a:pt x="194643" y="462304"/>
                </a:cubicBezTo>
                <a:cubicBezTo>
                  <a:pt x="211717" y="519099"/>
                  <a:pt x="211717" y="519099"/>
                  <a:pt x="211717" y="519099"/>
                </a:cubicBezTo>
                <a:cubicBezTo>
                  <a:pt x="316437" y="503196"/>
                  <a:pt x="316437" y="503196"/>
                  <a:pt x="316437" y="503196"/>
                </a:cubicBezTo>
                <a:lnTo>
                  <a:pt x="195782" y="536137"/>
                </a:lnTo>
                <a:close/>
                <a:moveTo>
                  <a:pt x="176431" y="370298"/>
                </a:moveTo>
                <a:cubicBezTo>
                  <a:pt x="180984" y="370298"/>
                  <a:pt x="180984" y="370298"/>
                  <a:pt x="180984" y="370298"/>
                </a:cubicBezTo>
                <a:cubicBezTo>
                  <a:pt x="180984" y="398695"/>
                  <a:pt x="180984" y="398695"/>
                  <a:pt x="180984" y="398695"/>
                </a:cubicBezTo>
                <a:cubicBezTo>
                  <a:pt x="176431" y="398695"/>
                  <a:pt x="176431" y="398695"/>
                  <a:pt x="176431" y="398695"/>
                </a:cubicBezTo>
                <a:lnTo>
                  <a:pt x="176431" y="370298"/>
                </a:lnTo>
                <a:close/>
                <a:moveTo>
                  <a:pt x="186676" y="370298"/>
                </a:moveTo>
                <a:cubicBezTo>
                  <a:pt x="212856" y="370298"/>
                  <a:pt x="212856" y="370298"/>
                  <a:pt x="212856" y="370298"/>
                </a:cubicBezTo>
                <a:cubicBezTo>
                  <a:pt x="212856" y="398695"/>
                  <a:pt x="212856" y="398695"/>
                  <a:pt x="212856" y="398695"/>
                </a:cubicBezTo>
                <a:cubicBezTo>
                  <a:pt x="186676" y="398695"/>
                  <a:pt x="186676" y="398695"/>
                  <a:pt x="186676" y="398695"/>
                </a:cubicBezTo>
                <a:lnTo>
                  <a:pt x="186676" y="370298"/>
                </a:lnTo>
                <a:close/>
                <a:moveTo>
                  <a:pt x="122932" y="302144"/>
                </a:moveTo>
                <a:cubicBezTo>
                  <a:pt x="122932" y="302144"/>
                  <a:pt x="122932" y="302144"/>
                  <a:pt x="122932" y="302144"/>
                </a:cubicBezTo>
                <a:cubicBezTo>
                  <a:pt x="89922" y="302144"/>
                  <a:pt x="89922" y="302144"/>
                  <a:pt x="89922" y="302144"/>
                </a:cubicBezTo>
                <a:cubicBezTo>
                  <a:pt x="89922" y="113589"/>
                  <a:pt x="89922" y="113589"/>
                  <a:pt x="89922" y="113589"/>
                </a:cubicBezTo>
                <a:cubicBezTo>
                  <a:pt x="125209" y="113589"/>
                  <a:pt x="125209" y="113589"/>
                  <a:pt x="125209" y="113589"/>
                </a:cubicBezTo>
                <a:cubicBezTo>
                  <a:pt x="125209" y="111317"/>
                  <a:pt x="125209" y="111317"/>
                  <a:pt x="125209" y="111317"/>
                </a:cubicBezTo>
                <a:cubicBezTo>
                  <a:pt x="169601" y="111317"/>
                  <a:pt x="169601" y="111317"/>
                  <a:pt x="169601" y="111317"/>
                </a:cubicBezTo>
                <a:cubicBezTo>
                  <a:pt x="169601" y="112452"/>
                  <a:pt x="169601" y="113589"/>
                  <a:pt x="170740" y="114724"/>
                </a:cubicBezTo>
                <a:cubicBezTo>
                  <a:pt x="134315" y="129490"/>
                  <a:pt x="134315" y="129490"/>
                  <a:pt x="134315" y="129490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33177" y="127218"/>
                  <a:pt x="133177" y="127218"/>
                  <a:pt x="133177" y="127218"/>
                </a:cubicBezTo>
                <a:cubicBezTo>
                  <a:pt x="128624" y="129490"/>
                  <a:pt x="128624" y="129490"/>
                  <a:pt x="128624" y="129490"/>
                </a:cubicBezTo>
                <a:cubicBezTo>
                  <a:pt x="136592" y="149936"/>
                  <a:pt x="136592" y="149936"/>
                  <a:pt x="136592" y="149936"/>
                </a:cubicBezTo>
                <a:cubicBezTo>
                  <a:pt x="141145" y="147664"/>
                  <a:pt x="141145" y="147664"/>
                  <a:pt x="141145" y="147664"/>
                </a:cubicBezTo>
                <a:cubicBezTo>
                  <a:pt x="140006" y="145393"/>
                  <a:pt x="140006" y="145393"/>
                  <a:pt x="140006" y="145393"/>
                </a:cubicBezTo>
                <a:cubicBezTo>
                  <a:pt x="176431" y="130627"/>
                  <a:pt x="176431" y="130627"/>
                  <a:pt x="176431" y="130627"/>
                </a:cubicBezTo>
                <a:cubicBezTo>
                  <a:pt x="177569" y="131762"/>
                  <a:pt x="178708" y="132898"/>
                  <a:pt x="178708" y="134035"/>
                </a:cubicBezTo>
                <a:cubicBezTo>
                  <a:pt x="152527" y="161295"/>
                  <a:pt x="152527" y="161295"/>
                  <a:pt x="152527" y="161295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50251" y="160160"/>
                  <a:pt x="150251" y="160160"/>
                  <a:pt x="150251" y="160160"/>
                </a:cubicBezTo>
                <a:cubicBezTo>
                  <a:pt x="146836" y="163567"/>
                  <a:pt x="146836" y="163567"/>
                  <a:pt x="146836" y="163567"/>
                </a:cubicBezTo>
                <a:cubicBezTo>
                  <a:pt x="162772" y="179470"/>
                  <a:pt x="162772" y="179470"/>
                  <a:pt x="162772" y="179470"/>
                </a:cubicBezTo>
                <a:cubicBezTo>
                  <a:pt x="166187" y="176061"/>
                  <a:pt x="166187" y="176061"/>
                  <a:pt x="166187" y="176061"/>
                </a:cubicBezTo>
                <a:cubicBezTo>
                  <a:pt x="163910" y="173791"/>
                  <a:pt x="163910" y="173791"/>
                  <a:pt x="163910" y="173791"/>
                </a:cubicBezTo>
                <a:cubicBezTo>
                  <a:pt x="191229" y="146529"/>
                  <a:pt x="191229" y="146529"/>
                  <a:pt x="191229" y="146529"/>
                </a:cubicBezTo>
                <a:cubicBezTo>
                  <a:pt x="192367" y="147664"/>
                  <a:pt x="193505" y="148801"/>
                  <a:pt x="194643" y="148801"/>
                </a:cubicBezTo>
                <a:cubicBezTo>
                  <a:pt x="180984" y="185149"/>
                  <a:pt x="180984" y="185149"/>
                  <a:pt x="180984" y="185149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8708" y="184013"/>
                  <a:pt x="178708" y="184013"/>
                  <a:pt x="178708" y="184013"/>
                </a:cubicBezTo>
                <a:cubicBezTo>
                  <a:pt x="176431" y="188557"/>
                  <a:pt x="176431" y="188557"/>
                  <a:pt x="176431" y="188557"/>
                </a:cubicBezTo>
                <a:cubicBezTo>
                  <a:pt x="196920" y="196508"/>
                  <a:pt x="196920" y="196508"/>
                  <a:pt x="196920" y="196508"/>
                </a:cubicBezTo>
                <a:cubicBezTo>
                  <a:pt x="199196" y="191964"/>
                  <a:pt x="199196" y="191964"/>
                  <a:pt x="199196" y="191964"/>
                </a:cubicBezTo>
                <a:cubicBezTo>
                  <a:pt x="196920" y="190829"/>
                  <a:pt x="196920" y="190829"/>
                  <a:pt x="196920" y="190829"/>
                </a:cubicBezTo>
                <a:cubicBezTo>
                  <a:pt x="210579" y="155616"/>
                  <a:pt x="210579" y="155616"/>
                  <a:pt x="210579" y="155616"/>
                </a:cubicBezTo>
                <a:cubicBezTo>
                  <a:pt x="212856" y="155616"/>
                  <a:pt x="213994" y="156752"/>
                  <a:pt x="216271" y="156752"/>
                </a:cubicBezTo>
                <a:cubicBezTo>
                  <a:pt x="216271" y="194236"/>
                  <a:pt x="216271" y="194236"/>
                  <a:pt x="216271" y="194236"/>
                </a:cubicBezTo>
                <a:cubicBezTo>
                  <a:pt x="212856" y="194236"/>
                  <a:pt x="212856" y="194236"/>
                  <a:pt x="212856" y="194236"/>
                </a:cubicBezTo>
                <a:cubicBezTo>
                  <a:pt x="212856" y="302144"/>
                  <a:pt x="212856" y="302144"/>
                  <a:pt x="212856" y="302144"/>
                </a:cubicBezTo>
                <a:lnTo>
                  <a:pt x="122932" y="302144"/>
                </a:lnTo>
                <a:close/>
                <a:moveTo>
                  <a:pt x="84231" y="302144"/>
                </a:moveTo>
                <a:cubicBezTo>
                  <a:pt x="77401" y="302144"/>
                  <a:pt x="77401" y="302144"/>
                  <a:pt x="77401" y="302144"/>
                </a:cubicBezTo>
                <a:cubicBezTo>
                  <a:pt x="77401" y="113589"/>
                  <a:pt x="77401" y="113589"/>
                  <a:pt x="77401" y="113589"/>
                </a:cubicBezTo>
                <a:cubicBezTo>
                  <a:pt x="84231" y="113589"/>
                  <a:pt x="84231" y="113589"/>
                  <a:pt x="84231" y="113589"/>
                </a:cubicBezTo>
                <a:lnTo>
                  <a:pt x="84231" y="302144"/>
                </a:lnTo>
                <a:close/>
                <a:moveTo>
                  <a:pt x="174155" y="126083"/>
                </a:moveTo>
                <a:cubicBezTo>
                  <a:pt x="174155" y="127218"/>
                  <a:pt x="175293" y="127218"/>
                  <a:pt x="175293" y="128355"/>
                </a:cubicBezTo>
                <a:cubicBezTo>
                  <a:pt x="142283" y="141986"/>
                  <a:pt x="142283" y="141986"/>
                  <a:pt x="142283" y="141986"/>
                </a:cubicBezTo>
                <a:cubicBezTo>
                  <a:pt x="141145" y="139714"/>
                  <a:pt x="141145" y="139714"/>
                  <a:pt x="141145" y="139714"/>
                </a:cubicBezTo>
                <a:lnTo>
                  <a:pt x="174155" y="126083"/>
                </a:lnTo>
                <a:close/>
                <a:moveTo>
                  <a:pt x="138868" y="64746"/>
                </a:moveTo>
                <a:cubicBezTo>
                  <a:pt x="140006" y="62474"/>
                  <a:pt x="140006" y="62474"/>
                  <a:pt x="140006" y="62474"/>
                </a:cubicBezTo>
                <a:cubicBezTo>
                  <a:pt x="177569" y="78376"/>
                  <a:pt x="177569" y="78376"/>
                  <a:pt x="177569" y="78376"/>
                </a:cubicBezTo>
                <a:cubicBezTo>
                  <a:pt x="176431" y="79512"/>
                  <a:pt x="176431" y="79512"/>
                  <a:pt x="176431" y="79512"/>
                </a:cubicBezTo>
                <a:lnTo>
                  <a:pt x="138868" y="64746"/>
                </a:lnTo>
                <a:close/>
                <a:moveTo>
                  <a:pt x="188952" y="140849"/>
                </a:moveTo>
                <a:cubicBezTo>
                  <a:pt x="188952" y="141986"/>
                  <a:pt x="190090" y="141986"/>
                  <a:pt x="191229" y="143121"/>
                </a:cubicBezTo>
                <a:cubicBezTo>
                  <a:pt x="161634" y="169247"/>
                  <a:pt x="161634" y="169247"/>
                  <a:pt x="161634" y="169247"/>
                </a:cubicBezTo>
                <a:cubicBezTo>
                  <a:pt x="160495" y="168111"/>
                  <a:pt x="160495" y="168111"/>
                  <a:pt x="160495" y="168111"/>
                </a:cubicBezTo>
                <a:lnTo>
                  <a:pt x="188952" y="140849"/>
                </a:lnTo>
                <a:close/>
                <a:moveTo>
                  <a:pt x="159357" y="32940"/>
                </a:moveTo>
                <a:cubicBezTo>
                  <a:pt x="163910" y="34077"/>
                  <a:pt x="163910" y="34077"/>
                  <a:pt x="163910" y="34077"/>
                </a:cubicBezTo>
                <a:cubicBezTo>
                  <a:pt x="191229" y="61337"/>
                  <a:pt x="191229" y="61337"/>
                  <a:pt x="191229" y="61337"/>
                </a:cubicBezTo>
                <a:cubicBezTo>
                  <a:pt x="188952" y="63609"/>
                  <a:pt x="188952" y="63609"/>
                  <a:pt x="188952" y="63609"/>
                </a:cubicBezTo>
                <a:lnTo>
                  <a:pt x="159357" y="32940"/>
                </a:lnTo>
                <a:close/>
                <a:moveTo>
                  <a:pt x="206026" y="151073"/>
                </a:moveTo>
                <a:cubicBezTo>
                  <a:pt x="207164" y="151073"/>
                  <a:pt x="207164" y="152208"/>
                  <a:pt x="208303" y="152208"/>
                </a:cubicBezTo>
                <a:cubicBezTo>
                  <a:pt x="193505" y="188557"/>
                  <a:pt x="193505" y="188557"/>
                  <a:pt x="193505" y="188557"/>
                </a:cubicBezTo>
                <a:cubicBezTo>
                  <a:pt x="191229" y="187420"/>
                  <a:pt x="191229" y="187420"/>
                  <a:pt x="191229" y="187420"/>
                </a:cubicBezTo>
                <a:lnTo>
                  <a:pt x="206026" y="151073"/>
                </a:lnTo>
                <a:close/>
                <a:moveTo>
                  <a:pt x="190090" y="11359"/>
                </a:moveTo>
                <a:cubicBezTo>
                  <a:pt x="194643" y="19310"/>
                  <a:pt x="194643" y="19310"/>
                  <a:pt x="194643" y="19310"/>
                </a:cubicBezTo>
                <a:cubicBezTo>
                  <a:pt x="210579" y="52250"/>
                  <a:pt x="210579" y="52250"/>
                  <a:pt x="210579" y="52250"/>
                </a:cubicBezTo>
                <a:cubicBezTo>
                  <a:pt x="209441" y="52250"/>
                  <a:pt x="208303" y="53387"/>
                  <a:pt x="207164" y="53387"/>
                </a:cubicBezTo>
                <a:lnTo>
                  <a:pt x="190090" y="11359"/>
                </a:lnTo>
                <a:close/>
                <a:moveTo>
                  <a:pt x="224238" y="366890"/>
                </a:moveTo>
                <a:cubicBezTo>
                  <a:pt x="224238" y="366890"/>
                  <a:pt x="224238" y="366890"/>
                  <a:pt x="224238" y="366890"/>
                </a:cubicBezTo>
                <a:cubicBezTo>
                  <a:pt x="228792" y="372570"/>
                  <a:pt x="228792" y="372570"/>
                  <a:pt x="228792" y="372570"/>
                </a:cubicBezTo>
                <a:cubicBezTo>
                  <a:pt x="228792" y="398695"/>
                  <a:pt x="228792" y="398695"/>
                  <a:pt x="228792" y="398695"/>
                </a:cubicBezTo>
                <a:cubicBezTo>
                  <a:pt x="224238" y="398695"/>
                  <a:pt x="224238" y="398695"/>
                  <a:pt x="224238" y="398695"/>
                </a:cubicBezTo>
                <a:lnTo>
                  <a:pt x="224238" y="366890"/>
                </a:lnTo>
                <a:close/>
                <a:moveTo>
                  <a:pt x="224238" y="320319"/>
                </a:moveTo>
                <a:cubicBezTo>
                  <a:pt x="224238" y="320319"/>
                  <a:pt x="224238" y="320319"/>
                  <a:pt x="224238" y="320319"/>
                </a:cubicBezTo>
                <a:cubicBezTo>
                  <a:pt x="228792" y="325999"/>
                  <a:pt x="228792" y="325999"/>
                  <a:pt x="228792" y="325999"/>
                </a:cubicBezTo>
                <a:cubicBezTo>
                  <a:pt x="228792" y="348717"/>
                  <a:pt x="228792" y="348717"/>
                  <a:pt x="228792" y="348717"/>
                </a:cubicBezTo>
                <a:cubicBezTo>
                  <a:pt x="224238" y="348717"/>
                  <a:pt x="224238" y="348717"/>
                  <a:pt x="224238" y="348717"/>
                </a:cubicBezTo>
                <a:lnTo>
                  <a:pt x="224238" y="320319"/>
                </a:lnTo>
                <a:close/>
                <a:moveTo>
                  <a:pt x="224238" y="194236"/>
                </a:moveTo>
                <a:cubicBezTo>
                  <a:pt x="226515" y="194236"/>
                  <a:pt x="226515" y="194236"/>
                  <a:pt x="226515" y="194236"/>
                </a:cubicBezTo>
                <a:cubicBezTo>
                  <a:pt x="226515" y="154480"/>
                  <a:pt x="226515" y="154480"/>
                  <a:pt x="226515" y="154480"/>
                </a:cubicBezTo>
                <a:cubicBezTo>
                  <a:pt x="227653" y="154480"/>
                  <a:pt x="228792" y="154480"/>
                  <a:pt x="228792" y="154480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194236"/>
                  <a:pt x="228792" y="194236"/>
                  <a:pt x="228792" y="194236"/>
                </a:cubicBezTo>
                <a:cubicBezTo>
                  <a:pt x="228792" y="303281"/>
                  <a:pt x="228792" y="303281"/>
                  <a:pt x="228792" y="303281"/>
                </a:cubicBezTo>
                <a:cubicBezTo>
                  <a:pt x="224238" y="303281"/>
                  <a:pt x="224238" y="303281"/>
                  <a:pt x="224238" y="303281"/>
                </a:cubicBezTo>
                <a:lnTo>
                  <a:pt x="224238" y="194236"/>
                </a:lnTo>
                <a:close/>
                <a:moveTo>
                  <a:pt x="226515" y="5679"/>
                </a:moveTo>
                <a:cubicBezTo>
                  <a:pt x="228792" y="5679"/>
                  <a:pt x="228792" y="5679"/>
                  <a:pt x="228792" y="5679"/>
                </a:cubicBezTo>
                <a:cubicBezTo>
                  <a:pt x="228792" y="51115"/>
                  <a:pt x="228792" y="51115"/>
                  <a:pt x="228792" y="51115"/>
                </a:cubicBezTo>
                <a:cubicBezTo>
                  <a:pt x="228792" y="51115"/>
                  <a:pt x="227653" y="51115"/>
                  <a:pt x="226515" y="49978"/>
                </a:cubicBezTo>
                <a:lnTo>
                  <a:pt x="226515" y="5679"/>
                </a:lnTo>
                <a:close/>
                <a:moveTo>
                  <a:pt x="241313" y="69289"/>
                </a:moveTo>
                <a:cubicBezTo>
                  <a:pt x="247004" y="69289"/>
                  <a:pt x="252694" y="74968"/>
                  <a:pt x="252694" y="80648"/>
                </a:cubicBezTo>
                <a:cubicBezTo>
                  <a:pt x="252694" y="87462"/>
                  <a:pt x="247004" y="92006"/>
                  <a:pt x="241313" y="92006"/>
                </a:cubicBezTo>
                <a:cubicBezTo>
                  <a:pt x="234483" y="92006"/>
                  <a:pt x="229930" y="87462"/>
                  <a:pt x="229930" y="80648"/>
                </a:cubicBezTo>
                <a:cubicBezTo>
                  <a:pt x="229930" y="74968"/>
                  <a:pt x="234483" y="69289"/>
                  <a:pt x="241313" y="69289"/>
                </a:cubicBezTo>
                <a:close/>
                <a:moveTo>
                  <a:pt x="262940" y="186285"/>
                </a:moveTo>
                <a:cubicBezTo>
                  <a:pt x="261800" y="186285"/>
                  <a:pt x="261800" y="186285"/>
                  <a:pt x="261800" y="186285"/>
                </a:cubicBezTo>
                <a:cubicBezTo>
                  <a:pt x="247004" y="148801"/>
                  <a:pt x="247004" y="148801"/>
                  <a:pt x="247004" y="148801"/>
                </a:cubicBezTo>
                <a:cubicBezTo>
                  <a:pt x="250419" y="147664"/>
                  <a:pt x="250419" y="147664"/>
                  <a:pt x="250419" y="147664"/>
                </a:cubicBezTo>
                <a:lnTo>
                  <a:pt x="262940" y="186285"/>
                </a:lnTo>
                <a:close/>
                <a:moveTo>
                  <a:pt x="265215" y="135170"/>
                </a:moveTo>
                <a:cubicBezTo>
                  <a:pt x="293672" y="162432"/>
                  <a:pt x="293672" y="162432"/>
                  <a:pt x="293672" y="162432"/>
                </a:cubicBezTo>
                <a:cubicBezTo>
                  <a:pt x="291395" y="164702"/>
                  <a:pt x="291395" y="164702"/>
                  <a:pt x="291395" y="164702"/>
                </a:cubicBezTo>
                <a:cubicBezTo>
                  <a:pt x="262940" y="136307"/>
                  <a:pt x="262940" y="136307"/>
                  <a:pt x="262940" y="136307"/>
                </a:cubicBezTo>
                <a:cubicBezTo>
                  <a:pt x="264077" y="136307"/>
                  <a:pt x="264077" y="135170"/>
                  <a:pt x="265215" y="135170"/>
                </a:cubicBezTo>
                <a:close/>
                <a:moveTo>
                  <a:pt x="274321" y="116996"/>
                </a:moveTo>
                <a:cubicBezTo>
                  <a:pt x="310746" y="131762"/>
                  <a:pt x="310746" y="131762"/>
                  <a:pt x="310746" y="131762"/>
                </a:cubicBezTo>
                <a:cubicBezTo>
                  <a:pt x="309608" y="134035"/>
                  <a:pt x="309608" y="134035"/>
                  <a:pt x="309608" y="134035"/>
                </a:cubicBezTo>
                <a:cubicBezTo>
                  <a:pt x="273183" y="118132"/>
                  <a:pt x="273183" y="118132"/>
                  <a:pt x="273183" y="118132"/>
                </a:cubicBezTo>
                <a:cubicBezTo>
                  <a:pt x="273183" y="118132"/>
                  <a:pt x="274321" y="116996"/>
                  <a:pt x="274321" y="116996"/>
                </a:cubicBezTo>
                <a:close/>
                <a:moveTo>
                  <a:pt x="317576" y="95414"/>
                </a:moveTo>
                <a:cubicBezTo>
                  <a:pt x="426850" y="95414"/>
                  <a:pt x="426850" y="95414"/>
                  <a:pt x="426850" y="95414"/>
                </a:cubicBezTo>
                <a:cubicBezTo>
                  <a:pt x="426850" y="99958"/>
                  <a:pt x="426850" y="99958"/>
                  <a:pt x="426850" y="99958"/>
                </a:cubicBezTo>
                <a:cubicBezTo>
                  <a:pt x="317576" y="99958"/>
                  <a:pt x="317576" y="99958"/>
                  <a:pt x="317576" y="99958"/>
                </a:cubicBezTo>
                <a:lnTo>
                  <a:pt x="317576" y="95414"/>
                </a:lnTo>
                <a:close/>
                <a:moveTo>
                  <a:pt x="408636" y="62474"/>
                </a:moveTo>
                <a:cubicBezTo>
                  <a:pt x="412052" y="90871"/>
                  <a:pt x="412052" y="90871"/>
                  <a:pt x="412052" y="90871"/>
                </a:cubicBezTo>
                <a:cubicBezTo>
                  <a:pt x="409776" y="90871"/>
                  <a:pt x="409776" y="90871"/>
                  <a:pt x="409776" y="90871"/>
                </a:cubicBezTo>
                <a:cubicBezTo>
                  <a:pt x="407499" y="61337"/>
                  <a:pt x="407499" y="61337"/>
                  <a:pt x="407499" y="61337"/>
                </a:cubicBezTo>
                <a:lnTo>
                  <a:pt x="408636" y="62474"/>
                </a:lnTo>
                <a:close/>
                <a:moveTo>
                  <a:pt x="421157" y="76105"/>
                </a:moveTo>
                <a:cubicBezTo>
                  <a:pt x="451891" y="94278"/>
                  <a:pt x="451891" y="94278"/>
                  <a:pt x="451891" y="94278"/>
                </a:cubicBezTo>
                <a:cubicBezTo>
                  <a:pt x="451891" y="96550"/>
                  <a:pt x="451891" y="96550"/>
                  <a:pt x="451891" y="96550"/>
                </a:cubicBezTo>
                <a:cubicBezTo>
                  <a:pt x="421157" y="81784"/>
                  <a:pt x="421157" y="81784"/>
                  <a:pt x="421157" y="81784"/>
                </a:cubicBezTo>
                <a:lnTo>
                  <a:pt x="421157" y="76105"/>
                </a:lnTo>
                <a:close/>
                <a:moveTo>
                  <a:pt x="467827" y="101093"/>
                </a:moveTo>
                <a:cubicBezTo>
                  <a:pt x="468965" y="105637"/>
                  <a:pt x="468965" y="105637"/>
                  <a:pt x="468965" y="105637"/>
                </a:cubicBezTo>
                <a:cubicBezTo>
                  <a:pt x="434818" y="112452"/>
                  <a:pt x="434818" y="112452"/>
                  <a:pt x="434818" y="112452"/>
                </a:cubicBezTo>
                <a:cubicBezTo>
                  <a:pt x="430265" y="110180"/>
                  <a:pt x="430265" y="110180"/>
                  <a:pt x="430265" y="110180"/>
                </a:cubicBezTo>
                <a:lnTo>
                  <a:pt x="467827" y="101093"/>
                </a:lnTo>
                <a:close/>
                <a:moveTo>
                  <a:pt x="490592" y="107909"/>
                </a:moveTo>
                <a:cubicBezTo>
                  <a:pt x="458720" y="147664"/>
                  <a:pt x="458720" y="147664"/>
                  <a:pt x="458720" y="147664"/>
                </a:cubicBezTo>
                <a:cubicBezTo>
                  <a:pt x="455306" y="144257"/>
                  <a:pt x="455306" y="144257"/>
                  <a:pt x="455306" y="144257"/>
                </a:cubicBezTo>
                <a:cubicBezTo>
                  <a:pt x="487177" y="103365"/>
                  <a:pt x="487177" y="103365"/>
                  <a:pt x="487177" y="103365"/>
                </a:cubicBezTo>
                <a:lnTo>
                  <a:pt x="490592" y="107909"/>
                </a:lnTo>
                <a:close/>
                <a:moveTo>
                  <a:pt x="508804" y="111317"/>
                </a:moveTo>
                <a:cubicBezTo>
                  <a:pt x="491730" y="163567"/>
                  <a:pt x="491730" y="163567"/>
                  <a:pt x="491730" y="163567"/>
                </a:cubicBezTo>
                <a:cubicBezTo>
                  <a:pt x="489454" y="162432"/>
                  <a:pt x="489454" y="162432"/>
                  <a:pt x="489454" y="162432"/>
                </a:cubicBezTo>
                <a:cubicBezTo>
                  <a:pt x="506528" y="109045"/>
                  <a:pt x="506528" y="109045"/>
                  <a:pt x="506528" y="109045"/>
                </a:cubicBezTo>
                <a:lnTo>
                  <a:pt x="508804" y="111317"/>
                </a:lnTo>
                <a:close/>
                <a:moveTo>
                  <a:pt x="524740" y="107909"/>
                </a:moveTo>
                <a:cubicBezTo>
                  <a:pt x="527017" y="107909"/>
                  <a:pt x="527017" y="107909"/>
                  <a:pt x="527017" y="107909"/>
                </a:cubicBezTo>
                <a:cubicBezTo>
                  <a:pt x="527017" y="176061"/>
                  <a:pt x="527017" y="176061"/>
                  <a:pt x="527017" y="176061"/>
                </a:cubicBezTo>
                <a:cubicBezTo>
                  <a:pt x="524740" y="176061"/>
                  <a:pt x="524740" y="176061"/>
                  <a:pt x="524740" y="176061"/>
                </a:cubicBezTo>
                <a:lnTo>
                  <a:pt x="524740" y="107909"/>
                </a:lnTo>
                <a:close/>
                <a:moveTo>
                  <a:pt x="235621" y="324862"/>
                </a:moveTo>
                <a:cubicBezTo>
                  <a:pt x="247004" y="324862"/>
                  <a:pt x="247004" y="324862"/>
                  <a:pt x="247004" y="324862"/>
                </a:cubicBezTo>
                <a:cubicBezTo>
                  <a:pt x="247004" y="348717"/>
                  <a:pt x="247004" y="348717"/>
                  <a:pt x="247004" y="348717"/>
                </a:cubicBezTo>
                <a:cubicBezTo>
                  <a:pt x="235621" y="348717"/>
                  <a:pt x="235621" y="348717"/>
                  <a:pt x="235621" y="348717"/>
                </a:cubicBezTo>
                <a:lnTo>
                  <a:pt x="235621" y="324862"/>
                </a:lnTo>
                <a:close/>
                <a:moveTo>
                  <a:pt x="252694" y="316911"/>
                </a:moveTo>
                <a:cubicBezTo>
                  <a:pt x="257247" y="313503"/>
                  <a:pt x="257247" y="313503"/>
                  <a:pt x="257247" y="313503"/>
                </a:cubicBezTo>
                <a:cubicBezTo>
                  <a:pt x="257247" y="353259"/>
                  <a:pt x="257247" y="353259"/>
                  <a:pt x="257247" y="353259"/>
                </a:cubicBezTo>
                <a:cubicBezTo>
                  <a:pt x="252694" y="350987"/>
                  <a:pt x="252694" y="350987"/>
                  <a:pt x="252694" y="350987"/>
                </a:cubicBezTo>
                <a:lnTo>
                  <a:pt x="252694" y="316911"/>
                </a:lnTo>
                <a:close/>
                <a:moveTo>
                  <a:pt x="392702" y="295330"/>
                </a:moveTo>
                <a:cubicBezTo>
                  <a:pt x="392702" y="268068"/>
                  <a:pt x="392702" y="268068"/>
                  <a:pt x="392702" y="268068"/>
                </a:cubicBezTo>
                <a:cubicBezTo>
                  <a:pt x="396116" y="268068"/>
                  <a:pt x="396116" y="268068"/>
                  <a:pt x="396116" y="268068"/>
                </a:cubicBezTo>
                <a:cubicBezTo>
                  <a:pt x="398393" y="291922"/>
                  <a:pt x="398393" y="291922"/>
                  <a:pt x="398393" y="291922"/>
                </a:cubicBezTo>
                <a:cubicBezTo>
                  <a:pt x="415467" y="323727"/>
                  <a:pt x="415467" y="323727"/>
                  <a:pt x="415467" y="323727"/>
                </a:cubicBezTo>
                <a:lnTo>
                  <a:pt x="392702" y="295330"/>
                </a:lnTo>
                <a:close/>
                <a:moveTo>
                  <a:pt x="451891" y="218089"/>
                </a:moveTo>
                <a:cubicBezTo>
                  <a:pt x="451891" y="206731"/>
                  <a:pt x="451891" y="206731"/>
                  <a:pt x="451891" y="206731"/>
                </a:cubicBezTo>
                <a:cubicBezTo>
                  <a:pt x="456444" y="206731"/>
                  <a:pt x="456444" y="206731"/>
                  <a:pt x="456444" y="206731"/>
                </a:cubicBezTo>
                <a:cubicBezTo>
                  <a:pt x="465550" y="215817"/>
                  <a:pt x="465550" y="215817"/>
                  <a:pt x="465550" y="215817"/>
                </a:cubicBezTo>
                <a:cubicBezTo>
                  <a:pt x="463273" y="231720"/>
                  <a:pt x="463273" y="231720"/>
                  <a:pt x="463273" y="231720"/>
                </a:cubicBezTo>
                <a:cubicBezTo>
                  <a:pt x="453029" y="238535"/>
                  <a:pt x="453029" y="238535"/>
                  <a:pt x="453029" y="238535"/>
                </a:cubicBezTo>
                <a:cubicBezTo>
                  <a:pt x="449614" y="238535"/>
                  <a:pt x="449614" y="238535"/>
                  <a:pt x="449614" y="238535"/>
                </a:cubicBezTo>
                <a:cubicBezTo>
                  <a:pt x="449614" y="230584"/>
                  <a:pt x="449614" y="230584"/>
                  <a:pt x="449614" y="230584"/>
                </a:cubicBezTo>
                <a:cubicBezTo>
                  <a:pt x="455306" y="230584"/>
                  <a:pt x="455306" y="230584"/>
                  <a:pt x="455306" y="230584"/>
                </a:cubicBezTo>
                <a:cubicBezTo>
                  <a:pt x="455306" y="228313"/>
                  <a:pt x="455306" y="228313"/>
                  <a:pt x="455306" y="228313"/>
                </a:cubicBezTo>
                <a:cubicBezTo>
                  <a:pt x="449614" y="228313"/>
                  <a:pt x="449614" y="228313"/>
                  <a:pt x="449614" y="228313"/>
                </a:cubicBezTo>
                <a:cubicBezTo>
                  <a:pt x="449614" y="218089"/>
                  <a:pt x="449614" y="218089"/>
                  <a:pt x="449614" y="218089"/>
                </a:cubicBezTo>
                <a:lnTo>
                  <a:pt x="451891" y="218089"/>
                </a:lnTo>
                <a:close/>
                <a:moveTo>
                  <a:pt x="463273" y="248759"/>
                </a:moveTo>
                <a:cubicBezTo>
                  <a:pt x="456444" y="248759"/>
                  <a:pt x="456444" y="248759"/>
                  <a:pt x="456444" y="248759"/>
                </a:cubicBezTo>
                <a:cubicBezTo>
                  <a:pt x="456444" y="240807"/>
                  <a:pt x="456444" y="240807"/>
                  <a:pt x="456444" y="240807"/>
                </a:cubicBezTo>
                <a:cubicBezTo>
                  <a:pt x="468965" y="233992"/>
                  <a:pt x="468965" y="233992"/>
                  <a:pt x="468965" y="233992"/>
                </a:cubicBezTo>
                <a:lnTo>
                  <a:pt x="463273" y="248759"/>
                </a:lnTo>
                <a:close/>
                <a:moveTo>
                  <a:pt x="470103" y="564534"/>
                </a:moveTo>
                <a:cubicBezTo>
                  <a:pt x="484901" y="486159"/>
                  <a:pt x="484901" y="486159"/>
                  <a:pt x="484901" y="486159"/>
                </a:cubicBezTo>
                <a:cubicBezTo>
                  <a:pt x="481486" y="457761"/>
                  <a:pt x="481486" y="457761"/>
                  <a:pt x="481486" y="457761"/>
                </a:cubicBezTo>
                <a:cubicBezTo>
                  <a:pt x="468965" y="512284"/>
                  <a:pt x="468965" y="512284"/>
                  <a:pt x="468965" y="512284"/>
                </a:cubicBezTo>
                <a:cubicBezTo>
                  <a:pt x="462135" y="512284"/>
                  <a:pt x="462135" y="512284"/>
                  <a:pt x="462135" y="512284"/>
                </a:cubicBezTo>
                <a:cubicBezTo>
                  <a:pt x="462135" y="463441"/>
                  <a:pt x="462135" y="463441"/>
                  <a:pt x="462135" y="463441"/>
                </a:cubicBezTo>
                <a:cubicBezTo>
                  <a:pt x="482624" y="448673"/>
                  <a:pt x="482624" y="448673"/>
                  <a:pt x="482624" y="448673"/>
                </a:cubicBezTo>
                <a:cubicBezTo>
                  <a:pt x="492869" y="363483"/>
                  <a:pt x="492869" y="363483"/>
                  <a:pt x="492869" y="363483"/>
                </a:cubicBezTo>
                <a:cubicBezTo>
                  <a:pt x="453029" y="454353"/>
                  <a:pt x="453029" y="454353"/>
                  <a:pt x="453029" y="454353"/>
                </a:cubicBezTo>
                <a:cubicBezTo>
                  <a:pt x="449614" y="454353"/>
                  <a:pt x="449614" y="454353"/>
                  <a:pt x="449614" y="454353"/>
                </a:cubicBezTo>
                <a:cubicBezTo>
                  <a:pt x="449614" y="398695"/>
                  <a:pt x="449614" y="398695"/>
                  <a:pt x="449614" y="398695"/>
                </a:cubicBezTo>
                <a:cubicBezTo>
                  <a:pt x="462135" y="363483"/>
                  <a:pt x="462135" y="363483"/>
                  <a:pt x="462135" y="363483"/>
                </a:cubicBezTo>
                <a:cubicBezTo>
                  <a:pt x="438231" y="343037"/>
                  <a:pt x="438231" y="343037"/>
                  <a:pt x="438231" y="343037"/>
                </a:cubicBezTo>
                <a:cubicBezTo>
                  <a:pt x="462135" y="318047"/>
                  <a:pt x="462135" y="318047"/>
                  <a:pt x="462135" y="318047"/>
                </a:cubicBezTo>
                <a:cubicBezTo>
                  <a:pt x="470103" y="322590"/>
                  <a:pt x="470103" y="322590"/>
                  <a:pt x="470103" y="322590"/>
                </a:cubicBezTo>
                <a:cubicBezTo>
                  <a:pt x="459859" y="341901"/>
                  <a:pt x="459859" y="341901"/>
                  <a:pt x="459859" y="341901"/>
                </a:cubicBezTo>
                <a:cubicBezTo>
                  <a:pt x="483762" y="362346"/>
                  <a:pt x="483762" y="362346"/>
                  <a:pt x="483762" y="362346"/>
                </a:cubicBezTo>
                <a:cubicBezTo>
                  <a:pt x="519049" y="336221"/>
                  <a:pt x="519049" y="336221"/>
                  <a:pt x="519049" y="336221"/>
                </a:cubicBezTo>
                <a:cubicBezTo>
                  <a:pt x="544091" y="247622"/>
                  <a:pt x="544091" y="247622"/>
                  <a:pt x="544091" y="247622"/>
                </a:cubicBezTo>
                <a:cubicBezTo>
                  <a:pt x="533846" y="209003"/>
                  <a:pt x="533846" y="209003"/>
                  <a:pt x="533846" y="209003"/>
                </a:cubicBezTo>
                <a:cubicBezTo>
                  <a:pt x="548644" y="196508"/>
                  <a:pt x="548644" y="196508"/>
                  <a:pt x="548644" y="196508"/>
                </a:cubicBezTo>
                <a:cubicBezTo>
                  <a:pt x="553197" y="189692"/>
                  <a:pt x="553197" y="189692"/>
                  <a:pt x="553197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52059" y="189692"/>
                  <a:pt x="552059" y="189692"/>
                  <a:pt x="552059" y="189692"/>
                </a:cubicBezTo>
                <a:cubicBezTo>
                  <a:pt x="525878" y="199916"/>
                  <a:pt x="525878" y="199916"/>
                  <a:pt x="525878" y="199916"/>
                </a:cubicBezTo>
                <a:cubicBezTo>
                  <a:pt x="520187" y="256710"/>
                  <a:pt x="520187" y="256710"/>
                  <a:pt x="520187" y="256710"/>
                </a:cubicBezTo>
                <a:cubicBezTo>
                  <a:pt x="474656" y="258981"/>
                  <a:pt x="474656" y="258981"/>
                  <a:pt x="474656" y="258981"/>
                </a:cubicBezTo>
                <a:cubicBezTo>
                  <a:pt x="523602" y="264660"/>
                  <a:pt x="523602" y="264660"/>
                  <a:pt x="523602" y="264660"/>
                </a:cubicBezTo>
                <a:cubicBezTo>
                  <a:pt x="473518" y="272612"/>
                  <a:pt x="473518" y="272612"/>
                  <a:pt x="473518" y="272612"/>
                </a:cubicBezTo>
                <a:cubicBezTo>
                  <a:pt x="479209" y="289650"/>
                  <a:pt x="479209" y="289650"/>
                  <a:pt x="479209" y="289650"/>
                </a:cubicBezTo>
                <a:cubicBezTo>
                  <a:pt x="470103" y="301009"/>
                  <a:pt x="470103" y="301009"/>
                  <a:pt x="470103" y="301009"/>
                </a:cubicBezTo>
                <a:cubicBezTo>
                  <a:pt x="448476" y="291922"/>
                  <a:pt x="448476" y="291922"/>
                  <a:pt x="448476" y="291922"/>
                </a:cubicBezTo>
                <a:cubicBezTo>
                  <a:pt x="429125" y="302144"/>
                  <a:pt x="429125" y="302144"/>
                  <a:pt x="429125" y="302144"/>
                </a:cubicBezTo>
                <a:cubicBezTo>
                  <a:pt x="418882" y="290786"/>
                  <a:pt x="418882" y="290786"/>
                  <a:pt x="418882" y="290786"/>
                </a:cubicBezTo>
                <a:cubicBezTo>
                  <a:pt x="431402" y="252166"/>
                  <a:pt x="431402" y="252166"/>
                  <a:pt x="431402" y="252166"/>
                </a:cubicBezTo>
                <a:cubicBezTo>
                  <a:pt x="437093" y="252166"/>
                  <a:pt x="437093" y="252166"/>
                  <a:pt x="437093" y="252166"/>
                </a:cubicBezTo>
                <a:cubicBezTo>
                  <a:pt x="440508" y="285106"/>
                  <a:pt x="440508" y="285106"/>
                  <a:pt x="440508" y="285106"/>
                </a:cubicBezTo>
                <a:cubicBezTo>
                  <a:pt x="448476" y="261253"/>
                  <a:pt x="448476" y="261253"/>
                  <a:pt x="448476" y="261253"/>
                </a:cubicBezTo>
                <a:cubicBezTo>
                  <a:pt x="467827" y="262388"/>
                  <a:pt x="467827" y="262388"/>
                  <a:pt x="467827" y="262388"/>
                </a:cubicBezTo>
                <a:cubicBezTo>
                  <a:pt x="459859" y="258981"/>
                  <a:pt x="459859" y="258981"/>
                  <a:pt x="459859" y="258981"/>
                </a:cubicBezTo>
                <a:cubicBezTo>
                  <a:pt x="472380" y="257846"/>
                  <a:pt x="472380" y="257846"/>
                  <a:pt x="472380" y="257846"/>
                </a:cubicBezTo>
                <a:cubicBezTo>
                  <a:pt x="468965" y="249894"/>
                  <a:pt x="468965" y="249894"/>
                  <a:pt x="468965" y="249894"/>
                </a:cubicBezTo>
                <a:cubicBezTo>
                  <a:pt x="475794" y="238535"/>
                  <a:pt x="475794" y="238535"/>
                  <a:pt x="475794" y="238535"/>
                </a:cubicBezTo>
                <a:cubicBezTo>
                  <a:pt x="479209" y="213545"/>
                  <a:pt x="479209" y="213545"/>
                  <a:pt x="479209" y="213545"/>
                </a:cubicBezTo>
                <a:cubicBezTo>
                  <a:pt x="462135" y="198779"/>
                  <a:pt x="462135" y="198779"/>
                  <a:pt x="462135" y="198779"/>
                </a:cubicBezTo>
                <a:cubicBezTo>
                  <a:pt x="448476" y="199916"/>
                  <a:pt x="448476" y="199916"/>
                  <a:pt x="448476" y="199916"/>
                </a:cubicBezTo>
                <a:cubicBezTo>
                  <a:pt x="437093" y="209003"/>
                  <a:pt x="437093" y="209003"/>
                  <a:pt x="437093" y="209003"/>
                </a:cubicBezTo>
                <a:cubicBezTo>
                  <a:pt x="433678" y="138577"/>
                  <a:pt x="433678" y="138577"/>
                  <a:pt x="433678" y="138577"/>
                </a:cubicBezTo>
                <a:cubicBezTo>
                  <a:pt x="430265" y="134035"/>
                  <a:pt x="430265" y="134035"/>
                  <a:pt x="430265" y="134035"/>
                </a:cubicBezTo>
                <a:cubicBezTo>
                  <a:pt x="426850" y="251031"/>
                  <a:pt x="426850" y="251031"/>
                  <a:pt x="426850" y="251031"/>
                </a:cubicBezTo>
                <a:cubicBezTo>
                  <a:pt x="417744" y="264660"/>
                  <a:pt x="417744" y="264660"/>
                  <a:pt x="417744" y="264660"/>
                </a:cubicBezTo>
                <a:cubicBezTo>
                  <a:pt x="417744" y="264660"/>
                  <a:pt x="416604" y="263525"/>
                  <a:pt x="414329" y="255574"/>
                </a:cubicBezTo>
                <a:cubicBezTo>
                  <a:pt x="412052" y="247622"/>
                  <a:pt x="415467" y="227176"/>
                  <a:pt x="415467" y="227176"/>
                </a:cubicBezTo>
                <a:cubicBezTo>
                  <a:pt x="424572" y="136307"/>
                  <a:pt x="424572" y="136307"/>
                  <a:pt x="424572" y="136307"/>
                </a:cubicBezTo>
                <a:cubicBezTo>
                  <a:pt x="417744" y="144257"/>
                  <a:pt x="417744" y="144257"/>
                  <a:pt x="417744" y="144257"/>
                </a:cubicBezTo>
                <a:cubicBezTo>
                  <a:pt x="413191" y="199916"/>
                  <a:pt x="413191" y="199916"/>
                  <a:pt x="413191" y="199916"/>
                </a:cubicBezTo>
                <a:cubicBezTo>
                  <a:pt x="392702" y="214682"/>
                  <a:pt x="392702" y="214682"/>
                  <a:pt x="392702" y="214682"/>
                </a:cubicBezTo>
                <a:cubicBezTo>
                  <a:pt x="387010" y="244215"/>
                  <a:pt x="387010" y="244215"/>
                  <a:pt x="387010" y="244215"/>
                </a:cubicBezTo>
                <a:cubicBezTo>
                  <a:pt x="394978" y="221497"/>
                  <a:pt x="394978" y="221497"/>
                  <a:pt x="394978" y="221497"/>
                </a:cubicBezTo>
                <a:cubicBezTo>
                  <a:pt x="410914" y="213545"/>
                  <a:pt x="410914" y="213545"/>
                  <a:pt x="410914" y="213545"/>
                </a:cubicBezTo>
                <a:cubicBezTo>
                  <a:pt x="408636" y="228313"/>
                  <a:pt x="408636" y="228313"/>
                  <a:pt x="408636" y="228313"/>
                </a:cubicBezTo>
                <a:cubicBezTo>
                  <a:pt x="398393" y="235128"/>
                  <a:pt x="398393" y="235128"/>
                  <a:pt x="398393" y="235128"/>
                </a:cubicBezTo>
                <a:cubicBezTo>
                  <a:pt x="377904" y="261253"/>
                  <a:pt x="377904" y="261253"/>
                  <a:pt x="377904" y="261253"/>
                </a:cubicBezTo>
                <a:cubicBezTo>
                  <a:pt x="375628" y="306688"/>
                  <a:pt x="375628" y="306688"/>
                  <a:pt x="375628" y="306688"/>
                </a:cubicBezTo>
                <a:cubicBezTo>
                  <a:pt x="421157" y="345308"/>
                  <a:pt x="421157" y="345308"/>
                  <a:pt x="421157" y="345308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448476" y="398695"/>
                  <a:pt x="448476" y="398695"/>
                  <a:pt x="448476" y="398695"/>
                </a:cubicBezTo>
                <a:cubicBezTo>
                  <a:pt x="440508" y="404374"/>
                  <a:pt x="440508" y="404374"/>
                  <a:pt x="440508" y="404374"/>
                </a:cubicBezTo>
                <a:cubicBezTo>
                  <a:pt x="398393" y="382792"/>
                  <a:pt x="398393" y="382792"/>
                  <a:pt x="398393" y="382792"/>
                </a:cubicBezTo>
                <a:cubicBezTo>
                  <a:pt x="410914" y="371434"/>
                  <a:pt x="410914" y="371434"/>
                  <a:pt x="410914" y="371434"/>
                </a:cubicBezTo>
                <a:cubicBezTo>
                  <a:pt x="330097" y="361211"/>
                  <a:pt x="330097" y="361211"/>
                  <a:pt x="330097" y="361211"/>
                </a:cubicBezTo>
                <a:cubicBezTo>
                  <a:pt x="287981" y="381657"/>
                  <a:pt x="287981" y="381657"/>
                  <a:pt x="287981" y="381657"/>
                </a:cubicBezTo>
                <a:cubicBezTo>
                  <a:pt x="287981" y="397560"/>
                  <a:pt x="287981" y="397560"/>
                  <a:pt x="287981" y="397560"/>
                </a:cubicBezTo>
                <a:cubicBezTo>
                  <a:pt x="287981" y="416869"/>
                  <a:pt x="287981" y="416869"/>
                  <a:pt x="287981" y="416869"/>
                </a:cubicBezTo>
                <a:cubicBezTo>
                  <a:pt x="260662" y="416869"/>
                  <a:pt x="260662" y="416869"/>
                  <a:pt x="260662" y="416869"/>
                </a:cubicBezTo>
                <a:cubicBezTo>
                  <a:pt x="250419" y="398695"/>
                  <a:pt x="250419" y="398695"/>
                  <a:pt x="250419" y="398695"/>
                </a:cubicBezTo>
                <a:cubicBezTo>
                  <a:pt x="235621" y="398695"/>
                  <a:pt x="235621" y="398695"/>
                  <a:pt x="235621" y="398695"/>
                </a:cubicBezTo>
                <a:cubicBezTo>
                  <a:pt x="235621" y="370298"/>
                  <a:pt x="235621" y="370298"/>
                  <a:pt x="235621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58387" y="370298"/>
                  <a:pt x="258387" y="370298"/>
                  <a:pt x="258387" y="370298"/>
                </a:cubicBezTo>
                <a:cubicBezTo>
                  <a:pt x="264077" y="370298"/>
                  <a:pt x="267492" y="366890"/>
                  <a:pt x="267492" y="361211"/>
                </a:cubicBezTo>
                <a:cubicBezTo>
                  <a:pt x="267492" y="361211"/>
                  <a:pt x="267492" y="361211"/>
                  <a:pt x="267492" y="361211"/>
                </a:cubicBezTo>
                <a:cubicBezTo>
                  <a:pt x="267492" y="357803"/>
                  <a:pt x="267492" y="357803"/>
                  <a:pt x="267492" y="357803"/>
                </a:cubicBezTo>
                <a:cubicBezTo>
                  <a:pt x="268630" y="357803"/>
                  <a:pt x="268630" y="357803"/>
                  <a:pt x="268630" y="357803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24862"/>
                  <a:pt x="268630" y="324862"/>
                  <a:pt x="268630" y="324862"/>
                </a:cubicBezTo>
                <a:cubicBezTo>
                  <a:pt x="268630" y="312368"/>
                  <a:pt x="268630" y="312368"/>
                  <a:pt x="268630" y="312368"/>
                </a:cubicBezTo>
                <a:cubicBezTo>
                  <a:pt x="268630" y="312368"/>
                  <a:pt x="268630" y="312368"/>
                  <a:pt x="268630" y="311233"/>
                </a:cubicBezTo>
                <a:cubicBezTo>
                  <a:pt x="268630" y="306688"/>
                  <a:pt x="264077" y="302144"/>
                  <a:pt x="259524" y="302144"/>
                </a:cubicBezTo>
                <a:cubicBezTo>
                  <a:pt x="258387" y="302144"/>
                  <a:pt x="258387" y="302144"/>
                  <a:pt x="258387" y="302144"/>
                </a:cubicBezTo>
                <a:cubicBezTo>
                  <a:pt x="235621" y="302144"/>
                  <a:pt x="235621" y="302144"/>
                  <a:pt x="235621" y="302144"/>
                </a:cubicBezTo>
                <a:cubicBezTo>
                  <a:pt x="235621" y="194236"/>
                  <a:pt x="235621" y="194236"/>
                  <a:pt x="235621" y="194236"/>
                </a:cubicBezTo>
                <a:cubicBezTo>
                  <a:pt x="233345" y="194236"/>
                  <a:pt x="233345" y="194236"/>
                  <a:pt x="233345" y="194236"/>
                </a:cubicBezTo>
                <a:cubicBezTo>
                  <a:pt x="233345" y="156752"/>
                  <a:pt x="233345" y="156752"/>
                  <a:pt x="233345" y="156752"/>
                </a:cubicBezTo>
                <a:cubicBezTo>
                  <a:pt x="234483" y="155616"/>
                  <a:pt x="236758" y="155616"/>
                  <a:pt x="237898" y="155616"/>
                </a:cubicBezTo>
                <a:cubicBezTo>
                  <a:pt x="251557" y="190829"/>
                  <a:pt x="251557" y="190829"/>
                  <a:pt x="251557" y="190829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49279" y="191964"/>
                  <a:pt x="249279" y="191964"/>
                  <a:pt x="249279" y="191964"/>
                </a:cubicBezTo>
                <a:cubicBezTo>
                  <a:pt x="250419" y="196508"/>
                  <a:pt x="250419" y="196508"/>
                  <a:pt x="250419" y="196508"/>
                </a:cubicBezTo>
                <a:cubicBezTo>
                  <a:pt x="272045" y="188557"/>
                  <a:pt x="272045" y="188557"/>
                  <a:pt x="272045" y="188557"/>
                </a:cubicBezTo>
                <a:cubicBezTo>
                  <a:pt x="269768" y="184013"/>
                  <a:pt x="269768" y="184013"/>
                  <a:pt x="269768" y="184013"/>
                </a:cubicBezTo>
                <a:cubicBezTo>
                  <a:pt x="267492" y="185149"/>
                  <a:pt x="267492" y="185149"/>
                  <a:pt x="267492" y="185149"/>
                </a:cubicBezTo>
                <a:cubicBezTo>
                  <a:pt x="253834" y="148801"/>
                  <a:pt x="253834" y="148801"/>
                  <a:pt x="253834" y="148801"/>
                </a:cubicBezTo>
                <a:cubicBezTo>
                  <a:pt x="254972" y="147664"/>
                  <a:pt x="256109" y="146529"/>
                  <a:pt x="257247" y="146529"/>
                </a:cubicBezTo>
                <a:cubicBezTo>
                  <a:pt x="284566" y="173791"/>
                  <a:pt x="284566" y="173791"/>
                  <a:pt x="284566" y="17379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3428" y="176061"/>
                  <a:pt x="283428" y="176061"/>
                  <a:pt x="283428" y="176061"/>
                </a:cubicBezTo>
                <a:cubicBezTo>
                  <a:pt x="286842" y="179470"/>
                  <a:pt x="286842" y="179470"/>
                  <a:pt x="286842" y="179470"/>
                </a:cubicBezTo>
                <a:cubicBezTo>
                  <a:pt x="301640" y="163567"/>
                  <a:pt x="301640" y="163567"/>
                  <a:pt x="301640" y="163567"/>
                </a:cubicBezTo>
                <a:cubicBezTo>
                  <a:pt x="298225" y="160160"/>
                  <a:pt x="298225" y="160160"/>
                  <a:pt x="298225" y="160160"/>
                </a:cubicBezTo>
                <a:cubicBezTo>
                  <a:pt x="297087" y="161295"/>
                  <a:pt x="297087" y="161295"/>
                  <a:pt x="297087" y="161295"/>
                </a:cubicBezTo>
                <a:cubicBezTo>
                  <a:pt x="268630" y="134035"/>
                  <a:pt x="268630" y="134035"/>
                  <a:pt x="268630" y="134035"/>
                </a:cubicBezTo>
                <a:cubicBezTo>
                  <a:pt x="269768" y="132898"/>
                  <a:pt x="269768" y="131762"/>
                  <a:pt x="270908" y="130627"/>
                </a:cubicBezTo>
                <a:cubicBezTo>
                  <a:pt x="308470" y="145393"/>
                  <a:pt x="308470" y="145393"/>
                  <a:pt x="308470" y="145393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07331" y="147664"/>
                  <a:pt x="307331" y="147664"/>
                  <a:pt x="307331" y="147664"/>
                </a:cubicBezTo>
                <a:cubicBezTo>
                  <a:pt x="311884" y="149936"/>
                  <a:pt x="311884" y="149936"/>
                  <a:pt x="311884" y="149936"/>
                </a:cubicBezTo>
                <a:cubicBezTo>
                  <a:pt x="319852" y="129490"/>
                  <a:pt x="319852" y="129490"/>
                  <a:pt x="319852" y="129490"/>
                </a:cubicBezTo>
                <a:cubicBezTo>
                  <a:pt x="315299" y="127218"/>
                  <a:pt x="315299" y="127218"/>
                  <a:pt x="315299" y="127218"/>
                </a:cubicBezTo>
                <a:cubicBezTo>
                  <a:pt x="315299" y="129490"/>
                  <a:pt x="315299" y="129490"/>
                  <a:pt x="315299" y="129490"/>
                </a:cubicBezTo>
                <a:cubicBezTo>
                  <a:pt x="277736" y="114724"/>
                  <a:pt x="277736" y="114724"/>
                  <a:pt x="277736" y="114724"/>
                </a:cubicBezTo>
                <a:cubicBezTo>
                  <a:pt x="277736" y="113589"/>
                  <a:pt x="277736" y="112452"/>
                  <a:pt x="277736" y="111317"/>
                </a:cubicBezTo>
                <a:cubicBezTo>
                  <a:pt x="317576" y="111317"/>
                  <a:pt x="317576" y="111317"/>
                  <a:pt x="317576" y="111317"/>
                </a:cubicBezTo>
                <a:cubicBezTo>
                  <a:pt x="317576" y="113589"/>
                  <a:pt x="317576" y="113589"/>
                  <a:pt x="317576" y="113589"/>
                </a:cubicBezTo>
                <a:cubicBezTo>
                  <a:pt x="418882" y="113589"/>
                  <a:pt x="418882" y="113589"/>
                  <a:pt x="418882" y="113589"/>
                </a:cubicBezTo>
                <a:cubicBezTo>
                  <a:pt x="420019" y="114724"/>
                  <a:pt x="420019" y="116996"/>
                  <a:pt x="421157" y="119268"/>
                </a:cubicBezTo>
                <a:cubicBezTo>
                  <a:pt x="422297" y="123811"/>
                  <a:pt x="42571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26850" y="127218"/>
                  <a:pt x="426850" y="127218"/>
                  <a:pt x="426850" y="127218"/>
                </a:cubicBezTo>
                <a:cubicBezTo>
                  <a:pt x="462135" y="113589"/>
                  <a:pt x="462135" y="113589"/>
                  <a:pt x="462135" y="113589"/>
                </a:cubicBezTo>
                <a:cubicBezTo>
                  <a:pt x="473518" y="113589"/>
                  <a:pt x="473518" y="113589"/>
                  <a:pt x="473518" y="113589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8476" y="147664"/>
                  <a:pt x="448476" y="147664"/>
                  <a:pt x="448476" y="147664"/>
                </a:cubicBezTo>
                <a:cubicBezTo>
                  <a:pt x="447338" y="148801"/>
                  <a:pt x="449614" y="152208"/>
                  <a:pt x="454167" y="154480"/>
                </a:cubicBezTo>
                <a:cubicBezTo>
                  <a:pt x="458720" y="157888"/>
                  <a:pt x="462135" y="159023"/>
                  <a:pt x="463273" y="157888"/>
                </a:cubicBezTo>
                <a:cubicBezTo>
                  <a:pt x="463273" y="157888"/>
                  <a:pt x="463273" y="157888"/>
                  <a:pt x="463273" y="157888"/>
                </a:cubicBezTo>
                <a:cubicBezTo>
                  <a:pt x="498560" y="113589"/>
                  <a:pt x="498560" y="113589"/>
                  <a:pt x="498560" y="113589"/>
                </a:cubicBezTo>
                <a:cubicBezTo>
                  <a:pt x="499698" y="113589"/>
                  <a:pt x="499698" y="113589"/>
                  <a:pt x="499698" y="113589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1486" y="166975"/>
                  <a:pt x="481486" y="166975"/>
                  <a:pt x="481486" y="166975"/>
                </a:cubicBezTo>
                <a:cubicBezTo>
                  <a:pt x="480348" y="169247"/>
                  <a:pt x="484901" y="171519"/>
                  <a:pt x="489454" y="173791"/>
                </a:cubicBezTo>
                <a:cubicBezTo>
                  <a:pt x="494007" y="174926"/>
                  <a:pt x="498560" y="17606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499698" y="173791"/>
                  <a:pt x="499698" y="173791"/>
                  <a:pt x="499698" y="173791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13589"/>
                  <a:pt x="520187" y="113589"/>
                  <a:pt x="520187" y="113589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0605"/>
                  <a:pt x="520187" y="180605"/>
                  <a:pt x="520187" y="180605"/>
                </a:cubicBezTo>
                <a:cubicBezTo>
                  <a:pt x="520187" y="181741"/>
                  <a:pt x="524740" y="182877"/>
                  <a:pt x="530431" y="182877"/>
                </a:cubicBezTo>
                <a:cubicBezTo>
                  <a:pt x="536123" y="182877"/>
                  <a:pt x="539538" y="181741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80605"/>
                  <a:pt x="540676" y="180605"/>
                  <a:pt x="540676" y="180605"/>
                </a:cubicBezTo>
                <a:cubicBezTo>
                  <a:pt x="540676" y="113589"/>
                  <a:pt x="540676" y="113589"/>
                  <a:pt x="540676" y="113589"/>
                </a:cubicBezTo>
                <a:cubicBezTo>
                  <a:pt x="547506" y="113589"/>
                  <a:pt x="547506" y="113589"/>
                  <a:pt x="547506" y="113589"/>
                </a:cubicBezTo>
                <a:cubicBezTo>
                  <a:pt x="547506" y="99958"/>
                  <a:pt x="547506" y="99958"/>
                  <a:pt x="547506" y="99958"/>
                </a:cubicBezTo>
                <a:cubicBezTo>
                  <a:pt x="468965" y="99958"/>
                  <a:pt x="468965" y="99958"/>
                  <a:pt x="468965" y="99958"/>
                </a:cubicBezTo>
                <a:cubicBezTo>
                  <a:pt x="468965" y="95414"/>
                  <a:pt x="468965" y="95414"/>
                  <a:pt x="468965" y="95414"/>
                </a:cubicBezTo>
                <a:cubicBezTo>
                  <a:pt x="547506" y="95414"/>
                  <a:pt x="547506" y="95414"/>
                  <a:pt x="547506" y="95414"/>
                </a:cubicBezTo>
                <a:cubicBezTo>
                  <a:pt x="547506" y="90871"/>
                  <a:pt x="547506" y="90871"/>
                  <a:pt x="547506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519049" y="90871"/>
                  <a:pt x="519049" y="90871"/>
                  <a:pt x="519049" y="90871"/>
                </a:cubicBezTo>
                <a:cubicBezTo>
                  <a:pt x="467827" y="90871"/>
                  <a:pt x="467827" y="90871"/>
                  <a:pt x="467827" y="90871"/>
                </a:cubicBezTo>
                <a:cubicBezTo>
                  <a:pt x="459859" y="89734"/>
                  <a:pt x="439370" y="85192"/>
                  <a:pt x="425710" y="71561"/>
                </a:cubicBezTo>
                <a:cubicBezTo>
                  <a:pt x="406361" y="52250"/>
                  <a:pt x="406361" y="38619"/>
                  <a:pt x="406361" y="38619"/>
                </a:cubicBezTo>
                <a:cubicBezTo>
                  <a:pt x="402946" y="38619"/>
                  <a:pt x="402946" y="38619"/>
                  <a:pt x="402946" y="38619"/>
                </a:cubicBezTo>
                <a:cubicBezTo>
                  <a:pt x="402946" y="90871"/>
                  <a:pt x="402946" y="90871"/>
                  <a:pt x="402946" y="90871"/>
                </a:cubicBezTo>
                <a:cubicBezTo>
                  <a:pt x="398393" y="90871"/>
                  <a:pt x="398393" y="90871"/>
                  <a:pt x="398393" y="90871"/>
                </a:cubicBezTo>
                <a:cubicBezTo>
                  <a:pt x="398393" y="38619"/>
                  <a:pt x="398393" y="38619"/>
                  <a:pt x="398393" y="38619"/>
                </a:cubicBezTo>
                <a:cubicBezTo>
                  <a:pt x="391563" y="38619"/>
                  <a:pt x="391563" y="38619"/>
                  <a:pt x="391563" y="38619"/>
                </a:cubicBezTo>
                <a:cubicBezTo>
                  <a:pt x="391563" y="90871"/>
                  <a:pt x="391563" y="90871"/>
                  <a:pt x="391563" y="90871"/>
                </a:cubicBezTo>
                <a:cubicBezTo>
                  <a:pt x="317576" y="90871"/>
                  <a:pt x="317576" y="90871"/>
                  <a:pt x="317576" y="90871"/>
                </a:cubicBezTo>
                <a:cubicBezTo>
                  <a:pt x="317576" y="93142"/>
                  <a:pt x="317576" y="93142"/>
                  <a:pt x="317576" y="93142"/>
                </a:cubicBezTo>
                <a:cubicBezTo>
                  <a:pt x="277736" y="93142"/>
                  <a:pt x="277736" y="93142"/>
                  <a:pt x="277736" y="93142"/>
                </a:cubicBezTo>
                <a:cubicBezTo>
                  <a:pt x="274321" y="70425"/>
                  <a:pt x="256109" y="52250"/>
                  <a:pt x="233345" y="48843"/>
                </a:cubicBezTo>
                <a:cubicBezTo>
                  <a:pt x="233345" y="4544"/>
                  <a:pt x="233345" y="4544"/>
                  <a:pt x="233345" y="4544"/>
                </a:cubicBezTo>
                <a:cubicBezTo>
                  <a:pt x="235621" y="4544"/>
                  <a:pt x="235621" y="4544"/>
                  <a:pt x="235621" y="4544"/>
                </a:cubicBezTo>
                <a:cubicBezTo>
                  <a:pt x="235621" y="0"/>
                  <a:pt x="235621" y="0"/>
                  <a:pt x="235621" y="0"/>
                </a:cubicBezTo>
                <a:cubicBezTo>
                  <a:pt x="212856" y="0"/>
                  <a:pt x="212856" y="0"/>
                  <a:pt x="212856" y="0"/>
                </a:cubicBezTo>
                <a:cubicBezTo>
                  <a:pt x="212856" y="4544"/>
                  <a:pt x="212856" y="4544"/>
                  <a:pt x="212856" y="4544"/>
                </a:cubicBezTo>
                <a:cubicBezTo>
                  <a:pt x="216271" y="4544"/>
                  <a:pt x="216271" y="4544"/>
                  <a:pt x="216271" y="4544"/>
                </a:cubicBezTo>
                <a:cubicBezTo>
                  <a:pt x="216271" y="48843"/>
                  <a:pt x="216271" y="48843"/>
                  <a:pt x="216271" y="48843"/>
                </a:cubicBezTo>
                <a:cubicBezTo>
                  <a:pt x="213994" y="48843"/>
                  <a:pt x="212856" y="48843"/>
                  <a:pt x="211717" y="48843"/>
                </a:cubicBezTo>
                <a:cubicBezTo>
                  <a:pt x="194643" y="9087"/>
                  <a:pt x="194643" y="9087"/>
                  <a:pt x="194643" y="9087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6920" y="7951"/>
                  <a:pt x="196920" y="7951"/>
                  <a:pt x="196920" y="7951"/>
                </a:cubicBezTo>
                <a:cubicBezTo>
                  <a:pt x="195782" y="3407"/>
                  <a:pt x="195782" y="3407"/>
                  <a:pt x="195782" y="3407"/>
                </a:cubicBezTo>
                <a:cubicBezTo>
                  <a:pt x="175293" y="12494"/>
                  <a:pt x="175293" y="12494"/>
                  <a:pt x="175293" y="12494"/>
                </a:cubicBezTo>
                <a:cubicBezTo>
                  <a:pt x="176431" y="17038"/>
                  <a:pt x="176431" y="17038"/>
                  <a:pt x="176431" y="17038"/>
                </a:cubicBezTo>
                <a:cubicBezTo>
                  <a:pt x="178708" y="15903"/>
                  <a:pt x="178708" y="15903"/>
                  <a:pt x="178708" y="15903"/>
                </a:cubicBezTo>
                <a:cubicBezTo>
                  <a:pt x="195782" y="55658"/>
                  <a:pt x="195782" y="55658"/>
                  <a:pt x="195782" y="55658"/>
                </a:cubicBezTo>
                <a:cubicBezTo>
                  <a:pt x="194643" y="55658"/>
                  <a:pt x="193505" y="56794"/>
                  <a:pt x="192367" y="57930"/>
                </a:cubicBezTo>
                <a:cubicBezTo>
                  <a:pt x="161634" y="27262"/>
                  <a:pt x="161634" y="27262"/>
                  <a:pt x="161634" y="27262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3910" y="26125"/>
                  <a:pt x="163910" y="26125"/>
                  <a:pt x="163910" y="26125"/>
                </a:cubicBezTo>
                <a:cubicBezTo>
                  <a:pt x="160495" y="22718"/>
                  <a:pt x="160495" y="22718"/>
                  <a:pt x="160495" y="22718"/>
                </a:cubicBezTo>
                <a:cubicBezTo>
                  <a:pt x="144559" y="38619"/>
                  <a:pt x="144559" y="38619"/>
                  <a:pt x="144559" y="38619"/>
                </a:cubicBezTo>
                <a:cubicBezTo>
                  <a:pt x="147974" y="42028"/>
                  <a:pt x="147974" y="42028"/>
                  <a:pt x="147974" y="42028"/>
                </a:cubicBezTo>
                <a:cubicBezTo>
                  <a:pt x="150251" y="39756"/>
                  <a:pt x="150251" y="39756"/>
                  <a:pt x="150251" y="39756"/>
                </a:cubicBezTo>
                <a:cubicBezTo>
                  <a:pt x="179846" y="69289"/>
                  <a:pt x="179846" y="69289"/>
                  <a:pt x="179846" y="69289"/>
                </a:cubicBezTo>
                <a:cubicBezTo>
                  <a:pt x="178708" y="70425"/>
                  <a:pt x="178708" y="71561"/>
                  <a:pt x="177569" y="72696"/>
                </a:cubicBezTo>
                <a:cubicBezTo>
                  <a:pt x="138868" y="57930"/>
                  <a:pt x="138868" y="57930"/>
                  <a:pt x="138868" y="57930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40006" y="54522"/>
                  <a:pt x="140006" y="54522"/>
                  <a:pt x="140006" y="54522"/>
                </a:cubicBezTo>
                <a:cubicBezTo>
                  <a:pt x="135453" y="53387"/>
                  <a:pt x="135453" y="53387"/>
                  <a:pt x="135453" y="53387"/>
                </a:cubicBezTo>
                <a:cubicBezTo>
                  <a:pt x="127485" y="73833"/>
                  <a:pt x="127485" y="73833"/>
                  <a:pt x="127485" y="73833"/>
                </a:cubicBezTo>
                <a:cubicBezTo>
                  <a:pt x="132038" y="74968"/>
                  <a:pt x="132038" y="74968"/>
                  <a:pt x="132038" y="74968"/>
                </a:cubicBezTo>
                <a:cubicBezTo>
                  <a:pt x="132038" y="72696"/>
                  <a:pt x="132038" y="72696"/>
                  <a:pt x="132038" y="72696"/>
                </a:cubicBezTo>
                <a:cubicBezTo>
                  <a:pt x="170740" y="88599"/>
                  <a:pt x="170740" y="88599"/>
                  <a:pt x="170740" y="88599"/>
                </a:cubicBezTo>
                <a:cubicBezTo>
                  <a:pt x="170740" y="89734"/>
                  <a:pt x="169601" y="92006"/>
                  <a:pt x="169601" y="93142"/>
                </a:cubicBezTo>
                <a:cubicBezTo>
                  <a:pt x="125209" y="93142"/>
                  <a:pt x="125209" y="93142"/>
                  <a:pt x="125209" y="93142"/>
                </a:cubicBezTo>
                <a:cubicBezTo>
                  <a:pt x="125209" y="90871"/>
                  <a:pt x="125209" y="90871"/>
                  <a:pt x="125209" y="90871"/>
                </a:cubicBezTo>
                <a:cubicBezTo>
                  <a:pt x="77401" y="90871"/>
                  <a:pt x="77401" y="90871"/>
                  <a:pt x="77401" y="90871"/>
                </a:cubicBezTo>
                <a:cubicBezTo>
                  <a:pt x="77401" y="90871"/>
                  <a:pt x="77401" y="90871"/>
                  <a:pt x="76264" y="90871"/>
                </a:cubicBezTo>
                <a:cubicBezTo>
                  <a:pt x="71711" y="90871"/>
                  <a:pt x="67158" y="95414"/>
                  <a:pt x="67158" y="101093"/>
                </a:cubicBezTo>
                <a:cubicBezTo>
                  <a:pt x="67158" y="101093"/>
                  <a:pt x="67158" y="101093"/>
                  <a:pt x="67158" y="101093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111317"/>
                  <a:pt x="67158" y="111317"/>
                  <a:pt x="67158" y="111317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02144"/>
                  <a:pt x="67158" y="302144"/>
                  <a:pt x="67158" y="302144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14640"/>
                  <a:pt x="67158" y="314640"/>
                  <a:pt x="67158" y="314640"/>
                </a:cubicBezTo>
                <a:cubicBezTo>
                  <a:pt x="67158" y="320319"/>
                  <a:pt x="71711" y="324862"/>
                  <a:pt x="76264" y="324862"/>
                </a:cubicBezTo>
                <a:cubicBezTo>
                  <a:pt x="77401" y="324862"/>
                  <a:pt x="77401" y="324862"/>
                  <a:pt x="77401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122932" y="324862"/>
                  <a:pt x="122932" y="324862"/>
                  <a:pt x="122932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0579" y="324862"/>
                  <a:pt x="210579" y="324862"/>
                  <a:pt x="210579" y="324862"/>
                </a:cubicBezTo>
                <a:cubicBezTo>
                  <a:pt x="212856" y="324862"/>
                  <a:pt x="212856" y="324862"/>
                  <a:pt x="212856" y="324862"/>
                </a:cubicBezTo>
                <a:cubicBezTo>
                  <a:pt x="212856" y="348717"/>
                  <a:pt x="212856" y="348717"/>
                  <a:pt x="212856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210579" y="348717"/>
                  <a:pt x="210579" y="348717"/>
                  <a:pt x="210579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74155" y="348717"/>
                  <a:pt x="174155" y="348717"/>
                  <a:pt x="174155" y="348717"/>
                </a:cubicBezTo>
                <a:cubicBezTo>
                  <a:pt x="168463" y="348717"/>
                  <a:pt x="165048" y="352124"/>
                  <a:pt x="165048" y="357803"/>
                </a:cubicBezTo>
                <a:cubicBezTo>
                  <a:pt x="165048" y="357803"/>
                  <a:pt x="165048" y="357803"/>
                  <a:pt x="165048" y="357803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70298"/>
                  <a:pt x="165048" y="370298"/>
                  <a:pt x="165048" y="370298"/>
                </a:cubicBezTo>
                <a:cubicBezTo>
                  <a:pt x="165048" y="398695"/>
                  <a:pt x="165048" y="398695"/>
                  <a:pt x="165048" y="398695"/>
                </a:cubicBezTo>
                <a:cubicBezTo>
                  <a:pt x="97890" y="398695"/>
                  <a:pt x="97890" y="398695"/>
                  <a:pt x="97890" y="398695"/>
                </a:cubicBezTo>
                <a:cubicBezTo>
                  <a:pt x="99030" y="454353"/>
                  <a:pt x="99030" y="454353"/>
                  <a:pt x="99030" y="454353"/>
                </a:cubicBezTo>
                <a:cubicBezTo>
                  <a:pt x="117241" y="474800"/>
                  <a:pt x="117241" y="474800"/>
                  <a:pt x="117241" y="474800"/>
                </a:cubicBezTo>
                <a:cubicBezTo>
                  <a:pt x="117241" y="512284"/>
                  <a:pt x="117241" y="512284"/>
                  <a:pt x="117241" y="512284"/>
                </a:cubicBezTo>
                <a:cubicBezTo>
                  <a:pt x="138868" y="521371"/>
                  <a:pt x="138868" y="521371"/>
                  <a:pt x="138868" y="521371"/>
                </a:cubicBezTo>
                <a:cubicBezTo>
                  <a:pt x="138868" y="573621"/>
                  <a:pt x="138868" y="573621"/>
                  <a:pt x="138868" y="573621"/>
                </a:cubicBezTo>
                <a:cubicBezTo>
                  <a:pt x="43254" y="590659"/>
                  <a:pt x="7968" y="612240"/>
                  <a:pt x="4553" y="613377"/>
                </a:cubicBezTo>
                <a:cubicBezTo>
                  <a:pt x="0" y="613377"/>
                  <a:pt x="21627" y="616784"/>
                  <a:pt x="52360" y="631551"/>
                </a:cubicBezTo>
                <a:cubicBezTo>
                  <a:pt x="91062" y="649726"/>
                  <a:pt x="86509" y="659948"/>
                  <a:pt x="86509" y="659948"/>
                </a:cubicBezTo>
                <a:cubicBezTo>
                  <a:pt x="86509" y="659948"/>
                  <a:pt x="153666" y="616784"/>
                  <a:pt x="299363" y="590659"/>
                </a:cubicBezTo>
                <a:cubicBezTo>
                  <a:pt x="375628" y="577028"/>
                  <a:pt x="513357" y="571349"/>
                  <a:pt x="563441" y="581572"/>
                </a:cubicBezTo>
                <a:cubicBezTo>
                  <a:pt x="563441" y="581572"/>
                  <a:pt x="524740" y="572486"/>
                  <a:pt x="470103" y="564534"/>
                </a:cubicBezTo>
                <a:close/>
              </a:path>
            </a:pathLst>
          </a:cu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660400" y="1028700"/>
            <a:ext cx="10858507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rnd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87400" y="508000"/>
            <a:ext cx="889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1666"/>
              </a:lnSpc>
              <a:defRPr/>
            </a:pPr>
            <a:r>
              <a:rPr lang="en-US" sz="26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基于ECS架构的类吸血鬼幸存者游戏开发及优化总结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60400" y="165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604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177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01 需求分析：科学规划，精准映射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889008" y="2279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889000" y="2413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采用MoSCoW优先级法则梳理核心需求，明确游戏核心玩法与性能指标。建立需求与测试用例的一一映射关系，确保开发过程中需求无遗漏、可追溯，为后续开发提供坚实的基础支撑。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6451600" y="1778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02 架构设计：多层协同，模式融合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-9046">
            <a:off x="6451608" y="2279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451600" y="2413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成功构建高内聚低耦合的五层架构体系，有机融合ECS（实体组件系统）、MVC设计模式与Web Worker多线程技术，有效解耦业务逻辑与渲染逻辑，提升系统的扩展性与维护性。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60400" y="4064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604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89000" y="419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03 功能实现：统一管理，场景落地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9046">
            <a:off x="889008" y="4692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/>
          <p:nvPr/>
        </p:nvSpPr>
        <p:spPr>
          <a:xfrm>
            <a:off x="889000" y="4826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利用SimpleEcsDemo组合根实现系统的统一注入与管理，规范依赖关系。成功开发并演示了敌人生成、弹幕交互、玩家成长三大核心游戏场景，完整还原了类吸血鬼幸存者游戏的核心体验。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4064000"/>
            <a:ext cx="53340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6223000" y="4064000"/>
            <a:ext cx="76200" cy="2032000"/>
          </a:xfrm>
          <a:prstGeom prst="roundRect">
            <a:avLst>
              <a:gd name="adj" fmla="val 0"/>
            </a:avLst>
          </a:prstGeom>
          <a:solidFill>
            <a:srgbClr val="00377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6451600" y="41910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3778"/>
                </a:solidFill>
                <a:latin typeface="微软雅黑"/>
                <a:ea typeface="微软雅黑"/>
                <a:cs typeface="微软雅黑"/>
                <a:sym typeface="微软雅黑"/>
              </a:rPr>
              <a:t>04 测试验证：数据支撑，闭环验收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9046">
            <a:off x="6451608" y="4692650"/>
            <a:ext cx="482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/>
          <p:nvPr/>
        </p:nvSpPr>
        <p:spPr>
          <a:xfrm>
            <a:off x="6451600" y="4826000"/>
            <a:ext cx="495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微软雅黑"/>
                <a:ea typeface="微软雅黑"/>
                <a:cs typeface="微软雅黑"/>
                <a:sym typeface="微软雅黑"/>
              </a:rPr>
              <a:t>开展多维度性能实验与消融实验，通过FPS、内存占用等数据验证架构优化的有效性。论文撰写与源码开发同步进行，确保文档、代码与测试数据高度一致，形成完整的研发闭环，达成毕设目标。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Freeform 3"/>
          <p:cNvSpPr/>
          <p:nvPr/>
        </p:nvSpPr>
        <p:spPr>
          <a:xfrm>
            <a:off x="0" y="0"/>
            <a:ext cx="12192000" cy="6857999"/>
          </a:xfrm>
          <a:custGeom>
            <a:avLst/>
            <a:gdLst/>
            <a:ahLst/>
            <a:cxnLst/>
            <a:rect l="l" t="t" r="r" b="b"/>
            <a:pathLst>
              <a:path w="12192000" h="6857999">
                <a:moveTo>
                  <a:pt x="373694" y="254634"/>
                </a:moveTo>
                <a:cubicBezTo>
                  <a:pt x="327130" y="254634"/>
                  <a:pt x="289383" y="292381"/>
                  <a:pt x="289383" y="338945"/>
                </a:cubicBezTo>
                <a:lnTo>
                  <a:pt x="289383" y="6519056"/>
                </a:lnTo>
                <a:cubicBezTo>
                  <a:pt x="289383" y="6565621"/>
                  <a:pt x="327130" y="6603368"/>
                  <a:pt x="373694" y="6603368"/>
                </a:cubicBezTo>
                <a:lnTo>
                  <a:pt x="11818308" y="6603368"/>
                </a:lnTo>
                <a:cubicBezTo>
                  <a:pt x="11864871" y="6603368"/>
                  <a:pt x="11902618" y="6565621"/>
                  <a:pt x="11902618" y="6519056"/>
                </a:cubicBezTo>
                <a:lnTo>
                  <a:pt x="11902618" y="338945"/>
                </a:lnTo>
                <a:cubicBezTo>
                  <a:pt x="11902618" y="292381"/>
                  <a:pt x="11864871" y="254634"/>
                  <a:pt x="11818308" y="25463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003778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92100" y="254000"/>
            <a:ext cx="11607800" cy="6350000"/>
          </a:xfrm>
          <a:prstGeom prst="roundRect">
            <a:avLst>
              <a:gd name="adj" fmla="val 14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76200" algn="ctr" rotWithShape="0">
              <a:srgbClr val="000000">
                <a:alpha val="33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32334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Freeform 6"/>
          <p:cNvSpPr/>
          <p:nvPr/>
        </p:nvSpPr>
        <p:spPr>
          <a:xfrm>
            <a:off x="104013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0" y="2569094"/>
                  <a:pt x="2681160" y="2569094"/>
                  <a:pt x="2681160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8" y="3498794"/>
                  <a:pt x="2674048" y="3498794"/>
                  <a:pt x="2674048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2" y="688403"/>
                  <a:pt x="2688272" y="688403"/>
                  <a:pt x="2688272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0" y="1887788"/>
                  <a:pt x="2681160" y="1887788"/>
                  <a:pt x="2681160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5" y="1575523"/>
                  <a:pt x="2695385" y="1575523"/>
                  <a:pt x="2695385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2" y="837439"/>
                  <a:pt x="2688272" y="837439"/>
                  <a:pt x="2688272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Freeform 7"/>
          <p:cNvSpPr/>
          <p:nvPr/>
        </p:nvSpPr>
        <p:spPr>
          <a:xfrm>
            <a:off x="88138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96012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Freeform 9"/>
          <p:cNvSpPr/>
          <p:nvPr/>
        </p:nvSpPr>
        <p:spPr>
          <a:xfrm>
            <a:off x="117983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Freeform 10"/>
          <p:cNvSpPr/>
          <p:nvPr/>
        </p:nvSpPr>
        <p:spPr>
          <a:xfrm>
            <a:off x="120269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Freeform 11"/>
          <p:cNvSpPr/>
          <p:nvPr/>
        </p:nvSpPr>
        <p:spPr>
          <a:xfrm>
            <a:off x="122682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Freeform 12"/>
          <p:cNvSpPr/>
          <p:nvPr/>
        </p:nvSpPr>
        <p:spPr>
          <a:xfrm>
            <a:off x="125222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Freeform 13"/>
          <p:cNvSpPr/>
          <p:nvPr/>
        </p:nvSpPr>
        <p:spPr>
          <a:xfrm>
            <a:off x="106299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Freeform 14"/>
          <p:cNvSpPr/>
          <p:nvPr/>
        </p:nvSpPr>
        <p:spPr>
          <a:xfrm>
            <a:off x="110109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Freeform 15"/>
          <p:cNvSpPr/>
          <p:nvPr/>
        </p:nvSpPr>
        <p:spPr>
          <a:xfrm>
            <a:off x="145415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Freeform 16"/>
          <p:cNvSpPr/>
          <p:nvPr/>
        </p:nvSpPr>
        <p:spPr>
          <a:xfrm>
            <a:off x="95504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Freeform 17"/>
          <p:cNvSpPr/>
          <p:nvPr/>
        </p:nvSpPr>
        <p:spPr>
          <a:xfrm>
            <a:off x="125349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Freeform 18"/>
          <p:cNvSpPr/>
          <p:nvPr/>
        </p:nvSpPr>
        <p:spPr>
          <a:xfrm>
            <a:off x="111633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Freeform 19"/>
          <p:cNvSpPr/>
          <p:nvPr/>
        </p:nvSpPr>
        <p:spPr>
          <a:xfrm>
            <a:off x="110363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128270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Freeform 21"/>
          <p:cNvSpPr/>
          <p:nvPr/>
        </p:nvSpPr>
        <p:spPr>
          <a:xfrm>
            <a:off x="90424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8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8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2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8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8" y="5447687"/>
                  <a:pt x="5007928" y="5454780"/>
                </a:cubicBezTo>
                <a:cubicBezTo>
                  <a:pt x="5007928" y="5454780"/>
                  <a:pt x="5007928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Freeform 22"/>
          <p:cNvSpPr/>
          <p:nvPr/>
        </p:nvSpPr>
        <p:spPr>
          <a:xfrm>
            <a:off x="137414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Freeform 23"/>
          <p:cNvSpPr/>
          <p:nvPr/>
        </p:nvSpPr>
        <p:spPr>
          <a:xfrm>
            <a:off x="127127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Freeform 24"/>
          <p:cNvSpPr/>
          <p:nvPr/>
        </p:nvSpPr>
        <p:spPr>
          <a:xfrm>
            <a:off x="146177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01700" y="2743200"/>
            <a:ext cx="25400" cy="12700"/>
          </a:xfrm>
          <a:prstGeom prst="roundRect">
            <a:avLst>
              <a:gd name="adj" fmla="val 0"/>
            </a:avLst>
          </a:pr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Freeform 26"/>
          <p:cNvSpPr/>
          <p:nvPr/>
        </p:nvSpPr>
        <p:spPr>
          <a:xfrm>
            <a:off x="-1930400" y="1384300"/>
            <a:ext cx="3520357" cy="4123326"/>
          </a:xfrm>
          <a:custGeom>
            <a:avLst/>
            <a:gdLst/>
            <a:ahLst/>
            <a:cxnLst/>
            <a:rect l="l" t="t" r="r" b="b"/>
            <a:pathLst>
              <a:path w="3520357" h="4123326">
                <a:moveTo>
                  <a:pt x="2631378" y="2611676"/>
                </a:moveTo>
                <a:cubicBezTo>
                  <a:pt x="2375352" y="2561998"/>
                  <a:pt x="2375352" y="2561998"/>
                  <a:pt x="2375352" y="2561998"/>
                </a:cubicBezTo>
                <a:cubicBezTo>
                  <a:pt x="2062432" y="2625870"/>
                  <a:pt x="2062432" y="2625870"/>
                  <a:pt x="2062432" y="2625870"/>
                </a:cubicBezTo>
                <a:cubicBezTo>
                  <a:pt x="2126438" y="2561998"/>
                  <a:pt x="2126438" y="2561998"/>
                  <a:pt x="2126438" y="2561998"/>
                </a:cubicBezTo>
                <a:cubicBezTo>
                  <a:pt x="2403799" y="2476834"/>
                  <a:pt x="2403799" y="2476834"/>
                  <a:pt x="2403799" y="2476834"/>
                </a:cubicBezTo>
                <a:cubicBezTo>
                  <a:pt x="2681161" y="2569094"/>
                  <a:pt x="2681161" y="2569094"/>
                  <a:pt x="2681161" y="2569094"/>
                </a:cubicBezTo>
                <a:lnTo>
                  <a:pt x="2631378" y="2611676"/>
                </a:lnTo>
                <a:close/>
                <a:moveTo>
                  <a:pt x="2432247" y="3477504"/>
                </a:moveTo>
                <a:cubicBezTo>
                  <a:pt x="2403799" y="3328468"/>
                  <a:pt x="2403799" y="3328468"/>
                  <a:pt x="2403799" y="3328468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489142" y="2994911"/>
                  <a:pt x="2489142" y="2994911"/>
                  <a:pt x="2489142" y="2994911"/>
                </a:cubicBezTo>
                <a:cubicBezTo>
                  <a:pt x="2595819" y="2980718"/>
                  <a:pt x="2595819" y="2980718"/>
                  <a:pt x="2595819" y="2980718"/>
                </a:cubicBezTo>
                <a:cubicBezTo>
                  <a:pt x="2674049" y="3498794"/>
                  <a:pt x="2674049" y="3498794"/>
                  <a:pt x="2674049" y="3498794"/>
                </a:cubicBezTo>
                <a:cubicBezTo>
                  <a:pt x="2595819" y="3491697"/>
                  <a:pt x="2517588" y="3484601"/>
                  <a:pt x="2432247" y="3477504"/>
                </a:cubicBezTo>
                <a:close/>
                <a:moveTo>
                  <a:pt x="1898860" y="2789100"/>
                </a:moveTo>
                <a:cubicBezTo>
                  <a:pt x="2133549" y="2845876"/>
                  <a:pt x="2133549" y="2845876"/>
                  <a:pt x="2133549" y="2845876"/>
                </a:cubicBezTo>
                <a:cubicBezTo>
                  <a:pt x="2453582" y="2725227"/>
                  <a:pt x="2453582" y="2725227"/>
                  <a:pt x="2453582" y="2725227"/>
                </a:cubicBezTo>
                <a:cubicBezTo>
                  <a:pt x="2631378" y="2810391"/>
                  <a:pt x="2631378" y="2810391"/>
                  <a:pt x="2631378" y="2810391"/>
                </a:cubicBezTo>
                <a:cubicBezTo>
                  <a:pt x="2453582" y="2782004"/>
                  <a:pt x="2453582" y="2782004"/>
                  <a:pt x="2453582" y="2782004"/>
                </a:cubicBezTo>
                <a:cubicBezTo>
                  <a:pt x="2126438" y="2902651"/>
                  <a:pt x="2126438" y="2902651"/>
                  <a:pt x="2126438" y="2902651"/>
                </a:cubicBezTo>
                <a:lnTo>
                  <a:pt x="1898860" y="2789100"/>
                </a:lnTo>
                <a:close/>
                <a:moveTo>
                  <a:pt x="1223235" y="3349758"/>
                </a:moveTo>
                <a:cubicBezTo>
                  <a:pt x="1102335" y="3023300"/>
                  <a:pt x="1102335" y="3023300"/>
                  <a:pt x="1102335" y="3023300"/>
                </a:cubicBezTo>
                <a:cubicBezTo>
                  <a:pt x="938762" y="2973621"/>
                  <a:pt x="938762" y="2973621"/>
                  <a:pt x="938762" y="2973621"/>
                </a:cubicBezTo>
                <a:cubicBezTo>
                  <a:pt x="1216123" y="2888458"/>
                  <a:pt x="1216123" y="2888458"/>
                  <a:pt x="1216123" y="2888458"/>
                </a:cubicBezTo>
                <a:cubicBezTo>
                  <a:pt x="1322800" y="3243304"/>
                  <a:pt x="1322800" y="3243304"/>
                  <a:pt x="1322800" y="3243304"/>
                </a:cubicBezTo>
                <a:cubicBezTo>
                  <a:pt x="1977089" y="3143947"/>
                  <a:pt x="1977089" y="3143947"/>
                  <a:pt x="1977089" y="3143947"/>
                </a:cubicBezTo>
                <a:lnTo>
                  <a:pt x="1223235" y="3349758"/>
                </a:lnTo>
                <a:close/>
                <a:moveTo>
                  <a:pt x="1102335" y="2313605"/>
                </a:moveTo>
                <a:cubicBezTo>
                  <a:pt x="1130781" y="2313605"/>
                  <a:pt x="1130781" y="2313605"/>
                  <a:pt x="1130781" y="2313605"/>
                </a:cubicBezTo>
                <a:cubicBezTo>
                  <a:pt x="1130781" y="2491029"/>
                  <a:pt x="1130781" y="2491029"/>
                  <a:pt x="1130781" y="2491029"/>
                </a:cubicBezTo>
                <a:cubicBezTo>
                  <a:pt x="1102335" y="2491029"/>
                  <a:pt x="1102335" y="2491029"/>
                  <a:pt x="1102335" y="2491029"/>
                </a:cubicBezTo>
                <a:lnTo>
                  <a:pt x="1102335" y="2313605"/>
                </a:lnTo>
                <a:close/>
                <a:moveTo>
                  <a:pt x="1166340" y="2313605"/>
                </a:moveTo>
                <a:cubicBezTo>
                  <a:pt x="1329912" y="2313605"/>
                  <a:pt x="1329912" y="2313605"/>
                  <a:pt x="1329912" y="2313605"/>
                </a:cubicBezTo>
                <a:cubicBezTo>
                  <a:pt x="1329912" y="2491029"/>
                  <a:pt x="1329912" y="2491029"/>
                  <a:pt x="1329912" y="2491029"/>
                </a:cubicBezTo>
                <a:cubicBezTo>
                  <a:pt x="1166340" y="2491029"/>
                  <a:pt x="1166340" y="2491029"/>
                  <a:pt x="1166340" y="2491029"/>
                </a:cubicBezTo>
                <a:lnTo>
                  <a:pt x="1166340" y="2313605"/>
                </a:lnTo>
                <a:close/>
                <a:moveTo>
                  <a:pt x="768078" y="1887788"/>
                </a:moveTo>
                <a:cubicBezTo>
                  <a:pt x="768078" y="1887788"/>
                  <a:pt x="768078" y="1887788"/>
                  <a:pt x="768078" y="1887788"/>
                </a:cubicBezTo>
                <a:cubicBezTo>
                  <a:pt x="561835" y="1887788"/>
                  <a:pt x="561835" y="1887788"/>
                  <a:pt x="561835" y="1887788"/>
                </a:cubicBezTo>
                <a:cubicBezTo>
                  <a:pt x="561835" y="709695"/>
                  <a:pt x="561835" y="709695"/>
                  <a:pt x="561835" y="709695"/>
                </a:cubicBezTo>
                <a:cubicBezTo>
                  <a:pt x="782301" y="709695"/>
                  <a:pt x="782301" y="709695"/>
                  <a:pt x="782301" y="709695"/>
                </a:cubicBezTo>
                <a:cubicBezTo>
                  <a:pt x="782301" y="695500"/>
                  <a:pt x="782301" y="695500"/>
                  <a:pt x="782301" y="695500"/>
                </a:cubicBezTo>
                <a:cubicBezTo>
                  <a:pt x="1059663" y="695500"/>
                  <a:pt x="1059663" y="695500"/>
                  <a:pt x="1059663" y="695500"/>
                </a:cubicBezTo>
                <a:cubicBezTo>
                  <a:pt x="1059663" y="702598"/>
                  <a:pt x="1059663" y="709695"/>
                  <a:pt x="1066775" y="716792"/>
                </a:cubicBezTo>
                <a:cubicBezTo>
                  <a:pt x="839196" y="809052"/>
                  <a:pt x="839196" y="809052"/>
                  <a:pt x="839196" y="809052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32085" y="794857"/>
                  <a:pt x="832085" y="794857"/>
                  <a:pt x="832085" y="794857"/>
                </a:cubicBezTo>
                <a:cubicBezTo>
                  <a:pt x="803637" y="809052"/>
                  <a:pt x="803637" y="809052"/>
                  <a:pt x="803637" y="809052"/>
                </a:cubicBezTo>
                <a:cubicBezTo>
                  <a:pt x="853420" y="936796"/>
                  <a:pt x="853420" y="936796"/>
                  <a:pt x="853420" y="936796"/>
                </a:cubicBezTo>
                <a:cubicBezTo>
                  <a:pt x="881868" y="922603"/>
                  <a:pt x="881868" y="922603"/>
                  <a:pt x="881868" y="922603"/>
                </a:cubicBezTo>
                <a:cubicBezTo>
                  <a:pt x="874756" y="908409"/>
                  <a:pt x="874756" y="908409"/>
                  <a:pt x="874756" y="908409"/>
                </a:cubicBezTo>
                <a:cubicBezTo>
                  <a:pt x="1102335" y="816149"/>
                  <a:pt x="1102335" y="816149"/>
                  <a:pt x="1102335" y="816149"/>
                </a:cubicBezTo>
                <a:cubicBezTo>
                  <a:pt x="1109445" y="823246"/>
                  <a:pt x="1116557" y="830343"/>
                  <a:pt x="1116557" y="837439"/>
                </a:cubicBezTo>
                <a:cubicBezTo>
                  <a:pt x="952985" y="1007767"/>
                  <a:pt x="952985" y="1007767"/>
                  <a:pt x="952985" y="1007767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38762" y="1000670"/>
                  <a:pt x="938762" y="1000670"/>
                  <a:pt x="938762" y="1000670"/>
                </a:cubicBezTo>
                <a:cubicBezTo>
                  <a:pt x="917426" y="1021960"/>
                  <a:pt x="917426" y="1021960"/>
                  <a:pt x="917426" y="1021960"/>
                </a:cubicBezTo>
                <a:cubicBezTo>
                  <a:pt x="1016992" y="1121317"/>
                  <a:pt x="1016992" y="1121317"/>
                  <a:pt x="1016992" y="1121317"/>
                </a:cubicBezTo>
                <a:cubicBezTo>
                  <a:pt x="1038328" y="1100027"/>
                  <a:pt x="1038328" y="1100027"/>
                  <a:pt x="1038328" y="1100027"/>
                </a:cubicBezTo>
                <a:cubicBezTo>
                  <a:pt x="1024104" y="1085832"/>
                  <a:pt x="1024104" y="1085832"/>
                  <a:pt x="1024104" y="1085832"/>
                </a:cubicBezTo>
                <a:cubicBezTo>
                  <a:pt x="1194788" y="915506"/>
                  <a:pt x="1194788" y="915506"/>
                  <a:pt x="1194788" y="915506"/>
                </a:cubicBezTo>
                <a:cubicBezTo>
                  <a:pt x="1201900" y="922603"/>
                  <a:pt x="1209012" y="929700"/>
                  <a:pt x="1216123" y="929700"/>
                </a:cubicBezTo>
                <a:cubicBezTo>
                  <a:pt x="1130781" y="1156802"/>
                  <a:pt x="1130781" y="1156802"/>
                  <a:pt x="1130781" y="1156802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16557" y="1149706"/>
                  <a:pt x="1116557" y="1149706"/>
                  <a:pt x="1116557" y="1149706"/>
                </a:cubicBezTo>
                <a:cubicBezTo>
                  <a:pt x="1102335" y="1178093"/>
                  <a:pt x="1102335" y="1178093"/>
                  <a:pt x="1102335" y="1178093"/>
                </a:cubicBezTo>
                <a:cubicBezTo>
                  <a:pt x="1230347" y="1227771"/>
                  <a:pt x="1230347" y="1227771"/>
                  <a:pt x="1230347" y="1227771"/>
                </a:cubicBezTo>
                <a:cubicBezTo>
                  <a:pt x="1244571" y="1199384"/>
                  <a:pt x="1244571" y="1199384"/>
                  <a:pt x="1244571" y="1199384"/>
                </a:cubicBezTo>
                <a:cubicBezTo>
                  <a:pt x="1230347" y="1192287"/>
                  <a:pt x="1230347" y="1192287"/>
                  <a:pt x="1230347" y="1192287"/>
                </a:cubicBezTo>
                <a:cubicBezTo>
                  <a:pt x="1315690" y="972282"/>
                  <a:pt x="1315690" y="972282"/>
                  <a:pt x="1315690" y="972282"/>
                </a:cubicBezTo>
                <a:cubicBezTo>
                  <a:pt x="1329912" y="972282"/>
                  <a:pt x="1337024" y="979378"/>
                  <a:pt x="1351248" y="979378"/>
                </a:cubicBezTo>
                <a:cubicBezTo>
                  <a:pt x="1351248" y="1213578"/>
                  <a:pt x="1351248" y="1213578"/>
                  <a:pt x="1351248" y="1213578"/>
                </a:cubicBezTo>
                <a:cubicBezTo>
                  <a:pt x="1329912" y="1213578"/>
                  <a:pt x="1329912" y="1213578"/>
                  <a:pt x="1329912" y="1213578"/>
                </a:cubicBezTo>
                <a:cubicBezTo>
                  <a:pt x="1329912" y="1887788"/>
                  <a:pt x="1329912" y="1887788"/>
                  <a:pt x="1329912" y="1887788"/>
                </a:cubicBezTo>
                <a:lnTo>
                  <a:pt x="768078" y="1887788"/>
                </a:lnTo>
                <a:close/>
                <a:moveTo>
                  <a:pt x="526275" y="1887788"/>
                </a:moveTo>
                <a:cubicBezTo>
                  <a:pt x="483605" y="1887788"/>
                  <a:pt x="483605" y="1887788"/>
                  <a:pt x="483605" y="1887788"/>
                </a:cubicBezTo>
                <a:cubicBezTo>
                  <a:pt x="483605" y="709695"/>
                  <a:pt x="483605" y="709695"/>
                  <a:pt x="483605" y="709695"/>
                </a:cubicBezTo>
                <a:cubicBezTo>
                  <a:pt x="526275" y="709695"/>
                  <a:pt x="526275" y="709695"/>
                  <a:pt x="526275" y="709695"/>
                </a:cubicBezTo>
                <a:lnTo>
                  <a:pt x="526275" y="1887788"/>
                </a:lnTo>
                <a:close/>
                <a:moveTo>
                  <a:pt x="1088111" y="787761"/>
                </a:moveTo>
                <a:cubicBezTo>
                  <a:pt x="1088111" y="794857"/>
                  <a:pt x="1095223" y="794857"/>
                  <a:pt x="1095223" y="801955"/>
                </a:cubicBezTo>
                <a:cubicBezTo>
                  <a:pt x="888978" y="887118"/>
                  <a:pt x="888978" y="887118"/>
                  <a:pt x="888978" y="887118"/>
                </a:cubicBezTo>
                <a:cubicBezTo>
                  <a:pt x="881868" y="872924"/>
                  <a:pt x="881868" y="872924"/>
                  <a:pt x="881868" y="872924"/>
                </a:cubicBezTo>
                <a:lnTo>
                  <a:pt x="1088111" y="787761"/>
                </a:lnTo>
                <a:close/>
                <a:moveTo>
                  <a:pt x="867644" y="404525"/>
                </a:moveTo>
                <a:cubicBezTo>
                  <a:pt x="874756" y="390332"/>
                  <a:pt x="874756" y="390332"/>
                  <a:pt x="874756" y="390332"/>
                </a:cubicBezTo>
                <a:cubicBezTo>
                  <a:pt x="1109445" y="489689"/>
                  <a:pt x="1109445" y="489689"/>
                  <a:pt x="1109445" y="489689"/>
                </a:cubicBezTo>
                <a:cubicBezTo>
                  <a:pt x="1102335" y="496786"/>
                  <a:pt x="1102335" y="496786"/>
                  <a:pt x="1102335" y="496786"/>
                </a:cubicBezTo>
                <a:lnTo>
                  <a:pt x="867644" y="404525"/>
                </a:lnTo>
                <a:close/>
                <a:moveTo>
                  <a:pt x="1180564" y="880021"/>
                </a:moveTo>
                <a:cubicBezTo>
                  <a:pt x="1180564" y="887118"/>
                  <a:pt x="1187676" y="887118"/>
                  <a:pt x="1194788" y="894216"/>
                </a:cubicBezTo>
                <a:cubicBezTo>
                  <a:pt x="1009880" y="1057445"/>
                  <a:pt x="1009880" y="1057445"/>
                  <a:pt x="1009880" y="1057445"/>
                </a:cubicBezTo>
                <a:cubicBezTo>
                  <a:pt x="1002768" y="1050348"/>
                  <a:pt x="1002768" y="1050348"/>
                  <a:pt x="1002768" y="1050348"/>
                </a:cubicBezTo>
                <a:lnTo>
                  <a:pt x="1180564" y="880021"/>
                </a:lnTo>
                <a:close/>
                <a:moveTo>
                  <a:pt x="995657" y="205811"/>
                </a:moveTo>
                <a:cubicBezTo>
                  <a:pt x="1024104" y="212908"/>
                  <a:pt x="1024104" y="212908"/>
                  <a:pt x="1024104" y="212908"/>
                </a:cubicBezTo>
                <a:cubicBezTo>
                  <a:pt x="1194788" y="383235"/>
                  <a:pt x="1194788" y="383235"/>
                  <a:pt x="1194788" y="383235"/>
                </a:cubicBezTo>
                <a:cubicBezTo>
                  <a:pt x="1180564" y="397429"/>
                  <a:pt x="1180564" y="397429"/>
                  <a:pt x="1180564" y="397429"/>
                </a:cubicBezTo>
                <a:lnTo>
                  <a:pt x="995657" y="205811"/>
                </a:lnTo>
                <a:close/>
                <a:moveTo>
                  <a:pt x="1287242" y="943894"/>
                </a:moveTo>
                <a:cubicBezTo>
                  <a:pt x="1294354" y="943894"/>
                  <a:pt x="1294354" y="950991"/>
                  <a:pt x="1301466" y="950991"/>
                </a:cubicBezTo>
                <a:cubicBezTo>
                  <a:pt x="1209012" y="1178093"/>
                  <a:pt x="1209012" y="1178093"/>
                  <a:pt x="1209012" y="1178093"/>
                </a:cubicBezTo>
                <a:cubicBezTo>
                  <a:pt x="1194788" y="1170996"/>
                  <a:pt x="1194788" y="1170996"/>
                  <a:pt x="1194788" y="1170996"/>
                </a:cubicBezTo>
                <a:lnTo>
                  <a:pt x="1287242" y="943894"/>
                </a:lnTo>
                <a:close/>
                <a:moveTo>
                  <a:pt x="1187676" y="70969"/>
                </a:moveTo>
                <a:cubicBezTo>
                  <a:pt x="1216123" y="120647"/>
                  <a:pt x="1216123" y="120647"/>
                  <a:pt x="1216123" y="120647"/>
                </a:cubicBezTo>
                <a:cubicBezTo>
                  <a:pt x="1315690" y="326460"/>
                  <a:pt x="1315690" y="326460"/>
                  <a:pt x="1315690" y="326460"/>
                </a:cubicBezTo>
                <a:cubicBezTo>
                  <a:pt x="1308578" y="326460"/>
                  <a:pt x="1301466" y="333557"/>
                  <a:pt x="1294354" y="333557"/>
                </a:cubicBezTo>
                <a:lnTo>
                  <a:pt x="1187676" y="70969"/>
                </a:lnTo>
                <a:close/>
                <a:moveTo>
                  <a:pt x="1401031" y="2292313"/>
                </a:moveTo>
                <a:cubicBezTo>
                  <a:pt x="1401031" y="2292313"/>
                  <a:pt x="1401031" y="2292313"/>
                  <a:pt x="1401031" y="2292313"/>
                </a:cubicBezTo>
                <a:cubicBezTo>
                  <a:pt x="1429478" y="2327798"/>
                  <a:pt x="1429478" y="2327798"/>
                  <a:pt x="1429478" y="2327798"/>
                </a:cubicBezTo>
                <a:cubicBezTo>
                  <a:pt x="1429478" y="2491029"/>
                  <a:pt x="1429478" y="2491029"/>
                  <a:pt x="1429478" y="2491029"/>
                </a:cubicBezTo>
                <a:cubicBezTo>
                  <a:pt x="1401031" y="2491029"/>
                  <a:pt x="1401031" y="2491029"/>
                  <a:pt x="1401031" y="2491029"/>
                </a:cubicBezTo>
                <a:lnTo>
                  <a:pt x="1401031" y="2292313"/>
                </a:lnTo>
                <a:close/>
                <a:moveTo>
                  <a:pt x="1401031" y="2001338"/>
                </a:moveTo>
                <a:cubicBezTo>
                  <a:pt x="1401031" y="2001338"/>
                  <a:pt x="1401031" y="2001338"/>
                  <a:pt x="1401031" y="2001338"/>
                </a:cubicBezTo>
                <a:cubicBezTo>
                  <a:pt x="1429478" y="2036823"/>
                  <a:pt x="1429478" y="2036823"/>
                  <a:pt x="1429478" y="2036823"/>
                </a:cubicBezTo>
                <a:cubicBezTo>
                  <a:pt x="1429478" y="2178762"/>
                  <a:pt x="1429478" y="2178762"/>
                  <a:pt x="1429478" y="2178762"/>
                </a:cubicBezTo>
                <a:cubicBezTo>
                  <a:pt x="1401031" y="2178762"/>
                  <a:pt x="1401031" y="2178762"/>
                  <a:pt x="1401031" y="2178762"/>
                </a:cubicBezTo>
                <a:lnTo>
                  <a:pt x="1401031" y="2001338"/>
                </a:lnTo>
                <a:close/>
                <a:moveTo>
                  <a:pt x="1401031" y="1213578"/>
                </a:moveTo>
                <a:cubicBezTo>
                  <a:pt x="1415255" y="1213578"/>
                  <a:pt x="1415255" y="1213578"/>
                  <a:pt x="1415255" y="1213578"/>
                </a:cubicBezTo>
                <a:cubicBezTo>
                  <a:pt x="1415255" y="965185"/>
                  <a:pt x="1415255" y="965185"/>
                  <a:pt x="1415255" y="965185"/>
                </a:cubicBezTo>
                <a:cubicBezTo>
                  <a:pt x="1422367" y="965185"/>
                  <a:pt x="1429478" y="965185"/>
                  <a:pt x="1429478" y="965185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213578"/>
                  <a:pt x="1429478" y="1213578"/>
                  <a:pt x="1429478" y="1213578"/>
                </a:cubicBezTo>
                <a:cubicBezTo>
                  <a:pt x="1429478" y="1894884"/>
                  <a:pt x="1429478" y="1894884"/>
                  <a:pt x="1429478" y="1894884"/>
                </a:cubicBezTo>
                <a:cubicBezTo>
                  <a:pt x="1401031" y="1894884"/>
                  <a:pt x="1401031" y="1894884"/>
                  <a:pt x="1401031" y="1894884"/>
                </a:cubicBezTo>
                <a:lnTo>
                  <a:pt x="1401031" y="1213578"/>
                </a:lnTo>
                <a:close/>
                <a:moveTo>
                  <a:pt x="1415255" y="35485"/>
                </a:moveTo>
                <a:cubicBezTo>
                  <a:pt x="1429478" y="35485"/>
                  <a:pt x="1429478" y="35485"/>
                  <a:pt x="1429478" y="35485"/>
                </a:cubicBezTo>
                <a:cubicBezTo>
                  <a:pt x="1429478" y="319363"/>
                  <a:pt x="1429478" y="319363"/>
                  <a:pt x="1429478" y="319363"/>
                </a:cubicBezTo>
                <a:cubicBezTo>
                  <a:pt x="1429478" y="319363"/>
                  <a:pt x="1422367" y="319363"/>
                  <a:pt x="1415255" y="312265"/>
                </a:cubicBezTo>
                <a:lnTo>
                  <a:pt x="1415255" y="35485"/>
                </a:lnTo>
                <a:close/>
                <a:moveTo>
                  <a:pt x="1507708" y="432914"/>
                </a:moveTo>
                <a:cubicBezTo>
                  <a:pt x="1543267" y="432914"/>
                  <a:pt x="1578827" y="468399"/>
                  <a:pt x="1578827" y="503883"/>
                </a:cubicBezTo>
                <a:cubicBezTo>
                  <a:pt x="1578827" y="546464"/>
                  <a:pt x="1543267" y="574853"/>
                  <a:pt x="1507708" y="574853"/>
                </a:cubicBezTo>
                <a:cubicBezTo>
                  <a:pt x="1465038" y="574853"/>
                  <a:pt x="1436590" y="546464"/>
                  <a:pt x="1436590" y="503883"/>
                </a:cubicBezTo>
                <a:cubicBezTo>
                  <a:pt x="1436590" y="468399"/>
                  <a:pt x="1465038" y="432914"/>
                  <a:pt x="1507708" y="432914"/>
                </a:cubicBezTo>
                <a:close/>
                <a:moveTo>
                  <a:pt x="1642834" y="1163899"/>
                </a:moveTo>
                <a:cubicBezTo>
                  <a:pt x="1635722" y="1163899"/>
                  <a:pt x="1635722" y="1163899"/>
                  <a:pt x="1635722" y="1163899"/>
                </a:cubicBezTo>
                <a:cubicBezTo>
                  <a:pt x="1543267" y="929700"/>
                  <a:pt x="1543267" y="929700"/>
                  <a:pt x="1543267" y="929700"/>
                </a:cubicBezTo>
                <a:cubicBezTo>
                  <a:pt x="1564603" y="922603"/>
                  <a:pt x="1564603" y="922603"/>
                  <a:pt x="1564603" y="922603"/>
                </a:cubicBezTo>
                <a:lnTo>
                  <a:pt x="1642834" y="1163899"/>
                </a:lnTo>
                <a:close/>
                <a:moveTo>
                  <a:pt x="1657057" y="844536"/>
                </a:moveTo>
                <a:cubicBezTo>
                  <a:pt x="1834853" y="1014863"/>
                  <a:pt x="1834853" y="1014863"/>
                  <a:pt x="1834853" y="1014863"/>
                </a:cubicBezTo>
                <a:cubicBezTo>
                  <a:pt x="1820629" y="1029057"/>
                  <a:pt x="1820629" y="1029057"/>
                  <a:pt x="1820629" y="1029057"/>
                </a:cubicBezTo>
                <a:cubicBezTo>
                  <a:pt x="1642834" y="851634"/>
                  <a:pt x="1642834" y="851634"/>
                  <a:pt x="1642834" y="851634"/>
                </a:cubicBezTo>
                <a:cubicBezTo>
                  <a:pt x="1649945" y="851634"/>
                  <a:pt x="1649945" y="844536"/>
                  <a:pt x="1657057" y="844536"/>
                </a:cubicBezTo>
                <a:close/>
                <a:moveTo>
                  <a:pt x="1713951" y="730985"/>
                </a:moveTo>
                <a:cubicBezTo>
                  <a:pt x="1941530" y="823246"/>
                  <a:pt x="1941530" y="823246"/>
                  <a:pt x="1941530" y="823246"/>
                </a:cubicBezTo>
                <a:cubicBezTo>
                  <a:pt x="1934418" y="837439"/>
                  <a:pt x="1934418" y="837439"/>
                  <a:pt x="1934418" y="837439"/>
                </a:cubicBezTo>
                <a:cubicBezTo>
                  <a:pt x="1706839" y="738082"/>
                  <a:pt x="1706839" y="738082"/>
                  <a:pt x="1706839" y="738082"/>
                </a:cubicBezTo>
                <a:cubicBezTo>
                  <a:pt x="1706839" y="738082"/>
                  <a:pt x="1713951" y="730985"/>
                  <a:pt x="1713951" y="730985"/>
                </a:cubicBezTo>
                <a:close/>
                <a:moveTo>
                  <a:pt x="1984201" y="596143"/>
                </a:moveTo>
                <a:cubicBezTo>
                  <a:pt x="2666936" y="596143"/>
                  <a:pt x="2666936" y="596143"/>
                  <a:pt x="2666936" y="596143"/>
                </a:cubicBezTo>
                <a:cubicBezTo>
                  <a:pt x="2666936" y="624531"/>
                  <a:pt x="2666936" y="624531"/>
                  <a:pt x="2666936" y="624531"/>
                </a:cubicBezTo>
                <a:cubicBezTo>
                  <a:pt x="1984201" y="624531"/>
                  <a:pt x="1984201" y="624531"/>
                  <a:pt x="1984201" y="624531"/>
                </a:cubicBezTo>
                <a:lnTo>
                  <a:pt x="1984201" y="596143"/>
                </a:lnTo>
                <a:close/>
                <a:moveTo>
                  <a:pt x="2553148" y="390332"/>
                </a:moveTo>
                <a:cubicBezTo>
                  <a:pt x="2574483" y="567756"/>
                  <a:pt x="2574483" y="567756"/>
                  <a:pt x="2574483" y="567756"/>
                </a:cubicBezTo>
                <a:cubicBezTo>
                  <a:pt x="2560259" y="567756"/>
                  <a:pt x="2560259" y="567756"/>
                  <a:pt x="2560259" y="567756"/>
                </a:cubicBezTo>
                <a:cubicBezTo>
                  <a:pt x="2546036" y="383235"/>
                  <a:pt x="2546036" y="383235"/>
                  <a:pt x="2546036" y="383235"/>
                </a:cubicBezTo>
                <a:lnTo>
                  <a:pt x="2553148" y="390332"/>
                </a:lnTo>
                <a:close/>
                <a:moveTo>
                  <a:pt x="2631378" y="475496"/>
                </a:moveTo>
                <a:cubicBezTo>
                  <a:pt x="2823398" y="589046"/>
                  <a:pt x="2823398" y="589046"/>
                  <a:pt x="2823398" y="589046"/>
                </a:cubicBezTo>
                <a:cubicBezTo>
                  <a:pt x="2823398" y="603240"/>
                  <a:pt x="2823398" y="603240"/>
                  <a:pt x="2823398" y="603240"/>
                </a:cubicBezTo>
                <a:cubicBezTo>
                  <a:pt x="2631378" y="510981"/>
                  <a:pt x="2631378" y="510981"/>
                  <a:pt x="2631378" y="510981"/>
                </a:cubicBezTo>
                <a:lnTo>
                  <a:pt x="2631378" y="475496"/>
                </a:lnTo>
                <a:close/>
                <a:moveTo>
                  <a:pt x="2922963" y="631628"/>
                </a:moveTo>
                <a:cubicBezTo>
                  <a:pt x="2930075" y="660016"/>
                  <a:pt x="2930075" y="660016"/>
                  <a:pt x="2930075" y="660016"/>
                </a:cubicBezTo>
                <a:cubicBezTo>
                  <a:pt x="2716720" y="702598"/>
                  <a:pt x="2716720" y="702598"/>
                  <a:pt x="2716720" y="702598"/>
                </a:cubicBezTo>
                <a:cubicBezTo>
                  <a:pt x="2688273" y="688403"/>
                  <a:pt x="2688273" y="688403"/>
                  <a:pt x="2688273" y="688403"/>
                </a:cubicBezTo>
                <a:lnTo>
                  <a:pt x="2922963" y="631628"/>
                </a:lnTo>
                <a:close/>
                <a:moveTo>
                  <a:pt x="3065200" y="674210"/>
                </a:moveTo>
                <a:cubicBezTo>
                  <a:pt x="2866069" y="922603"/>
                  <a:pt x="2866069" y="922603"/>
                  <a:pt x="2866069" y="922603"/>
                </a:cubicBezTo>
                <a:cubicBezTo>
                  <a:pt x="2844733" y="901313"/>
                  <a:pt x="2844733" y="901313"/>
                  <a:pt x="2844733" y="901313"/>
                </a:cubicBezTo>
                <a:cubicBezTo>
                  <a:pt x="3043864" y="645822"/>
                  <a:pt x="3043864" y="645822"/>
                  <a:pt x="3043864" y="645822"/>
                </a:cubicBezTo>
                <a:lnTo>
                  <a:pt x="3065200" y="674210"/>
                </a:lnTo>
                <a:close/>
                <a:moveTo>
                  <a:pt x="3178989" y="695500"/>
                </a:moveTo>
                <a:cubicBezTo>
                  <a:pt x="3072312" y="1021960"/>
                  <a:pt x="3072312" y="1021960"/>
                  <a:pt x="3072312" y="1021960"/>
                </a:cubicBezTo>
                <a:cubicBezTo>
                  <a:pt x="3058088" y="1014863"/>
                  <a:pt x="3058088" y="1014863"/>
                  <a:pt x="3058088" y="1014863"/>
                </a:cubicBezTo>
                <a:cubicBezTo>
                  <a:pt x="3164765" y="681307"/>
                  <a:pt x="3164765" y="681307"/>
                  <a:pt x="3164765" y="681307"/>
                </a:cubicBezTo>
                <a:lnTo>
                  <a:pt x="3178989" y="695500"/>
                </a:lnTo>
                <a:close/>
                <a:moveTo>
                  <a:pt x="3278555" y="674210"/>
                </a:moveTo>
                <a:cubicBezTo>
                  <a:pt x="3292779" y="674210"/>
                  <a:pt x="3292779" y="674210"/>
                  <a:pt x="3292779" y="674210"/>
                </a:cubicBezTo>
                <a:cubicBezTo>
                  <a:pt x="3292779" y="1100027"/>
                  <a:pt x="3292779" y="1100027"/>
                  <a:pt x="3292779" y="1100027"/>
                </a:cubicBezTo>
                <a:cubicBezTo>
                  <a:pt x="3278555" y="1100027"/>
                  <a:pt x="3278555" y="1100027"/>
                  <a:pt x="3278555" y="1100027"/>
                </a:cubicBezTo>
                <a:lnTo>
                  <a:pt x="3278555" y="674210"/>
                </a:lnTo>
                <a:close/>
                <a:moveTo>
                  <a:pt x="1472150" y="2029727"/>
                </a:moveTo>
                <a:cubicBezTo>
                  <a:pt x="1543267" y="2029727"/>
                  <a:pt x="1543267" y="2029727"/>
                  <a:pt x="1543267" y="2029727"/>
                </a:cubicBezTo>
                <a:cubicBezTo>
                  <a:pt x="1543267" y="2178762"/>
                  <a:pt x="1543267" y="2178762"/>
                  <a:pt x="1543267" y="2178762"/>
                </a:cubicBezTo>
                <a:cubicBezTo>
                  <a:pt x="1472150" y="2178762"/>
                  <a:pt x="1472150" y="2178762"/>
                  <a:pt x="1472150" y="2178762"/>
                </a:cubicBezTo>
                <a:lnTo>
                  <a:pt x="1472150" y="2029727"/>
                </a:lnTo>
                <a:close/>
                <a:moveTo>
                  <a:pt x="1578827" y="1980048"/>
                </a:moveTo>
                <a:cubicBezTo>
                  <a:pt x="1607274" y="1958758"/>
                  <a:pt x="1607274" y="1958758"/>
                  <a:pt x="1607274" y="1958758"/>
                </a:cubicBezTo>
                <a:cubicBezTo>
                  <a:pt x="1607274" y="2207151"/>
                  <a:pt x="1607274" y="2207151"/>
                  <a:pt x="1607274" y="2207151"/>
                </a:cubicBezTo>
                <a:cubicBezTo>
                  <a:pt x="1578827" y="2192956"/>
                  <a:pt x="1578827" y="2192956"/>
                  <a:pt x="1578827" y="2192956"/>
                </a:cubicBezTo>
                <a:lnTo>
                  <a:pt x="1578827" y="1980048"/>
                </a:lnTo>
                <a:close/>
                <a:moveTo>
                  <a:pt x="2453582" y="1845206"/>
                </a:moveTo>
                <a:cubicBezTo>
                  <a:pt x="2453582" y="1674880"/>
                  <a:pt x="2453582" y="1674880"/>
                  <a:pt x="2453582" y="1674880"/>
                </a:cubicBezTo>
                <a:cubicBezTo>
                  <a:pt x="2474918" y="1674880"/>
                  <a:pt x="2474918" y="1674880"/>
                  <a:pt x="2474918" y="1674880"/>
                </a:cubicBezTo>
                <a:cubicBezTo>
                  <a:pt x="2489142" y="1823916"/>
                  <a:pt x="2489142" y="1823916"/>
                  <a:pt x="2489142" y="1823916"/>
                </a:cubicBezTo>
                <a:cubicBezTo>
                  <a:pt x="2595819" y="2022630"/>
                  <a:pt x="2595819" y="2022630"/>
                  <a:pt x="2595819" y="2022630"/>
                </a:cubicBezTo>
                <a:lnTo>
                  <a:pt x="2453582" y="1845206"/>
                </a:lnTo>
                <a:close/>
                <a:moveTo>
                  <a:pt x="2823398" y="1362613"/>
                </a:moveTo>
                <a:cubicBezTo>
                  <a:pt x="2823398" y="1291645"/>
                  <a:pt x="2823398" y="1291645"/>
                  <a:pt x="2823398" y="1291645"/>
                </a:cubicBezTo>
                <a:cubicBezTo>
                  <a:pt x="2851845" y="1291645"/>
                  <a:pt x="2851845" y="1291645"/>
                  <a:pt x="2851845" y="1291645"/>
                </a:cubicBezTo>
                <a:cubicBezTo>
                  <a:pt x="2908739" y="1348420"/>
                  <a:pt x="2908739" y="1348420"/>
                  <a:pt x="2908739" y="1348420"/>
                </a:cubicBezTo>
                <a:cubicBezTo>
                  <a:pt x="2894515" y="1447777"/>
                  <a:pt x="2894515" y="1447777"/>
                  <a:pt x="2894515" y="1447777"/>
                </a:cubicBezTo>
                <a:cubicBezTo>
                  <a:pt x="2830509" y="1490359"/>
                  <a:pt x="2830509" y="1490359"/>
                  <a:pt x="2830509" y="1490359"/>
                </a:cubicBezTo>
                <a:cubicBezTo>
                  <a:pt x="2809174" y="1490359"/>
                  <a:pt x="2809174" y="1490359"/>
                  <a:pt x="2809174" y="1490359"/>
                </a:cubicBezTo>
                <a:cubicBezTo>
                  <a:pt x="2809174" y="1440680"/>
                  <a:pt x="2809174" y="1440680"/>
                  <a:pt x="2809174" y="1440680"/>
                </a:cubicBezTo>
                <a:cubicBezTo>
                  <a:pt x="2844733" y="1440680"/>
                  <a:pt x="2844733" y="1440680"/>
                  <a:pt x="2844733" y="1440680"/>
                </a:cubicBezTo>
                <a:cubicBezTo>
                  <a:pt x="2844733" y="1426487"/>
                  <a:pt x="2844733" y="1426487"/>
                  <a:pt x="2844733" y="1426487"/>
                </a:cubicBezTo>
                <a:cubicBezTo>
                  <a:pt x="2809174" y="1426487"/>
                  <a:pt x="2809174" y="1426487"/>
                  <a:pt x="2809174" y="1426487"/>
                </a:cubicBezTo>
                <a:cubicBezTo>
                  <a:pt x="2809174" y="1362613"/>
                  <a:pt x="2809174" y="1362613"/>
                  <a:pt x="2809174" y="1362613"/>
                </a:cubicBezTo>
                <a:lnTo>
                  <a:pt x="2823398" y="1362613"/>
                </a:lnTo>
                <a:close/>
                <a:moveTo>
                  <a:pt x="2894515" y="1554231"/>
                </a:moveTo>
                <a:cubicBezTo>
                  <a:pt x="2851845" y="1554231"/>
                  <a:pt x="2851845" y="1554231"/>
                  <a:pt x="2851845" y="1554231"/>
                </a:cubicBezTo>
                <a:cubicBezTo>
                  <a:pt x="2851845" y="1504552"/>
                  <a:pt x="2851845" y="1504552"/>
                  <a:pt x="2851845" y="1504552"/>
                </a:cubicBezTo>
                <a:cubicBezTo>
                  <a:pt x="2930075" y="1461971"/>
                  <a:pt x="2930075" y="1461971"/>
                  <a:pt x="2930075" y="1461971"/>
                </a:cubicBezTo>
                <a:lnTo>
                  <a:pt x="2894515" y="1554231"/>
                </a:lnTo>
                <a:close/>
                <a:moveTo>
                  <a:pt x="2937186" y="3527182"/>
                </a:moveTo>
                <a:cubicBezTo>
                  <a:pt x="3029641" y="3037493"/>
                  <a:pt x="3029641" y="3037493"/>
                  <a:pt x="3029641" y="3037493"/>
                </a:cubicBezTo>
                <a:cubicBezTo>
                  <a:pt x="3008305" y="2860069"/>
                  <a:pt x="3008305" y="2860069"/>
                  <a:pt x="3008305" y="2860069"/>
                </a:cubicBezTo>
                <a:cubicBezTo>
                  <a:pt x="2930075" y="3200723"/>
                  <a:pt x="2930075" y="3200723"/>
                  <a:pt x="2930075" y="3200723"/>
                </a:cubicBezTo>
                <a:cubicBezTo>
                  <a:pt x="2887403" y="3200723"/>
                  <a:pt x="2887403" y="3200723"/>
                  <a:pt x="2887403" y="3200723"/>
                </a:cubicBezTo>
                <a:cubicBezTo>
                  <a:pt x="2887403" y="2895554"/>
                  <a:pt x="2887403" y="2895554"/>
                  <a:pt x="2887403" y="2895554"/>
                </a:cubicBezTo>
                <a:cubicBezTo>
                  <a:pt x="3015417" y="2803294"/>
                  <a:pt x="3015417" y="2803294"/>
                  <a:pt x="3015417" y="2803294"/>
                </a:cubicBezTo>
                <a:cubicBezTo>
                  <a:pt x="3079424" y="2271023"/>
                  <a:pt x="3079424" y="2271023"/>
                  <a:pt x="3079424" y="2271023"/>
                </a:cubicBezTo>
                <a:cubicBezTo>
                  <a:pt x="2830509" y="2838779"/>
                  <a:pt x="2830509" y="2838779"/>
                  <a:pt x="2830509" y="2838779"/>
                </a:cubicBezTo>
                <a:cubicBezTo>
                  <a:pt x="2809174" y="2838779"/>
                  <a:pt x="2809174" y="2838779"/>
                  <a:pt x="2809174" y="2838779"/>
                </a:cubicBezTo>
                <a:cubicBezTo>
                  <a:pt x="2809174" y="2491029"/>
                  <a:pt x="2809174" y="2491029"/>
                  <a:pt x="2809174" y="2491029"/>
                </a:cubicBezTo>
                <a:cubicBezTo>
                  <a:pt x="2887403" y="2271023"/>
                  <a:pt x="2887403" y="2271023"/>
                  <a:pt x="2887403" y="2271023"/>
                </a:cubicBezTo>
                <a:cubicBezTo>
                  <a:pt x="2738055" y="2143277"/>
                  <a:pt x="2738055" y="2143277"/>
                  <a:pt x="2738055" y="2143277"/>
                </a:cubicBezTo>
                <a:cubicBezTo>
                  <a:pt x="2887403" y="1987145"/>
                  <a:pt x="2887403" y="1987145"/>
                  <a:pt x="2887403" y="1987145"/>
                </a:cubicBezTo>
                <a:cubicBezTo>
                  <a:pt x="2937186" y="2015533"/>
                  <a:pt x="2937186" y="2015533"/>
                  <a:pt x="2937186" y="2015533"/>
                </a:cubicBezTo>
                <a:cubicBezTo>
                  <a:pt x="2873181" y="2136181"/>
                  <a:pt x="2873181" y="2136181"/>
                  <a:pt x="2873181" y="2136181"/>
                </a:cubicBezTo>
                <a:cubicBezTo>
                  <a:pt x="3022529" y="2263926"/>
                  <a:pt x="3022529" y="2263926"/>
                  <a:pt x="3022529" y="2263926"/>
                </a:cubicBezTo>
                <a:cubicBezTo>
                  <a:pt x="3242996" y="2100697"/>
                  <a:pt x="3242996" y="2100697"/>
                  <a:pt x="3242996" y="2100697"/>
                </a:cubicBezTo>
                <a:cubicBezTo>
                  <a:pt x="3399456" y="1547134"/>
                  <a:pt x="3399456" y="1547134"/>
                  <a:pt x="3399456" y="1547134"/>
                </a:cubicBezTo>
                <a:cubicBezTo>
                  <a:pt x="3335449" y="1305838"/>
                  <a:pt x="3335449" y="1305838"/>
                  <a:pt x="3335449" y="1305838"/>
                </a:cubicBezTo>
                <a:cubicBezTo>
                  <a:pt x="3427903" y="1227771"/>
                  <a:pt x="3427903" y="1227771"/>
                  <a:pt x="3427903" y="1227771"/>
                </a:cubicBezTo>
                <a:cubicBezTo>
                  <a:pt x="3456351" y="1185191"/>
                  <a:pt x="3456351" y="1185191"/>
                  <a:pt x="3456351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449239" y="1185191"/>
                  <a:pt x="3449239" y="1185191"/>
                  <a:pt x="3449239" y="1185191"/>
                </a:cubicBezTo>
                <a:cubicBezTo>
                  <a:pt x="3285667" y="1249063"/>
                  <a:pt x="3285667" y="1249063"/>
                  <a:pt x="3285667" y="1249063"/>
                </a:cubicBezTo>
                <a:cubicBezTo>
                  <a:pt x="3250108" y="1603910"/>
                  <a:pt x="3250108" y="1603910"/>
                  <a:pt x="3250108" y="1603910"/>
                </a:cubicBezTo>
                <a:cubicBezTo>
                  <a:pt x="2965634" y="1618104"/>
                  <a:pt x="2965634" y="1618104"/>
                  <a:pt x="2965634" y="1618104"/>
                </a:cubicBezTo>
                <a:cubicBezTo>
                  <a:pt x="3271443" y="1653588"/>
                  <a:pt x="3271443" y="1653588"/>
                  <a:pt x="3271443" y="1653588"/>
                </a:cubicBezTo>
                <a:cubicBezTo>
                  <a:pt x="2958522" y="1703267"/>
                  <a:pt x="2958522" y="1703267"/>
                  <a:pt x="2958522" y="1703267"/>
                </a:cubicBezTo>
                <a:cubicBezTo>
                  <a:pt x="2994081" y="1809721"/>
                  <a:pt x="2994081" y="1809721"/>
                  <a:pt x="2994081" y="1809721"/>
                </a:cubicBezTo>
                <a:cubicBezTo>
                  <a:pt x="2937186" y="1880691"/>
                  <a:pt x="2937186" y="1880691"/>
                  <a:pt x="2937186" y="1880691"/>
                </a:cubicBezTo>
                <a:cubicBezTo>
                  <a:pt x="2802062" y="1823916"/>
                  <a:pt x="2802062" y="1823916"/>
                  <a:pt x="2802062" y="1823916"/>
                </a:cubicBezTo>
                <a:cubicBezTo>
                  <a:pt x="2681161" y="1887788"/>
                  <a:pt x="2681161" y="1887788"/>
                  <a:pt x="2681161" y="1887788"/>
                </a:cubicBezTo>
                <a:cubicBezTo>
                  <a:pt x="2617154" y="1816819"/>
                  <a:pt x="2617154" y="1816819"/>
                  <a:pt x="2617154" y="1816819"/>
                </a:cubicBezTo>
                <a:cubicBezTo>
                  <a:pt x="2695385" y="1575523"/>
                  <a:pt x="2695385" y="1575523"/>
                  <a:pt x="2695385" y="1575523"/>
                </a:cubicBezTo>
                <a:cubicBezTo>
                  <a:pt x="2730943" y="1575523"/>
                  <a:pt x="2730943" y="1575523"/>
                  <a:pt x="2730943" y="1575523"/>
                </a:cubicBezTo>
                <a:cubicBezTo>
                  <a:pt x="2752279" y="1781334"/>
                  <a:pt x="2752279" y="1781334"/>
                  <a:pt x="2752279" y="1781334"/>
                </a:cubicBezTo>
                <a:cubicBezTo>
                  <a:pt x="2802062" y="1632298"/>
                  <a:pt x="2802062" y="1632298"/>
                  <a:pt x="2802062" y="1632298"/>
                </a:cubicBezTo>
                <a:cubicBezTo>
                  <a:pt x="2922963" y="1639395"/>
                  <a:pt x="2922963" y="1639395"/>
                  <a:pt x="2922963" y="1639395"/>
                </a:cubicBezTo>
                <a:cubicBezTo>
                  <a:pt x="2873181" y="1618104"/>
                  <a:pt x="2873181" y="1618104"/>
                  <a:pt x="2873181" y="1618104"/>
                </a:cubicBezTo>
                <a:cubicBezTo>
                  <a:pt x="2951410" y="1611006"/>
                  <a:pt x="2951410" y="1611006"/>
                  <a:pt x="2951410" y="1611006"/>
                </a:cubicBezTo>
                <a:cubicBezTo>
                  <a:pt x="2930075" y="1561328"/>
                  <a:pt x="2930075" y="1561328"/>
                  <a:pt x="2930075" y="1561328"/>
                </a:cubicBezTo>
                <a:cubicBezTo>
                  <a:pt x="2972746" y="1490359"/>
                  <a:pt x="2972746" y="1490359"/>
                  <a:pt x="2972746" y="1490359"/>
                </a:cubicBezTo>
                <a:cubicBezTo>
                  <a:pt x="2994081" y="1334226"/>
                  <a:pt x="2994081" y="1334226"/>
                  <a:pt x="2994081" y="1334226"/>
                </a:cubicBezTo>
                <a:cubicBezTo>
                  <a:pt x="2887403" y="1241966"/>
                  <a:pt x="2887403" y="1241966"/>
                  <a:pt x="2887403" y="1241966"/>
                </a:cubicBezTo>
                <a:cubicBezTo>
                  <a:pt x="2802062" y="1249063"/>
                  <a:pt x="2802062" y="1249063"/>
                  <a:pt x="2802062" y="1249063"/>
                </a:cubicBezTo>
                <a:cubicBezTo>
                  <a:pt x="2730943" y="1305838"/>
                  <a:pt x="2730943" y="1305838"/>
                  <a:pt x="2730943" y="1305838"/>
                </a:cubicBezTo>
                <a:cubicBezTo>
                  <a:pt x="2709608" y="865828"/>
                  <a:pt x="2709608" y="865828"/>
                  <a:pt x="2709608" y="865828"/>
                </a:cubicBezTo>
                <a:cubicBezTo>
                  <a:pt x="2688273" y="837439"/>
                  <a:pt x="2688273" y="837439"/>
                  <a:pt x="2688273" y="837439"/>
                </a:cubicBezTo>
                <a:cubicBezTo>
                  <a:pt x="2666936" y="1568425"/>
                  <a:pt x="2666936" y="1568425"/>
                  <a:pt x="2666936" y="1568425"/>
                </a:cubicBezTo>
                <a:cubicBezTo>
                  <a:pt x="2610043" y="1653588"/>
                  <a:pt x="2610043" y="1653588"/>
                  <a:pt x="2610043" y="1653588"/>
                </a:cubicBezTo>
                <a:cubicBezTo>
                  <a:pt x="2610043" y="1653588"/>
                  <a:pt x="2602931" y="1646492"/>
                  <a:pt x="2588707" y="1596813"/>
                </a:cubicBezTo>
                <a:cubicBezTo>
                  <a:pt x="2574483" y="1547134"/>
                  <a:pt x="2595819" y="1419389"/>
                  <a:pt x="2595819" y="1419389"/>
                </a:cubicBezTo>
                <a:cubicBezTo>
                  <a:pt x="2652714" y="851634"/>
                  <a:pt x="2652714" y="851634"/>
                  <a:pt x="2652714" y="851634"/>
                </a:cubicBezTo>
                <a:cubicBezTo>
                  <a:pt x="2610043" y="901313"/>
                  <a:pt x="2610043" y="901313"/>
                  <a:pt x="2610043" y="901313"/>
                </a:cubicBezTo>
                <a:cubicBezTo>
                  <a:pt x="2581595" y="1249063"/>
                  <a:pt x="2581595" y="1249063"/>
                  <a:pt x="2581595" y="1249063"/>
                </a:cubicBezTo>
                <a:cubicBezTo>
                  <a:pt x="2453582" y="1341323"/>
                  <a:pt x="2453582" y="1341323"/>
                  <a:pt x="2453582" y="1341323"/>
                </a:cubicBezTo>
                <a:cubicBezTo>
                  <a:pt x="2418023" y="1525844"/>
                  <a:pt x="2418023" y="1525844"/>
                  <a:pt x="2418023" y="1525844"/>
                </a:cubicBezTo>
                <a:cubicBezTo>
                  <a:pt x="2467806" y="1383905"/>
                  <a:pt x="2467806" y="1383905"/>
                  <a:pt x="2467806" y="1383905"/>
                </a:cubicBezTo>
                <a:cubicBezTo>
                  <a:pt x="2567371" y="1334226"/>
                  <a:pt x="2567371" y="1334226"/>
                  <a:pt x="2567371" y="1334226"/>
                </a:cubicBezTo>
                <a:cubicBezTo>
                  <a:pt x="2553148" y="1426487"/>
                  <a:pt x="2553148" y="1426487"/>
                  <a:pt x="2553148" y="1426487"/>
                </a:cubicBezTo>
                <a:cubicBezTo>
                  <a:pt x="2489142" y="1469067"/>
                  <a:pt x="2489142" y="1469067"/>
                  <a:pt x="2489142" y="1469067"/>
                </a:cubicBezTo>
                <a:cubicBezTo>
                  <a:pt x="2361128" y="1632298"/>
                  <a:pt x="2361128" y="1632298"/>
                  <a:pt x="2361128" y="1632298"/>
                </a:cubicBezTo>
                <a:cubicBezTo>
                  <a:pt x="2346904" y="1916176"/>
                  <a:pt x="2346904" y="1916176"/>
                  <a:pt x="2346904" y="1916176"/>
                </a:cubicBezTo>
                <a:cubicBezTo>
                  <a:pt x="2631378" y="2157472"/>
                  <a:pt x="2631378" y="2157472"/>
                  <a:pt x="2631378" y="21574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802062" y="2491029"/>
                  <a:pt x="2802062" y="2491029"/>
                  <a:pt x="2802062" y="2491029"/>
                </a:cubicBezTo>
                <a:cubicBezTo>
                  <a:pt x="2752279" y="2526513"/>
                  <a:pt x="2752279" y="2526513"/>
                  <a:pt x="2752279" y="2526513"/>
                </a:cubicBezTo>
                <a:cubicBezTo>
                  <a:pt x="2489142" y="2391672"/>
                  <a:pt x="2489142" y="2391672"/>
                  <a:pt x="2489142" y="2391672"/>
                </a:cubicBezTo>
                <a:cubicBezTo>
                  <a:pt x="2567371" y="2320701"/>
                  <a:pt x="2567371" y="2320701"/>
                  <a:pt x="2567371" y="2320701"/>
                </a:cubicBezTo>
                <a:cubicBezTo>
                  <a:pt x="2062432" y="2256829"/>
                  <a:pt x="2062432" y="2256829"/>
                  <a:pt x="2062432" y="2256829"/>
                </a:cubicBezTo>
                <a:cubicBezTo>
                  <a:pt x="1799294" y="2384574"/>
                  <a:pt x="1799294" y="2384574"/>
                  <a:pt x="1799294" y="2384574"/>
                </a:cubicBezTo>
                <a:cubicBezTo>
                  <a:pt x="1799294" y="2483931"/>
                  <a:pt x="1799294" y="2483931"/>
                  <a:pt x="1799294" y="2483931"/>
                </a:cubicBezTo>
                <a:cubicBezTo>
                  <a:pt x="1799294" y="2604580"/>
                  <a:pt x="1799294" y="2604580"/>
                  <a:pt x="1799294" y="2604580"/>
                </a:cubicBezTo>
                <a:cubicBezTo>
                  <a:pt x="1628610" y="2604580"/>
                  <a:pt x="1628610" y="2604580"/>
                  <a:pt x="1628610" y="2604580"/>
                </a:cubicBezTo>
                <a:cubicBezTo>
                  <a:pt x="1564603" y="2491029"/>
                  <a:pt x="1564603" y="2491029"/>
                  <a:pt x="1564603" y="2491029"/>
                </a:cubicBezTo>
                <a:cubicBezTo>
                  <a:pt x="1472150" y="2491029"/>
                  <a:pt x="1472150" y="2491029"/>
                  <a:pt x="1472150" y="2491029"/>
                </a:cubicBezTo>
                <a:cubicBezTo>
                  <a:pt x="1472150" y="2313605"/>
                  <a:pt x="1472150" y="2313605"/>
                  <a:pt x="1472150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14386" y="2313605"/>
                  <a:pt x="1614386" y="2313605"/>
                  <a:pt x="1614386" y="2313605"/>
                </a:cubicBezTo>
                <a:cubicBezTo>
                  <a:pt x="1649945" y="2313605"/>
                  <a:pt x="1671281" y="2292313"/>
                  <a:pt x="1671281" y="2256829"/>
                </a:cubicBezTo>
                <a:cubicBezTo>
                  <a:pt x="1671281" y="2256829"/>
                  <a:pt x="1671281" y="2256829"/>
                  <a:pt x="1671281" y="2256829"/>
                </a:cubicBezTo>
                <a:cubicBezTo>
                  <a:pt x="1671281" y="2235538"/>
                  <a:pt x="1671281" y="2235538"/>
                  <a:pt x="1671281" y="2235538"/>
                </a:cubicBezTo>
                <a:cubicBezTo>
                  <a:pt x="1678393" y="2235538"/>
                  <a:pt x="1678393" y="2235538"/>
                  <a:pt x="1678393" y="2235538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2029727"/>
                  <a:pt x="1678393" y="2029727"/>
                  <a:pt x="1678393" y="2029727"/>
                </a:cubicBezTo>
                <a:cubicBezTo>
                  <a:pt x="1678393" y="1951660"/>
                  <a:pt x="1678393" y="1951660"/>
                  <a:pt x="1678393" y="1951660"/>
                </a:cubicBezTo>
                <a:cubicBezTo>
                  <a:pt x="1678393" y="1951660"/>
                  <a:pt x="1678393" y="1951660"/>
                  <a:pt x="1678393" y="1944563"/>
                </a:cubicBezTo>
                <a:cubicBezTo>
                  <a:pt x="1678393" y="1916176"/>
                  <a:pt x="1649945" y="1887788"/>
                  <a:pt x="1621498" y="1887788"/>
                </a:cubicBezTo>
                <a:cubicBezTo>
                  <a:pt x="1614386" y="1887788"/>
                  <a:pt x="1614386" y="1887788"/>
                  <a:pt x="1614386" y="1887788"/>
                </a:cubicBezTo>
                <a:cubicBezTo>
                  <a:pt x="1472150" y="1887788"/>
                  <a:pt x="1472150" y="1887788"/>
                  <a:pt x="1472150" y="1887788"/>
                </a:cubicBezTo>
                <a:cubicBezTo>
                  <a:pt x="1472150" y="1213578"/>
                  <a:pt x="1472150" y="1213578"/>
                  <a:pt x="1472150" y="1213578"/>
                </a:cubicBezTo>
                <a:cubicBezTo>
                  <a:pt x="1457926" y="1213578"/>
                  <a:pt x="1457926" y="1213578"/>
                  <a:pt x="1457926" y="1213578"/>
                </a:cubicBezTo>
                <a:cubicBezTo>
                  <a:pt x="1457926" y="979378"/>
                  <a:pt x="1457926" y="979378"/>
                  <a:pt x="1457926" y="979378"/>
                </a:cubicBezTo>
                <a:cubicBezTo>
                  <a:pt x="1465038" y="972282"/>
                  <a:pt x="1479262" y="972282"/>
                  <a:pt x="1486372" y="972282"/>
                </a:cubicBezTo>
                <a:cubicBezTo>
                  <a:pt x="1571715" y="1192287"/>
                  <a:pt x="1571715" y="1192287"/>
                  <a:pt x="1571715" y="1192287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57491" y="1199384"/>
                  <a:pt x="1557491" y="1199384"/>
                  <a:pt x="1557491" y="1199384"/>
                </a:cubicBezTo>
                <a:cubicBezTo>
                  <a:pt x="1564603" y="1227771"/>
                  <a:pt x="1564603" y="1227771"/>
                  <a:pt x="1564603" y="1227771"/>
                </a:cubicBezTo>
                <a:cubicBezTo>
                  <a:pt x="1699727" y="1178093"/>
                  <a:pt x="1699727" y="1178093"/>
                  <a:pt x="1699727" y="1178093"/>
                </a:cubicBezTo>
                <a:cubicBezTo>
                  <a:pt x="1685505" y="1149706"/>
                  <a:pt x="1685505" y="1149706"/>
                  <a:pt x="1685505" y="1149706"/>
                </a:cubicBezTo>
                <a:cubicBezTo>
                  <a:pt x="1671281" y="1156802"/>
                  <a:pt x="1671281" y="1156802"/>
                  <a:pt x="1671281" y="1156802"/>
                </a:cubicBezTo>
                <a:cubicBezTo>
                  <a:pt x="1585939" y="929700"/>
                  <a:pt x="1585939" y="929700"/>
                  <a:pt x="1585939" y="929700"/>
                </a:cubicBezTo>
                <a:cubicBezTo>
                  <a:pt x="1593050" y="922603"/>
                  <a:pt x="1600162" y="915506"/>
                  <a:pt x="1607274" y="915506"/>
                </a:cubicBezTo>
                <a:cubicBezTo>
                  <a:pt x="1777958" y="1085832"/>
                  <a:pt x="1777958" y="1085832"/>
                  <a:pt x="1777958" y="1085832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70846" y="1100027"/>
                  <a:pt x="1770846" y="1100027"/>
                  <a:pt x="1770846" y="1100027"/>
                </a:cubicBezTo>
                <a:cubicBezTo>
                  <a:pt x="1792182" y="1121317"/>
                  <a:pt x="1792182" y="1121317"/>
                  <a:pt x="1792182" y="1121317"/>
                </a:cubicBezTo>
                <a:cubicBezTo>
                  <a:pt x="1884636" y="1021960"/>
                  <a:pt x="1884636" y="1021960"/>
                  <a:pt x="1884636" y="1021960"/>
                </a:cubicBezTo>
                <a:cubicBezTo>
                  <a:pt x="1863300" y="1000670"/>
                  <a:pt x="1863300" y="1000670"/>
                  <a:pt x="1863300" y="1000670"/>
                </a:cubicBezTo>
                <a:cubicBezTo>
                  <a:pt x="1856189" y="1007767"/>
                  <a:pt x="1856189" y="1007767"/>
                  <a:pt x="1856189" y="1007767"/>
                </a:cubicBezTo>
                <a:cubicBezTo>
                  <a:pt x="1678393" y="837439"/>
                  <a:pt x="1678393" y="837439"/>
                  <a:pt x="1678393" y="837439"/>
                </a:cubicBezTo>
                <a:cubicBezTo>
                  <a:pt x="1685505" y="830343"/>
                  <a:pt x="1685505" y="823246"/>
                  <a:pt x="1692617" y="816149"/>
                </a:cubicBezTo>
                <a:cubicBezTo>
                  <a:pt x="1927306" y="908409"/>
                  <a:pt x="1927306" y="908409"/>
                  <a:pt x="1927306" y="908409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20194" y="922603"/>
                  <a:pt x="1920194" y="922603"/>
                  <a:pt x="1920194" y="922603"/>
                </a:cubicBezTo>
                <a:cubicBezTo>
                  <a:pt x="1948642" y="936796"/>
                  <a:pt x="1948642" y="936796"/>
                  <a:pt x="1948642" y="936796"/>
                </a:cubicBezTo>
                <a:cubicBezTo>
                  <a:pt x="1998425" y="809052"/>
                  <a:pt x="1998425" y="809052"/>
                  <a:pt x="1998425" y="809052"/>
                </a:cubicBezTo>
                <a:cubicBezTo>
                  <a:pt x="1969977" y="794857"/>
                  <a:pt x="1969977" y="794857"/>
                  <a:pt x="1969977" y="794857"/>
                </a:cubicBezTo>
                <a:cubicBezTo>
                  <a:pt x="1969977" y="809052"/>
                  <a:pt x="1969977" y="809052"/>
                  <a:pt x="1969977" y="809052"/>
                </a:cubicBezTo>
                <a:cubicBezTo>
                  <a:pt x="1735287" y="716792"/>
                  <a:pt x="1735287" y="716792"/>
                  <a:pt x="1735287" y="716792"/>
                </a:cubicBezTo>
                <a:cubicBezTo>
                  <a:pt x="1735287" y="709695"/>
                  <a:pt x="1735287" y="702598"/>
                  <a:pt x="1735287" y="695500"/>
                </a:cubicBezTo>
                <a:cubicBezTo>
                  <a:pt x="1984201" y="695500"/>
                  <a:pt x="1984201" y="695500"/>
                  <a:pt x="1984201" y="695500"/>
                </a:cubicBezTo>
                <a:cubicBezTo>
                  <a:pt x="1984201" y="709695"/>
                  <a:pt x="1984201" y="709695"/>
                  <a:pt x="1984201" y="709695"/>
                </a:cubicBezTo>
                <a:cubicBezTo>
                  <a:pt x="2617154" y="709695"/>
                  <a:pt x="2617154" y="709695"/>
                  <a:pt x="2617154" y="709695"/>
                </a:cubicBezTo>
                <a:cubicBezTo>
                  <a:pt x="2624266" y="716792"/>
                  <a:pt x="2624266" y="730985"/>
                  <a:pt x="2631378" y="745179"/>
                </a:cubicBezTo>
                <a:cubicBezTo>
                  <a:pt x="2638490" y="773567"/>
                  <a:pt x="265982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666936" y="794857"/>
                  <a:pt x="2666936" y="794857"/>
                  <a:pt x="2666936" y="794857"/>
                </a:cubicBezTo>
                <a:cubicBezTo>
                  <a:pt x="2887403" y="709695"/>
                  <a:pt x="2887403" y="709695"/>
                  <a:pt x="2887403" y="709695"/>
                </a:cubicBezTo>
                <a:cubicBezTo>
                  <a:pt x="2958522" y="709695"/>
                  <a:pt x="2958522" y="709695"/>
                  <a:pt x="2958522" y="709695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802062" y="922603"/>
                  <a:pt x="2802062" y="922603"/>
                  <a:pt x="2802062" y="922603"/>
                </a:cubicBezTo>
                <a:cubicBezTo>
                  <a:pt x="2794950" y="929700"/>
                  <a:pt x="2809174" y="950991"/>
                  <a:pt x="2837621" y="965185"/>
                </a:cubicBezTo>
                <a:cubicBezTo>
                  <a:pt x="2866069" y="986475"/>
                  <a:pt x="2887403" y="993573"/>
                  <a:pt x="2894515" y="986475"/>
                </a:cubicBezTo>
                <a:cubicBezTo>
                  <a:pt x="2894515" y="986475"/>
                  <a:pt x="2894515" y="986475"/>
                  <a:pt x="2894515" y="986475"/>
                </a:cubicBezTo>
                <a:cubicBezTo>
                  <a:pt x="3114982" y="709695"/>
                  <a:pt x="3114982" y="709695"/>
                  <a:pt x="3114982" y="709695"/>
                </a:cubicBezTo>
                <a:cubicBezTo>
                  <a:pt x="3122094" y="709695"/>
                  <a:pt x="3122094" y="709695"/>
                  <a:pt x="3122094" y="709695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8305" y="1043252"/>
                  <a:pt x="3008305" y="1043252"/>
                  <a:pt x="3008305" y="1043252"/>
                </a:cubicBezTo>
                <a:cubicBezTo>
                  <a:pt x="3001193" y="1057445"/>
                  <a:pt x="3029641" y="1071639"/>
                  <a:pt x="3058088" y="1085832"/>
                </a:cubicBezTo>
                <a:cubicBezTo>
                  <a:pt x="3086536" y="1092930"/>
                  <a:pt x="3114982" y="1100027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122094" y="1085832"/>
                  <a:pt x="3122094" y="1085832"/>
                  <a:pt x="3122094" y="1085832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709695"/>
                  <a:pt x="3250108" y="709695"/>
                  <a:pt x="3250108" y="709695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28414"/>
                  <a:pt x="3250108" y="1128414"/>
                  <a:pt x="3250108" y="1128414"/>
                </a:cubicBezTo>
                <a:cubicBezTo>
                  <a:pt x="3250108" y="1135512"/>
                  <a:pt x="3278555" y="1142609"/>
                  <a:pt x="3314113" y="1142609"/>
                </a:cubicBezTo>
                <a:cubicBezTo>
                  <a:pt x="3349673" y="1142609"/>
                  <a:pt x="3371008" y="1135512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1128414"/>
                  <a:pt x="3378120" y="1128414"/>
                  <a:pt x="3378120" y="1128414"/>
                </a:cubicBezTo>
                <a:cubicBezTo>
                  <a:pt x="3378120" y="709695"/>
                  <a:pt x="3378120" y="709695"/>
                  <a:pt x="3378120" y="709695"/>
                </a:cubicBezTo>
                <a:cubicBezTo>
                  <a:pt x="3420791" y="709695"/>
                  <a:pt x="3420791" y="709695"/>
                  <a:pt x="3420791" y="709695"/>
                </a:cubicBezTo>
                <a:cubicBezTo>
                  <a:pt x="3420791" y="624531"/>
                  <a:pt x="3420791" y="624531"/>
                  <a:pt x="3420791" y="624531"/>
                </a:cubicBezTo>
                <a:cubicBezTo>
                  <a:pt x="2930075" y="624531"/>
                  <a:pt x="2930075" y="624531"/>
                  <a:pt x="2930075" y="624531"/>
                </a:cubicBezTo>
                <a:cubicBezTo>
                  <a:pt x="2930075" y="596143"/>
                  <a:pt x="2930075" y="596143"/>
                  <a:pt x="2930075" y="596143"/>
                </a:cubicBezTo>
                <a:cubicBezTo>
                  <a:pt x="3420791" y="596143"/>
                  <a:pt x="3420791" y="596143"/>
                  <a:pt x="3420791" y="596143"/>
                </a:cubicBezTo>
                <a:cubicBezTo>
                  <a:pt x="3420791" y="567756"/>
                  <a:pt x="3420791" y="567756"/>
                  <a:pt x="3420791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3242996" y="567756"/>
                  <a:pt x="3242996" y="567756"/>
                  <a:pt x="3242996" y="567756"/>
                </a:cubicBezTo>
                <a:cubicBezTo>
                  <a:pt x="2922963" y="567756"/>
                  <a:pt x="2922963" y="567756"/>
                  <a:pt x="2922963" y="567756"/>
                </a:cubicBezTo>
                <a:cubicBezTo>
                  <a:pt x="2873181" y="560659"/>
                  <a:pt x="2745167" y="532271"/>
                  <a:pt x="2659826" y="447107"/>
                </a:cubicBezTo>
                <a:cubicBezTo>
                  <a:pt x="2538924" y="326460"/>
                  <a:pt x="2538924" y="241296"/>
                  <a:pt x="2538924" y="241296"/>
                </a:cubicBezTo>
                <a:cubicBezTo>
                  <a:pt x="2517588" y="241296"/>
                  <a:pt x="2517588" y="241296"/>
                  <a:pt x="2517588" y="241296"/>
                </a:cubicBezTo>
                <a:cubicBezTo>
                  <a:pt x="2517588" y="567756"/>
                  <a:pt x="2517588" y="567756"/>
                  <a:pt x="2517588" y="567756"/>
                </a:cubicBezTo>
                <a:cubicBezTo>
                  <a:pt x="2489142" y="567756"/>
                  <a:pt x="2489142" y="567756"/>
                  <a:pt x="2489142" y="567756"/>
                </a:cubicBezTo>
                <a:cubicBezTo>
                  <a:pt x="2489142" y="241296"/>
                  <a:pt x="2489142" y="241296"/>
                  <a:pt x="2489142" y="241296"/>
                </a:cubicBezTo>
                <a:cubicBezTo>
                  <a:pt x="2446471" y="241296"/>
                  <a:pt x="2446471" y="241296"/>
                  <a:pt x="2446471" y="241296"/>
                </a:cubicBezTo>
                <a:cubicBezTo>
                  <a:pt x="2446471" y="567756"/>
                  <a:pt x="2446471" y="567756"/>
                  <a:pt x="2446471" y="567756"/>
                </a:cubicBezTo>
                <a:cubicBezTo>
                  <a:pt x="1984201" y="567756"/>
                  <a:pt x="1984201" y="567756"/>
                  <a:pt x="1984201" y="567756"/>
                </a:cubicBezTo>
                <a:cubicBezTo>
                  <a:pt x="1984201" y="581950"/>
                  <a:pt x="1984201" y="581950"/>
                  <a:pt x="1984201" y="581950"/>
                </a:cubicBezTo>
                <a:cubicBezTo>
                  <a:pt x="1735287" y="581950"/>
                  <a:pt x="1735287" y="581950"/>
                  <a:pt x="1735287" y="581950"/>
                </a:cubicBezTo>
                <a:cubicBezTo>
                  <a:pt x="1713951" y="440011"/>
                  <a:pt x="1600162" y="326460"/>
                  <a:pt x="1457926" y="305168"/>
                </a:cubicBezTo>
                <a:cubicBezTo>
                  <a:pt x="1457926" y="28388"/>
                  <a:pt x="1457926" y="28388"/>
                  <a:pt x="1457926" y="28388"/>
                </a:cubicBezTo>
                <a:cubicBezTo>
                  <a:pt x="1472150" y="28388"/>
                  <a:pt x="1472150" y="28388"/>
                  <a:pt x="1472150" y="28388"/>
                </a:cubicBezTo>
                <a:cubicBezTo>
                  <a:pt x="1472150" y="0"/>
                  <a:pt x="1472150" y="0"/>
                  <a:pt x="1472150" y="0"/>
                </a:cubicBezTo>
                <a:cubicBezTo>
                  <a:pt x="1329912" y="0"/>
                  <a:pt x="1329912" y="0"/>
                  <a:pt x="1329912" y="0"/>
                </a:cubicBezTo>
                <a:cubicBezTo>
                  <a:pt x="1329912" y="28388"/>
                  <a:pt x="1329912" y="28388"/>
                  <a:pt x="1329912" y="28388"/>
                </a:cubicBezTo>
                <a:cubicBezTo>
                  <a:pt x="1351248" y="28388"/>
                  <a:pt x="1351248" y="28388"/>
                  <a:pt x="1351248" y="28388"/>
                </a:cubicBezTo>
                <a:cubicBezTo>
                  <a:pt x="1351248" y="305168"/>
                  <a:pt x="1351248" y="305168"/>
                  <a:pt x="1351248" y="305168"/>
                </a:cubicBezTo>
                <a:cubicBezTo>
                  <a:pt x="1337024" y="305168"/>
                  <a:pt x="1329912" y="305168"/>
                  <a:pt x="1322800" y="305168"/>
                </a:cubicBezTo>
                <a:cubicBezTo>
                  <a:pt x="1216123" y="56775"/>
                  <a:pt x="1216123" y="56775"/>
                  <a:pt x="1216123" y="56775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30347" y="49679"/>
                  <a:pt x="1230347" y="49679"/>
                  <a:pt x="1230347" y="49679"/>
                </a:cubicBezTo>
                <a:cubicBezTo>
                  <a:pt x="1223235" y="21290"/>
                  <a:pt x="1223235" y="21290"/>
                  <a:pt x="1223235" y="21290"/>
                </a:cubicBezTo>
                <a:cubicBezTo>
                  <a:pt x="1095223" y="78067"/>
                  <a:pt x="1095223" y="78067"/>
                  <a:pt x="1095223" y="78067"/>
                </a:cubicBezTo>
                <a:cubicBezTo>
                  <a:pt x="1102335" y="106454"/>
                  <a:pt x="1102335" y="106454"/>
                  <a:pt x="1102335" y="106454"/>
                </a:cubicBezTo>
                <a:cubicBezTo>
                  <a:pt x="1116557" y="99357"/>
                  <a:pt x="1116557" y="99357"/>
                  <a:pt x="1116557" y="99357"/>
                </a:cubicBezTo>
                <a:cubicBezTo>
                  <a:pt x="1223235" y="347750"/>
                  <a:pt x="1223235" y="347750"/>
                  <a:pt x="1223235" y="347750"/>
                </a:cubicBezTo>
                <a:cubicBezTo>
                  <a:pt x="1216123" y="347750"/>
                  <a:pt x="1209012" y="354847"/>
                  <a:pt x="1201900" y="361944"/>
                </a:cubicBezTo>
                <a:cubicBezTo>
                  <a:pt x="1009880" y="170327"/>
                  <a:pt x="1009880" y="170327"/>
                  <a:pt x="1009880" y="170327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24104" y="163229"/>
                  <a:pt x="1024104" y="163229"/>
                  <a:pt x="1024104" y="163229"/>
                </a:cubicBezTo>
                <a:cubicBezTo>
                  <a:pt x="1002768" y="141939"/>
                  <a:pt x="1002768" y="141939"/>
                  <a:pt x="1002768" y="141939"/>
                </a:cubicBezTo>
                <a:cubicBezTo>
                  <a:pt x="903202" y="241296"/>
                  <a:pt x="903202" y="241296"/>
                  <a:pt x="903202" y="241296"/>
                </a:cubicBezTo>
                <a:cubicBezTo>
                  <a:pt x="924538" y="262586"/>
                  <a:pt x="924538" y="262586"/>
                  <a:pt x="924538" y="262586"/>
                </a:cubicBezTo>
                <a:cubicBezTo>
                  <a:pt x="938762" y="248393"/>
                  <a:pt x="938762" y="248393"/>
                  <a:pt x="938762" y="248393"/>
                </a:cubicBezTo>
                <a:cubicBezTo>
                  <a:pt x="1123669" y="432914"/>
                  <a:pt x="1123669" y="432914"/>
                  <a:pt x="1123669" y="432914"/>
                </a:cubicBezTo>
                <a:cubicBezTo>
                  <a:pt x="1116557" y="440011"/>
                  <a:pt x="1116557" y="447107"/>
                  <a:pt x="1109445" y="454204"/>
                </a:cubicBezTo>
                <a:cubicBezTo>
                  <a:pt x="867644" y="361944"/>
                  <a:pt x="867644" y="361944"/>
                  <a:pt x="867644" y="361944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74756" y="340653"/>
                  <a:pt x="874756" y="340653"/>
                  <a:pt x="874756" y="340653"/>
                </a:cubicBezTo>
                <a:cubicBezTo>
                  <a:pt x="846308" y="333557"/>
                  <a:pt x="846308" y="333557"/>
                  <a:pt x="846308" y="333557"/>
                </a:cubicBezTo>
                <a:cubicBezTo>
                  <a:pt x="796525" y="461302"/>
                  <a:pt x="796525" y="461302"/>
                  <a:pt x="796525" y="461302"/>
                </a:cubicBezTo>
                <a:cubicBezTo>
                  <a:pt x="824973" y="468399"/>
                  <a:pt x="824973" y="468399"/>
                  <a:pt x="824973" y="468399"/>
                </a:cubicBezTo>
                <a:cubicBezTo>
                  <a:pt x="824973" y="454204"/>
                  <a:pt x="824973" y="454204"/>
                  <a:pt x="824973" y="454204"/>
                </a:cubicBezTo>
                <a:cubicBezTo>
                  <a:pt x="1066775" y="553561"/>
                  <a:pt x="1066775" y="553561"/>
                  <a:pt x="1066775" y="553561"/>
                </a:cubicBezTo>
                <a:cubicBezTo>
                  <a:pt x="1066775" y="560659"/>
                  <a:pt x="1059663" y="574853"/>
                  <a:pt x="1059663" y="581950"/>
                </a:cubicBezTo>
                <a:cubicBezTo>
                  <a:pt x="782301" y="581950"/>
                  <a:pt x="782301" y="581950"/>
                  <a:pt x="782301" y="581950"/>
                </a:cubicBezTo>
                <a:cubicBezTo>
                  <a:pt x="782301" y="567756"/>
                  <a:pt x="782301" y="567756"/>
                  <a:pt x="782301" y="567756"/>
                </a:cubicBezTo>
                <a:cubicBezTo>
                  <a:pt x="483605" y="567756"/>
                  <a:pt x="483605" y="567756"/>
                  <a:pt x="483605" y="567756"/>
                </a:cubicBezTo>
                <a:cubicBezTo>
                  <a:pt x="483605" y="567756"/>
                  <a:pt x="483605" y="567756"/>
                  <a:pt x="476493" y="567756"/>
                </a:cubicBezTo>
                <a:cubicBezTo>
                  <a:pt x="448046" y="567756"/>
                  <a:pt x="419598" y="596143"/>
                  <a:pt x="419598" y="631628"/>
                </a:cubicBezTo>
                <a:cubicBezTo>
                  <a:pt x="419598" y="631628"/>
                  <a:pt x="419598" y="631628"/>
                  <a:pt x="419598" y="631628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695500"/>
                  <a:pt x="419598" y="695500"/>
                  <a:pt x="419598" y="695500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887788"/>
                  <a:pt x="419598" y="1887788"/>
                  <a:pt x="419598" y="1887788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1965855"/>
                  <a:pt x="419598" y="1965855"/>
                  <a:pt x="419598" y="1965855"/>
                </a:cubicBezTo>
                <a:cubicBezTo>
                  <a:pt x="419598" y="2001338"/>
                  <a:pt x="448046" y="2029727"/>
                  <a:pt x="476493" y="2029727"/>
                </a:cubicBezTo>
                <a:cubicBezTo>
                  <a:pt x="483605" y="2029727"/>
                  <a:pt x="483605" y="2029727"/>
                  <a:pt x="483605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768078" y="2029727"/>
                  <a:pt x="768078" y="2029727"/>
                  <a:pt x="768078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15690" y="2029727"/>
                  <a:pt x="1315690" y="2029727"/>
                  <a:pt x="1315690" y="2029727"/>
                </a:cubicBezTo>
                <a:cubicBezTo>
                  <a:pt x="1329912" y="2029727"/>
                  <a:pt x="1329912" y="2029727"/>
                  <a:pt x="1329912" y="2029727"/>
                </a:cubicBezTo>
                <a:cubicBezTo>
                  <a:pt x="1329912" y="2178762"/>
                  <a:pt x="1329912" y="2178762"/>
                  <a:pt x="1329912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315690" y="2178762"/>
                  <a:pt x="1315690" y="2178762"/>
                  <a:pt x="1315690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88111" y="2178762"/>
                  <a:pt x="1088111" y="2178762"/>
                  <a:pt x="1088111" y="2178762"/>
                </a:cubicBezTo>
                <a:cubicBezTo>
                  <a:pt x="1052551" y="2178762"/>
                  <a:pt x="1031216" y="2200054"/>
                  <a:pt x="1031216" y="2235538"/>
                </a:cubicBezTo>
                <a:cubicBezTo>
                  <a:pt x="1031216" y="2235538"/>
                  <a:pt x="1031216" y="2235538"/>
                  <a:pt x="1031216" y="2235538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313605"/>
                  <a:pt x="1031216" y="2313605"/>
                  <a:pt x="1031216" y="2313605"/>
                </a:cubicBezTo>
                <a:cubicBezTo>
                  <a:pt x="1031216" y="2491029"/>
                  <a:pt x="1031216" y="2491029"/>
                  <a:pt x="1031216" y="2491029"/>
                </a:cubicBezTo>
                <a:cubicBezTo>
                  <a:pt x="611618" y="2491029"/>
                  <a:pt x="611618" y="2491029"/>
                  <a:pt x="611618" y="2491029"/>
                </a:cubicBezTo>
                <a:cubicBezTo>
                  <a:pt x="618730" y="2838779"/>
                  <a:pt x="618730" y="2838779"/>
                  <a:pt x="618730" y="2838779"/>
                </a:cubicBezTo>
                <a:cubicBezTo>
                  <a:pt x="732518" y="2966523"/>
                  <a:pt x="732518" y="2966523"/>
                  <a:pt x="732518" y="2966523"/>
                </a:cubicBezTo>
                <a:cubicBezTo>
                  <a:pt x="732518" y="3200723"/>
                  <a:pt x="732518" y="3200723"/>
                  <a:pt x="732518" y="3200723"/>
                </a:cubicBezTo>
                <a:cubicBezTo>
                  <a:pt x="867644" y="3257498"/>
                  <a:pt x="867644" y="3257498"/>
                  <a:pt x="867644" y="3257498"/>
                </a:cubicBezTo>
                <a:cubicBezTo>
                  <a:pt x="867644" y="3583958"/>
                  <a:pt x="867644" y="3583958"/>
                  <a:pt x="867644" y="3583958"/>
                </a:cubicBezTo>
                <a:cubicBezTo>
                  <a:pt x="270250" y="3690412"/>
                  <a:pt x="49783" y="3825254"/>
                  <a:pt x="28447" y="3832351"/>
                </a:cubicBezTo>
                <a:cubicBezTo>
                  <a:pt x="0" y="3832351"/>
                  <a:pt x="135124" y="3853642"/>
                  <a:pt x="327144" y="3945903"/>
                </a:cubicBezTo>
                <a:cubicBezTo>
                  <a:pt x="568946" y="4059453"/>
                  <a:pt x="540499" y="4123326"/>
                  <a:pt x="540499" y="4123326"/>
                </a:cubicBezTo>
                <a:cubicBezTo>
                  <a:pt x="540499" y="4123326"/>
                  <a:pt x="960097" y="3853642"/>
                  <a:pt x="1870412" y="3690412"/>
                </a:cubicBezTo>
                <a:cubicBezTo>
                  <a:pt x="2346904" y="3605249"/>
                  <a:pt x="3207436" y="3569764"/>
                  <a:pt x="3520357" y="3633636"/>
                </a:cubicBezTo>
                <a:cubicBezTo>
                  <a:pt x="3520357" y="3633636"/>
                  <a:pt x="3278555" y="3576861"/>
                  <a:pt x="2937186" y="352718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Freeform 27"/>
          <p:cNvSpPr/>
          <p:nvPr/>
        </p:nvSpPr>
        <p:spPr>
          <a:xfrm>
            <a:off x="-3517900" y="0"/>
            <a:ext cx="6882359" cy="6858000"/>
          </a:xfrm>
          <a:custGeom>
            <a:avLst/>
            <a:gdLst/>
            <a:ahLst/>
            <a:cxnLst/>
            <a:rect l="l" t="t" r="r" b="b"/>
            <a:pathLst>
              <a:path w="6882359" h="6858000">
                <a:moveTo>
                  <a:pt x="3441179" y="6758711"/>
                </a:moveTo>
                <a:cubicBezTo>
                  <a:pt x="1592612" y="6758711"/>
                  <a:pt x="99539" y="5262292"/>
                  <a:pt x="99539" y="3418362"/>
                </a:cubicBezTo>
                <a:cubicBezTo>
                  <a:pt x="99539" y="1581525"/>
                  <a:pt x="1592612" y="85104"/>
                  <a:pt x="3441179" y="85104"/>
                </a:cubicBezTo>
                <a:cubicBezTo>
                  <a:pt x="5289747" y="85104"/>
                  <a:pt x="6782821" y="1581525"/>
                  <a:pt x="6782821" y="3418362"/>
                </a:cubicBezTo>
                <a:cubicBezTo>
                  <a:pt x="6782821" y="5262292"/>
                  <a:pt x="5289747" y="6758711"/>
                  <a:pt x="3441179" y="6758711"/>
                </a:cubicBezTo>
                <a:close/>
                <a:moveTo>
                  <a:pt x="3441179" y="0"/>
                </a:moveTo>
                <a:cubicBezTo>
                  <a:pt x="1542843" y="0"/>
                  <a:pt x="0" y="1531880"/>
                  <a:pt x="0" y="3425454"/>
                </a:cubicBezTo>
                <a:cubicBezTo>
                  <a:pt x="0" y="5319028"/>
                  <a:pt x="1542843" y="6858000"/>
                  <a:pt x="3441179" y="6858000"/>
                </a:cubicBezTo>
                <a:cubicBezTo>
                  <a:pt x="5339516" y="6858000"/>
                  <a:pt x="6882359" y="5319028"/>
                  <a:pt x="6882359" y="3425454"/>
                </a:cubicBezTo>
                <a:cubicBezTo>
                  <a:pt x="6882359" y="1531880"/>
                  <a:pt x="5339516" y="0"/>
                  <a:pt x="3441179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Freeform 28"/>
          <p:cNvSpPr/>
          <p:nvPr/>
        </p:nvSpPr>
        <p:spPr>
          <a:xfrm>
            <a:off x="-2743200" y="2209800"/>
            <a:ext cx="249716" cy="231442"/>
          </a:xfrm>
          <a:custGeom>
            <a:avLst/>
            <a:gdLst/>
            <a:ahLst/>
            <a:cxnLst/>
            <a:rect l="l" t="t" r="r" b="b"/>
            <a:pathLst>
              <a:path w="249716" h="231442">
                <a:moveTo>
                  <a:pt x="164099" y="21698"/>
                </a:moveTo>
                <a:cubicBezTo>
                  <a:pt x="128425" y="0"/>
                  <a:pt x="92752" y="0"/>
                  <a:pt x="71347" y="7233"/>
                </a:cubicBezTo>
                <a:cubicBezTo>
                  <a:pt x="42808" y="14465"/>
                  <a:pt x="21405" y="36163"/>
                  <a:pt x="14270" y="65093"/>
                </a:cubicBezTo>
                <a:cubicBezTo>
                  <a:pt x="0" y="94023"/>
                  <a:pt x="0" y="122954"/>
                  <a:pt x="7135" y="144652"/>
                </a:cubicBezTo>
                <a:cubicBezTo>
                  <a:pt x="21405" y="173581"/>
                  <a:pt x="42808" y="195279"/>
                  <a:pt x="78482" y="209744"/>
                </a:cubicBezTo>
                <a:cubicBezTo>
                  <a:pt x="114156" y="224210"/>
                  <a:pt x="149830" y="231442"/>
                  <a:pt x="178369" y="224210"/>
                </a:cubicBezTo>
                <a:cubicBezTo>
                  <a:pt x="199772" y="209744"/>
                  <a:pt x="221177" y="195279"/>
                  <a:pt x="235447" y="166348"/>
                </a:cubicBezTo>
                <a:cubicBezTo>
                  <a:pt x="249716" y="137419"/>
                  <a:pt x="249716" y="108488"/>
                  <a:pt x="235447" y="86791"/>
                </a:cubicBezTo>
                <a:cubicBezTo>
                  <a:pt x="228312" y="57860"/>
                  <a:pt x="199772" y="36163"/>
                  <a:pt x="164099" y="21698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Freeform 29"/>
          <p:cNvSpPr/>
          <p:nvPr/>
        </p:nvSpPr>
        <p:spPr>
          <a:xfrm>
            <a:off x="-546100" y="5257800"/>
            <a:ext cx="158355" cy="286259"/>
          </a:xfrm>
          <a:custGeom>
            <a:avLst/>
            <a:gdLst/>
            <a:ahLst/>
            <a:cxnLst/>
            <a:rect l="l" t="t" r="r" b="b"/>
            <a:pathLst>
              <a:path w="158355" h="286259">
                <a:moveTo>
                  <a:pt x="158355" y="0"/>
                </a:moveTo>
                <a:cubicBezTo>
                  <a:pt x="158355" y="286259"/>
                  <a:pt x="158355" y="286259"/>
                  <a:pt x="158355" y="286259"/>
                </a:cubicBezTo>
                <a:cubicBezTo>
                  <a:pt x="79177" y="286259"/>
                  <a:pt x="79177" y="286259"/>
                  <a:pt x="79177" y="286259"/>
                </a:cubicBezTo>
                <a:cubicBezTo>
                  <a:pt x="79177" y="100190"/>
                  <a:pt x="79177" y="100190"/>
                  <a:pt x="79177" y="100190"/>
                </a:cubicBezTo>
                <a:cubicBezTo>
                  <a:pt x="64781" y="107347"/>
                  <a:pt x="57583" y="114503"/>
                  <a:pt x="43188" y="121660"/>
                </a:cubicBezTo>
                <a:cubicBezTo>
                  <a:pt x="28792" y="128816"/>
                  <a:pt x="14395" y="135973"/>
                  <a:pt x="0" y="135973"/>
                </a:cubicBezTo>
                <a:cubicBezTo>
                  <a:pt x="0" y="78721"/>
                  <a:pt x="0" y="78721"/>
                  <a:pt x="0" y="78721"/>
                </a:cubicBezTo>
                <a:cubicBezTo>
                  <a:pt x="28792" y="71564"/>
                  <a:pt x="43188" y="57252"/>
                  <a:pt x="57583" y="42939"/>
                </a:cubicBezTo>
                <a:cubicBezTo>
                  <a:pt x="71980" y="35782"/>
                  <a:pt x="86375" y="21469"/>
                  <a:pt x="93574" y="0"/>
                </a:cubicBezTo>
                <a:lnTo>
                  <a:pt x="15835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Freeform 30"/>
          <p:cNvSpPr/>
          <p:nvPr/>
        </p:nvSpPr>
        <p:spPr>
          <a:xfrm>
            <a:off x="-317500" y="5257800"/>
            <a:ext cx="231442" cy="286259"/>
          </a:xfrm>
          <a:custGeom>
            <a:avLst/>
            <a:gdLst/>
            <a:ahLst/>
            <a:cxnLst/>
            <a:rect l="l" t="t" r="r" b="b"/>
            <a:pathLst>
              <a:path w="231442" h="286259">
                <a:moveTo>
                  <a:pt x="151884" y="100190"/>
                </a:moveTo>
                <a:cubicBezTo>
                  <a:pt x="151884" y="85877"/>
                  <a:pt x="144652" y="71564"/>
                  <a:pt x="137419" y="64408"/>
                </a:cubicBezTo>
                <a:cubicBezTo>
                  <a:pt x="130186" y="57252"/>
                  <a:pt x="122954" y="50095"/>
                  <a:pt x="108488" y="50095"/>
                </a:cubicBezTo>
                <a:cubicBezTo>
                  <a:pt x="101256" y="50095"/>
                  <a:pt x="94023" y="57252"/>
                  <a:pt x="86791" y="64408"/>
                </a:cubicBezTo>
                <a:cubicBezTo>
                  <a:pt x="79558" y="71564"/>
                  <a:pt x="72325" y="78721"/>
                  <a:pt x="72325" y="93034"/>
                </a:cubicBezTo>
                <a:cubicBezTo>
                  <a:pt x="72325" y="114503"/>
                  <a:pt x="79558" y="121660"/>
                  <a:pt x="86791" y="128816"/>
                </a:cubicBezTo>
                <a:cubicBezTo>
                  <a:pt x="94023" y="143129"/>
                  <a:pt x="101256" y="143129"/>
                  <a:pt x="108488" y="143129"/>
                </a:cubicBezTo>
                <a:cubicBezTo>
                  <a:pt x="122954" y="143129"/>
                  <a:pt x="130186" y="143129"/>
                  <a:pt x="137419" y="128816"/>
                </a:cubicBezTo>
                <a:cubicBezTo>
                  <a:pt x="144652" y="121660"/>
                  <a:pt x="151884" y="114503"/>
                  <a:pt x="151884" y="100190"/>
                </a:cubicBezTo>
                <a:close/>
                <a:moveTo>
                  <a:pt x="7233" y="221851"/>
                </a:moveTo>
                <a:cubicBezTo>
                  <a:pt x="86791" y="214695"/>
                  <a:pt x="86791" y="214695"/>
                  <a:pt x="86791" y="214695"/>
                </a:cubicBezTo>
                <a:cubicBezTo>
                  <a:pt x="86791" y="221851"/>
                  <a:pt x="86791" y="229008"/>
                  <a:pt x="94023" y="236164"/>
                </a:cubicBezTo>
                <a:cubicBezTo>
                  <a:pt x="101256" y="236164"/>
                  <a:pt x="108488" y="243321"/>
                  <a:pt x="108488" y="243321"/>
                </a:cubicBezTo>
                <a:cubicBezTo>
                  <a:pt x="122954" y="243321"/>
                  <a:pt x="137419" y="236164"/>
                  <a:pt x="144652" y="221851"/>
                </a:cubicBezTo>
                <a:cubicBezTo>
                  <a:pt x="144652" y="214695"/>
                  <a:pt x="151884" y="193225"/>
                  <a:pt x="151884" y="164598"/>
                </a:cubicBezTo>
                <a:cubicBezTo>
                  <a:pt x="144652" y="171755"/>
                  <a:pt x="137419" y="178911"/>
                  <a:pt x="122954" y="186069"/>
                </a:cubicBezTo>
                <a:cubicBezTo>
                  <a:pt x="115721" y="186069"/>
                  <a:pt x="101256" y="193225"/>
                  <a:pt x="94023" y="193225"/>
                </a:cubicBezTo>
                <a:cubicBezTo>
                  <a:pt x="65093" y="193225"/>
                  <a:pt x="43396" y="186069"/>
                  <a:pt x="28931" y="164598"/>
                </a:cubicBezTo>
                <a:cubicBezTo>
                  <a:pt x="7233" y="150285"/>
                  <a:pt x="0" y="121660"/>
                  <a:pt x="0" y="100190"/>
                </a:cubicBezTo>
                <a:cubicBezTo>
                  <a:pt x="0" y="78721"/>
                  <a:pt x="7233" y="64408"/>
                  <a:pt x="14465" y="50095"/>
                </a:cubicBezTo>
                <a:cubicBezTo>
                  <a:pt x="21698" y="35782"/>
                  <a:pt x="36163" y="21469"/>
                  <a:pt x="50629" y="14313"/>
                </a:cubicBezTo>
                <a:cubicBezTo>
                  <a:pt x="65093" y="7156"/>
                  <a:pt x="86791" y="0"/>
                  <a:pt x="108488" y="0"/>
                </a:cubicBezTo>
                <a:cubicBezTo>
                  <a:pt x="137419" y="0"/>
                  <a:pt x="159116" y="7156"/>
                  <a:pt x="173581" y="14313"/>
                </a:cubicBezTo>
                <a:cubicBezTo>
                  <a:pt x="195279" y="28626"/>
                  <a:pt x="209744" y="42939"/>
                  <a:pt x="216977" y="64408"/>
                </a:cubicBezTo>
                <a:cubicBezTo>
                  <a:pt x="224210" y="78721"/>
                  <a:pt x="231442" y="107347"/>
                  <a:pt x="231442" y="143129"/>
                </a:cubicBezTo>
                <a:cubicBezTo>
                  <a:pt x="231442" y="193225"/>
                  <a:pt x="224210" y="229008"/>
                  <a:pt x="202512" y="250477"/>
                </a:cubicBezTo>
                <a:cubicBezTo>
                  <a:pt x="180814" y="279103"/>
                  <a:pt x="151884" y="286259"/>
                  <a:pt x="108488" y="286259"/>
                </a:cubicBezTo>
                <a:cubicBezTo>
                  <a:pt x="86791" y="286259"/>
                  <a:pt x="72325" y="286259"/>
                  <a:pt x="57860" y="279103"/>
                </a:cubicBezTo>
                <a:cubicBezTo>
                  <a:pt x="43396" y="271946"/>
                  <a:pt x="36163" y="264790"/>
                  <a:pt x="28931" y="257633"/>
                </a:cubicBezTo>
                <a:cubicBezTo>
                  <a:pt x="14465" y="250477"/>
                  <a:pt x="14465" y="236164"/>
                  <a:pt x="7233" y="221851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Freeform 31"/>
          <p:cNvSpPr/>
          <p:nvPr/>
        </p:nvSpPr>
        <p:spPr>
          <a:xfrm>
            <a:off x="-63500" y="5257800"/>
            <a:ext cx="231442" cy="280167"/>
          </a:xfrm>
          <a:custGeom>
            <a:avLst/>
            <a:gdLst/>
            <a:ahLst/>
            <a:cxnLst/>
            <a:rect l="l" t="t" r="r" b="b"/>
            <a:pathLst>
              <a:path w="231442" h="280167">
                <a:moveTo>
                  <a:pt x="28931" y="0"/>
                </a:moveTo>
                <a:cubicBezTo>
                  <a:pt x="216977" y="0"/>
                  <a:pt x="216977" y="0"/>
                  <a:pt x="216977" y="0"/>
                </a:cubicBezTo>
                <a:cubicBezTo>
                  <a:pt x="216977" y="57470"/>
                  <a:pt x="216977" y="57470"/>
                  <a:pt x="216977" y="57470"/>
                </a:cubicBezTo>
                <a:cubicBezTo>
                  <a:pt x="94023" y="57470"/>
                  <a:pt x="94023" y="57470"/>
                  <a:pt x="94023" y="57470"/>
                </a:cubicBezTo>
                <a:cubicBezTo>
                  <a:pt x="86791" y="100573"/>
                  <a:pt x="86791" y="100573"/>
                  <a:pt x="86791" y="100573"/>
                </a:cubicBezTo>
                <a:cubicBezTo>
                  <a:pt x="94023" y="100573"/>
                  <a:pt x="101256" y="93389"/>
                  <a:pt x="108488" y="93389"/>
                </a:cubicBezTo>
                <a:cubicBezTo>
                  <a:pt x="122954" y="93389"/>
                  <a:pt x="130186" y="93389"/>
                  <a:pt x="137419" y="93389"/>
                </a:cubicBezTo>
                <a:cubicBezTo>
                  <a:pt x="166348" y="93389"/>
                  <a:pt x="188046" y="100573"/>
                  <a:pt x="202512" y="114940"/>
                </a:cubicBezTo>
                <a:cubicBezTo>
                  <a:pt x="224210" y="129308"/>
                  <a:pt x="231442" y="150859"/>
                  <a:pt x="231442" y="179595"/>
                </a:cubicBezTo>
                <a:cubicBezTo>
                  <a:pt x="231442" y="193962"/>
                  <a:pt x="224210" y="215513"/>
                  <a:pt x="216977" y="229880"/>
                </a:cubicBezTo>
                <a:cubicBezTo>
                  <a:pt x="209744" y="251432"/>
                  <a:pt x="195279" y="258615"/>
                  <a:pt x="180814" y="265800"/>
                </a:cubicBezTo>
                <a:cubicBezTo>
                  <a:pt x="159116" y="280167"/>
                  <a:pt x="144652" y="280167"/>
                  <a:pt x="115721" y="280167"/>
                </a:cubicBezTo>
                <a:cubicBezTo>
                  <a:pt x="94023" y="280167"/>
                  <a:pt x="79558" y="280167"/>
                  <a:pt x="65093" y="280167"/>
                </a:cubicBezTo>
                <a:cubicBezTo>
                  <a:pt x="57860" y="272983"/>
                  <a:pt x="43396" y="265800"/>
                  <a:pt x="36163" y="258615"/>
                </a:cubicBezTo>
                <a:cubicBezTo>
                  <a:pt x="28931" y="251432"/>
                  <a:pt x="14465" y="244248"/>
                  <a:pt x="14465" y="237065"/>
                </a:cubicBezTo>
                <a:cubicBezTo>
                  <a:pt x="7233" y="229880"/>
                  <a:pt x="0" y="215513"/>
                  <a:pt x="0" y="208330"/>
                </a:cubicBezTo>
                <a:cubicBezTo>
                  <a:pt x="79558" y="193962"/>
                  <a:pt x="79558" y="193962"/>
                  <a:pt x="79558" y="193962"/>
                </a:cubicBezTo>
                <a:cubicBezTo>
                  <a:pt x="79558" y="208330"/>
                  <a:pt x="79558" y="215513"/>
                  <a:pt x="86791" y="222697"/>
                </a:cubicBezTo>
                <a:cubicBezTo>
                  <a:pt x="94023" y="229880"/>
                  <a:pt x="108488" y="237065"/>
                  <a:pt x="115721" y="237065"/>
                </a:cubicBezTo>
                <a:cubicBezTo>
                  <a:pt x="122954" y="237065"/>
                  <a:pt x="137419" y="229880"/>
                  <a:pt x="144652" y="222697"/>
                </a:cubicBezTo>
                <a:cubicBezTo>
                  <a:pt x="151884" y="215513"/>
                  <a:pt x="151884" y="201145"/>
                  <a:pt x="151884" y="186778"/>
                </a:cubicBezTo>
                <a:cubicBezTo>
                  <a:pt x="151884" y="172410"/>
                  <a:pt x="151884" y="158043"/>
                  <a:pt x="144652" y="150859"/>
                </a:cubicBezTo>
                <a:cubicBezTo>
                  <a:pt x="137419" y="143675"/>
                  <a:pt x="122954" y="136492"/>
                  <a:pt x="115721" y="136492"/>
                </a:cubicBezTo>
                <a:cubicBezTo>
                  <a:pt x="108488" y="136492"/>
                  <a:pt x="101256" y="143675"/>
                  <a:pt x="94023" y="143675"/>
                </a:cubicBezTo>
                <a:cubicBezTo>
                  <a:pt x="86791" y="143675"/>
                  <a:pt x="79558" y="150859"/>
                  <a:pt x="72325" y="158043"/>
                </a:cubicBezTo>
                <a:cubicBezTo>
                  <a:pt x="7233" y="150859"/>
                  <a:pt x="7233" y="150859"/>
                  <a:pt x="7233" y="150859"/>
                </a:cubicBezTo>
                <a:lnTo>
                  <a:pt x="28931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Freeform 32"/>
          <p:cNvSpPr/>
          <p:nvPr/>
        </p:nvSpPr>
        <p:spPr>
          <a:xfrm>
            <a:off x="177800" y="5257800"/>
            <a:ext cx="219260" cy="286259"/>
          </a:xfrm>
          <a:custGeom>
            <a:avLst/>
            <a:gdLst/>
            <a:ahLst/>
            <a:cxnLst/>
            <a:rect l="l" t="t" r="r" b="b"/>
            <a:pathLst>
              <a:path w="219260" h="286259">
                <a:moveTo>
                  <a:pt x="70729" y="85877"/>
                </a:moveTo>
                <a:cubicBezTo>
                  <a:pt x="0" y="71564"/>
                  <a:pt x="0" y="71564"/>
                  <a:pt x="0" y="71564"/>
                </a:cubicBezTo>
                <a:cubicBezTo>
                  <a:pt x="7073" y="50095"/>
                  <a:pt x="21219" y="35782"/>
                  <a:pt x="35364" y="21469"/>
                </a:cubicBezTo>
                <a:cubicBezTo>
                  <a:pt x="49511" y="7156"/>
                  <a:pt x="77803" y="0"/>
                  <a:pt x="106095" y="0"/>
                </a:cubicBezTo>
                <a:cubicBezTo>
                  <a:pt x="141459" y="0"/>
                  <a:pt x="169751" y="7156"/>
                  <a:pt x="183896" y="21469"/>
                </a:cubicBezTo>
                <a:cubicBezTo>
                  <a:pt x="198043" y="35782"/>
                  <a:pt x="212188" y="50095"/>
                  <a:pt x="212188" y="71564"/>
                </a:cubicBezTo>
                <a:cubicBezTo>
                  <a:pt x="212188" y="85877"/>
                  <a:pt x="205115" y="93034"/>
                  <a:pt x="198043" y="107347"/>
                </a:cubicBezTo>
                <a:cubicBezTo>
                  <a:pt x="190969" y="114503"/>
                  <a:pt x="183896" y="121660"/>
                  <a:pt x="169751" y="128816"/>
                </a:cubicBezTo>
                <a:cubicBezTo>
                  <a:pt x="176823" y="135973"/>
                  <a:pt x="190969" y="135973"/>
                  <a:pt x="190969" y="143129"/>
                </a:cubicBezTo>
                <a:cubicBezTo>
                  <a:pt x="205115" y="143129"/>
                  <a:pt x="212188" y="150285"/>
                  <a:pt x="212188" y="164598"/>
                </a:cubicBezTo>
                <a:cubicBezTo>
                  <a:pt x="219260" y="171755"/>
                  <a:pt x="219260" y="186069"/>
                  <a:pt x="219260" y="193225"/>
                </a:cubicBezTo>
                <a:cubicBezTo>
                  <a:pt x="219260" y="214695"/>
                  <a:pt x="219260" y="229008"/>
                  <a:pt x="212188" y="243321"/>
                </a:cubicBezTo>
                <a:cubicBezTo>
                  <a:pt x="205115" y="257633"/>
                  <a:pt x="190969" y="271946"/>
                  <a:pt x="176823" y="279103"/>
                </a:cubicBezTo>
                <a:cubicBezTo>
                  <a:pt x="155604" y="286259"/>
                  <a:pt x="134386" y="286259"/>
                  <a:pt x="113167" y="286259"/>
                </a:cubicBezTo>
                <a:cubicBezTo>
                  <a:pt x="84875" y="286259"/>
                  <a:pt x="70729" y="286259"/>
                  <a:pt x="56584" y="279103"/>
                </a:cubicBezTo>
                <a:cubicBezTo>
                  <a:pt x="42437" y="271946"/>
                  <a:pt x="28292" y="264790"/>
                  <a:pt x="21219" y="250477"/>
                </a:cubicBezTo>
                <a:cubicBezTo>
                  <a:pt x="7073" y="243321"/>
                  <a:pt x="0" y="229008"/>
                  <a:pt x="0" y="207538"/>
                </a:cubicBezTo>
                <a:cubicBezTo>
                  <a:pt x="70729" y="200382"/>
                  <a:pt x="70729" y="200382"/>
                  <a:pt x="70729" y="200382"/>
                </a:cubicBezTo>
                <a:cubicBezTo>
                  <a:pt x="77803" y="214695"/>
                  <a:pt x="77803" y="229008"/>
                  <a:pt x="84875" y="229008"/>
                </a:cubicBezTo>
                <a:cubicBezTo>
                  <a:pt x="91948" y="236164"/>
                  <a:pt x="99021" y="243321"/>
                  <a:pt x="113167" y="243321"/>
                </a:cubicBezTo>
                <a:cubicBezTo>
                  <a:pt x="120240" y="243321"/>
                  <a:pt x="127312" y="236164"/>
                  <a:pt x="134386" y="229008"/>
                </a:cubicBezTo>
                <a:cubicBezTo>
                  <a:pt x="141459" y="221851"/>
                  <a:pt x="148532" y="214695"/>
                  <a:pt x="148532" y="200382"/>
                </a:cubicBezTo>
                <a:cubicBezTo>
                  <a:pt x="148532" y="186069"/>
                  <a:pt x="141459" y="178911"/>
                  <a:pt x="134386" y="171755"/>
                </a:cubicBezTo>
                <a:cubicBezTo>
                  <a:pt x="127312" y="164598"/>
                  <a:pt x="120240" y="157442"/>
                  <a:pt x="106095" y="157442"/>
                </a:cubicBezTo>
                <a:cubicBezTo>
                  <a:pt x="106095" y="157442"/>
                  <a:pt x="99021" y="164598"/>
                  <a:pt x="84875" y="164598"/>
                </a:cubicBezTo>
                <a:cubicBezTo>
                  <a:pt x="91948" y="107347"/>
                  <a:pt x="91948" y="107347"/>
                  <a:pt x="91948" y="107347"/>
                </a:cubicBezTo>
                <a:cubicBezTo>
                  <a:pt x="91948" y="107347"/>
                  <a:pt x="99021" y="107347"/>
                  <a:pt x="99021" y="107347"/>
                </a:cubicBezTo>
                <a:cubicBezTo>
                  <a:pt x="106095" y="107347"/>
                  <a:pt x="120240" y="107347"/>
                  <a:pt x="120240" y="100190"/>
                </a:cubicBezTo>
                <a:cubicBezTo>
                  <a:pt x="127312" y="93034"/>
                  <a:pt x="134386" y="85877"/>
                  <a:pt x="134386" y="78721"/>
                </a:cubicBezTo>
                <a:cubicBezTo>
                  <a:pt x="134386" y="71564"/>
                  <a:pt x="127312" y="64408"/>
                  <a:pt x="127312" y="57252"/>
                </a:cubicBezTo>
                <a:cubicBezTo>
                  <a:pt x="120240" y="50095"/>
                  <a:pt x="113167" y="50095"/>
                  <a:pt x="106095" y="50095"/>
                </a:cubicBezTo>
                <a:cubicBezTo>
                  <a:pt x="99021" y="50095"/>
                  <a:pt x="91948" y="50095"/>
                  <a:pt x="84875" y="57252"/>
                </a:cubicBezTo>
                <a:cubicBezTo>
                  <a:pt x="77803" y="64408"/>
                  <a:pt x="77803" y="71564"/>
                  <a:pt x="70729" y="85877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Freeform 33"/>
          <p:cNvSpPr/>
          <p:nvPr/>
        </p:nvSpPr>
        <p:spPr>
          <a:xfrm>
            <a:off x="-1701800" y="5511800"/>
            <a:ext cx="66998" cy="36543"/>
          </a:xfrm>
          <a:custGeom>
            <a:avLst/>
            <a:gdLst/>
            <a:ahLst/>
            <a:cxnLst/>
            <a:rect l="l" t="t" r="r" b="b"/>
            <a:pathLst>
              <a:path w="66998" h="36543">
                <a:moveTo>
                  <a:pt x="0" y="36543"/>
                </a:moveTo>
                <a:lnTo>
                  <a:pt x="30453" y="30452"/>
                </a:lnTo>
                <a:lnTo>
                  <a:pt x="66998" y="12181"/>
                </a:lnTo>
                <a:lnTo>
                  <a:pt x="48726" y="6091"/>
                </a:lnTo>
                <a:lnTo>
                  <a:pt x="24362" y="0"/>
                </a:lnTo>
                <a:lnTo>
                  <a:pt x="0" y="36543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Freeform 34"/>
          <p:cNvSpPr/>
          <p:nvPr/>
        </p:nvSpPr>
        <p:spPr>
          <a:xfrm>
            <a:off x="-1320800" y="800100"/>
            <a:ext cx="170536" cy="133993"/>
          </a:xfrm>
          <a:custGeom>
            <a:avLst/>
            <a:gdLst/>
            <a:ahLst/>
            <a:cxnLst/>
            <a:rect l="l" t="t" r="r" b="b"/>
            <a:pathLst>
              <a:path w="170536" h="133993">
                <a:moveTo>
                  <a:pt x="156324" y="77575"/>
                </a:moveTo>
                <a:cubicBezTo>
                  <a:pt x="163430" y="70523"/>
                  <a:pt x="170536" y="63471"/>
                  <a:pt x="170536" y="56418"/>
                </a:cubicBezTo>
                <a:cubicBezTo>
                  <a:pt x="170536" y="42314"/>
                  <a:pt x="170536" y="35262"/>
                  <a:pt x="170536" y="28209"/>
                </a:cubicBezTo>
                <a:cubicBezTo>
                  <a:pt x="163430" y="14105"/>
                  <a:pt x="156324" y="7052"/>
                  <a:pt x="149219" y="0"/>
                </a:cubicBezTo>
                <a:cubicBezTo>
                  <a:pt x="135007" y="0"/>
                  <a:pt x="127902" y="0"/>
                  <a:pt x="113690" y="0"/>
                </a:cubicBezTo>
                <a:cubicBezTo>
                  <a:pt x="106585" y="7052"/>
                  <a:pt x="85268" y="14105"/>
                  <a:pt x="56845" y="28209"/>
                </a:cubicBezTo>
                <a:cubicBezTo>
                  <a:pt x="0" y="49366"/>
                  <a:pt x="0" y="49366"/>
                  <a:pt x="0" y="49366"/>
                </a:cubicBezTo>
                <a:cubicBezTo>
                  <a:pt x="35528" y="133993"/>
                  <a:pt x="35528" y="133993"/>
                  <a:pt x="35528" y="133993"/>
                </a:cubicBezTo>
                <a:cubicBezTo>
                  <a:pt x="92373" y="112836"/>
                  <a:pt x="92373" y="112836"/>
                  <a:pt x="92373" y="112836"/>
                </a:cubicBezTo>
                <a:cubicBezTo>
                  <a:pt x="127902" y="91680"/>
                  <a:pt x="149219" y="84628"/>
                  <a:pt x="156324" y="7757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Freeform 35"/>
          <p:cNvSpPr/>
          <p:nvPr/>
        </p:nvSpPr>
        <p:spPr>
          <a:xfrm>
            <a:off x="2209800" y="1854200"/>
            <a:ext cx="140085" cy="176629"/>
          </a:xfrm>
          <a:custGeom>
            <a:avLst/>
            <a:gdLst/>
            <a:ahLst/>
            <a:cxnLst/>
            <a:rect l="l" t="t" r="r" b="b"/>
            <a:pathLst>
              <a:path w="140085" h="176629">
                <a:moveTo>
                  <a:pt x="70043" y="162499"/>
                </a:moveTo>
                <a:cubicBezTo>
                  <a:pt x="77047" y="169564"/>
                  <a:pt x="84051" y="169564"/>
                  <a:pt x="91055" y="176629"/>
                </a:cubicBezTo>
                <a:cubicBezTo>
                  <a:pt x="105063" y="176629"/>
                  <a:pt x="112069" y="169564"/>
                  <a:pt x="119073" y="169564"/>
                </a:cubicBezTo>
                <a:cubicBezTo>
                  <a:pt x="133081" y="162499"/>
                  <a:pt x="140085" y="148368"/>
                  <a:pt x="140085" y="141303"/>
                </a:cubicBezTo>
                <a:cubicBezTo>
                  <a:pt x="140085" y="134238"/>
                  <a:pt x="140085" y="120108"/>
                  <a:pt x="140085" y="105978"/>
                </a:cubicBezTo>
                <a:cubicBezTo>
                  <a:pt x="133081" y="98913"/>
                  <a:pt x="126077" y="84781"/>
                  <a:pt x="105063" y="56521"/>
                </a:cubicBezTo>
                <a:cubicBezTo>
                  <a:pt x="77047" y="0"/>
                  <a:pt x="77047" y="0"/>
                  <a:pt x="77047" y="0"/>
                </a:cubicBezTo>
                <a:cubicBezTo>
                  <a:pt x="0" y="49456"/>
                  <a:pt x="0" y="49456"/>
                  <a:pt x="0" y="49456"/>
                </a:cubicBezTo>
                <a:cubicBezTo>
                  <a:pt x="28017" y="98913"/>
                  <a:pt x="28017" y="98913"/>
                  <a:pt x="28017" y="98913"/>
                </a:cubicBezTo>
                <a:cubicBezTo>
                  <a:pt x="49030" y="134238"/>
                  <a:pt x="63038" y="155434"/>
                  <a:pt x="70043" y="16249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Freeform 36"/>
          <p:cNvSpPr/>
          <p:nvPr/>
        </p:nvSpPr>
        <p:spPr>
          <a:xfrm>
            <a:off x="-2794000" y="2552700"/>
            <a:ext cx="152265" cy="109630"/>
          </a:xfrm>
          <a:custGeom>
            <a:avLst/>
            <a:gdLst/>
            <a:ahLst/>
            <a:cxnLst/>
            <a:rect l="l" t="t" r="r" b="b"/>
            <a:pathLst>
              <a:path w="152265" h="109630">
                <a:moveTo>
                  <a:pt x="152265" y="0"/>
                </a:moveTo>
                <a:lnTo>
                  <a:pt x="0" y="18271"/>
                </a:lnTo>
                <a:lnTo>
                  <a:pt x="115722" y="109630"/>
                </a:lnTo>
                <a:lnTo>
                  <a:pt x="152265" y="0"/>
                </a:ln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Freeform 37"/>
          <p:cNvSpPr/>
          <p:nvPr/>
        </p:nvSpPr>
        <p:spPr>
          <a:xfrm>
            <a:off x="203200" y="6096000"/>
            <a:ext cx="146174" cy="237534"/>
          </a:xfrm>
          <a:custGeom>
            <a:avLst/>
            <a:gdLst/>
            <a:ahLst/>
            <a:cxnLst/>
            <a:rect l="l" t="t" r="r" b="b"/>
            <a:pathLst>
              <a:path w="146174" h="237534">
                <a:moveTo>
                  <a:pt x="48725" y="71980"/>
                </a:moveTo>
                <a:cubicBezTo>
                  <a:pt x="34803" y="71980"/>
                  <a:pt x="27842" y="86377"/>
                  <a:pt x="27842" y="86377"/>
                </a:cubicBezTo>
                <a:cubicBezTo>
                  <a:pt x="6961" y="100772"/>
                  <a:pt x="13922" y="107970"/>
                  <a:pt x="13922" y="107970"/>
                </a:cubicBezTo>
                <a:cubicBezTo>
                  <a:pt x="13922" y="115169"/>
                  <a:pt x="6961" y="136762"/>
                  <a:pt x="6961" y="136762"/>
                </a:cubicBezTo>
                <a:cubicBezTo>
                  <a:pt x="0" y="143961"/>
                  <a:pt x="0" y="165555"/>
                  <a:pt x="0" y="165555"/>
                </a:cubicBezTo>
                <a:cubicBezTo>
                  <a:pt x="0" y="172753"/>
                  <a:pt x="13922" y="187148"/>
                  <a:pt x="13922" y="187148"/>
                </a:cubicBezTo>
                <a:cubicBezTo>
                  <a:pt x="20883" y="208742"/>
                  <a:pt x="62647" y="230337"/>
                  <a:pt x="62647" y="230337"/>
                </a:cubicBezTo>
                <a:cubicBezTo>
                  <a:pt x="69606" y="237534"/>
                  <a:pt x="76567" y="237534"/>
                  <a:pt x="83528" y="237534"/>
                </a:cubicBezTo>
                <a:cubicBezTo>
                  <a:pt x="90489" y="237534"/>
                  <a:pt x="97450" y="237534"/>
                  <a:pt x="104411" y="237534"/>
                </a:cubicBezTo>
                <a:cubicBezTo>
                  <a:pt x="132253" y="237534"/>
                  <a:pt x="132253" y="208742"/>
                  <a:pt x="132253" y="208742"/>
                </a:cubicBezTo>
                <a:cubicBezTo>
                  <a:pt x="125292" y="201545"/>
                  <a:pt x="139214" y="187148"/>
                  <a:pt x="139214" y="187148"/>
                </a:cubicBezTo>
                <a:cubicBezTo>
                  <a:pt x="146174" y="179951"/>
                  <a:pt x="146174" y="172753"/>
                  <a:pt x="146174" y="172753"/>
                </a:cubicBezTo>
                <a:cubicBezTo>
                  <a:pt x="139214" y="165555"/>
                  <a:pt x="139214" y="143961"/>
                  <a:pt x="139214" y="143961"/>
                </a:cubicBezTo>
                <a:cubicBezTo>
                  <a:pt x="125292" y="136762"/>
                  <a:pt x="97450" y="115169"/>
                  <a:pt x="97450" y="115169"/>
                </a:cubicBezTo>
                <a:cubicBezTo>
                  <a:pt x="76567" y="86377"/>
                  <a:pt x="97450" y="79178"/>
                  <a:pt x="97450" y="79178"/>
                </a:cubicBezTo>
                <a:cubicBezTo>
                  <a:pt x="111370" y="86377"/>
                  <a:pt x="118331" y="79178"/>
                  <a:pt x="118331" y="79178"/>
                </a:cubicBezTo>
                <a:cubicBezTo>
                  <a:pt x="132253" y="79178"/>
                  <a:pt x="125292" y="57584"/>
                  <a:pt x="125292" y="57584"/>
                </a:cubicBezTo>
                <a:cubicBezTo>
                  <a:pt x="125292" y="43188"/>
                  <a:pt x="125292" y="35991"/>
                  <a:pt x="125292" y="35991"/>
                </a:cubicBezTo>
                <a:cubicBezTo>
                  <a:pt x="132253" y="14395"/>
                  <a:pt x="125292" y="14395"/>
                  <a:pt x="125292" y="14395"/>
                </a:cubicBezTo>
                <a:cubicBezTo>
                  <a:pt x="111370" y="0"/>
                  <a:pt x="104411" y="14395"/>
                  <a:pt x="104411" y="14395"/>
                </a:cubicBezTo>
                <a:cubicBezTo>
                  <a:pt x="97450" y="28792"/>
                  <a:pt x="69606" y="57584"/>
                  <a:pt x="69606" y="57584"/>
                </a:cubicBezTo>
                <a:cubicBezTo>
                  <a:pt x="62647" y="57584"/>
                  <a:pt x="62647" y="64783"/>
                  <a:pt x="62647" y="64783"/>
                </a:cubicBezTo>
                <a:cubicBezTo>
                  <a:pt x="55686" y="71980"/>
                  <a:pt x="48725" y="71980"/>
                  <a:pt x="48725" y="7198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8" name="Freeform 38"/>
          <p:cNvSpPr/>
          <p:nvPr/>
        </p:nvSpPr>
        <p:spPr>
          <a:xfrm>
            <a:off x="-1168400" y="5854700"/>
            <a:ext cx="30455" cy="79179"/>
          </a:xfrm>
          <a:custGeom>
            <a:avLst/>
            <a:gdLst/>
            <a:ahLst/>
            <a:cxnLst/>
            <a:rect l="l" t="t" r="r" b="b"/>
            <a:pathLst>
              <a:path w="30455" h="79179">
                <a:moveTo>
                  <a:pt x="0" y="0"/>
                </a:moveTo>
                <a:cubicBezTo>
                  <a:pt x="7614" y="21594"/>
                  <a:pt x="15227" y="28792"/>
                  <a:pt x="15227" y="35991"/>
                </a:cubicBezTo>
                <a:cubicBezTo>
                  <a:pt x="15227" y="43189"/>
                  <a:pt x="15227" y="50387"/>
                  <a:pt x="15227" y="50387"/>
                </a:cubicBezTo>
                <a:cubicBezTo>
                  <a:pt x="30455" y="64783"/>
                  <a:pt x="22841" y="57584"/>
                  <a:pt x="22841" y="71981"/>
                </a:cubicBezTo>
                <a:cubicBezTo>
                  <a:pt x="30455" y="79179"/>
                  <a:pt x="30455" y="71981"/>
                  <a:pt x="30455" y="64783"/>
                </a:cubicBezTo>
                <a:cubicBezTo>
                  <a:pt x="30455" y="57584"/>
                  <a:pt x="30455" y="35991"/>
                  <a:pt x="22841" y="21594"/>
                </a:cubicBezTo>
                <a:cubicBezTo>
                  <a:pt x="22841" y="14397"/>
                  <a:pt x="22841" y="7198"/>
                  <a:pt x="22841" y="0"/>
                </a:cubicBezTo>
                <a:cubicBezTo>
                  <a:pt x="15227" y="0"/>
                  <a:pt x="7614" y="0"/>
                  <a:pt x="0" y="0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Freeform 39"/>
          <p:cNvSpPr/>
          <p:nvPr/>
        </p:nvSpPr>
        <p:spPr>
          <a:xfrm>
            <a:off x="-1295400" y="5905500"/>
            <a:ext cx="127904" cy="48725"/>
          </a:xfrm>
          <a:custGeom>
            <a:avLst/>
            <a:gdLst/>
            <a:ahLst/>
            <a:cxnLst/>
            <a:rect l="l" t="t" r="r" b="b"/>
            <a:pathLst>
              <a:path w="127904" h="48725">
                <a:moveTo>
                  <a:pt x="0" y="48725"/>
                </a:moveTo>
                <a:cubicBezTo>
                  <a:pt x="7106" y="48725"/>
                  <a:pt x="21317" y="41764"/>
                  <a:pt x="35530" y="41764"/>
                </a:cubicBezTo>
                <a:cubicBezTo>
                  <a:pt x="63952" y="41764"/>
                  <a:pt x="106587" y="34803"/>
                  <a:pt x="120799" y="20883"/>
                </a:cubicBezTo>
                <a:cubicBezTo>
                  <a:pt x="127904" y="20883"/>
                  <a:pt x="127904" y="20883"/>
                  <a:pt x="127904" y="13922"/>
                </a:cubicBezTo>
                <a:cubicBezTo>
                  <a:pt x="127904" y="13922"/>
                  <a:pt x="127904" y="13922"/>
                  <a:pt x="127904" y="13922"/>
                </a:cubicBezTo>
                <a:cubicBezTo>
                  <a:pt x="127904" y="6961"/>
                  <a:pt x="120799" y="6961"/>
                  <a:pt x="120799" y="0"/>
                </a:cubicBezTo>
                <a:cubicBezTo>
                  <a:pt x="85269" y="27843"/>
                  <a:pt x="21317" y="34803"/>
                  <a:pt x="0" y="4872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Freeform 40"/>
          <p:cNvSpPr/>
          <p:nvPr/>
        </p:nvSpPr>
        <p:spPr>
          <a:xfrm>
            <a:off x="482600" y="660400"/>
            <a:ext cx="243623" cy="261897"/>
          </a:xfrm>
          <a:custGeom>
            <a:avLst/>
            <a:gdLst/>
            <a:ahLst/>
            <a:cxnLst/>
            <a:rect l="l" t="t" r="r" b="b"/>
            <a:pathLst>
              <a:path w="243623" h="261897">
                <a:moveTo>
                  <a:pt x="85984" y="254819"/>
                </a:moveTo>
                <a:cubicBezTo>
                  <a:pt x="121812" y="261897"/>
                  <a:pt x="150473" y="261897"/>
                  <a:pt x="171969" y="247740"/>
                </a:cubicBezTo>
                <a:cubicBezTo>
                  <a:pt x="200631" y="233583"/>
                  <a:pt x="222127" y="205270"/>
                  <a:pt x="229292" y="162801"/>
                </a:cubicBezTo>
                <a:cubicBezTo>
                  <a:pt x="243623" y="120331"/>
                  <a:pt x="243623" y="84940"/>
                  <a:pt x="229292" y="63704"/>
                </a:cubicBezTo>
                <a:cubicBezTo>
                  <a:pt x="214961" y="35391"/>
                  <a:pt x="186300" y="21234"/>
                  <a:pt x="157639" y="14157"/>
                </a:cubicBezTo>
                <a:cubicBezTo>
                  <a:pt x="121812" y="0"/>
                  <a:pt x="93149" y="7078"/>
                  <a:pt x="71653" y="21234"/>
                </a:cubicBezTo>
                <a:cubicBezTo>
                  <a:pt x="42992" y="35391"/>
                  <a:pt x="21496" y="63704"/>
                  <a:pt x="14331" y="106175"/>
                </a:cubicBezTo>
                <a:cubicBezTo>
                  <a:pt x="0" y="141566"/>
                  <a:pt x="7165" y="176958"/>
                  <a:pt x="21496" y="205270"/>
                </a:cubicBezTo>
                <a:cubicBezTo>
                  <a:pt x="35827" y="233583"/>
                  <a:pt x="57323" y="247740"/>
                  <a:pt x="85984" y="254819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1" name="Freeform 41"/>
          <p:cNvSpPr/>
          <p:nvPr/>
        </p:nvSpPr>
        <p:spPr>
          <a:xfrm>
            <a:off x="-3302000" y="203200"/>
            <a:ext cx="6437748" cy="6419474"/>
          </a:xfrm>
          <a:custGeom>
            <a:avLst/>
            <a:gdLst/>
            <a:ahLst/>
            <a:cxnLst/>
            <a:rect l="l" t="t" r="r" b="b"/>
            <a:pathLst>
              <a:path w="6437748" h="6419474">
                <a:moveTo>
                  <a:pt x="3222431" y="0"/>
                </a:moveTo>
                <a:cubicBezTo>
                  <a:pt x="1444047" y="0"/>
                  <a:pt x="0" y="1439949"/>
                  <a:pt x="0" y="3213284"/>
                </a:cubicBezTo>
                <a:cubicBezTo>
                  <a:pt x="0" y="4979525"/>
                  <a:pt x="1444047" y="6419474"/>
                  <a:pt x="3222431" y="6419474"/>
                </a:cubicBezTo>
                <a:cubicBezTo>
                  <a:pt x="5000814" y="6419474"/>
                  <a:pt x="6437748" y="4979525"/>
                  <a:pt x="6437748" y="3213284"/>
                </a:cubicBezTo>
                <a:cubicBezTo>
                  <a:pt x="6437748" y="1439949"/>
                  <a:pt x="5000814" y="0"/>
                  <a:pt x="3222431" y="0"/>
                </a:cubicBezTo>
                <a:close/>
                <a:moveTo>
                  <a:pt x="6103412" y="3050137"/>
                </a:moveTo>
                <a:cubicBezTo>
                  <a:pt x="6039390" y="3057230"/>
                  <a:pt x="6039390" y="3057230"/>
                  <a:pt x="6039390" y="3057230"/>
                </a:cubicBezTo>
                <a:cubicBezTo>
                  <a:pt x="6018050" y="2837336"/>
                  <a:pt x="6018050" y="2837336"/>
                  <a:pt x="6018050" y="2837336"/>
                </a:cubicBezTo>
                <a:cubicBezTo>
                  <a:pt x="5939800" y="2844430"/>
                  <a:pt x="5939800" y="2844430"/>
                  <a:pt x="5939800" y="2844430"/>
                </a:cubicBezTo>
                <a:cubicBezTo>
                  <a:pt x="5961141" y="3050137"/>
                  <a:pt x="5961141" y="3050137"/>
                  <a:pt x="5961141" y="3050137"/>
                </a:cubicBezTo>
                <a:cubicBezTo>
                  <a:pt x="5897119" y="3057230"/>
                  <a:pt x="5897119" y="3057230"/>
                  <a:pt x="5897119" y="3057230"/>
                </a:cubicBezTo>
                <a:cubicBezTo>
                  <a:pt x="5875779" y="2851523"/>
                  <a:pt x="5875779" y="2851523"/>
                  <a:pt x="5875779" y="2851523"/>
                </a:cubicBezTo>
                <a:cubicBezTo>
                  <a:pt x="5776190" y="2865711"/>
                  <a:pt x="5776190" y="2865711"/>
                  <a:pt x="5776190" y="2865711"/>
                </a:cubicBezTo>
                <a:cubicBezTo>
                  <a:pt x="5804643" y="3085603"/>
                  <a:pt x="5804643" y="3085603"/>
                  <a:pt x="5804643" y="3085603"/>
                </a:cubicBezTo>
                <a:cubicBezTo>
                  <a:pt x="5740622" y="3092696"/>
                  <a:pt x="5740622" y="3092696"/>
                  <a:pt x="5740622" y="3092696"/>
                </a:cubicBezTo>
                <a:cubicBezTo>
                  <a:pt x="5705055" y="2787683"/>
                  <a:pt x="5705055" y="2787683"/>
                  <a:pt x="5705055" y="2787683"/>
                </a:cubicBezTo>
                <a:cubicBezTo>
                  <a:pt x="6074957" y="2752217"/>
                  <a:pt x="6074957" y="2752217"/>
                  <a:pt x="6074957" y="2752217"/>
                </a:cubicBezTo>
                <a:lnTo>
                  <a:pt x="6103412" y="3050137"/>
                </a:lnTo>
                <a:close/>
                <a:moveTo>
                  <a:pt x="5683714" y="1709495"/>
                </a:moveTo>
                <a:cubicBezTo>
                  <a:pt x="5705055" y="1744962"/>
                  <a:pt x="5719281" y="1773335"/>
                  <a:pt x="5719281" y="1794615"/>
                </a:cubicBezTo>
                <a:cubicBezTo>
                  <a:pt x="5726394" y="1815896"/>
                  <a:pt x="5726394" y="1830083"/>
                  <a:pt x="5719281" y="1851362"/>
                </a:cubicBezTo>
                <a:cubicBezTo>
                  <a:pt x="5712168" y="1872642"/>
                  <a:pt x="5697940" y="1886829"/>
                  <a:pt x="5676600" y="1893922"/>
                </a:cubicBezTo>
                <a:cubicBezTo>
                  <a:pt x="5655259" y="1908109"/>
                  <a:pt x="5626805" y="1915202"/>
                  <a:pt x="5605465" y="1908109"/>
                </a:cubicBezTo>
                <a:cubicBezTo>
                  <a:pt x="5577011" y="1901016"/>
                  <a:pt x="5555670" y="1886829"/>
                  <a:pt x="5534330" y="1858456"/>
                </a:cubicBezTo>
                <a:cubicBezTo>
                  <a:pt x="5534330" y="1879736"/>
                  <a:pt x="5534330" y="1893922"/>
                  <a:pt x="5534330" y="1908109"/>
                </a:cubicBezTo>
                <a:cubicBezTo>
                  <a:pt x="5527215" y="1929389"/>
                  <a:pt x="5520102" y="1950669"/>
                  <a:pt x="5505875" y="1979042"/>
                </a:cubicBezTo>
                <a:cubicBezTo>
                  <a:pt x="5470308" y="2064163"/>
                  <a:pt x="5470308" y="2064163"/>
                  <a:pt x="5470308" y="2064163"/>
                </a:cubicBezTo>
                <a:cubicBezTo>
                  <a:pt x="5420512" y="1979042"/>
                  <a:pt x="5420512" y="1979042"/>
                  <a:pt x="5420512" y="1979042"/>
                </a:cubicBezTo>
                <a:cubicBezTo>
                  <a:pt x="5456080" y="1886829"/>
                  <a:pt x="5456080" y="1886829"/>
                  <a:pt x="5456080" y="1886829"/>
                </a:cubicBezTo>
                <a:cubicBezTo>
                  <a:pt x="5470308" y="1851362"/>
                  <a:pt x="5477421" y="1830083"/>
                  <a:pt x="5477421" y="1822988"/>
                </a:cubicBezTo>
                <a:cubicBezTo>
                  <a:pt x="5484534" y="1808803"/>
                  <a:pt x="5484534" y="1801708"/>
                  <a:pt x="5477421" y="1794615"/>
                </a:cubicBezTo>
                <a:cubicBezTo>
                  <a:pt x="5477421" y="1787522"/>
                  <a:pt x="5470308" y="1773335"/>
                  <a:pt x="5463193" y="1759148"/>
                </a:cubicBezTo>
                <a:cubicBezTo>
                  <a:pt x="5448967" y="1744962"/>
                  <a:pt x="5448967" y="1744962"/>
                  <a:pt x="5448967" y="1744962"/>
                </a:cubicBezTo>
                <a:cubicBezTo>
                  <a:pt x="5320923" y="1822988"/>
                  <a:pt x="5320923" y="1822988"/>
                  <a:pt x="5320923" y="1822988"/>
                </a:cubicBezTo>
                <a:cubicBezTo>
                  <a:pt x="5278242" y="1752055"/>
                  <a:pt x="5278242" y="1752055"/>
                  <a:pt x="5278242" y="1752055"/>
                </a:cubicBezTo>
                <a:cubicBezTo>
                  <a:pt x="5591237" y="1560535"/>
                  <a:pt x="5591237" y="1560535"/>
                  <a:pt x="5591237" y="1560535"/>
                </a:cubicBezTo>
                <a:lnTo>
                  <a:pt x="5683714" y="1709495"/>
                </a:lnTo>
                <a:close/>
                <a:moveTo>
                  <a:pt x="5335151" y="1248428"/>
                </a:moveTo>
                <a:cubicBezTo>
                  <a:pt x="5541443" y="1489602"/>
                  <a:pt x="5541443" y="1489602"/>
                  <a:pt x="5541443" y="1489602"/>
                </a:cubicBezTo>
                <a:cubicBezTo>
                  <a:pt x="5491648" y="1532162"/>
                  <a:pt x="5491648" y="1532162"/>
                  <a:pt x="5491648" y="1532162"/>
                </a:cubicBezTo>
                <a:cubicBezTo>
                  <a:pt x="5413399" y="1439949"/>
                  <a:pt x="5413399" y="1439949"/>
                  <a:pt x="5413399" y="1439949"/>
                </a:cubicBezTo>
                <a:cubicBezTo>
                  <a:pt x="5178652" y="1631469"/>
                  <a:pt x="5178652" y="1631469"/>
                  <a:pt x="5178652" y="1631469"/>
                </a:cubicBezTo>
                <a:cubicBezTo>
                  <a:pt x="5128858" y="1567628"/>
                  <a:pt x="5128858" y="1567628"/>
                  <a:pt x="5128858" y="1567628"/>
                </a:cubicBezTo>
                <a:cubicBezTo>
                  <a:pt x="5363605" y="1376108"/>
                  <a:pt x="5363605" y="1376108"/>
                  <a:pt x="5363605" y="1376108"/>
                </a:cubicBezTo>
                <a:cubicBezTo>
                  <a:pt x="5292468" y="1283895"/>
                  <a:pt x="5292468" y="1283895"/>
                  <a:pt x="5292468" y="1283895"/>
                </a:cubicBezTo>
                <a:lnTo>
                  <a:pt x="5335151" y="1248428"/>
                </a:lnTo>
                <a:close/>
                <a:moveTo>
                  <a:pt x="5278242" y="1184587"/>
                </a:moveTo>
                <a:cubicBezTo>
                  <a:pt x="5235561" y="1234242"/>
                  <a:pt x="5235561" y="1234242"/>
                  <a:pt x="5235561" y="1234242"/>
                </a:cubicBezTo>
                <a:cubicBezTo>
                  <a:pt x="5079063" y="1085281"/>
                  <a:pt x="5079063" y="1085281"/>
                  <a:pt x="5079063" y="1085281"/>
                </a:cubicBezTo>
                <a:cubicBezTo>
                  <a:pt x="5022155" y="1149121"/>
                  <a:pt x="5022155" y="1149121"/>
                  <a:pt x="5022155" y="1149121"/>
                </a:cubicBezTo>
                <a:cubicBezTo>
                  <a:pt x="5171539" y="1283895"/>
                  <a:pt x="5171539" y="1283895"/>
                  <a:pt x="5171539" y="1283895"/>
                </a:cubicBezTo>
                <a:cubicBezTo>
                  <a:pt x="5128858" y="1326455"/>
                  <a:pt x="5128858" y="1326455"/>
                  <a:pt x="5128858" y="1326455"/>
                </a:cubicBezTo>
                <a:cubicBezTo>
                  <a:pt x="4979473" y="1191682"/>
                  <a:pt x="4979473" y="1191682"/>
                  <a:pt x="4979473" y="1191682"/>
                </a:cubicBezTo>
                <a:cubicBezTo>
                  <a:pt x="4915451" y="1262615"/>
                  <a:pt x="4915451" y="1262615"/>
                  <a:pt x="4915451" y="1262615"/>
                </a:cubicBezTo>
                <a:cubicBezTo>
                  <a:pt x="5079063" y="1418669"/>
                  <a:pt x="5079063" y="1418669"/>
                  <a:pt x="5079063" y="1418669"/>
                </a:cubicBezTo>
                <a:cubicBezTo>
                  <a:pt x="5036382" y="1461228"/>
                  <a:pt x="5036382" y="1461228"/>
                  <a:pt x="5036382" y="1461228"/>
                </a:cubicBezTo>
                <a:cubicBezTo>
                  <a:pt x="4815863" y="1255522"/>
                  <a:pt x="4815863" y="1255522"/>
                  <a:pt x="4815863" y="1255522"/>
                </a:cubicBezTo>
                <a:cubicBezTo>
                  <a:pt x="5057723" y="985975"/>
                  <a:pt x="5057723" y="985975"/>
                  <a:pt x="5057723" y="985975"/>
                </a:cubicBezTo>
                <a:lnTo>
                  <a:pt x="5278242" y="1184587"/>
                </a:lnTo>
                <a:close/>
                <a:moveTo>
                  <a:pt x="4730500" y="744800"/>
                </a:moveTo>
                <a:cubicBezTo>
                  <a:pt x="4837203" y="822828"/>
                  <a:pt x="4837203" y="822828"/>
                  <a:pt x="4837203" y="822828"/>
                </a:cubicBezTo>
                <a:cubicBezTo>
                  <a:pt x="4879884" y="851201"/>
                  <a:pt x="4901225" y="865388"/>
                  <a:pt x="4915451" y="879574"/>
                </a:cubicBezTo>
                <a:cubicBezTo>
                  <a:pt x="4929679" y="900854"/>
                  <a:pt x="4936792" y="922134"/>
                  <a:pt x="4943906" y="943414"/>
                </a:cubicBezTo>
                <a:cubicBezTo>
                  <a:pt x="4943906" y="964695"/>
                  <a:pt x="4936792" y="993068"/>
                  <a:pt x="4922566" y="1014348"/>
                </a:cubicBezTo>
                <a:cubicBezTo>
                  <a:pt x="4908338" y="1035628"/>
                  <a:pt x="4894111" y="1049815"/>
                  <a:pt x="4872770" y="1056908"/>
                </a:cubicBezTo>
                <a:cubicBezTo>
                  <a:pt x="4858544" y="1064001"/>
                  <a:pt x="4844316" y="1064001"/>
                  <a:pt x="4830089" y="1064001"/>
                </a:cubicBezTo>
                <a:cubicBezTo>
                  <a:pt x="4808748" y="1064001"/>
                  <a:pt x="4794522" y="1056908"/>
                  <a:pt x="4780295" y="1056908"/>
                </a:cubicBezTo>
                <a:cubicBezTo>
                  <a:pt x="4766067" y="1049815"/>
                  <a:pt x="4737613" y="1028535"/>
                  <a:pt x="4709159" y="1014348"/>
                </a:cubicBezTo>
                <a:cubicBezTo>
                  <a:pt x="4666478" y="978882"/>
                  <a:pt x="4666478" y="978882"/>
                  <a:pt x="4666478" y="978882"/>
                </a:cubicBezTo>
                <a:cubicBezTo>
                  <a:pt x="4588229" y="1092374"/>
                  <a:pt x="4588229" y="1092374"/>
                  <a:pt x="4588229" y="1092374"/>
                </a:cubicBezTo>
                <a:cubicBezTo>
                  <a:pt x="4517094" y="1049815"/>
                  <a:pt x="4517094" y="1049815"/>
                  <a:pt x="4517094" y="1049815"/>
                </a:cubicBezTo>
                <a:lnTo>
                  <a:pt x="4730500" y="744800"/>
                </a:lnTo>
                <a:close/>
                <a:moveTo>
                  <a:pt x="4495753" y="617121"/>
                </a:moveTo>
                <a:cubicBezTo>
                  <a:pt x="4474413" y="673867"/>
                  <a:pt x="4474413" y="673867"/>
                  <a:pt x="4474413" y="673867"/>
                </a:cubicBezTo>
                <a:cubicBezTo>
                  <a:pt x="4289461" y="595841"/>
                  <a:pt x="4289461" y="595841"/>
                  <a:pt x="4289461" y="595841"/>
                </a:cubicBezTo>
                <a:cubicBezTo>
                  <a:pt x="4253893" y="673867"/>
                  <a:pt x="4253893" y="673867"/>
                  <a:pt x="4253893" y="673867"/>
                </a:cubicBezTo>
                <a:cubicBezTo>
                  <a:pt x="4410391" y="744800"/>
                  <a:pt x="4410391" y="744800"/>
                  <a:pt x="4410391" y="744800"/>
                </a:cubicBezTo>
                <a:cubicBezTo>
                  <a:pt x="4389050" y="801548"/>
                  <a:pt x="4389050" y="801548"/>
                  <a:pt x="4389050" y="801548"/>
                </a:cubicBezTo>
                <a:cubicBezTo>
                  <a:pt x="4232553" y="730614"/>
                  <a:pt x="4232553" y="730614"/>
                  <a:pt x="4232553" y="730614"/>
                </a:cubicBezTo>
                <a:cubicBezTo>
                  <a:pt x="4168531" y="872481"/>
                  <a:pt x="4168531" y="872481"/>
                  <a:pt x="4168531" y="872481"/>
                </a:cubicBezTo>
                <a:cubicBezTo>
                  <a:pt x="4097396" y="844108"/>
                  <a:pt x="4097396" y="844108"/>
                  <a:pt x="4097396" y="844108"/>
                </a:cubicBezTo>
                <a:cubicBezTo>
                  <a:pt x="4239666" y="503627"/>
                  <a:pt x="4239666" y="503627"/>
                  <a:pt x="4239666" y="503627"/>
                </a:cubicBezTo>
                <a:lnTo>
                  <a:pt x="4495753" y="617121"/>
                </a:lnTo>
                <a:close/>
                <a:moveTo>
                  <a:pt x="3720379" y="546188"/>
                </a:moveTo>
                <a:cubicBezTo>
                  <a:pt x="3734605" y="510720"/>
                  <a:pt x="3748832" y="482347"/>
                  <a:pt x="3763060" y="461067"/>
                </a:cubicBezTo>
                <a:cubicBezTo>
                  <a:pt x="3777286" y="446880"/>
                  <a:pt x="3798627" y="432694"/>
                  <a:pt x="3812854" y="418507"/>
                </a:cubicBezTo>
                <a:cubicBezTo>
                  <a:pt x="3834195" y="411414"/>
                  <a:pt x="3855536" y="404321"/>
                  <a:pt x="3876876" y="404321"/>
                </a:cubicBezTo>
                <a:cubicBezTo>
                  <a:pt x="3898217" y="397227"/>
                  <a:pt x="3933784" y="404321"/>
                  <a:pt x="3962239" y="411414"/>
                </a:cubicBezTo>
                <a:cubicBezTo>
                  <a:pt x="4019146" y="425600"/>
                  <a:pt x="4061828" y="453974"/>
                  <a:pt x="4090281" y="496534"/>
                </a:cubicBezTo>
                <a:cubicBezTo>
                  <a:pt x="4111622" y="539093"/>
                  <a:pt x="4118736" y="588748"/>
                  <a:pt x="4104509" y="645494"/>
                </a:cubicBezTo>
                <a:cubicBezTo>
                  <a:pt x="4090281" y="702241"/>
                  <a:pt x="4054714" y="744800"/>
                  <a:pt x="4012033" y="766081"/>
                </a:cubicBezTo>
                <a:cubicBezTo>
                  <a:pt x="3969352" y="787361"/>
                  <a:pt x="3919557" y="794455"/>
                  <a:pt x="3862649" y="780268"/>
                </a:cubicBezTo>
                <a:cubicBezTo>
                  <a:pt x="3805740" y="766081"/>
                  <a:pt x="3763060" y="737707"/>
                  <a:pt x="3741718" y="695147"/>
                </a:cubicBezTo>
                <a:cubicBezTo>
                  <a:pt x="3713264" y="652587"/>
                  <a:pt x="3706151" y="602934"/>
                  <a:pt x="3720379" y="546188"/>
                </a:cubicBezTo>
                <a:close/>
                <a:moveTo>
                  <a:pt x="3272226" y="319201"/>
                </a:moveTo>
                <a:cubicBezTo>
                  <a:pt x="3364701" y="468160"/>
                  <a:pt x="3364701" y="468160"/>
                  <a:pt x="3364701" y="468160"/>
                </a:cubicBezTo>
                <a:cubicBezTo>
                  <a:pt x="3464291" y="326293"/>
                  <a:pt x="3464291" y="326293"/>
                  <a:pt x="3464291" y="326293"/>
                </a:cubicBezTo>
                <a:cubicBezTo>
                  <a:pt x="3556767" y="333386"/>
                  <a:pt x="3556767" y="333386"/>
                  <a:pt x="3556767" y="333386"/>
                </a:cubicBezTo>
                <a:cubicBezTo>
                  <a:pt x="3393156" y="539093"/>
                  <a:pt x="3393156" y="539093"/>
                  <a:pt x="3393156" y="539093"/>
                </a:cubicBezTo>
                <a:cubicBezTo>
                  <a:pt x="3386042" y="688054"/>
                  <a:pt x="3386042" y="688054"/>
                  <a:pt x="3386042" y="688054"/>
                </a:cubicBezTo>
                <a:cubicBezTo>
                  <a:pt x="3307794" y="688054"/>
                  <a:pt x="3307794" y="688054"/>
                  <a:pt x="3307794" y="688054"/>
                </a:cubicBezTo>
                <a:cubicBezTo>
                  <a:pt x="3314907" y="532000"/>
                  <a:pt x="3314907" y="532000"/>
                  <a:pt x="3314907" y="532000"/>
                </a:cubicBezTo>
                <a:cubicBezTo>
                  <a:pt x="3179750" y="312108"/>
                  <a:pt x="3179750" y="312108"/>
                  <a:pt x="3179750" y="312108"/>
                </a:cubicBezTo>
                <a:lnTo>
                  <a:pt x="3272226" y="319201"/>
                </a:lnTo>
                <a:close/>
                <a:moveTo>
                  <a:pt x="3137069" y="312108"/>
                </a:moveTo>
                <a:cubicBezTo>
                  <a:pt x="3144182" y="375947"/>
                  <a:pt x="3144182" y="375947"/>
                  <a:pt x="3144182" y="375947"/>
                </a:cubicBezTo>
                <a:cubicBezTo>
                  <a:pt x="3023252" y="383041"/>
                  <a:pt x="3023252" y="383041"/>
                  <a:pt x="3023252" y="383041"/>
                </a:cubicBezTo>
                <a:cubicBezTo>
                  <a:pt x="3044593" y="688054"/>
                  <a:pt x="3044593" y="688054"/>
                  <a:pt x="3044593" y="688054"/>
                </a:cubicBezTo>
                <a:cubicBezTo>
                  <a:pt x="2966344" y="695147"/>
                  <a:pt x="2966344" y="695147"/>
                  <a:pt x="2966344" y="695147"/>
                </a:cubicBezTo>
                <a:cubicBezTo>
                  <a:pt x="2937890" y="390134"/>
                  <a:pt x="2937890" y="390134"/>
                  <a:pt x="2937890" y="390134"/>
                </a:cubicBezTo>
                <a:cubicBezTo>
                  <a:pt x="2824072" y="397227"/>
                  <a:pt x="2824072" y="397227"/>
                  <a:pt x="2824072" y="397227"/>
                </a:cubicBezTo>
                <a:cubicBezTo>
                  <a:pt x="2816959" y="340481"/>
                  <a:pt x="2816959" y="340481"/>
                  <a:pt x="2816959" y="340481"/>
                </a:cubicBezTo>
                <a:lnTo>
                  <a:pt x="3137069" y="312108"/>
                </a:lnTo>
                <a:close/>
                <a:moveTo>
                  <a:pt x="2745824" y="354667"/>
                </a:moveTo>
                <a:cubicBezTo>
                  <a:pt x="2809846" y="716427"/>
                  <a:pt x="2809846" y="716427"/>
                  <a:pt x="2809846" y="716427"/>
                </a:cubicBezTo>
                <a:cubicBezTo>
                  <a:pt x="2731597" y="730614"/>
                  <a:pt x="2731597" y="730614"/>
                  <a:pt x="2731597" y="730614"/>
                </a:cubicBezTo>
                <a:cubicBezTo>
                  <a:pt x="2667575" y="368854"/>
                  <a:pt x="2667575" y="368854"/>
                  <a:pt x="2667575" y="368854"/>
                </a:cubicBezTo>
                <a:lnTo>
                  <a:pt x="2745824" y="354667"/>
                </a:lnTo>
                <a:close/>
                <a:moveTo>
                  <a:pt x="2304785" y="496534"/>
                </a:moveTo>
                <a:cubicBezTo>
                  <a:pt x="2311898" y="482347"/>
                  <a:pt x="2326126" y="461067"/>
                  <a:pt x="2347467" y="446880"/>
                </a:cubicBezTo>
                <a:cubicBezTo>
                  <a:pt x="2368807" y="432694"/>
                  <a:pt x="2390148" y="425600"/>
                  <a:pt x="2418602" y="418507"/>
                </a:cubicBezTo>
                <a:cubicBezTo>
                  <a:pt x="2468396" y="404321"/>
                  <a:pt x="2511077" y="404321"/>
                  <a:pt x="2539531" y="418507"/>
                </a:cubicBezTo>
                <a:cubicBezTo>
                  <a:pt x="2567986" y="425600"/>
                  <a:pt x="2589327" y="446880"/>
                  <a:pt x="2596440" y="482347"/>
                </a:cubicBezTo>
                <a:cubicBezTo>
                  <a:pt x="2518192" y="503627"/>
                  <a:pt x="2518192" y="503627"/>
                  <a:pt x="2518192" y="503627"/>
                </a:cubicBezTo>
                <a:cubicBezTo>
                  <a:pt x="2511077" y="489440"/>
                  <a:pt x="2503964" y="475254"/>
                  <a:pt x="2489737" y="475254"/>
                </a:cubicBezTo>
                <a:cubicBezTo>
                  <a:pt x="2475509" y="468160"/>
                  <a:pt x="2454170" y="468160"/>
                  <a:pt x="2432829" y="475254"/>
                </a:cubicBezTo>
                <a:cubicBezTo>
                  <a:pt x="2411487" y="482347"/>
                  <a:pt x="2397261" y="489440"/>
                  <a:pt x="2383034" y="503627"/>
                </a:cubicBezTo>
                <a:cubicBezTo>
                  <a:pt x="2375920" y="510720"/>
                  <a:pt x="2375920" y="517813"/>
                  <a:pt x="2375920" y="524908"/>
                </a:cubicBezTo>
                <a:cubicBezTo>
                  <a:pt x="2383034" y="539093"/>
                  <a:pt x="2390148" y="539093"/>
                  <a:pt x="2397261" y="546188"/>
                </a:cubicBezTo>
                <a:cubicBezTo>
                  <a:pt x="2411487" y="553281"/>
                  <a:pt x="2432829" y="553281"/>
                  <a:pt x="2475509" y="553281"/>
                </a:cubicBezTo>
                <a:cubicBezTo>
                  <a:pt x="2518192" y="546188"/>
                  <a:pt x="2546645" y="546188"/>
                  <a:pt x="2567986" y="553281"/>
                </a:cubicBezTo>
                <a:cubicBezTo>
                  <a:pt x="2589327" y="560374"/>
                  <a:pt x="2603553" y="567468"/>
                  <a:pt x="2617780" y="574561"/>
                </a:cubicBezTo>
                <a:cubicBezTo>
                  <a:pt x="2632008" y="588748"/>
                  <a:pt x="2646234" y="610028"/>
                  <a:pt x="2653348" y="631307"/>
                </a:cubicBezTo>
                <a:cubicBezTo>
                  <a:pt x="2653348" y="652587"/>
                  <a:pt x="2653348" y="673867"/>
                  <a:pt x="2646234" y="695147"/>
                </a:cubicBezTo>
                <a:cubicBezTo>
                  <a:pt x="2639121" y="716427"/>
                  <a:pt x="2624894" y="730614"/>
                  <a:pt x="2603553" y="744800"/>
                </a:cubicBezTo>
                <a:cubicBezTo>
                  <a:pt x="2589327" y="758988"/>
                  <a:pt x="2560872" y="773175"/>
                  <a:pt x="2525305" y="780268"/>
                </a:cubicBezTo>
                <a:cubicBezTo>
                  <a:pt x="2475509" y="794455"/>
                  <a:pt x="2432829" y="794455"/>
                  <a:pt x="2404374" y="780268"/>
                </a:cubicBezTo>
                <a:cubicBezTo>
                  <a:pt x="2368807" y="766081"/>
                  <a:pt x="2347467" y="744800"/>
                  <a:pt x="2333239" y="709334"/>
                </a:cubicBezTo>
                <a:cubicBezTo>
                  <a:pt x="2404374" y="680961"/>
                  <a:pt x="2404374" y="680961"/>
                  <a:pt x="2404374" y="680961"/>
                </a:cubicBezTo>
                <a:cubicBezTo>
                  <a:pt x="2418602" y="702241"/>
                  <a:pt x="2432829" y="716427"/>
                  <a:pt x="2447055" y="723520"/>
                </a:cubicBezTo>
                <a:cubicBezTo>
                  <a:pt x="2461283" y="730614"/>
                  <a:pt x="2482623" y="730614"/>
                  <a:pt x="2511077" y="723520"/>
                </a:cubicBezTo>
                <a:cubicBezTo>
                  <a:pt x="2532418" y="716427"/>
                  <a:pt x="2553759" y="702241"/>
                  <a:pt x="2560872" y="688054"/>
                </a:cubicBezTo>
                <a:cubicBezTo>
                  <a:pt x="2575099" y="680961"/>
                  <a:pt x="2575099" y="666774"/>
                  <a:pt x="2575099" y="652587"/>
                </a:cubicBezTo>
                <a:cubicBezTo>
                  <a:pt x="2567986" y="645494"/>
                  <a:pt x="2567986" y="638401"/>
                  <a:pt x="2560872" y="631307"/>
                </a:cubicBezTo>
                <a:cubicBezTo>
                  <a:pt x="2553759" y="631307"/>
                  <a:pt x="2539531" y="624214"/>
                  <a:pt x="2525305" y="624214"/>
                </a:cubicBezTo>
                <a:cubicBezTo>
                  <a:pt x="2518192" y="624214"/>
                  <a:pt x="2496850" y="624214"/>
                  <a:pt x="2461283" y="624214"/>
                </a:cubicBezTo>
                <a:cubicBezTo>
                  <a:pt x="2411487" y="631307"/>
                  <a:pt x="2383034" y="624214"/>
                  <a:pt x="2361693" y="617121"/>
                </a:cubicBezTo>
                <a:cubicBezTo>
                  <a:pt x="2333239" y="602934"/>
                  <a:pt x="2311898" y="581654"/>
                  <a:pt x="2304785" y="553281"/>
                </a:cubicBezTo>
                <a:cubicBezTo>
                  <a:pt x="2297671" y="539093"/>
                  <a:pt x="2297671" y="517813"/>
                  <a:pt x="2304785" y="496534"/>
                </a:cubicBezTo>
                <a:close/>
                <a:moveTo>
                  <a:pt x="2034470" y="560374"/>
                </a:moveTo>
                <a:cubicBezTo>
                  <a:pt x="2077152" y="546188"/>
                  <a:pt x="2105605" y="532000"/>
                  <a:pt x="2126946" y="532000"/>
                </a:cubicBezTo>
                <a:cubicBezTo>
                  <a:pt x="2148288" y="532000"/>
                  <a:pt x="2162514" y="532000"/>
                  <a:pt x="2183855" y="546188"/>
                </a:cubicBezTo>
                <a:cubicBezTo>
                  <a:pt x="2198082" y="553281"/>
                  <a:pt x="2212310" y="567468"/>
                  <a:pt x="2219423" y="588748"/>
                </a:cubicBezTo>
                <a:cubicBezTo>
                  <a:pt x="2233649" y="617121"/>
                  <a:pt x="2233649" y="638401"/>
                  <a:pt x="2226536" y="666774"/>
                </a:cubicBezTo>
                <a:cubicBezTo>
                  <a:pt x="2212310" y="688054"/>
                  <a:pt x="2198082" y="709334"/>
                  <a:pt x="2162514" y="723520"/>
                </a:cubicBezTo>
                <a:cubicBezTo>
                  <a:pt x="2183855" y="730614"/>
                  <a:pt x="2205195" y="730614"/>
                  <a:pt x="2219423" y="737707"/>
                </a:cubicBezTo>
                <a:cubicBezTo>
                  <a:pt x="2233649" y="744800"/>
                  <a:pt x="2254990" y="751895"/>
                  <a:pt x="2283445" y="773175"/>
                </a:cubicBezTo>
                <a:cubicBezTo>
                  <a:pt x="2354580" y="815734"/>
                  <a:pt x="2354580" y="815734"/>
                  <a:pt x="2354580" y="815734"/>
                </a:cubicBezTo>
                <a:cubicBezTo>
                  <a:pt x="2269217" y="858294"/>
                  <a:pt x="2269217" y="858294"/>
                  <a:pt x="2269217" y="858294"/>
                </a:cubicBezTo>
                <a:cubicBezTo>
                  <a:pt x="2183855" y="808641"/>
                  <a:pt x="2183855" y="808641"/>
                  <a:pt x="2183855" y="808641"/>
                </a:cubicBezTo>
                <a:cubicBezTo>
                  <a:pt x="2148288" y="794455"/>
                  <a:pt x="2134060" y="780268"/>
                  <a:pt x="2119833" y="773175"/>
                </a:cubicBezTo>
                <a:cubicBezTo>
                  <a:pt x="2112720" y="773175"/>
                  <a:pt x="2098492" y="773175"/>
                  <a:pt x="2091379" y="773175"/>
                </a:cubicBezTo>
                <a:cubicBezTo>
                  <a:pt x="2084266" y="773175"/>
                  <a:pt x="2070038" y="780268"/>
                  <a:pt x="2055811" y="787361"/>
                </a:cubicBezTo>
                <a:cubicBezTo>
                  <a:pt x="2034470" y="794455"/>
                  <a:pt x="2034470" y="794455"/>
                  <a:pt x="2034470" y="794455"/>
                </a:cubicBezTo>
                <a:cubicBezTo>
                  <a:pt x="2098492" y="929227"/>
                  <a:pt x="2098492" y="929227"/>
                  <a:pt x="2098492" y="929227"/>
                </a:cubicBezTo>
                <a:cubicBezTo>
                  <a:pt x="2027357" y="964695"/>
                  <a:pt x="2027357" y="964695"/>
                  <a:pt x="2027357" y="964695"/>
                </a:cubicBezTo>
                <a:cubicBezTo>
                  <a:pt x="1877973" y="631307"/>
                  <a:pt x="1877973" y="631307"/>
                  <a:pt x="1877973" y="631307"/>
                </a:cubicBezTo>
                <a:lnTo>
                  <a:pt x="2034470" y="560374"/>
                </a:lnTo>
                <a:close/>
                <a:moveTo>
                  <a:pt x="1778384" y="680961"/>
                </a:moveTo>
                <a:cubicBezTo>
                  <a:pt x="1813951" y="737707"/>
                  <a:pt x="1813951" y="737707"/>
                  <a:pt x="1813951" y="737707"/>
                </a:cubicBezTo>
                <a:cubicBezTo>
                  <a:pt x="1629000" y="851201"/>
                  <a:pt x="1629000" y="851201"/>
                  <a:pt x="1629000" y="851201"/>
                </a:cubicBezTo>
                <a:cubicBezTo>
                  <a:pt x="1671681" y="922134"/>
                  <a:pt x="1671681" y="922134"/>
                  <a:pt x="1671681" y="922134"/>
                </a:cubicBezTo>
                <a:cubicBezTo>
                  <a:pt x="1842406" y="815734"/>
                  <a:pt x="1842406" y="815734"/>
                  <a:pt x="1842406" y="815734"/>
                </a:cubicBezTo>
                <a:cubicBezTo>
                  <a:pt x="1877973" y="865388"/>
                  <a:pt x="1877973" y="865388"/>
                  <a:pt x="1877973" y="865388"/>
                </a:cubicBezTo>
                <a:cubicBezTo>
                  <a:pt x="1707248" y="971787"/>
                  <a:pt x="1707248" y="971787"/>
                  <a:pt x="1707248" y="971787"/>
                </a:cubicBezTo>
                <a:cubicBezTo>
                  <a:pt x="1757042" y="1056908"/>
                  <a:pt x="1757042" y="1056908"/>
                  <a:pt x="1757042" y="1056908"/>
                </a:cubicBezTo>
                <a:cubicBezTo>
                  <a:pt x="1949108" y="936321"/>
                  <a:pt x="1949108" y="936321"/>
                  <a:pt x="1949108" y="936321"/>
                </a:cubicBezTo>
                <a:cubicBezTo>
                  <a:pt x="1977563" y="985975"/>
                  <a:pt x="1977563" y="985975"/>
                  <a:pt x="1977563" y="985975"/>
                </a:cubicBezTo>
                <a:cubicBezTo>
                  <a:pt x="1721475" y="1149121"/>
                  <a:pt x="1721475" y="1149121"/>
                  <a:pt x="1721475" y="1149121"/>
                </a:cubicBezTo>
                <a:cubicBezTo>
                  <a:pt x="1522296" y="844108"/>
                  <a:pt x="1522296" y="844108"/>
                  <a:pt x="1522296" y="844108"/>
                </a:cubicBezTo>
                <a:lnTo>
                  <a:pt x="1778384" y="680961"/>
                </a:lnTo>
                <a:close/>
                <a:moveTo>
                  <a:pt x="1244868" y="1071095"/>
                </a:moveTo>
                <a:cubicBezTo>
                  <a:pt x="1493843" y="1212962"/>
                  <a:pt x="1493843" y="1212962"/>
                  <a:pt x="1493843" y="1212962"/>
                </a:cubicBezTo>
                <a:cubicBezTo>
                  <a:pt x="1394253" y="943414"/>
                  <a:pt x="1394253" y="943414"/>
                  <a:pt x="1394253" y="943414"/>
                </a:cubicBezTo>
                <a:cubicBezTo>
                  <a:pt x="1465388" y="886668"/>
                  <a:pt x="1465388" y="886668"/>
                  <a:pt x="1465388" y="886668"/>
                </a:cubicBezTo>
                <a:cubicBezTo>
                  <a:pt x="1586318" y="1255522"/>
                  <a:pt x="1586318" y="1255522"/>
                  <a:pt x="1586318" y="1255522"/>
                </a:cubicBezTo>
                <a:cubicBezTo>
                  <a:pt x="1522296" y="1312268"/>
                  <a:pt x="1522296" y="1312268"/>
                  <a:pt x="1522296" y="1312268"/>
                </a:cubicBezTo>
                <a:cubicBezTo>
                  <a:pt x="1173733" y="1127841"/>
                  <a:pt x="1173733" y="1127841"/>
                  <a:pt x="1173733" y="1127841"/>
                </a:cubicBezTo>
                <a:lnTo>
                  <a:pt x="1244868" y="1071095"/>
                </a:lnTo>
                <a:close/>
                <a:moveTo>
                  <a:pt x="1138165" y="1170402"/>
                </a:moveTo>
                <a:cubicBezTo>
                  <a:pt x="1401366" y="1425762"/>
                  <a:pt x="1401366" y="1425762"/>
                  <a:pt x="1401366" y="1425762"/>
                </a:cubicBezTo>
                <a:cubicBezTo>
                  <a:pt x="1344458" y="1482508"/>
                  <a:pt x="1344458" y="1482508"/>
                  <a:pt x="1344458" y="1482508"/>
                </a:cubicBezTo>
                <a:cubicBezTo>
                  <a:pt x="1081258" y="1234242"/>
                  <a:pt x="1081258" y="1234242"/>
                  <a:pt x="1081258" y="1234242"/>
                </a:cubicBezTo>
                <a:lnTo>
                  <a:pt x="1138165" y="1170402"/>
                </a:lnTo>
                <a:close/>
                <a:moveTo>
                  <a:pt x="860737" y="1496695"/>
                </a:moveTo>
                <a:cubicBezTo>
                  <a:pt x="1159506" y="1517975"/>
                  <a:pt x="1159506" y="1517975"/>
                  <a:pt x="1159506" y="1517975"/>
                </a:cubicBezTo>
                <a:cubicBezTo>
                  <a:pt x="960327" y="1369014"/>
                  <a:pt x="960327" y="1369014"/>
                  <a:pt x="960327" y="1369014"/>
                </a:cubicBezTo>
                <a:cubicBezTo>
                  <a:pt x="1010121" y="1305175"/>
                  <a:pt x="1010121" y="1305175"/>
                  <a:pt x="1010121" y="1305175"/>
                </a:cubicBezTo>
                <a:cubicBezTo>
                  <a:pt x="1294663" y="1532162"/>
                  <a:pt x="1294663" y="1532162"/>
                  <a:pt x="1294663" y="1532162"/>
                </a:cubicBezTo>
                <a:cubicBezTo>
                  <a:pt x="1244868" y="1596001"/>
                  <a:pt x="1244868" y="1596001"/>
                  <a:pt x="1244868" y="1596001"/>
                </a:cubicBezTo>
                <a:cubicBezTo>
                  <a:pt x="953214" y="1574721"/>
                  <a:pt x="953214" y="1574721"/>
                  <a:pt x="953214" y="1574721"/>
                </a:cubicBezTo>
                <a:cubicBezTo>
                  <a:pt x="1145278" y="1723682"/>
                  <a:pt x="1145278" y="1723682"/>
                  <a:pt x="1145278" y="1723682"/>
                </a:cubicBezTo>
                <a:cubicBezTo>
                  <a:pt x="1102597" y="1787522"/>
                  <a:pt x="1102597" y="1787522"/>
                  <a:pt x="1102597" y="1787522"/>
                </a:cubicBezTo>
                <a:cubicBezTo>
                  <a:pt x="810943" y="1560535"/>
                  <a:pt x="810943" y="1560535"/>
                  <a:pt x="810943" y="1560535"/>
                </a:cubicBezTo>
                <a:lnTo>
                  <a:pt x="860737" y="1496695"/>
                </a:lnTo>
                <a:close/>
                <a:moveTo>
                  <a:pt x="625991" y="1872642"/>
                </a:moveTo>
                <a:cubicBezTo>
                  <a:pt x="796715" y="1971949"/>
                  <a:pt x="796715" y="1971949"/>
                  <a:pt x="796715" y="1971949"/>
                </a:cubicBezTo>
                <a:cubicBezTo>
                  <a:pt x="825170" y="1986135"/>
                  <a:pt x="846511" y="1993229"/>
                  <a:pt x="853624" y="1993229"/>
                </a:cubicBezTo>
                <a:cubicBezTo>
                  <a:pt x="867851" y="2000322"/>
                  <a:pt x="882078" y="2000322"/>
                  <a:pt x="896305" y="1993229"/>
                </a:cubicBezTo>
                <a:cubicBezTo>
                  <a:pt x="910533" y="1986135"/>
                  <a:pt x="924759" y="1971949"/>
                  <a:pt x="938986" y="1950669"/>
                </a:cubicBezTo>
                <a:cubicBezTo>
                  <a:pt x="946100" y="1929389"/>
                  <a:pt x="953214" y="1915202"/>
                  <a:pt x="953214" y="1901016"/>
                </a:cubicBezTo>
                <a:cubicBezTo>
                  <a:pt x="953214" y="1886829"/>
                  <a:pt x="946100" y="1872642"/>
                  <a:pt x="931873" y="1865549"/>
                </a:cubicBezTo>
                <a:cubicBezTo>
                  <a:pt x="924759" y="1858456"/>
                  <a:pt x="903418" y="1844269"/>
                  <a:pt x="882078" y="1830083"/>
                </a:cubicBezTo>
                <a:cubicBezTo>
                  <a:pt x="704240" y="1730775"/>
                  <a:pt x="704240" y="1730775"/>
                  <a:pt x="704240" y="1730775"/>
                </a:cubicBezTo>
                <a:cubicBezTo>
                  <a:pt x="739808" y="1659842"/>
                  <a:pt x="739808" y="1659842"/>
                  <a:pt x="739808" y="1659842"/>
                </a:cubicBezTo>
                <a:cubicBezTo>
                  <a:pt x="910533" y="1759148"/>
                  <a:pt x="910533" y="1759148"/>
                  <a:pt x="910533" y="1759148"/>
                </a:cubicBezTo>
                <a:cubicBezTo>
                  <a:pt x="953214" y="1780428"/>
                  <a:pt x="974554" y="1794615"/>
                  <a:pt x="988781" y="1808803"/>
                </a:cubicBezTo>
                <a:cubicBezTo>
                  <a:pt x="1003008" y="1822988"/>
                  <a:pt x="1010121" y="1837176"/>
                  <a:pt x="1017236" y="1851362"/>
                </a:cubicBezTo>
                <a:cubicBezTo>
                  <a:pt x="1024349" y="1865549"/>
                  <a:pt x="1024349" y="1886829"/>
                  <a:pt x="1024349" y="1908109"/>
                </a:cubicBezTo>
                <a:cubicBezTo>
                  <a:pt x="1017236" y="1929389"/>
                  <a:pt x="1010121" y="1950669"/>
                  <a:pt x="995895" y="1979042"/>
                </a:cubicBezTo>
                <a:cubicBezTo>
                  <a:pt x="974554" y="2014510"/>
                  <a:pt x="953214" y="2035788"/>
                  <a:pt x="938986" y="2049976"/>
                </a:cubicBezTo>
                <a:cubicBezTo>
                  <a:pt x="924759" y="2064163"/>
                  <a:pt x="903418" y="2071256"/>
                  <a:pt x="889192" y="2078349"/>
                </a:cubicBezTo>
                <a:cubicBezTo>
                  <a:pt x="874965" y="2078349"/>
                  <a:pt x="853624" y="2078349"/>
                  <a:pt x="839398" y="2078349"/>
                </a:cubicBezTo>
                <a:cubicBezTo>
                  <a:pt x="818057" y="2071256"/>
                  <a:pt x="789602" y="2057069"/>
                  <a:pt x="754035" y="2035788"/>
                </a:cubicBezTo>
                <a:cubicBezTo>
                  <a:pt x="583310" y="1943575"/>
                  <a:pt x="583310" y="1943575"/>
                  <a:pt x="583310" y="1943575"/>
                </a:cubicBezTo>
                <a:lnTo>
                  <a:pt x="625991" y="1872642"/>
                </a:lnTo>
                <a:close/>
                <a:moveTo>
                  <a:pt x="320109" y="2851523"/>
                </a:moveTo>
                <a:cubicBezTo>
                  <a:pt x="583310" y="2723843"/>
                  <a:pt x="583310" y="2723843"/>
                  <a:pt x="583310" y="2723843"/>
                </a:cubicBezTo>
                <a:cubicBezTo>
                  <a:pt x="341450" y="2688377"/>
                  <a:pt x="341450" y="2688377"/>
                  <a:pt x="341450" y="2688377"/>
                </a:cubicBezTo>
                <a:cubicBezTo>
                  <a:pt x="355676" y="2610349"/>
                  <a:pt x="355676" y="2610349"/>
                  <a:pt x="355676" y="2610349"/>
                </a:cubicBezTo>
                <a:cubicBezTo>
                  <a:pt x="718467" y="2667097"/>
                  <a:pt x="718467" y="2667097"/>
                  <a:pt x="718467" y="2667097"/>
                </a:cubicBezTo>
                <a:cubicBezTo>
                  <a:pt x="704240" y="2745123"/>
                  <a:pt x="704240" y="2745123"/>
                  <a:pt x="704240" y="2745123"/>
                </a:cubicBezTo>
                <a:cubicBezTo>
                  <a:pt x="441039" y="2872804"/>
                  <a:pt x="441039" y="2872804"/>
                  <a:pt x="441039" y="2872804"/>
                </a:cubicBezTo>
                <a:cubicBezTo>
                  <a:pt x="675786" y="2908270"/>
                  <a:pt x="675786" y="2908270"/>
                  <a:pt x="675786" y="2908270"/>
                </a:cubicBezTo>
                <a:cubicBezTo>
                  <a:pt x="668673" y="2986297"/>
                  <a:pt x="668673" y="2986297"/>
                  <a:pt x="668673" y="2986297"/>
                </a:cubicBezTo>
                <a:cubicBezTo>
                  <a:pt x="305882" y="2929550"/>
                  <a:pt x="305882" y="2929550"/>
                  <a:pt x="305882" y="2929550"/>
                </a:cubicBezTo>
                <a:lnTo>
                  <a:pt x="320109" y="2851523"/>
                </a:lnTo>
                <a:close/>
                <a:moveTo>
                  <a:pt x="298769" y="3028857"/>
                </a:moveTo>
                <a:cubicBezTo>
                  <a:pt x="668673" y="3050137"/>
                  <a:pt x="668673" y="3050137"/>
                  <a:pt x="668673" y="3050137"/>
                </a:cubicBezTo>
                <a:cubicBezTo>
                  <a:pt x="661558" y="3128164"/>
                  <a:pt x="661558" y="3128164"/>
                  <a:pt x="661558" y="3128164"/>
                </a:cubicBezTo>
                <a:cubicBezTo>
                  <a:pt x="298769" y="3113976"/>
                  <a:pt x="298769" y="3113976"/>
                  <a:pt x="298769" y="3113976"/>
                </a:cubicBezTo>
                <a:lnTo>
                  <a:pt x="298769" y="3028857"/>
                </a:lnTo>
                <a:close/>
                <a:moveTo>
                  <a:pt x="305882" y="3454457"/>
                </a:moveTo>
                <a:cubicBezTo>
                  <a:pt x="448153" y="3447364"/>
                  <a:pt x="448153" y="3447364"/>
                  <a:pt x="448153" y="3447364"/>
                </a:cubicBezTo>
                <a:cubicBezTo>
                  <a:pt x="441039" y="3291310"/>
                  <a:pt x="441039" y="3291310"/>
                  <a:pt x="441039" y="3291310"/>
                </a:cubicBezTo>
                <a:cubicBezTo>
                  <a:pt x="298769" y="3298403"/>
                  <a:pt x="298769" y="3298403"/>
                  <a:pt x="298769" y="3298403"/>
                </a:cubicBezTo>
                <a:cubicBezTo>
                  <a:pt x="291656" y="3213284"/>
                  <a:pt x="291656" y="3213284"/>
                  <a:pt x="291656" y="3213284"/>
                </a:cubicBezTo>
                <a:cubicBezTo>
                  <a:pt x="654445" y="3192004"/>
                  <a:pt x="654445" y="3192004"/>
                  <a:pt x="654445" y="3192004"/>
                </a:cubicBezTo>
                <a:cubicBezTo>
                  <a:pt x="661558" y="3277123"/>
                  <a:pt x="661558" y="3277123"/>
                  <a:pt x="661558" y="3277123"/>
                </a:cubicBezTo>
                <a:cubicBezTo>
                  <a:pt x="505061" y="3284217"/>
                  <a:pt x="505061" y="3284217"/>
                  <a:pt x="505061" y="3284217"/>
                </a:cubicBezTo>
                <a:cubicBezTo>
                  <a:pt x="512174" y="3447364"/>
                  <a:pt x="512174" y="3447364"/>
                  <a:pt x="512174" y="3447364"/>
                </a:cubicBezTo>
                <a:cubicBezTo>
                  <a:pt x="668673" y="3433177"/>
                  <a:pt x="668673" y="3433177"/>
                  <a:pt x="668673" y="3433177"/>
                </a:cubicBezTo>
                <a:cubicBezTo>
                  <a:pt x="675786" y="3518298"/>
                  <a:pt x="675786" y="3518298"/>
                  <a:pt x="675786" y="3518298"/>
                </a:cubicBezTo>
                <a:cubicBezTo>
                  <a:pt x="305882" y="3539578"/>
                  <a:pt x="305882" y="3539578"/>
                  <a:pt x="305882" y="3539578"/>
                </a:cubicBezTo>
                <a:lnTo>
                  <a:pt x="305882" y="3454457"/>
                </a:lnTo>
                <a:close/>
                <a:moveTo>
                  <a:pt x="697126" y="3872964"/>
                </a:moveTo>
                <a:cubicBezTo>
                  <a:pt x="675786" y="3908431"/>
                  <a:pt x="633104" y="3936804"/>
                  <a:pt x="576196" y="3950992"/>
                </a:cubicBezTo>
                <a:cubicBezTo>
                  <a:pt x="519288" y="3965177"/>
                  <a:pt x="469494" y="3958085"/>
                  <a:pt x="426811" y="3929711"/>
                </a:cubicBezTo>
                <a:cubicBezTo>
                  <a:pt x="384131" y="3901338"/>
                  <a:pt x="362791" y="3858778"/>
                  <a:pt x="348563" y="3802031"/>
                </a:cubicBezTo>
                <a:cubicBezTo>
                  <a:pt x="341450" y="3752378"/>
                  <a:pt x="341450" y="3709817"/>
                  <a:pt x="362791" y="3674351"/>
                </a:cubicBezTo>
                <a:cubicBezTo>
                  <a:pt x="377017" y="3653071"/>
                  <a:pt x="391244" y="3638884"/>
                  <a:pt x="419698" y="3624697"/>
                </a:cubicBezTo>
                <a:cubicBezTo>
                  <a:pt x="455266" y="3695631"/>
                  <a:pt x="455266" y="3695631"/>
                  <a:pt x="455266" y="3695631"/>
                </a:cubicBezTo>
                <a:cubicBezTo>
                  <a:pt x="433926" y="3709817"/>
                  <a:pt x="426811" y="3716912"/>
                  <a:pt x="412585" y="3738190"/>
                </a:cubicBezTo>
                <a:cubicBezTo>
                  <a:pt x="405472" y="3752378"/>
                  <a:pt x="405472" y="3773658"/>
                  <a:pt x="412585" y="3794938"/>
                </a:cubicBezTo>
                <a:cubicBezTo>
                  <a:pt x="419698" y="3823311"/>
                  <a:pt x="433926" y="3844591"/>
                  <a:pt x="455266" y="3858778"/>
                </a:cubicBezTo>
                <a:cubicBezTo>
                  <a:pt x="476607" y="3872964"/>
                  <a:pt x="512174" y="3880058"/>
                  <a:pt x="554855" y="3865871"/>
                </a:cubicBezTo>
                <a:cubicBezTo>
                  <a:pt x="597536" y="3858778"/>
                  <a:pt x="633104" y="3844591"/>
                  <a:pt x="647332" y="3823311"/>
                </a:cubicBezTo>
                <a:cubicBezTo>
                  <a:pt x="661558" y="3802031"/>
                  <a:pt x="668673" y="3773658"/>
                  <a:pt x="661558" y="3745285"/>
                </a:cubicBezTo>
                <a:cubicBezTo>
                  <a:pt x="654445" y="3724004"/>
                  <a:pt x="647332" y="3702724"/>
                  <a:pt x="633104" y="3695631"/>
                </a:cubicBezTo>
                <a:cubicBezTo>
                  <a:pt x="611764" y="3681444"/>
                  <a:pt x="590423" y="3674351"/>
                  <a:pt x="561969" y="3674351"/>
                </a:cubicBezTo>
                <a:cubicBezTo>
                  <a:pt x="569083" y="3589231"/>
                  <a:pt x="569083" y="3589231"/>
                  <a:pt x="569083" y="3589231"/>
                </a:cubicBezTo>
                <a:cubicBezTo>
                  <a:pt x="611764" y="3596324"/>
                  <a:pt x="647332" y="3610511"/>
                  <a:pt x="668673" y="3631791"/>
                </a:cubicBezTo>
                <a:cubicBezTo>
                  <a:pt x="697126" y="3653071"/>
                  <a:pt x="711354" y="3688537"/>
                  <a:pt x="718467" y="3731097"/>
                </a:cubicBezTo>
                <a:cubicBezTo>
                  <a:pt x="732693" y="3780751"/>
                  <a:pt x="725580" y="3830404"/>
                  <a:pt x="697126" y="3872964"/>
                </a:cubicBezTo>
                <a:close/>
                <a:moveTo>
                  <a:pt x="818057" y="2340803"/>
                </a:moveTo>
                <a:cubicBezTo>
                  <a:pt x="725580" y="2347896"/>
                  <a:pt x="725580" y="2347896"/>
                  <a:pt x="725580" y="2347896"/>
                </a:cubicBezTo>
                <a:cubicBezTo>
                  <a:pt x="675786" y="2503950"/>
                  <a:pt x="675786" y="2503950"/>
                  <a:pt x="675786" y="2503950"/>
                </a:cubicBezTo>
                <a:cubicBezTo>
                  <a:pt x="746921" y="2560696"/>
                  <a:pt x="746921" y="2560696"/>
                  <a:pt x="746921" y="2560696"/>
                </a:cubicBezTo>
                <a:cubicBezTo>
                  <a:pt x="718467" y="2645816"/>
                  <a:pt x="718467" y="2645816"/>
                  <a:pt x="718467" y="2645816"/>
                </a:cubicBezTo>
                <a:cubicBezTo>
                  <a:pt x="419698" y="2383363"/>
                  <a:pt x="419698" y="2383363"/>
                  <a:pt x="419698" y="2383363"/>
                </a:cubicBezTo>
                <a:cubicBezTo>
                  <a:pt x="441039" y="2298243"/>
                  <a:pt x="441039" y="2298243"/>
                  <a:pt x="441039" y="2298243"/>
                </a:cubicBezTo>
                <a:cubicBezTo>
                  <a:pt x="839398" y="2255683"/>
                  <a:pt x="839398" y="2255683"/>
                  <a:pt x="839398" y="2255683"/>
                </a:cubicBezTo>
                <a:lnTo>
                  <a:pt x="818057" y="2340803"/>
                </a:lnTo>
                <a:close/>
                <a:moveTo>
                  <a:pt x="1792610" y="5405126"/>
                </a:moveTo>
                <a:cubicBezTo>
                  <a:pt x="1792610" y="5412219"/>
                  <a:pt x="1785497" y="5419312"/>
                  <a:pt x="1778384" y="5419312"/>
                </a:cubicBezTo>
                <a:cubicBezTo>
                  <a:pt x="1764156" y="5426406"/>
                  <a:pt x="1700135" y="5412219"/>
                  <a:pt x="1693020" y="5419312"/>
                </a:cubicBezTo>
                <a:cubicBezTo>
                  <a:pt x="1657453" y="5419312"/>
                  <a:pt x="1650340" y="5419312"/>
                  <a:pt x="1643226" y="5433499"/>
                </a:cubicBezTo>
                <a:cubicBezTo>
                  <a:pt x="1643226" y="5440592"/>
                  <a:pt x="1643226" y="5461872"/>
                  <a:pt x="1629000" y="5461872"/>
                </a:cubicBezTo>
                <a:cubicBezTo>
                  <a:pt x="1614772" y="5454780"/>
                  <a:pt x="1579204" y="5447687"/>
                  <a:pt x="1557863" y="5447687"/>
                </a:cubicBezTo>
                <a:cubicBezTo>
                  <a:pt x="1550750" y="5447687"/>
                  <a:pt x="1543637" y="5447687"/>
                  <a:pt x="1536523" y="5447687"/>
                </a:cubicBezTo>
                <a:cubicBezTo>
                  <a:pt x="1458275" y="5539900"/>
                  <a:pt x="1401366" y="5617926"/>
                  <a:pt x="1316003" y="5703047"/>
                </a:cubicBezTo>
                <a:cubicBezTo>
                  <a:pt x="1316003" y="5703047"/>
                  <a:pt x="1301777" y="5710140"/>
                  <a:pt x="1301777" y="5710140"/>
                </a:cubicBezTo>
                <a:cubicBezTo>
                  <a:pt x="1358685" y="5617926"/>
                  <a:pt x="1415593" y="5525713"/>
                  <a:pt x="1479615" y="5433499"/>
                </a:cubicBezTo>
                <a:cubicBezTo>
                  <a:pt x="1486728" y="5419312"/>
                  <a:pt x="1479615" y="5412219"/>
                  <a:pt x="1479615" y="5412219"/>
                </a:cubicBezTo>
                <a:cubicBezTo>
                  <a:pt x="1472502" y="5398033"/>
                  <a:pt x="1493843" y="5376753"/>
                  <a:pt x="1508069" y="5376753"/>
                </a:cubicBezTo>
                <a:cubicBezTo>
                  <a:pt x="1508069" y="5376753"/>
                  <a:pt x="1515182" y="5376753"/>
                  <a:pt x="1522296" y="5376753"/>
                </a:cubicBezTo>
                <a:cubicBezTo>
                  <a:pt x="1557863" y="5320006"/>
                  <a:pt x="1557863" y="5320006"/>
                  <a:pt x="1572091" y="5298726"/>
                </a:cubicBezTo>
                <a:cubicBezTo>
                  <a:pt x="1557863" y="5291633"/>
                  <a:pt x="1500956" y="5270353"/>
                  <a:pt x="1515182" y="5256166"/>
                </a:cubicBezTo>
                <a:cubicBezTo>
                  <a:pt x="1522296" y="5256166"/>
                  <a:pt x="1536523" y="5256166"/>
                  <a:pt x="1550750" y="5256166"/>
                </a:cubicBezTo>
                <a:cubicBezTo>
                  <a:pt x="1564978" y="5263260"/>
                  <a:pt x="1579204" y="5263260"/>
                  <a:pt x="1586318" y="5270353"/>
                </a:cubicBezTo>
                <a:cubicBezTo>
                  <a:pt x="1614772" y="5241980"/>
                  <a:pt x="1629000" y="5220699"/>
                  <a:pt x="1643226" y="5185232"/>
                </a:cubicBezTo>
                <a:cubicBezTo>
                  <a:pt x="1643226" y="5178139"/>
                  <a:pt x="1664567" y="5149766"/>
                  <a:pt x="1657453" y="5149766"/>
                </a:cubicBezTo>
                <a:cubicBezTo>
                  <a:pt x="1657453" y="5135579"/>
                  <a:pt x="1657453" y="5135579"/>
                  <a:pt x="1657453" y="5128486"/>
                </a:cubicBezTo>
                <a:cubicBezTo>
                  <a:pt x="1685907" y="5142672"/>
                  <a:pt x="1700135" y="5156859"/>
                  <a:pt x="1700135" y="5185232"/>
                </a:cubicBezTo>
                <a:cubicBezTo>
                  <a:pt x="1700135" y="5185232"/>
                  <a:pt x="1700135" y="5206512"/>
                  <a:pt x="1700135" y="5213607"/>
                </a:cubicBezTo>
                <a:cubicBezTo>
                  <a:pt x="1678794" y="5234885"/>
                  <a:pt x="1664567" y="5263260"/>
                  <a:pt x="1643226" y="5284540"/>
                </a:cubicBezTo>
                <a:cubicBezTo>
                  <a:pt x="1650340" y="5291633"/>
                  <a:pt x="1657453" y="5291633"/>
                  <a:pt x="1664567" y="5291633"/>
                </a:cubicBezTo>
                <a:cubicBezTo>
                  <a:pt x="1685907" y="5305820"/>
                  <a:pt x="1700135" y="5305820"/>
                  <a:pt x="1721475" y="5320006"/>
                </a:cubicBezTo>
                <a:cubicBezTo>
                  <a:pt x="1728588" y="5312913"/>
                  <a:pt x="1735703" y="5320006"/>
                  <a:pt x="1735703" y="5312913"/>
                </a:cubicBezTo>
                <a:cubicBezTo>
                  <a:pt x="1792610" y="5341286"/>
                  <a:pt x="1799725" y="5398033"/>
                  <a:pt x="1792610" y="5405126"/>
                </a:cubicBezTo>
                <a:close/>
                <a:moveTo>
                  <a:pt x="1344458" y="5213607"/>
                </a:moveTo>
                <a:cubicBezTo>
                  <a:pt x="1365799" y="5227792"/>
                  <a:pt x="1387138" y="5241980"/>
                  <a:pt x="1394253" y="5263260"/>
                </a:cubicBezTo>
                <a:cubicBezTo>
                  <a:pt x="1401366" y="5270353"/>
                  <a:pt x="1429821" y="5305820"/>
                  <a:pt x="1444047" y="5348379"/>
                </a:cubicBezTo>
                <a:cubicBezTo>
                  <a:pt x="1451160" y="5369659"/>
                  <a:pt x="1458275" y="5376753"/>
                  <a:pt x="1451160" y="5398033"/>
                </a:cubicBezTo>
                <a:cubicBezTo>
                  <a:pt x="1415593" y="5376753"/>
                  <a:pt x="1422707" y="5369659"/>
                  <a:pt x="1408480" y="5334193"/>
                </a:cubicBezTo>
                <a:cubicBezTo>
                  <a:pt x="1408480" y="5320006"/>
                  <a:pt x="1401366" y="5305820"/>
                  <a:pt x="1372912" y="5277446"/>
                </a:cubicBezTo>
                <a:cubicBezTo>
                  <a:pt x="1372912" y="5263260"/>
                  <a:pt x="1344458" y="5234885"/>
                  <a:pt x="1344458" y="5213607"/>
                </a:cubicBezTo>
                <a:close/>
                <a:moveTo>
                  <a:pt x="1863745" y="5816540"/>
                </a:moveTo>
                <a:cubicBezTo>
                  <a:pt x="1863745" y="5802353"/>
                  <a:pt x="1849519" y="5795260"/>
                  <a:pt x="1849519" y="5781073"/>
                </a:cubicBezTo>
                <a:cubicBezTo>
                  <a:pt x="1892200" y="5724327"/>
                  <a:pt x="1949108" y="5596646"/>
                  <a:pt x="1998903" y="5525713"/>
                </a:cubicBezTo>
                <a:cubicBezTo>
                  <a:pt x="2006017" y="5511526"/>
                  <a:pt x="2013130" y="5504433"/>
                  <a:pt x="2020244" y="5504433"/>
                </a:cubicBezTo>
                <a:cubicBezTo>
                  <a:pt x="2020244" y="5511526"/>
                  <a:pt x="2027357" y="5511526"/>
                  <a:pt x="2013130" y="5539900"/>
                </a:cubicBezTo>
                <a:cubicBezTo>
                  <a:pt x="2013130" y="5546993"/>
                  <a:pt x="1870860" y="5809446"/>
                  <a:pt x="1885086" y="5823633"/>
                </a:cubicBezTo>
                <a:cubicBezTo>
                  <a:pt x="1870860" y="5823633"/>
                  <a:pt x="1870860" y="5823633"/>
                  <a:pt x="1863745" y="5816540"/>
                </a:cubicBezTo>
                <a:close/>
                <a:moveTo>
                  <a:pt x="2055811" y="5880381"/>
                </a:moveTo>
                <a:cubicBezTo>
                  <a:pt x="2048698" y="5887474"/>
                  <a:pt x="2048698" y="5887474"/>
                  <a:pt x="2041585" y="5887474"/>
                </a:cubicBezTo>
                <a:cubicBezTo>
                  <a:pt x="2034470" y="5887474"/>
                  <a:pt x="2020244" y="5880381"/>
                  <a:pt x="2006017" y="5873286"/>
                </a:cubicBezTo>
                <a:cubicBezTo>
                  <a:pt x="1991789" y="5859101"/>
                  <a:pt x="1956222" y="5802353"/>
                  <a:pt x="1963335" y="5788167"/>
                </a:cubicBezTo>
                <a:cubicBezTo>
                  <a:pt x="1963335" y="5788167"/>
                  <a:pt x="1963335" y="5788167"/>
                  <a:pt x="1963335" y="5788167"/>
                </a:cubicBezTo>
                <a:cubicBezTo>
                  <a:pt x="1977563" y="5830726"/>
                  <a:pt x="2034470" y="5816540"/>
                  <a:pt x="2091379" y="5802353"/>
                </a:cubicBezTo>
                <a:cubicBezTo>
                  <a:pt x="2134060" y="5788167"/>
                  <a:pt x="2169627" y="5766887"/>
                  <a:pt x="2169627" y="5759793"/>
                </a:cubicBezTo>
                <a:cubicBezTo>
                  <a:pt x="2169627" y="5752700"/>
                  <a:pt x="2169627" y="5745607"/>
                  <a:pt x="2162514" y="5738513"/>
                </a:cubicBezTo>
                <a:cubicBezTo>
                  <a:pt x="2162514" y="5745607"/>
                  <a:pt x="2141173" y="5752700"/>
                  <a:pt x="2112720" y="5759793"/>
                </a:cubicBezTo>
                <a:cubicBezTo>
                  <a:pt x="2048698" y="5773980"/>
                  <a:pt x="1956222" y="5788167"/>
                  <a:pt x="1941995" y="5781073"/>
                </a:cubicBezTo>
                <a:cubicBezTo>
                  <a:pt x="1920654" y="5773980"/>
                  <a:pt x="1920654" y="5766887"/>
                  <a:pt x="1941995" y="5738513"/>
                </a:cubicBezTo>
                <a:cubicBezTo>
                  <a:pt x="1984676" y="5724327"/>
                  <a:pt x="2062924" y="5710140"/>
                  <a:pt x="2112720" y="5688860"/>
                </a:cubicBezTo>
                <a:cubicBezTo>
                  <a:pt x="2112720" y="5681767"/>
                  <a:pt x="2126946" y="5681767"/>
                  <a:pt x="2119833" y="5667579"/>
                </a:cubicBezTo>
                <a:cubicBezTo>
                  <a:pt x="2098492" y="5674674"/>
                  <a:pt x="2034470" y="5681767"/>
                  <a:pt x="2020244" y="5681767"/>
                </a:cubicBezTo>
                <a:cubicBezTo>
                  <a:pt x="1998903" y="5660487"/>
                  <a:pt x="2013130" y="5639206"/>
                  <a:pt x="2020244" y="5617926"/>
                </a:cubicBezTo>
                <a:cubicBezTo>
                  <a:pt x="2027357" y="5617926"/>
                  <a:pt x="2020244" y="5617926"/>
                  <a:pt x="2027357" y="5617926"/>
                </a:cubicBezTo>
                <a:cubicBezTo>
                  <a:pt x="2041585" y="5632113"/>
                  <a:pt x="2091379" y="5617926"/>
                  <a:pt x="2098492" y="5610833"/>
                </a:cubicBezTo>
                <a:cubicBezTo>
                  <a:pt x="2091379" y="5596646"/>
                  <a:pt x="2077152" y="5561180"/>
                  <a:pt x="2084266" y="5568273"/>
                </a:cubicBezTo>
                <a:cubicBezTo>
                  <a:pt x="2098492" y="5575366"/>
                  <a:pt x="2098492" y="5582460"/>
                  <a:pt x="2119833" y="5582460"/>
                </a:cubicBezTo>
                <a:cubicBezTo>
                  <a:pt x="2119833" y="5582460"/>
                  <a:pt x="2126946" y="5582460"/>
                  <a:pt x="2119833" y="5582460"/>
                </a:cubicBezTo>
                <a:cubicBezTo>
                  <a:pt x="2112720" y="5575366"/>
                  <a:pt x="2098492" y="5568273"/>
                  <a:pt x="2098492" y="5561180"/>
                </a:cubicBezTo>
                <a:cubicBezTo>
                  <a:pt x="2105605" y="5546993"/>
                  <a:pt x="2119833" y="5546993"/>
                  <a:pt x="2126946" y="5554086"/>
                </a:cubicBezTo>
                <a:cubicBezTo>
                  <a:pt x="2141173" y="5561180"/>
                  <a:pt x="2190968" y="5596646"/>
                  <a:pt x="2190968" y="5596646"/>
                </a:cubicBezTo>
                <a:cubicBezTo>
                  <a:pt x="2198082" y="5603739"/>
                  <a:pt x="2198082" y="5603739"/>
                  <a:pt x="2198082" y="5603739"/>
                </a:cubicBezTo>
                <a:cubicBezTo>
                  <a:pt x="2205195" y="5610833"/>
                  <a:pt x="2205195" y="5617926"/>
                  <a:pt x="2205195" y="5625019"/>
                </a:cubicBezTo>
                <a:cubicBezTo>
                  <a:pt x="2205195" y="5646299"/>
                  <a:pt x="2190968" y="5653394"/>
                  <a:pt x="2169627" y="5653394"/>
                </a:cubicBezTo>
                <a:cubicBezTo>
                  <a:pt x="2176742" y="5688860"/>
                  <a:pt x="2176742" y="5717233"/>
                  <a:pt x="2198082" y="5752700"/>
                </a:cubicBezTo>
                <a:cubicBezTo>
                  <a:pt x="2212310" y="5738513"/>
                  <a:pt x="2226536" y="5738513"/>
                  <a:pt x="2226536" y="5731420"/>
                </a:cubicBezTo>
                <a:cubicBezTo>
                  <a:pt x="2247877" y="5745607"/>
                  <a:pt x="2254990" y="5752700"/>
                  <a:pt x="2254990" y="5773980"/>
                </a:cubicBezTo>
                <a:cubicBezTo>
                  <a:pt x="2240763" y="5802353"/>
                  <a:pt x="2205195" y="5795260"/>
                  <a:pt x="2198082" y="5809446"/>
                </a:cubicBezTo>
                <a:cubicBezTo>
                  <a:pt x="2190968" y="5837820"/>
                  <a:pt x="2198082" y="5894567"/>
                  <a:pt x="2183855" y="5915847"/>
                </a:cubicBezTo>
                <a:cubicBezTo>
                  <a:pt x="2183855" y="5922940"/>
                  <a:pt x="2176742" y="5922940"/>
                  <a:pt x="2169627" y="5915847"/>
                </a:cubicBezTo>
                <a:cubicBezTo>
                  <a:pt x="2162514" y="5894567"/>
                  <a:pt x="2169627" y="5844913"/>
                  <a:pt x="2169627" y="5816540"/>
                </a:cubicBezTo>
                <a:cubicBezTo>
                  <a:pt x="2155401" y="5823633"/>
                  <a:pt x="2126946" y="5837820"/>
                  <a:pt x="2098492" y="5837820"/>
                </a:cubicBezTo>
                <a:cubicBezTo>
                  <a:pt x="2098492" y="5844913"/>
                  <a:pt x="2098492" y="5844913"/>
                  <a:pt x="2098492" y="5852006"/>
                </a:cubicBezTo>
                <a:cubicBezTo>
                  <a:pt x="2112720" y="5859101"/>
                  <a:pt x="2112720" y="5866194"/>
                  <a:pt x="2119833" y="5873286"/>
                </a:cubicBezTo>
                <a:cubicBezTo>
                  <a:pt x="2119833" y="5880381"/>
                  <a:pt x="2105605" y="5887474"/>
                  <a:pt x="2105605" y="5894567"/>
                </a:cubicBezTo>
                <a:cubicBezTo>
                  <a:pt x="2098492" y="5894567"/>
                  <a:pt x="2084266" y="5887474"/>
                  <a:pt x="2070038" y="5880381"/>
                </a:cubicBezTo>
                <a:cubicBezTo>
                  <a:pt x="2062924" y="5880381"/>
                  <a:pt x="2055811" y="5880381"/>
                  <a:pt x="2055811" y="5880381"/>
                </a:cubicBezTo>
                <a:close/>
                <a:moveTo>
                  <a:pt x="2254990" y="5582460"/>
                </a:moveTo>
                <a:cubicBezTo>
                  <a:pt x="2254990" y="5568273"/>
                  <a:pt x="2269217" y="5575366"/>
                  <a:pt x="2276330" y="5575366"/>
                </a:cubicBezTo>
                <a:cubicBezTo>
                  <a:pt x="2297671" y="5589553"/>
                  <a:pt x="2311898" y="5596646"/>
                  <a:pt x="2319012" y="5632113"/>
                </a:cubicBezTo>
                <a:cubicBezTo>
                  <a:pt x="2319012" y="5639206"/>
                  <a:pt x="2319012" y="5646299"/>
                  <a:pt x="2311898" y="5660487"/>
                </a:cubicBezTo>
                <a:cubicBezTo>
                  <a:pt x="2297671" y="5660487"/>
                  <a:pt x="2269217" y="5660487"/>
                  <a:pt x="2269217" y="5639206"/>
                </a:cubicBezTo>
                <a:cubicBezTo>
                  <a:pt x="2262104" y="5625019"/>
                  <a:pt x="2247877" y="5589553"/>
                  <a:pt x="2254990" y="5582460"/>
                </a:cubicBezTo>
                <a:close/>
                <a:moveTo>
                  <a:pt x="2425715" y="5688860"/>
                </a:moveTo>
                <a:cubicBezTo>
                  <a:pt x="2375920" y="5695953"/>
                  <a:pt x="2269217" y="5993873"/>
                  <a:pt x="2219423" y="6057713"/>
                </a:cubicBezTo>
                <a:cubicBezTo>
                  <a:pt x="2190968" y="6107366"/>
                  <a:pt x="2176742" y="6107366"/>
                  <a:pt x="2155401" y="6086086"/>
                </a:cubicBezTo>
                <a:cubicBezTo>
                  <a:pt x="2126946" y="6057713"/>
                  <a:pt x="2091379" y="5930034"/>
                  <a:pt x="2098492" y="5901660"/>
                </a:cubicBezTo>
                <a:cubicBezTo>
                  <a:pt x="2105605" y="5908754"/>
                  <a:pt x="2112720" y="5930034"/>
                  <a:pt x="2112720" y="5937127"/>
                </a:cubicBezTo>
                <a:cubicBezTo>
                  <a:pt x="2119833" y="5930034"/>
                  <a:pt x="2112720" y="5930034"/>
                  <a:pt x="2119833" y="5922940"/>
                </a:cubicBezTo>
                <a:cubicBezTo>
                  <a:pt x="2126946" y="5944220"/>
                  <a:pt x="2155401" y="6000967"/>
                  <a:pt x="2162514" y="6008060"/>
                </a:cubicBezTo>
                <a:cubicBezTo>
                  <a:pt x="2183855" y="6022247"/>
                  <a:pt x="2190968" y="5986780"/>
                  <a:pt x="2205195" y="5972594"/>
                </a:cubicBezTo>
                <a:cubicBezTo>
                  <a:pt x="2233649" y="5915847"/>
                  <a:pt x="2311898" y="5724327"/>
                  <a:pt x="2340352" y="5667579"/>
                </a:cubicBezTo>
                <a:cubicBezTo>
                  <a:pt x="2361693" y="5632113"/>
                  <a:pt x="2375920" y="5596646"/>
                  <a:pt x="2354580" y="5575366"/>
                </a:cubicBezTo>
                <a:cubicBezTo>
                  <a:pt x="2276330" y="5532806"/>
                  <a:pt x="2176742" y="5561180"/>
                  <a:pt x="2105605" y="5518620"/>
                </a:cubicBezTo>
                <a:cubicBezTo>
                  <a:pt x="2105605" y="5518620"/>
                  <a:pt x="2105605" y="5518620"/>
                  <a:pt x="2105605" y="5518620"/>
                </a:cubicBezTo>
                <a:cubicBezTo>
                  <a:pt x="2148288" y="5504433"/>
                  <a:pt x="2333239" y="5546993"/>
                  <a:pt x="2333239" y="5546993"/>
                </a:cubicBezTo>
                <a:cubicBezTo>
                  <a:pt x="2390148" y="5561180"/>
                  <a:pt x="2461283" y="5617926"/>
                  <a:pt x="2425715" y="5688860"/>
                </a:cubicBezTo>
                <a:close/>
                <a:moveTo>
                  <a:pt x="2596440" y="6086086"/>
                </a:moveTo>
                <a:cubicBezTo>
                  <a:pt x="2596440" y="6086086"/>
                  <a:pt x="2582212" y="6093181"/>
                  <a:pt x="2575099" y="6093181"/>
                </a:cubicBezTo>
                <a:cubicBezTo>
                  <a:pt x="2575099" y="6093181"/>
                  <a:pt x="2575099" y="6100274"/>
                  <a:pt x="2560872" y="6107366"/>
                </a:cubicBezTo>
                <a:cubicBezTo>
                  <a:pt x="2560872" y="6107366"/>
                  <a:pt x="2546645" y="6114461"/>
                  <a:pt x="2532418" y="6107366"/>
                </a:cubicBezTo>
                <a:cubicBezTo>
                  <a:pt x="2532418" y="6107366"/>
                  <a:pt x="2525305" y="6100274"/>
                  <a:pt x="2518192" y="6100274"/>
                </a:cubicBezTo>
                <a:cubicBezTo>
                  <a:pt x="2518192" y="6100274"/>
                  <a:pt x="2503964" y="6093181"/>
                  <a:pt x="2496850" y="6093181"/>
                </a:cubicBezTo>
                <a:cubicBezTo>
                  <a:pt x="2496850" y="6093181"/>
                  <a:pt x="2482623" y="6093181"/>
                  <a:pt x="2503964" y="6086086"/>
                </a:cubicBezTo>
                <a:cubicBezTo>
                  <a:pt x="2503964" y="6086086"/>
                  <a:pt x="2503964" y="6078993"/>
                  <a:pt x="2511077" y="6078993"/>
                </a:cubicBezTo>
                <a:cubicBezTo>
                  <a:pt x="2511077" y="6078993"/>
                  <a:pt x="2518192" y="6078993"/>
                  <a:pt x="2518192" y="6078993"/>
                </a:cubicBezTo>
                <a:cubicBezTo>
                  <a:pt x="2518192" y="6078993"/>
                  <a:pt x="2518192" y="6071900"/>
                  <a:pt x="2525305" y="6078993"/>
                </a:cubicBezTo>
                <a:cubicBezTo>
                  <a:pt x="2525305" y="6078993"/>
                  <a:pt x="2532418" y="6086086"/>
                  <a:pt x="2539531" y="6064808"/>
                </a:cubicBezTo>
                <a:cubicBezTo>
                  <a:pt x="2539531" y="6064808"/>
                  <a:pt x="2539531" y="6064808"/>
                  <a:pt x="2546645" y="6064808"/>
                </a:cubicBezTo>
                <a:cubicBezTo>
                  <a:pt x="2546645" y="6064808"/>
                  <a:pt x="2575099" y="6050620"/>
                  <a:pt x="2639121" y="6008060"/>
                </a:cubicBezTo>
                <a:cubicBezTo>
                  <a:pt x="2639121" y="6008060"/>
                  <a:pt x="2696030" y="5972594"/>
                  <a:pt x="2731597" y="5937127"/>
                </a:cubicBezTo>
                <a:cubicBezTo>
                  <a:pt x="2731597" y="5937127"/>
                  <a:pt x="2760052" y="5915847"/>
                  <a:pt x="2795619" y="5887474"/>
                </a:cubicBezTo>
                <a:cubicBezTo>
                  <a:pt x="2795619" y="5887474"/>
                  <a:pt x="2888094" y="5816540"/>
                  <a:pt x="2902322" y="5795260"/>
                </a:cubicBezTo>
                <a:cubicBezTo>
                  <a:pt x="2902322" y="5795260"/>
                  <a:pt x="2838300" y="5759793"/>
                  <a:pt x="2845413" y="5731420"/>
                </a:cubicBezTo>
                <a:cubicBezTo>
                  <a:pt x="2845413" y="5731420"/>
                  <a:pt x="2852527" y="5717233"/>
                  <a:pt x="2859640" y="5731420"/>
                </a:cubicBezTo>
                <a:cubicBezTo>
                  <a:pt x="2859640" y="5731420"/>
                  <a:pt x="2888094" y="5752700"/>
                  <a:pt x="2937890" y="5745607"/>
                </a:cubicBezTo>
                <a:cubicBezTo>
                  <a:pt x="2937890" y="5745607"/>
                  <a:pt x="2959230" y="5745607"/>
                  <a:pt x="2987684" y="5724327"/>
                </a:cubicBezTo>
                <a:cubicBezTo>
                  <a:pt x="2987684" y="5724327"/>
                  <a:pt x="3023252" y="5717233"/>
                  <a:pt x="3037479" y="5781073"/>
                </a:cubicBezTo>
                <a:cubicBezTo>
                  <a:pt x="3037479" y="5781073"/>
                  <a:pt x="3037479" y="5809446"/>
                  <a:pt x="3023252" y="5802353"/>
                </a:cubicBezTo>
                <a:cubicBezTo>
                  <a:pt x="3023252" y="5802353"/>
                  <a:pt x="3001912" y="5802353"/>
                  <a:pt x="2980571" y="5809446"/>
                </a:cubicBezTo>
                <a:cubicBezTo>
                  <a:pt x="2980571" y="5809446"/>
                  <a:pt x="2973457" y="5802353"/>
                  <a:pt x="2959230" y="5816540"/>
                </a:cubicBezTo>
                <a:cubicBezTo>
                  <a:pt x="2959230" y="5816540"/>
                  <a:pt x="2916549" y="5859101"/>
                  <a:pt x="2824072" y="5915847"/>
                </a:cubicBezTo>
                <a:cubicBezTo>
                  <a:pt x="2824072" y="5915847"/>
                  <a:pt x="2774278" y="5951314"/>
                  <a:pt x="2710256" y="6015153"/>
                </a:cubicBezTo>
                <a:cubicBezTo>
                  <a:pt x="2710256" y="6015153"/>
                  <a:pt x="2660462" y="6057713"/>
                  <a:pt x="2596440" y="6086086"/>
                </a:cubicBezTo>
                <a:close/>
                <a:moveTo>
                  <a:pt x="3058819" y="6086086"/>
                </a:moveTo>
                <a:cubicBezTo>
                  <a:pt x="3058819" y="6086086"/>
                  <a:pt x="3058819" y="6093181"/>
                  <a:pt x="3058819" y="6100274"/>
                </a:cubicBezTo>
                <a:cubicBezTo>
                  <a:pt x="3058819" y="6100274"/>
                  <a:pt x="3058819" y="6114461"/>
                  <a:pt x="3037479" y="6114461"/>
                </a:cubicBezTo>
                <a:cubicBezTo>
                  <a:pt x="3037479" y="6114461"/>
                  <a:pt x="2987684" y="6128647"/>
                  <a:pt x="2980571" y="6142834"/>
                </a:cubicBezTo>
                <a:cubicBezTo>
                  <a:pt x="2980571" y="6142834"/>
                  <a:pt x="2952116" y="6164114"/>
                  <a:pt x="2959230" y="6185394"/>
                </a:cubicBezTo>
                <a:cubicBezTo>
                  <a:pt x="2959230" y="6185394"/>
                  <a:pt x="2959230" y="6199580"/>
                  <a:pt x="2937890" y="6206674"/>
                </a:cubicBezTo>
                <a:cubicBezTo>
                  <a:pt x="2937890" y="6206674"/>
                  <a:pt x="2923662" y="6206674"/>
                  <a:pt x="2909435" y="6206674"/>
                </a:cubicBezTo>
                <a:cubicBezTo>
                  <a:pt x="2909435" y="6206674"/>
                  <a:pt x="2895209" y="6192487"/>
                  <a:pt x="2873868" y="6206674"/>
                </a:cubicBezTo>
                <a:cubicBezTo>
                  <a:pt x="2873868" y="6206674"/>
                  <a:pt x="2873868" y="6213767"/>
                  <a:pt x="2859640" y="6206674"/>
                </a:cubicBezTo>
                <a:cubicBezTo>
                  <a:pt x="2859640" y="6206674"/>
                  <a:pt x="2859640" y="6199580"/>
                  <a:pt x="2852527" y="6199580"/>
                </a:cubicBezTo>
                <a:cubicBezTo>
                  <a:pt x="2852527" y="6199580"/>
                  <a:pt x="2845413" y="6192487"/>
                  <a:pt x="2845413" y="6185394"/>
                </a:cubicBezTo>
                <a:cubicBezTo>
                  <a:pt x="2845413" y="6185394"/>
                  <a:pt x="2845413" y="6171207"/>
                  <a:pt x="2831187" y="6164114"/>
                </a:cubicBezTo>
                <a:cubicBezTo>
                  <a:pt x="2831187" y="6164114"/>
                  <a:pt x="2824072" y="6164114"/>
                  <a:pt x="2824072" y="6149927"/>
                </a:cubicBezTo>
                <a:cubicBezTo>
                  <a:pt x="2824072" y="6149927"/>
                  <a:pt x="2816959" y="6107366"/>
                  <a:pt x="2809846" y="6086086"/>
                </a:cubicBezTo>
                <a:cubicBezTo>
                  <a:pt x="2809846" y="6086086"/>
                  <a:pt x="2802733" y="6064808"/>
                  <a:pt x="2781391" y="6057713"/>
                </a:cubicBezTo>
                <a:cubicBezTo>
                  <a:pt x="2781391" y="6057713"/>
                  <a:pt x="2752937" y="6015153"/>
                  <a:pt x="2767165" y="6015153"/>
                </a:cubicBezTo>
                <a:cubicBezTo>
                  <a:pt x="2767165" y="6015153"/>
                  <a:pt x="2795619" y="6015153"/>
                  <a:pt x="2816959" y="6057713"/>
                </a:cubicBezTo>
                <a:cubicBezTo>
                  <a:pt x="2816959" y="6057713"/>
                  <a:pt x="2816959" y="6071900"/>
                  <a:pt x="2816959" y="6086086"/>
                </a:cubicBezTo>
                <a:cubicBezTo>
                  <a:pt x="2816959" y="6086086"/>
                  <a:pt x="2824072" y="6093181"/>
                  <a:pt x="2838300" y="6142834"/>
                </a:cubicBezTo>
                <a:cubicBezTo>
                  <a:pt x="2838300" y="6142834"/>
                  <a:pt x="2845413" y="6149927"/>
                  <a:pt x="2845413" y="6135741"/>
                </a:cubicBezTo>
                <a:cubicBezTo>
                  <a:pt x="2859640" y="6121554"/>
                  <a:pt x="2859640" y="6121554"/>
                  <a:pt x="2859640" y="6121554"/>
                </a:cubicBezTo>
                <a:cubicBezTo>
                  <a:pt x="2859640" y="6121554"/>
                  <a:pt x="2866754" y="6107366"/>
                  <a:pt x="2873868" y="6114461"/>
                </a:cubicBezTo>
                <a:cubicBezTo>
                  <a:pt x="2873868" y="6114461"/>
                  <a:pt x="2873868" y="6121554"/>
                  <a:pt x="2880981" y="6114461"/>
                </a:cubicBezTo>
                <a:cubicBezTo>
                  <a:pt x="2880981" y="6114461"/>
                  <a:pt x="2902322" y="6100274"/>
                  <a:pt x="2916549" y="6086086"/>
                </a:cubicBezTo>
                <a:cubicBezTo>
                  <a:pt x="2916549" y="6086086"/>
                  <a:pt x="2937890" y="6071900"/>
                  <a:pt x="2930776" y="6064808"/>
                </a:cubicBezTo>
                <a:cubicBezTo>
                  <a:pt x="2930776" y="6064808"/>
                  <a:pt x="2909435" y="6036433"/>
                  <a:pt x="2902322" y="6029340"/>
                </a:cubicBezTo>
                <a:cubicBezTo>
                  <a:pt x="2902322" y="6029340"/>
                  <a:pt x="2880981" y="6015153"/>
                  <a:pt x="2895209" y="6015153"/>
                </a:cubicBezTo>
                <a:cubicBezTo>
                  <a:pt x="2895209" y="6015153"/>
                  <a:pt x="2902322" y="6015153"/>
                  <a:pt x="2923662" y="6022247"/>
                </a:cubicBezTo>
                <a:cubicBezTo>
                  <a:pt x="2923662" y="6022247"/>
                  <a:pt x="2966344" y="6029340"/>
                  <a:pt x="2980571" y="6015153"/>
                </a:cubicBezTo>
                <a:cubicBezTo>
                  <a:pt x="2980571" y="6015153"/>
                  <a:pt x="2980571" y="6000967"/>
                  <a:pt x="2994797" y="6008060"/>
                </a:cubicBezTo>
                <a:cubicBezTo>
                  <a:pt x="2994797" y="6008060"/>
                  <a:pt x="3016138" y="6029340"/>
                  <a:pt x="3023252" y="6029340"/>
                </a:cubicBezTo>
                <a:cubicBezTo>
                  <a:pt x="3023252" y="6029340"/>
                  <a:pt x="3065932" y="6043527"/>
                  <a:pt x="3058819" y="6086086"/>
                </a:cubicBezTo>
                <a:close/>
                <a:moveTo>
                  <a:pt x="3450064" y="6213767"/>
                </a:moveTo>
                <a:cubicBezTo>
                  <a:pt x="3450064" y="6213767"/>
                  <a:pt x="3450064" y="6227954"/>
                  <a:pt x="3435836" y="6220860"/>
                </a:cubicBezTo>
                <a:cubicBezTo>
                  <a:pt x="3435836" y="6220860"/>
                  <a:pt x="3393156" y="6199580"/>
                  <a:pt x="3378929" y="6142834"/>
                </a:cubicBezTo>
                <a:cubicBezTo>
                  <a:pt x="3378929" y="6142834"/>
                  <a:pt x="3364701" y="6078993"/>
                  <a:pt x="3364701" y="6071900"/>
                </a:cubicBezTo>
                <a:cubicBezTo>
                  <a:pt x="3364701" y="6071900"/>
                  <a:pt x="3364701" y="6071900"/>
                  <a:pt x="3364701" y="6057713"/>
                </a:cubicBezTo>
                <a:cubicBezTo>
                  <a:pt x="3357588" y="6015153"/>
                  <a:pt x="3357588" y="6015153"/>
                  <a:pt x="3357588" y="6015153"/>
                </a:cubicBezTo>
                <a:cubicBezTo>
                  <a:pt x="3357588" y="6015153"/>
                  <a:pt x="3357588" y="6015153"/>
                  <a:pt x="3364701" y="6008060"/>
                </a:cubicBezTo>
                <a:cubicBezTo>
                  <a:pt x="3364701" y="6008060"/>
                  <a:pt x="3357588" y="6000967"/>
                  <a:pt x="3364701" y="5993873"/>
                </a:cubicBezTo>
                <a:cubicBezTo>
                  <a:pt x="3364701" y="5993873"/>
                  <a:pt x="3364701" y="5993873"/>
                  <a:pt x="3364701" y="5993873"/>
                </a:cubicBezTo>
                <a:cubicBezTo>
                  <a:pt x="3364701" y="5993873"/>
                  <a:pt x="3364701" y="5972594"/>
                  <a:pt x="3371814" y="5979687"/>
                </a:cubicBezTo>
                <a:cubicBezTo>
                  <a:pt x="3371814" y="5979687"/>
                  <a:pt x="3378929" y="5986780"/>
                  <a:pt x="3371814" y="6000967"/>
                </a:cubicBezTo>
                <a:cubicBezTo>
                  <a:pt x="3371814" y="6000967"/>
                  <a:pt x="3364701" y="6015153"/>
                  <a:pt x="3393156" y="6064808"/>
                </a:cubicBezTo>
                <a:cubicBezTo>
                  <a:pt x="3393156" y="6064808"/>
                  <a:pt x="3400269" y="6071900"/>
                  <a:pt x="3407382" y="6071900"/>
                </a:cubicBezTo>
                <a:cubicBezTo>
                  <a:pt x="3407382" y="6071900"/>
                  <a:pt x="3414497" y="6078993"/>
                  <a:pt x="3421610" y="6100274"/>
                </a:cubicBezTo>
                <a:cubicBezTo>
                  <a:pt x="3421610" y="6100274"/>
                  <a:pt x="3421610" y="6114461"/>
                  <a:pt x="3421610" y="6114461"/>
                </a:cubicBezTo>
                <a:cubicBezTo>
                  <a:pt x="3421610" y="6114461"/>
                  <a:pt x="3414497" y="6128647"/>
                  <a:pt x="3428723" y="6121554"/>
                </a:cubicBezTo>
                <a:cubicBezTo>
                  <a:pt x="3428723" y="6121554"/>
                  <a:pt x="3435836" y="6121554"/>
                  <a:pt x="3435836" y="6128647"/>
                </a:cubicBezTo>
                <a:cubicBezTo>
                  <a:pt x="3435836" y="6128647"/>
                  <a:pt x="3435836" y="6149927"/>
                  <a:pt x="3435836" y="6157021"/>
                </a:cubicBezTo>
                <a:cubicBezTo>
                  <a:pt x="3435836" y="6157021"/>
                  <a:pt x="3442950" y="6164114"/>
                  <a:pt x="3442950" y="6171207"/>
                </a:cubicBezTo>
                <a:cubicBezTo>
                  <a:pt x="3442950" y="6171207"/>
                  <a:pt x="3442950" y="6178300"/>
                  <a:pt x="3442950" y="6178300"/>
                </a:cubicBezTo>
                <a:cubicBezTo>
                  <a:pt x="3442950" y="6178300"/>
                  <a:pt x="3450064" y="6178300"/>
                  <a:pt x="3450064" y="6178300"/>
                </a:cubicBezTo>
                <a:cubicBezTo>
                  <a:pt x="3450064" y="6178300"/>
                  <a:pt x="3457177" y="6213767"/>
                  <a:pt x="3450064" y="6213767"/>
                </a:cubicBezTo>
                <a:close/>
                <a:moveTo>
                  <a:pt x="3428723" y="5915847"/>
                </a:moveTo>
                <a:cubicBezTo>
                  <a:pt x="3428723" y="5915847"/>
                  <a:pt x="3421610" y="5908754"/>
                  <a:pt x="3414497" y="5908754"/>
                </a:cubicBezTo>
                <a:cubicBezTo>
                  <a:pt x="3414497" y="5908754"/>
                  <a:pt x="3407382" y="5908754"/>
                  <a:pt x="3400269" y="5908754"/>
                </a:cubicBezTo>
                <a:cubicBezTo>
                  <a:pt x="3400269" y="5908754"/>
                  <a:pt x="3386042" y="5908754"/>
                  <a:pt x="3393156" y="5894567"/>
                </a:cubicBezTo>
                <a:cubicBezTo>
                  <a:pt x="3393156" y="5894567"/>
                  <a:pt x="3407382" y="5866194"/>
                  <a:pt x="3400269" y="5837820"/>
                </a:cubicBezTo>
                <a:cubicBezTo>
                  <a:pt x="3400269" y="5837820"/>
                  <a:pt x="3400269" y="5830726"/>
                  <a:pt x="3407382" y="5823633"/>
                </a:cubicBezTo>
                <a:cubicBezTo>
                  <a:pt x="3407382" y="5823633"/>
                  <a:pt x="3407382" y="5816540"/>
                  <a:pt x="3414497" y="5823633"/>
                </a:cubicBezTo>
                <a:cubicBezTo>
                  <a:pt x="3414497" y="5823633"/>
                  <a:pt x="3450064" y="5873286"/>
                  <a:pt x="3450064" y="5901660"/>
                </a:cubicBezTo>
                <a:cubicBezTo>
                  <a:pt x="3450064" y="5901660"/>
                  <a:pt x="3457177" y="5922940"/>
                  <a:pt x="3428723" y="5915847"/>
                </a:cubicBezTo>
                <a:close/>
                <a:moveTo>
                  <a:pt x="3841308" y="5944220"/>
                </a:moveTo>
                <a:cubicBezTo>
                  <a:pt x="3841308" y="5944220"/>
                  <a:pt x="3834195" y="5972594"/>
                  <a:pt x="3819968" y="5979687"/>
                </a:cubicBezTo>
                <a:cubicBezTo>
                  <a:pt x="3819968" y="5979687"/>
                  <a:pt x="3812854" y="5986780"/>
                  <a:pt x="3812854" y="6000967"/>
                </a:cubicBezTo>
                <a:cubicBezTo>
                  <a:pt x="3812854" y="6000967"/>
                  <a:pt x="3791514" y="6043527"/>
                  <a:pt x="3777286" y="6050620"/>
                </a:cubicBezTo>
                <a:cubicBezTo>
                  <a:pt x="3777286" y="6050620"/>
                  <a:pt x="3755946" y="6064808"/>
                  <a:pt x="3763060" y="6078993"/>
                </a:cubicBezTo>
                <a:cubicBezTo>
                  <a:pt x="3763060" y="6078993"/>
                  <a:pt x="3791514" y="6100274"/>
                  <a:pt x="3784399" y="6128647"/>
                </a:cubicBezTo>
                <a:cubicBezTo>
                  <a:pt x="3784399" y="6128647"/>
                  <a:pt x="3784399" y="6135741"/>
                  <a:pt x="3777286" y="6135741"/>
                </a:cubicBezTo>
                <a:cubicBezTo>
                  <a:pt x="3777286" y="6135741"/>
                  <a:pt x="3770173" y="6142834"/>
                  <a:pt x="3763060" y="6142834"/>
                </a:cubicBezTo>
                <a:cubicBezTo>
                  <a:pt x="3763060" y="6142834"/>
                  <a:pt x="3755946" y="6142834"/>
                  <a:pt x="3755946" y="6142834"/>
                </a:cubicBezTo>
                <a:cubicBezTo>
                  <a:pt x="3755946" y="6142834"/>
                  <a:pt x="3727492" y="6157021"/>
                  <a:pt x="3713264" y="6157021"/>
                </a:cubicBezTo>
                <a:cubicBezTo>
                  <a:pt x="3713264" y="6157021"/>
                  <a:pt x="3699038" y="6157021"/>
                  <a:pt x="3677696" y="6157021"/>
                </a:cubicBezTo>
                <a:cubicBezTo>
                  <a:pt x="3677696" y="6157021"/>
                  <a:pt x="3677696" y="6149927"/>
                  <a:pt x="3670583" y="6157021"/>
                </a:cubicBezTo>
                <a:cubicBezTo>
                  <a:pt x="3670583" y="6157021"/>
                  <a:pt x="3642129" y="6192487"/>
                  <a:pt x="3606561" y="6164114"/>
                </a:cubicBezTo>
                <a:cubicBezTo>
                  <a:pt x="3606561" y="6164114"/>
                  <a:pt x="3599448" y="6157021"/>
                  <a:pt x="3592335" y="6149927"/>
                </a:cubicBezTo>
                <a:cubicBezTo>
                  <a:pt x="3585221" y="6149927"/>
                  <a:pt x="3578107" y="6142834"/>
                  <a:pt x="3570994" y="6142834"/>
                </a:cubicBezTo>
                <a:cubicBezTo>
                  <a:pt x="3570994" y="6142834"/>
                  <a:pt x="3528313" y="6114461"/>
                  <a:pt x="3514086" y="6107366"/>
                </a:cubicBezTo>
                <a:cubicBezTo>
                  <a:pt x="3514086" y="6107366"/>
                  <a:pt x="3485632" y="6086086"/>
                  <a:pt x="3485632" y="6071900"/>
                </a:cubicBezTo>
                <a:cubicBezTo>
                  <a:pt x="3485632" y="6071900"/>
                  <a:pt x="3478519" y="6050620"/>
                  <a:pt x="3464291" y="6050620"/>
                </a:cubicBezTo>
                <a:cubicBezTo>
                  <a:pt x="3464291" y="6050620"/>
                  <a:pt x="3457177" y="6050620"/>
                  <a:pt x="3457177" y="6036433"/>
                </a:cubicBezTo>
                <a:cubicBezTo>
                  <a:pt x="3457177" y="6036433"/>
                  <a:pt x="3457177" y="6036433"/>
                  <a:pt x="3457177" y="6036433"/>
                </a:cubicBezTo>
                <a:cubicBezTo>
                  <a:pt x="3457177" y="6036433"/>
                  <a:pt x="3457177" y="6036433"/>
                  <a:pt x="3457177" y="6029340"/>
                </a:cubicBezTo>
                <a:cubicBezTo>
                  <a:pt x="3457177" y="6029340"/>
                  <a:pt x="3450064" y="6022247"/>
                  <a:pt x="3464291" y="6000967"/>
                </a:cubicBezTo>
                <a:cubicBezTo>
                  <a:pt x="3464291" y="6000967"/>
                  <a:pt x="3478519" y="5986780"/>
                  <a:pt x="3492745" y="5979687"/>
                </a:cubicBezTo>
                <a:cubicBezTo>
                  <a:pt x="3492745" y="5979687"/>
                  <a:pt x="3521199" y="5951314"/>
                  <a:pt x="3542539" y="5937127"/>
                </a:cubicBezTo>
                <a:cubicBezTo>
                  <a:pt x="3542539" y="5937127"/>
                  <a:pt x="3549654" y="5930034"/>
                  <a:pt x="3556767" y="5922940"/>
                </a:cubicBezTo>
                <a:cubicBezTo>
                  <a:pt x="3563880" y="5915847"/>
                  <a:pt x="3570994" y="5908754"/>
                  <a:pt x="3570994" y="5908754"/>
                </a:cubicBezTo>
                <a:cubicBezTo>
                  <a:pt x="3570994" y="5908754"/>
                  <a:pt x="3585221" y="5894567"/>
                  <a:pt x="3599448" y="5887474"/>
                </a:cubicBezTo>
                <a:cubicBezTo>
                  <a:pt x="3599448" y="5887474"/>
                  <a:pt x="3620789" y="5880381"/>
                  <a:pt x="3620789" y="5873286"/>
                </a:cubicBezTo>
                <a:cubicBezTo>
                  <a:pt x="3620789" y="5873286"/>
                  <a:pt x="3620789" y="5852006"/>
                  <a:pt x="3620789" y="5844913"/>
                </a:cubicBezTo>
                <a:cubicBezTo>
                  <a:pt x="3606561" y="5738513"/>
                  <a:pt x="3606561" y="5738513"/>
                  <a:pt x="3606561" y="5738513"/>
                </a:cubicBezTo>
                <a:cubicBezTo>
                  <a:pt x="3606561" y="5738513"/>
                  <a:pt x="3606561" y="5731420"/>
                  <a:pt x="3613675" y="5738513"/>
                </a:cubicBezTo>
                <a:cubicBezTo>
                  <a:pt x="3613675" y="5738513"/>
                  <a:pt x="3620789" y="5738513"/>
                  <a:pt x="3627902" y="5738513"/>
                </a:cubicBezTo>
                <a:cubicBezTo>
                  <a:pt x="3627902" y="5738513"/>
                  <a:pt x="3642129" y="5731420"/>
                  <a:pt x="3649243" y="5759793"/>
                </a:cubicBezTo>
                <a:cubicBezTo>
                  <a:pt x="3649243" y="5759793"/>
                  <a:pt x="3663470" y="5788167"/>
                  <a:pt x="3670583" y="5816540"/>
                </a:cubicBezTo>
                <a:cubicBezTo>
                  <a:pt x="3670583" y="5816540"/>
                  <a:pt x="3670583" y="5852006"/>
                  <a:pt x="3670583" y="5859101"/>
                </a:cubicBezTo>
                <a:cubicBezTo>
                  <a:pt x="3670583" y="5859101"/>
                  <a:pt x="3670583" y="5873286"/>
                  <a:pt x="3684811" y="5873286"/>
                </a:cubicBezTo>
                <a:cubicBezTo>
                  <a:pt x="3684811" y="5873286"/>
                  <a:pt x="3699038" y="5873286"/>
                  <a:pt x="3720379" y="5873286"/>
                </a:cubicBezTo>
                <a:cubicBezTo>
                  <a:pt x="3748832" y="5880381"/>
                  <a:pt x="3777286" y="5880381"/>
                  <a:pt x="3791514" y="5880381"/>
                </a:cubicBezTo>
                <a:cubicBezTo>
                  <a:pt x="3791514" y="5880381"/>
                  <a:pt x="3819968" y="5887474"/>
                  <a:pt x="3848421" y="5922940"/>
                </a:cubicBezTo>
                <a:cubicBezTo>
                  <a:pt x="3848421" y="5922940"/>
                  <a:pt x="3855536" y="5922940"/>
                  <a:pt x="3841308" y="5944220"/>
                </a:cubicBezTo>
                <a:close/>
                <a:moveTo>
                  <a:pt x="4296574" y="5738513"/>
                </a:moveTo>
                <a:cubicBezTo>
                  <a:pt x="4296574" y="5738513"/>
                  <a:pt x="4289461" y="5738513"/>
                  <a:pt x="4289461" y="5752700"/>
                </a:cubicBezTo>
                <a:cubicBezTo>
                  <a:pt x="4289461" y="5752700"/>
                  <a:pt x="4282347" y="5773980"/>
                  <a:pt x="4289461" y="5788167"/>
                </a:cubicBezTo>
                <a:cubicBezTo>
                  <a:pt x="4289461" y="5788167"/>
                  <a:pt x="4289461" y="5802353"/>
                  <a:pt x="4282347" y="5823633"/>
                </a:cubicBezTo>
                <a:cubicBezTo>
                  <a:pt x="4282347" y="5823633"/>
                  <a:pt x="4253893" y="5859101"/>
                  <a:pt x="4275234" y="5894567"/>
                </a:cubicBezTo>
                <a:cubicBezTo>
                  <a:pt x="4275234" y="5894567"/>
                  <a:pt x="4296574" y="5915847"/>
                  <a:pt x="4275234" y="5930034"/>
                </a:cubicBezTo>
                <a:cubicBezTo>
                  <a:pt x="4275234" y="5930034"/>
                  <a:pt x="4268121" y="5937127"/>
                  <a:pt x="4261006" y="5958407"/>
                </a:cubicBezTo>
                <a:cubicBezTo>
                  <a:pt x="4261006" y="5958407"/>
                  <a:pt x="4261006" y="5972594"/>
                  <a:pt x="4261006" y="5972594"/>
                </a:cubicBezTo>
                <a:cubicBezTo>
                  <a:pt x="4261006" y="5972594"/>
                  <a:pt x="4253893" y="5986780"/>
                  <a:pt x="4253893" y="5993873"/>
                </a:cubicBezTo>
                <a:cubicBezTo>
                  <a:pt x="4253893" y="5993873"/>
                  <a:pt x="4253893" y="6008060"/>
                  <a:pt x="4232553" y="6015153"/>
                </a:cubicBezTo>
                <a:cubicBezTo>
                  <a:pt x="4232553" y="6015153"/>
                  <a:pt x="4218325" y="6029340"/>
                  <a:pt x="4211212" y="6036433"/>
                </a:cubicBezTo>
                <a:cubicBezTo>
                  <a:pt x="4211212" y="6036433"/>
                  <a:pt x="4204099" y="6050620"/>
                  <a:pt x="4196986" y="6050620"/>
                </a:cubicBezTo>
                <a:cubicBezTo>
                  <a:pt x="4196986" y="6050620"/>
                  <a:pt x="4196986" y="6050620"/>
                  <a:pt x="4196986" y="6057713"/>
                </a:cubicBezTo>
                <a:cubicBezTo>
                  <a:pt x="4196986" y="6057713"/>
                  <a:pt x="4189871" y="6071900"/>
                  <a:pt x="4168531" y="6078993"/>
                </a:cubicBezTo>
                <a:cubicBezTo>
                  <a:pt x="4168531" y="6078993"/>
                  <a:pt x="4168531" y="6029340"/>
                  <a:pt x="4168531" y="6015153"/>
                </a:cubicBezTo>
                <a:cubicBezTo>
                  <a:pt x="4168531" y="6015153"/>
                  <a:pt x="4168531" y="5993873"/>
                  <a:pt x="4168531" y="5979687"/>
                </a:cubicBezTo>
                <a:cubicBezTo>
                  <a:pt x="4168531" y="5979687"/>
                  <a:pt x="4168531" y="5958407"/>
                  <a:pt x="4182758" y="5958407"/>
                </a:cubicBezTo>
                <a:cubicBezTo>
                  <a:pt x="4182758" y="5958407"/>
                  <a:pt x="4182758" y="5965500"/>
                  <a:pt x="4182758" y="5958407"/>
                </a:cubicBezTo>
                <a:cubicBezTo>
                  <a:pt x="4182758" y="5958407"/>
                  <a:pt x="4196986" y="5930034"/>
                  <a:pt x="4196986" y="5922940"/>
                </a:cubicBezTo>
                <a:cubicBezTo>
                  <a:pt x="4196986" y="5922940"/>
                  <a:pt x="4182758" y="5915847"/>
                  <a:pt x="4182758" y="5915847"/>
                </a:cubicBezTo>
                <a:cubicBezTo>
                  <a:pt x="4182758" y="5915847"/>
                  <a:pt x="4175644" y="5908754"/>
                  <a:pt x="4175644" y="5901660"/>
                </a:cubicBezTo>
                <a:cubicBezTo>
                  <a:pt x="4175644" y="5901660"/>
                  <a:pt x="4175644" y="5901660"/>
                  <a:pt x="4168531" y="5894567"/>
                </a:cubicBezTo>
                <a:cubicBezTo>
                  <a:pt x="4168531" y="5894567"/>
                  <a:pt x="4154303" y="5887474"/>
                  <a:pt x="4154303" y="5894567"/>
                </a:cubicBezTo>
                <a:cubicBezTo>
                  <a:pt x="4154303" y="5894567"/>
                  <a:pt x="4154303" y="5894567"/>
                  <a:pt x="4140077" y="5894567"/>
                </a:cubicBezTo>
                <a:cubicBezTo>
                  <a:pt x="4140077" y="5894567"/>
                  <a:pt x="4076055" y="5880381"/>
                  <a:pt x="4104509" y="5866194"/>
                </a:cubicBezTo>
                <a:cubicBezTo>
                  <a:pt x="4104509" y="5866194"/>
                  <a:pt x="4140077" y="5866194"/>
                  <a:pt x="4161417" y="5830726"/>
                </a:cubicBezTo>
                <a:cubicBezTo>
                  <a:pt x="4161417" y="5830726"/>
                  <a:pt x="4168531" y="5830726"/>
                  <a:pt x="4175644" y="5773980"/>
                </a:cubicBezTo>
                <a:cubicBezTo>
                  <a:pt x="4175644" y="5773980"/>
                  <a:pt x="4175644" y="5766887"/>
                  <a:pt x="4168531" y="5766887"/>
                </a:cubicBezTo>
                <a:cubicBezTo>
                  <a:pt x="4168531" y="5766887"/>
                  <a:pt x="4161417" y="5759793"/>
                  <a:pt x="4168531" y="5759793"/>
                </a:cubicBezTo>
                <a:cubicBezTo>
                  <a:pt x="4168531" y="5759793"/>
                  <a:pt x="4168531" y="5752700"/>
                  <a:pt x="4161417" y="5745607"/>
                </a:cubicBezTo>
                <a:cubicBezTo>
                  <a:pt x="4161417" y="5745607"/>
                  <a:pt x="4154303" y="5738513"/>
                  <a:pt x="4161417" y="5731420"/>
                </a:cubicBezTo>
                <a:cubicBezTo>
                  <a:pt x="4161417" y="5731420"/>
                  <a:pt x="4161417" y="5724327"/>
                  <a:pt x="4154303" y="5717233"/>
                </a:cubicBezTo>
                <a:cubicBezTo>
                  <a:pt x="4154303" y="5717233"/>
                  <a:pt x="4154303" y="5717233"/>
                  <a:pt x="4154303" y="5710140"/>
                </a:cubicBezTo>
                <a:cubicBezTo>
                  <a:pt x="4154303" y="5710140"/>
                  <a:pt x="4154303" y="5710140"/>
                  <a:pt x="4147190" y="5695953"/>
                </a:cubicBezTo>
                <a:cubicBezTo>
                  <a:pt x="4147190" y="5695953"/>
                  <a:pt x="4147190" y="5695953"/>
                  <a:pt x="4154303" y="5688860"/>
                </a:cubicBezTo>
                <a:cubicBezTo>
                  <a:pt x="4154303" y="5688860"/>
                  <a:pt x="4161417" y="5695953"/>
                  <a:pt x="4154303" y="5681767"/>
                </a:cubicBezTo>
                <a:cubicBezTo>
                  <a:pt x="4154303" y="5681767"/>
                  <a:pt x="4147190" y="5674674"/>
                  <a:pt x="4140077" y="5667579"/>
                </a:cubicBezTo>
                <a:cubicBezTo>
                  <a:pt x="4132964" y="5660487"/>
                  <a:pt x="4132964" y="5660487"/>
                  <a:pt x="4132964" y="5660487"/>
                </a:cubicBezTo>
                <a:cubicBezTo>
                  <a:pt x="4104509" y="5610833"/>
                  <a:pt x="4104509" y="5610833"/>
                  <a:pt x="4104509" y="5610833"/>
                </a:cubicBezTo>
                <a:cubicBezTo>
                  <a:pt x="4104509" y="5610833"/>
                  <a:pt x="4083168" y="5589553"/>
                  <a:pt x="4111622" y="5596646"/>
                </a:cubicBezTo>
                <a:cubicBezTo>
                  <a:pt x="4111622" y="5596646"/>
                  <a:pt x="4132964" y="5589553"/>
                  <a:pt x="4154303" y="5596646"/>
                </a:cubicBezTo>
                <a:cubicBezTo>
                  <a:pt x="4154303" y="5596646"/>
                  <a:pt x="4175644" y="5596646"/>
                  <a:pt x="4189871" y="5596646"/>
                </a:cubicBezTo>
                <a:cubicBezTo>
                  <a:pt x="4189871" y="5596646"/>
                  <a:pt x="4196986" y="5589553"/>
                  <a:pt x="4204099" y="5617926"/>
                </a:cubicBezTo>
                <a:cubicBezTo>
                  <a:pt x="4204099" y="5617926"/>
                  <a:pt x="4218325" y="5639206"/>
                  <a:pt x="4218325" y="5639206"/>
                </a:cubicBezTo>
                <a:cubicBezTo>
                  <a:pt x="4218325" y="5639206"/>
                  <a:pt x="4253893" y="5646299"/>
                  <a:pt x="4261006" y="5653394"/>
                </a:cubicBezTo>
                <a:cubicBezTo>
                  <a:pt x="4261006" y="5653394"/>
                  <a:pt x="4261006" y="5653394"/>
                  <a:pt x="4261006" y="5646299"/>
                </a:cubicBezTo>
                <a:cubicBezTo>
                  <a:pt x="4261006" y="5646299"/>
                  <a:pt x="4275234" y="5646299"/>
                  <a:pt x="4289461" y="5660487"/>
                </a:cubicBezTo>
                <a:cubicBezTo>
                  <a:pt x="4289461" y="5660487"/>
                  <a:pt x="4282347" y="5674674"/>
                  <a:pt x="4296574" y="5667579"/>
                </a:cubicBezTo>
                <a:cubicBezTo>
                  <a:pt x="4296574" y="5667579"/>
                  <a:pt x="4310802" y="5667579"/>
                  <a:pt x="4310802" y="5688860"/>
                </a:cubicBezTo>
                <a:cubicBezTo>
                  <a:pt x="4310802" y="5688860"/>
                  <a:pt x="4317915" y="5717233"/>
                  <a:pt x="4296574" y="5738513"/>
                </a:cubicBezTo>
                <a:close/>
                <a:moveTo>
                  <a:pt x="4495753" y="5915847"/>
                </a:moveTo>
                <a:cubicBezTo>
                  <a:pt x="4495753" y="5915847"/>
                  <a:pt x="4488640" y="5937127"/>
                  <a:pt x="4467299" y="5944220"/>
                </a:cubicBezTo>
                <a:cubicBezTo>
                  <a:pt x="4467299" y="5944220"/>
                  <a:pt x="4453072" y="5951314"/>
                  <a:pt x="4438846" y="5951314"/>
                </a:cubicBezTo>
                <a:cubicBezTo>
                  <a:pt x="4438846" y="5951314"/>
                  <a:pt x="4424618" y="5951314"/>
                  <a:pt x="4424618" y="5944220"/>
                </a:cubicBezTo>
                <a:cubicBezTo>
                  <a:pt x="4424618" y="5944220"/>
                  <a:pt x="4417504" y="5944220"/>
                  <a:pt x="4410391" y="5951314"/>
                </a:cubicBezTo>
                <a:cubicBezTo>
                  <a:pt x="4410391" y="5951314"/>
                  <a:pt x="4403278" y="5951314"/>
                  <a:pt x="4396163" y="5937127"/>
                </a:cubicBezTo>
                <a:cubicBezTo>
                  <a:pt x="4396163" y="5937127"/>
                  <a:pt x="4381937" y="5930034"/>
                  <a:pt x="4381937" y="5915847"/>
                </a:cubicBezTo>
                <a:cubicBezTo>
                  <a:pt x="4381937" y="5915847"/>
                  <a:pt x="4381937" y="5894567"/>
                  <a:pt x="4374824" y="5880381"/>
                </a:cubicBezTo>
                <a:cubicBezTo>
                  <a:pt x="4374824" y="5880381"/>
                  <a:pt x="4360596" y="5844913"/>
                  <a:pt x="4381937" y="5852006"/>
                </a:cubicBezTo>
                <a:cubicBezTo>
                  <a:pt x="4381937" y="5852006"/>
                  <a:pt x="4389050" y="5852006"/>
                  <a:pt x="4403278" y="5844913"/>
                </a:cubicBezTo>
                <a:cubicBezTo>
                  <a:pt x="4403278" y="5844913"/>
                  <a:pt x="4424618" y="5852006"/>
                  <a:pt x="4453072" y="5859101"/>
                </a:cubicBezTo>
                <a:cubicBezTo>
                  <a:pt x="4453072" y="5859101"/>
                  <a:pt x="4474413" y="5873286"/>
                  <a:pt x="4481526" y="5873286"/>
                </a:cubicBezTo>
                <a:cubicBezTo>
                  <a:pt x="4481526" y="5873286"/>
                  <a:pt x="4495753" y="5873286"/>
                  <a:pt x="4495753" y="5894567"/>
                </a:cubicBezTo>
                <a:cubicBezTo>
                  <a:pt x="4495753" y="5894567"/>
                  <a:pt x="4495753" y="5901660"/>
                  <a:pt x="4495753" y="5908754"/>
                </a:cubicBezTo>
                <a:cubicBezTo>
                  <a:pt x="4495753" y="5908754"/>
                  <a:pt x="4495753" y="5915847"/>
                  <a:pt x="4495753" y="5915847"/>
                </a:cubicBezTo>
                <a:close/>
                <a:moveTo>
                  <a:pt x="4744726" y="5483153"/>
                </a:moveTo>
                <a:cubicBezTo>
                  <a:pt x="4744726" y="5483153"/>
                  <a:pt x="4730500" y="5476060"/>
                  <a:pt x="4723387" y="5476060"/>
                </a:cubicBezTo>
                <a:cubicBezTo>
                  <a:pt x="4723387" y="5476060"/>
                  <a:pt x="4709159" y="5461872"/>
                  <a:pt x="4709159" y="5483153"/>
                </a:cubicBezTo>
                <a:cubicBezTo>
                  <a:pt x="4709159" y="5483153"/>
                  <a:pt x="4666478" y="5518620"/>
                  <a:pt x="4666478" y="5554086"/>
                </a:cubicBezTo>
                <a:cubicBezTo>
                  <a:pt x="4666478" y="5554086"/>
                  <a:pt x="4666478" y="5561180"/>
                  <a:pt x="4673591" y="5568273"/>
                </a:cubicBezTo>
                <a:cubicBezTo>
                  <a:pt x="4673591" y="5568273"/>
                  <a:pt x="4673591" y="5589553"/>
                  <a:pt x="4666478" y="5596646"/>
                </a:cubicBezTo>
                <a:cubicBezTo>
                  <a:pt x="4666478" y="5596646"/>
                  <a:pt x="4666478" y="5617926"/>
                  <a:pt x="4659365" y="5625019"/>
                </a:cubicBezTo>
                <a:cubicBezTo>
                  <a:pt x="4659365" y="5625019"/>
                  <a:pt x="4652251" y="5625019"/>
                  <a:pt x="4645138" y="5632113"/>
                </a:cubicBezTo>
                <a:cubicBezTo>
                  <a:pt x="4645138" y="5632113"/>
                  <a:pt x="4645138" y="5632113"/>
                  <a:pt x="4638023" y="5632113"/>
                </a:cubicBezTo>
                <a:cubicBezTo>
                  <a:pt x="4638023" y="5632113"/>
                  <a:pt x="4602456" y="5632113"/>
                  <a:pt x="4609570" y="5610833"/>
                </a:cubicBezTo>
                <a:cubicBezTo>
                  <a:pt x="4609570" y="5610833"/>
                  <a:pt x="4609570" y="5582460"/>
                  <a:pt x="4609570" y="5568273"/>
                </a:cubicBezTo>
                <a:cubicBezTo>
                  <a:pt x="4609570" y="5568273"/>
                  <a:pt x="4595343" y="5546993"/>
                  <a:pt x="4616684" y="5539900"/>
                </a:cubicBezTo>
                <a:cubicBezTo>
                  <a:pt x="4616684" y="5539900"/>
                  <a:pt x="4630910" y="5532806"/>
                  <a:pt x="4638023" y="5532806"/>
                </a:cubicBezTo>
                <a:cubicBezTo>
                  <a:pt x="4638023" y="5532806"/>
                  <a:pt x="4645138" y="5532806"/>
                  <a:pt x="4652251" y="5525713"/>
                </a:cubicBezTo>
                <a:cubicBezTo>
                  <a:pt x="4652251" y="5525713"/>
                  <a:pt x="4687819" y="5483153"/>
                  <a:pt x="4702045" y="5461872"/>
                </a:cubicBezTo>
                <a:cubicBezTo>
                  <a:pt x="4702045" y="5461872"/>
                  <a:pt x="4709159" y="5454780"/>
                  <a:pt x="4694932" y="5440592"/>
                </a:cubicBezTo>
                <a:cubicBezTo>
                  <a:pt x="4694932" y="5440592"/>
                  <a:pt x="4652251" y="5405126"/>
                  <a:pt x="4623797" y="5390939"/>
                </a:cubicBezTo>
                <a:cubicBezTo>
                  <a:pt x="4623797" y="5390939"/>
                  <a:pt x="4588229" y="5376753"/>
                  <a:pt x="4566888" y="5383846"/>
                </a:cubicBezTo>
                <a:cubicBezTo>
                  <a:pt x="4566888" y="5383846"/>
                  <a:pt x="4509981" y="5376753"/>
                  <a:pt x="4552662" y="5362566"/>
                </a:cubicBezTo>
                <a:cubicBezTo>
                  <a:pt x="4552662" y="5362566"/>
                  <a:pt x="4588229" y="5348379"/>
                  <a:pt x="4652251" y="5390939"/>
                </a:cubicBezTo>
                <a:cubicBezTo>
                  <a:pt x="4652251" y="5390939"/>
                  <a:pt x="4694932" y="5419312"/>
                  <a:pt x="4702045" y="5440592"/>
                </a:cubicBezTo>
                <a:cubicBezTo>
                  <a:pt x="4702045" y="5440592"/>
                  <a:pt x="4709159" y="5447687"/>
                  <a:pt x="4716273" y="5440592"/>
                </a:cubicBezTo>
                <a:cubicBezTo>
                  <a:pt x="4716273" y="5440592"/>
                  <a:pt x="4737613" y="5426406"/>
                  <a:pt x="4723387" y="5412219"/>
                </a:cubicBezTo>
                <a:cubicBezTo>
                  <a:pt x="4723387" y="5412219"/>
                  <a:pt x="4702045" y="5369659"/>
                  <a:pt x="4623797" y="5320006"/>
                </a:cubicBezTo>
                <a:cubicBezTo>
                  <a:pt x="4623797" y="5320006"/>
                  <a:pt x="4595343" y="5298726"/>
                  <a:pt x="4581116" y="5305820"/>
                </a:cubicBezTo>
                <a:cubicBezTo>
                  <a:pt x="4581116" y="5305820"/>
                  <a:pt x="4566888" y="5298726"/>
                  <a:pt x="4581116" y="5298726"/>
                </a:cubicBezTo>
                <a:cubicBezTo>
                  <a:pt x="4581116" y="5298726"/>
                  <a:pt x="4616684" y="5284540"/>
                  <a:pt x="4666478" y="5320006"/>
                </a:cubicBezTo>
                <a:cubicBezTo>
                  <a:pt x="4666478" y="5320006"/>
                  <a:pt x="4702045" y="5348379"/>
                  <a:pt x="4723387" y="5376753"/>
                </a:cubicBezTo>
                <a:cubicBezTo>
                  <a:pt x="4723387" y="5376753"/>
                  <a:pt x="4737613" y="5390939"/>
                  <a:pt x="4730500" y="5376753"/>
                </a:cubicBezTo>
                <a:cubicBezTo>
                  <a:pt x="4730500" y="5376753"/>
                  <a:pt x="4723387" y="5362566"/>
                  <a:pt x="4730500" y="5355473"/>
                </a:cubicBezTo>
                <a:cubicBezTo>
                  <a:pt x="4730500" y="5355473"/>
                  <a:pt x="4730500" y="5355473"/>
                  <a:pt x="4730500" y="5348379"/>
                </a:cubicBezTo>
                <a:cubicBezTo>
                  <a:pt x="4730500" y="5348379"/>
                  <a:pt x="4723387" y="5341286"/>
                  <a:pt x="4723387" y="5334193"/>
                </a:cubicBezTo>
                <a:cubicBezTo>
                  <a:pt x="4723387" y="5334193"/>
                  <a:pt x="4730500" y="5334193"/>
                  <a:pt x="4716273" y="5334193"/>
                </a:cubicBezTo>
                <a:cubicBezTo>
                  <a:pt x="4716273" y="5334193"/>
                  <a:pt x="4709159" y="5327099"/>
                  <a:pt x="4702045" y="5327099"/>
                </a:cubicBezTo>
                <a:cubicBezTo>
                  <a:pt x="4702045" y="5327099"/>
                  <a:pt x="4666478" y="5327099"/>
                  <a:pt x="4694932" y="5320006"/>
                </a:cubicBezTo>
                <a:cubicBezTo>
                  <a:pt x="4694932" y="5320006"/>
                  <a:pt x="4702045" y="5320006"/>
                  <a:pt x="4716273" y="5320006"/>
                </a:cubicBezTo>
                <a:cubicBezTo>
                  <a:pt x="4716273" y="5320006"/>
                  <a:pt x="4723387" y="5320006"/>
                  <a:pt x="4716273" y="5312913"/>
                </a:cubicBezTo>
                <a:cubicBezTo>
                  <a:pt x="4716273" y="5312913"/>
                  <a:pt x="4702045" y="5284540"/>
                  <a:pt x="4702045" y="5277446"/>
                </a:cubicBezTo>
                <a:cubicBezTo>
                  <a:pt x="4702045" y="5277446"/>
                  <a:pt x="4694932" y="5263260"/>
                  <a:pt x="4694932" y="5277446"/>
                </a:cubicBezTo>
                <a:cubicBezTo>
                  <a:pt x="4694932" y="5277446"/>
                  <a:pt x="4687819" y="5291633"/>
                  <a:pt x="4666478" y="5277446"/>
                </a:cubicBezTo>
                <a:cubicBezTo>
                  <a:pt x="4666478" y="5277446"/>
                  <a:pt x="4630910" y="5277446"/>
                  <a:pt x="4630910" y="5256166"/>
                </a:cubicBezTo>
                <a:cubicBezTo>
                  <a:pt x="4630910" y="5256166"/>
                  <a:pt x="4638023" y="5227792"/>
                  <a:pt x="4616684" y="5227792"/>
                </a:cubicBezTo>
                <a:cubicBezTo>
                  <a:pt x="4616684" y="5227792"/>
                  <a:pt x="4595343" y="5220699"/>
                  <a:pt x="4616684" y="5213607"/>
                </a:cubicBezTo>
                <a:cubicBezTo>
                  <a:pt x="4616684" y="5213607"/>
                  <a:pt x="4638023" y="5206512"/>
                  <a:pt x="4666478" y="5213607"/>
                </a:cubicBezTo>
                <a:cubicBezTo>
                  <a:pt x="4666478" y="5213607"/>
                  <a:pt x="4666478" y="5220699"/>
                  <a:pt x="4680706" y="5213607"/>
                </a:cubicBezTo>
                <a:cubicBezTo>
                  <a:pt x="4680706" y="5213607"/>
                  <a:pt x="4744726" y="5185232"/>
                  <a:pt x="4751841" y="5227792"/>
                </a:cubicBezTo>
                <a:cubicBezTo>
                  <a:pt x="4751841" y="5227792"/>
                  <a:pt x="4744726" y="5256166"/>
                  <a:pt x="4758954" y="5277446"/>
                </a:cubicBezTo>
                <a:cubicBezTo>
                  <a:pt x="4758954" y="5277446"/>
                  <a:pt x="4758954" y="5291633"/>
                  <a:pt x="4758954" y="5298726"/>
                </a:cubicBezTo>
                <a:cubicBezTo>
                  <a:pt x="4758954" y="5298726"/>
                  <a:pt x="4758954" y="5305820"/>
                  <a:pt x="4766067" y="5320006"/>
                </a:cubicBezTo>
                <a:cubicBezTo>
                  <a:pt x="4766067" y="5320006"/>
                  <a:pt x="4773181" y="5320006"/>
                  <a:pt x="4766067" y="5327099"/>
                </a:cubicBezTo>
                <a:cubicBezTo>
                  <a:pt x="4766067" y="5327099"/>
                  <a:pt x="4766067" y="5341286"/>
                  <a:pt x="4766067" y="5355473"/>
                </a:cubicBezTo>
                <a:cubicBezTo>
                  <a:pt x="4766067" y="5355473"/>
                  <a:pt x="4758954" y="5376753"/>
                  <a:pt x="4773181" y="5362566"/>
                </a:cubicBezTo>
                <a:cubicBezTo>
                  <a:pt x="4773181" y="5362566"/>
                  <a:pt x="4808748" y="5312913"/>
                  <a:pt x="4822976" y="5291633"/>
                </a:cubicBezTo>
                <a:cubicBezTo>
                  <a:pt x="4822976" y="5291633"/>
                  <a:pt x="4837203" y="5277446"/>
                  <a:pt x="4815863" y="5277446"/>
                </a:cubicBezTo>
                <a:cubicBezTo>
                  <a:pt x="4815863" y="5277446"/>
                  <a:pt x="4794522" y="5270353"/>
                  <a:pt x="4780295" y="5263260"/>
                </a:cubicBezTo>
                <a:cubicBezTo>
                  <a:pt x="4780295" y="5263260"/>
                  <a:pt x="4766067" y="5256166"/>
                  <a:pt x="4780295" y="5249073"/>
                </a:cubicBezTo>
                <a:cubicBezTo>
                  <a:pt x="4780295" y="5249073"/>
                  <a:pt x="4794522" y="5256166"/>
                  <a:pt x="4794522" y="5249073"/>
                </a:cubicBezTo>
                <a:cubicBezTo>
                  <a:pt x="4794522" y="5249073"/>
                  <a:pt x="4787409" y="5241980"/>
                  <a:pt x="4794522" y="5241980"/>
                </a:cubicBezTo>
                <a:cubicBezTo>
                  <a:pt x="4794522" y="5241980"/>
                  <a:pt x="4808748" y="5241980"/>
                  <a:pt x="4808748" y="5227792"/>
                </a:cubicBezTo>
                <a:cubicBezTo>
                  <a:pt x="4808748" y="5227792"/>
                  <a:pt x="4801635" y="5206512"/>
                  <a:pt x="4794522" y="5213607"/>
                </a:cubicBezTo>
                <a:cubicBezTo>
                  <a:pt x="4794522" y="5213607"/>
                  <a:pt x="4766067" y="5213607"/>
                  <a:pt x="4758954" y="5199419"/>
                </a:cubicBezTo>
                <a:cubicBezTo>
                  <a:pt x="4758954" y="5199419"/>
                  <a:pt x="4744726" y="5192326"/>
                  <a:pt x="4744726" y="5185232"/>
                </a:cubicBezTo>
                <a:cubicBezTo>
                  <a:pt x="4744726" y="5185232"/>
                  <a:pt x="4744726" y="5178139"/>
                  <a:pt x="4758954" y="5185232"/>
                </a:cubicBezTo>
                <a:cubicBezTo>
                  <a:pt x="4758954" y="5185232"/>
                  <a:pt x="4787409" y="5199419"/>
                  <a:pt x="4773181" y="5178139"/>
                </a:cubicBezTo>
                <a:cubicBezTo>
                  <a:pt x="4758954" y="5163952"/>
                  <a:pt x="4758954" y="5163952"/>
                  <a:pt x="4758954" y="5163952"/>
                </a:cubicBezTo>
                <a:cubicBezTo>
                  <a:pt x="4758954" y="5163952"/>
                  <a:pt x="4758954" y="5149766"/>
                  <a:pt x="4737613" y="5163952"/>
                </a:cubicBezTo>
                <a:cubicBezTo>
                  <a:pt x="4737613" y="5163952"/>
                  <a:pt x="4694932" y="5171046"/>
                  <a:pt x="4709159" y="5156859"/>
                </a:cubicBezTo>
                <a:cubicBezTo>
                  <a:pt x="4709159" y="5156859"/>
                  <a:pt x="4723387" y="5149766"/>
                  <a:pt x="4716273" y="5142672"/>
                </a:cubicBezTo>
                <a:cubicBezTo>
                  <a:pt x="4716273" y="5142672"/>
                  <a:pt x="4716273" y="5135579"/>
                  <a:pt x="4730500" y="5128486"/>
                </a:cubicBezTo>
                <a:cubicBezTo>
                  <a:pt x="4730500" y="5128486"/>
                  <a:pt x="4737613" y="5121393"/>
                  <a:pt x="4730500" y="5114299"/>
                </a:cubicBezTo>
                <a:cubicBezTo>
                  <a:pt x="4730500" y="5114299"/>
                  <a:pt x="4730500" y="5114299"/>
                  <a:pt x="4751841" y="5107206"/>
                </a:cubicBezTo>
                <a:cubicBezTo>
                  <a:pt x="4751841" y="5107206"/>
                  <a:pt x="4808748" y="5085926"/>
                  <a:pt x="4815863" y="5114299"/>
                </a:cubicBezTo>
                <a:cubicBezTo>
                  <a:pt x="4815863" y="5114299"/>
                  <a:pt x="4822976" y="5128486"/>
                  <a:pt x="4815863" y="5142672"/>
                </a:cubicBezTo>
                <a:cubicBezTo>
                  <a:pt x="4815863" y="5142672"/>
                  <a:pt x="4808748" y="5142672"/>
                  <a:pt x="4815863" y="5171046"/>
                </a:cubicBezTo>
                <a:cubicBezTo>
                  <a:pt x="4815863" y="5171046"/>
                  <a:pt x="4815863" y="5185232"/>
                  <a:pt x="4830089" y="5192326"/>
                </a:cubicBezTo>
                <a:cubicBezTo>
                  <a:pt x="4830089" y="5192326"/>
                  <a:pt x="4837203" y="5206512"/>
                  <a:pt x="4844316" y="5220699"/>
                </a:cubicBezTo>
                <a:cubicBezTo>
                  <a:pt x="4844316" y="5220699"/>
                  <a:pt x="4858544" y="5241980"/>
                  <a:pt x="4858544" y="5249073"/>
                </a:cubicBezTo>
                <a:cubicBezTo>
                  <a:pt x="4858544" y="5249073"/>
                  <a:pt x="4858544" y="5263260"/>
                  <a:pt x="4865657" y="5256166"/>
                </a:cubicBezTo>
                <a:cubicBezTo>
                  <a:pt x="4865657" y="5256166"/>
                  <a:pt x="4922566" y="5185232"/>
                  <a:pt x="4965247" y="5206512"/>
                </a:cubicBezTo>
                <a:cubicBezTo>
                  <a:pt x="4965247" y="5206512"/>
                  <a:pt x="4986588" y="5199419"/>
                  <a:pt x="4958133" y="5234885"/>
                </a:cubicBezTo>
                <a:cubicBezTo>
                  <a:pt x="4958133" y="5234885"/>
                  <a:pt x="4951020" y="5249073"/>
                  <a:pt x="4943906" y="5249073"/>
                </a:cubicBezTo>
                <a:cubicBezTo>
                  <a:pt x="4894111" y="5270353"/>
                  <a:pt x="4894111" y="5270353"/>
                  <a:pt x="4894111" y="5270353"/>
                </a:cubicBezTo>
                <a:cubicBezTo>
                  <a:pt x="4894111" y="5270353"/>
                  <a:pt x="4879884" y="5277446"/>
                  <a:pt x="4901225" y="5263260"/>
                </a:cubicBezTo>
                <a:cubicBezTo>
                  <a:pt x="4901225" y="5263260"/>
                  <a:pt x="4922566" y="5241980"/>
                  <a:pt x="4922566" y="5234885"/>
                </a:cubicBezTo>
                <a:cubicBezTo>
                  <a:pt x="4922566" y="5234885"/>
                  <a:pt x="4922566" y="5220699"/>
                  <a:pt x="4915451" y="5234885"/>
                </a:cubicBezTo>
                <a:cubicBezTo>
                  <a:pt x="4915451" y="5234885"/>
                  <a:pt x="4886998" y="5256166"/>
                  <a:pt x="4879884" y="5263260"/>
                </a:cubicBezTo>
                <a:cubicBezTo>
                  <a:pt x="4879884" y="5263260"/>
                  <a:pt x="4865657" y="5270353"/>
                  <a:pt x="4872770" y="5284540"/>
                </a:cubicBezTo>
                <a:cubicBezTo>
                  <a:pt x="4872770" y="5284540"/>
                  <a:pt x="4872770" y="5291633"/>
                  <a:pt x="4872770" y="5291633"/>
                </a:cubicBezTo>
                <a:cubicBezTo>
                  <a:pt x="4872770" y="5291633"/>
                  <a:pt x="4872770" y="5298726"/>
                  <a:pt x="4872770" y="5298726"/>
                </a:cubicBezTo>
                <a:cubicBezTo>
                  <a:pt x="4872770" y="5298726"/>
                  <a:pt x="4886998" y="5327099"/>
                  <a:pt x="4865657" y="5327099"/>
                </a:cubicBezTo>
                <a:cubicBezTo>
                  <a:pt x="4865657" y="5327099"/>
                  <a:pt x="4844316" y="5327099"/>
                  <a:pt x="4837203" y="5312913"/>
                </a:cubicBezTo>
                <a:cubicBezTo>
                  <a:pt x="4837203" y="5312913"/>
                  <a:pt x="4830089" y="5298726"/>
                  <a:pt x="4822976" y="5320006"/>
                </a:cubicBezTo>
                <a:cubicBezTo>
                  <a:pt x="4822976" y="5320006"/>
                  <a:pt x="4801635" y="5355473"/>
                  <a:pt x="4787409" y="5369659"/>
                </a:cubicBezTo>
                <a:cubicBezTo>
                  <a:pt x="4787409" y="5369659"/>
                  <a:pt x="4751841" y="5405126"/>
                  <a:pt x="4758954" y="5412219"/>
                </a:cubicBezTo>
                <a:cubicBezTo>
                  <a:pt x="4758954" y="5412219"/>
                  <a:pt x="4773181" y="5426406"/>
                  <a:pt x="4766067" y="5426406"/>
                </a:cubicBezTo>
                <a:cubicBezTo>
                  <a:pt x="4766067" y="5426406"/>
                  <a:pt x="4758954" y="5433499"/>
                  <a:pt x="4744726" y="5426406"/>
                </a:cubicBezTo>
                <a:cubicBezTo>
                  <a:pt x="4744726" y="5426406"/>
                  <a:pt x="4744726" y="5426406"/>
                  <a:pt x="4737613" y="5440592"/>
                </a:cubicBezTo>
                <a:cubicBezTo>
                  <a:pt x="4737613" y="5440592"/>
                  <a:pt x="4716273" y="5461872"/>
                  <a:pt x="4730500" y="5468967"/>
                </a:cubicBezTo>
                <a:cubicBezTo>
                  <a:pt x="4730500" y="5468967"/>
                  <a:pt x="4737613" y="5468967"/>
                  <a:pt x="4744726" y="5476060"/>
                </a:cubicBezTo>
                <a:cubicBezTo>
                  <a:pt x="4744726" y="5476060"/>
                  <a:pt x="4758954" y="5476060"/>
                  <a:pt x="4744726" y="5483153"/>
                </a:cubicBezTo>
                <a:close/>
                <a:moveTo>
                  <a:pt x="5022155" y="5646299"/>
                </a:moveTo>
                <a:cubicBezTo>
                  <a:pt x="5022155" y="5646299"/>
                  <a:pt x="5022155" y="5653394"/>
                  <a:pt x="5022155" y="5667579"/>
                </a:cubicBezTo>
                <a:cubicBezTo>
                  <a:pt x="5022155" y="5667579"/>
                  <a:pt x="5022155" y="5674674"/>
                  <a:pt x="5015041" y="5681767"/>
                </a:cubicBezTo>
                <a:cubicBezTo>
                  <a:pt x="4943906" y="5731420"/>
                  <a:pt x="4943906" y="5731420"/>
                  <a:pt x="4943906" y="5731420"/>
                </a:cubicBezTo>
                <a:cubicBezTo>
                  <a:pt x="4943906" y="5731420"/>
                  <a:pt x="4936792" y="5724327"/>
                  <a:pt x="4929679" y="5738513"/>
                </a:cubicBezTo>
                <a:cubicBezTo>
                  <a:pt x="4929679" y="5738513"/>
                  <a:pt x="4929679" y="5731420"/>
                  <a:pt x="4922566" y="5731420"/>
                </a:cubicBezTo>
                <a:cubicBezTo>
                  <a:pt x="4922566" y="5731420"/>
                  <a:pt x="4922566" y="5731420"/>
                  <a:pt x="4922566" y="5738513"/>
                </a:cubicBezTo>
                <a:cubicBezTo>
                  <a:pt x="4922566" y="5738513"/>
                  <a:pt x="4908338" y="5731420"/>
                  <a:pt x="4908338" y="5738513"/>
                </a:cubicBezTo>
                <a:cubicBezTo>
                  <a:pt x="4865657" y="5745607"/>
                  <a:pt x="4865657" y="5745607"/>
                  <a:pt x="4865657" y="5745607"/>
                </a:cubicBezTo>
                <a:cubicBezTo>
                  <a:pt x="4865657" y="5745607"/>
                  <a:pt x="4851430" y="5745607"/>
                  <a:pt x="4872770" y="5738513"/>
                </a:cubicBezTo>
                <a:cubicBezTo>
                  <a:pt x="4872770" y="5738513"/>
                  <a:pt x="4922566" y="5724327"/>
                  <a:pt x="4894111" y="5724327"/>
                </a:cubicBezTo>
                <a:cubicBezTo>
                  <a:pt x="4894111" y="5724327"/>
                  <a:pt x="4879884" y="5717233"/>
                  <a:pt x="4894111" y="5717233"/>
                </a:cubicBezTo>
                <a:cubicBezTo>
                  <a:pt x="4894111" y="5717233"/>
                  <a:pt x="4943906" y="5681767"/>
                  <a:pt x="4958133" y="5646299"/>
                </a:cubicBezTo>
                <a:cubicBezTo>
                  <a:pt x="4958133" y="5646299"/>
                  <a:pt x="5007927" y="5568273"/>
                  <a:pt x="4943906" y="5525713"/>
                </a:cubicBezTo>
                <a:cubicBezTo>
                  <a:pt x="4943906" y="5525713"/>
                  <a:pt x="4915451" y="5525713"/>
                  <a:pt x="4894111" y="5561180"/>
                </a:cubicBezTo>
                <a:cubicBezTo>
                  <a:pt x="4894111" y="5561180"/>
                  <a:pt x="4879884" y="5596646"/>
                  <a:pt x="4858544" y="5603739"/>
                </a:cubicBezTo>
                <a:cubicBezTo>
                  <a:pt x="4858544" y="5603739"/>
                  <a:pt x="4822976" y="5596646"/>
                  <a:pt x="4801635" y="5582460"/>
                </a:cubicBezTo>
                <a:cubicBezTo>
                  <a:pt x="4801635" y="5582460"/>
                  <a:pt x="4780295" y="5575366"/>
                  <a:pt x="4801635" y="5575366"/>
                </a:cubicBezTo>
                <a:cubicBezTo>
                  <a:pt x="4801635" y="5575366"/>
                  <a:pt x="4808748" y="5575366"/>
                  <a:pt x="4822976" y="5561180"/>
                </a:cubicBezTo>
                <a:cubicBezTo>
                  <a:pt x="4822976" y="5561180"/>
                  <a:pt x="4844316" y="5554086"/>
                  <a:pt x="4844316" y="5546993"/>
                </a:cubicBezTo>
                <a:cubicBezTo>
                  <a:pt x="4844316" y="5546993"/>
                  <a:pt x="4858544" y="5525713"/>
                  <a:pt x="4872770" y="5511526"/>
                </a:cubicBezTo>
                <a:cubicBezTo>
                  <a:pt x="4872770" y="5511526"/>
                  <a:pt x="4894111" y="5497340"/>
                  <a:pt x="4901225" y="5483153"/>
                </a:cubicBezTo>
                <a:cubicBezTo>
                  <a:pt x="4901225" y="5483153"/>
                  <a:pt x="4901225" y="5468967"/>
                  <a:pt x="4886998" y="5476060"/>
                </a:cubicBezTo>
                <a:cubicBezTo>
                  <a:pt x="4886998" y="5476060"/>
                  <a:pt x="4858544" y="5504433"/>
                  <a:pt x="4830089" y="5454780"/>
                </a:cubicBezTo>
                <a:cubicBezTo>
                  <a:pt x="4830089" y="5454780"/>
                  <a:pt x="4830089" y="5398033"/>
                  <a:pt x="4822976" y="5419312"/>
                </a:cubicBezTo>
                <a:cubicBezTo>
                  <a:pt x="4822976" y="5419312"/>
                  <a:pt x="4808748" y="5454780"/>
                  <a:pt x="4787409" y="5461872"/>
                </a:cubicBezTo>
                <a:cubicBezTo>
                  <a:pt x="4787409" y="5461872"/>
                  <a:pt x="4773181" y="5468967"/>
                  <a:pt x="4758954" y="5461872"/>
                </a:cubicBezTo>
                <a:cubicBezTo>
                  <a:pt x="4758954" y="5461872"/>
                  <a:pt x="4737613" y="5454780"/>
                  <a:pt x="4758954" y="5454780"/>
                </a:cubicBezTo>
                <a:cubicBezTo>
                  <a:pt x="4758954" y="5454780"/>
                  <a:pt x="4780295" y="5447687"/>
                  <a:pt x="4794522" y="5419312"/>
                </a:cubicBezTo>
                <a:cubicBezTo>
                  <a:pt x="4794522" y="5419312"/>
                  <a:pt x="4808748" y="5398033"/>
                  <a:pt x="4808748" y="5383846"/>
                </a:cubicBezTo>
                <a:cubicBezTo>
                  <a:pt x="4808748" y="5383846"/>
                  <a:pt x="4801635" y="5376753"/>
                  <a:pt x="4822976" y="5369659"/>
                </a:cubicBezTo>
                <a:cubicBezTo>
                  <a:pt x="4822976" y="5369659"/>
                  <a:pt x="4865657" y="5334193"/>
                  <a:pt x="4894111" y="5355473"/>
                </a:cubicBezTo>
                <a:cubicBezTo>
                  <a:pt x="4894111" y="5355473"/>
                  <a:pt x="4901225" y="5369659"/>
                  <a:pt x="4894111" y="5390939"/>
                </a:cubicBezTo>
                <a:cubicBezTo>
                  <a:pt x="4894111" y="5390939"/>
                  <a:pt x="4886998" y="5405126"/>
                  <a:pt x="4908338" y="5426406"/>
                </a:cubicBezTo>
                <a:cubicBezTo>
                  <a:pt x="4908338" y="5426406"/>
                  <a:pt x="4936792" y="5440592"/>
                  <a:pt x="4943906" y="5433499"/>
                </a:cubicBezTo>
                <a:cubicBezTo>
                  <a:pt x="4943906" y="5433499"/>
                  <a:pt x="4979473" y="5405126"/>
                  <a:pt x="4993701" y="5412219"/>
                </a:cubicBezTo>
                <a:cubicBezTo>
                  <a:pt x="4993701" y="5412219"/>
                  <a:pt x="5022155" y="5412219"/>
                  <a:pt x="5015041" y="5433499"/>
                </a:cubicBezTo>
                <a:cubicBezTo>
                  <a:pt x="5015041" y="5433499"/>
                  <a:pt x="5007927" y="5447687"/>
                  <a:pt x="5007927" y="5454780"/>
                </a:cubicBezTo>
                <a:cubicBezTo>
                  <a:pt x="5007927" y="5454780"/>
                  <a:pt x="5007927" y="5454780"/>
                  <a:pt x="4993701" y="5461872"/>
                </a:cubicBezTo>
                <a:cubicBezTo>
                  <a:pt x="4993701" y="5461872"/>
                  <a:pt x="4972360" y="5476060"/>
                  <a:pt x="4993701" y="5497340"/>
                </a:cubicBezTo>
                <a:cubicBezTo>
                  <a:pt x="5029269" y="5546993"/>
                  <a:pt x="5029269" y="5546993"/>
                  <a:pt x="5029269" y="5546993"/>
                </a:cubicBezTo>
                <a:cubicBezTo>
                  <a:pt x="5029269" y="5546993"/>
                  <a:pt x="5043495" y="5589553"/>
                  <a:pt x="5036382" y="5625019"/>
                </a:cubicBezTo>
                <a:cubicBezTo>
                  <a:pt x="5036382" y="5625019"/>
                  <a:pt x="5029269" y="5639206"/>
                  <a:pt x="5022155" y="5646299"/>
                </a:cubicBezTo>
                <a:close/>
                <a:moveTo>
                  <a:pt x="3215317" y="5582460"/>
                </a:moveTo>
                <a:cubicBezTo>
                  <a:pt x="1906427" y="5582460"/>
                  <a:pt x="846511" y="4525552"/>
                  <a:pt x="846511" y="3220377"/>
                </a:cubicBezTo>
                <a:cubicBezTo>
                  <a:pt x="846511" y="1915202"/>
                  <a:pt x="1906427" y="858294"/>
                  <a:pt x="3215317" y="858294"/>
                </a:cubicBezTo>
                <a:cubicBezTo>
                  <a:pt x="4524207" y="858294"/>
                  <a:pt x="5584124" y="1915202"/>
                  <a:pt x="5584124" y="3220377"/>
                </a:cubicBezTo>
                <a:cubicBezTo>
                  <a:pt x="5584124" y="4525552"/>
                  <a:pt x="4524207" y="5582460"/>
                  <a:pt x="3215317" y="5582460"/>
                </a:cubicBezTo>
                <a:close/>
                <a:moveTo>
                  <a:pt x="5541443" y="2255683"/>
                </a:moveTo>
                <a:cubicBezTo>
                  <a:pt x="5520102" y="2198936"/>
                  <a:pt x="5512989" y="2149282"/>
                  <a:pt x="5534330" y="2099629"/>
                </a:cubicBezTo>
                <a:cubicBezTo>
                  <a:pt x="5548556" y="2057069"/>
                  <a:pt x="5584124" y="2021603"/>
                  <a:pt x="5641033" y="2000322"/>
                </a:cubicBezTo>
                <a:cubicBezTo>
                  <a:pt x="5676600" y="1986135"/>
                  <a:pt x="5705055" y="1979042"/>
                  <a:pt x="5733508" y="1979042"/>
                </a:cubicBezTo>
                <a:cubicBezTo>
                  <a:pt x="5754849" y="1979042"/>
                  <a:pt x="5776190" y="1986135"/>
                  <a:pt x="5797530" y="1993229"/>
                </a:cubicBezTo>
                <a:cubicBezTo>
                  <a:pt x="5811757" y="2007415"/>
                  <a:pt x="5833097" y="2014510"/>
                  <a:pt x="5847325" y="2028695"/>
                </a:cubicBezTo>
                <a:cubicBezTo>
                  <a:pt x="5861552" y="2049976"/>
                  <a:pt x="5882893" y="2078349"/>
                  <a:pt x="5890006" y="2106723"/>
                </a:cubicBezTo>
                <a:cubicBezTo>
                  <a:pt x="5918460" y="2163469"/>
                  <a:pt x="5918460" y="2213122"/>
                  <a:pt x="5897119" y="2255683"/>
                </a:cubicBezTo>
                <a:cubicBezTo>
                  <a:pt x="5882893" y="2305336"/>
                  <a:pt x="5847325" y="2340803"/>
                  <a:pt x="5790416" y="2362083"/>
                </a:cubicBezTo>
                <a:cubicBezTo>
                  <a:pt x="5733508" y="2383363"/>
                  <a:pt x="5683714" y="2383363"/>
                  <a:pt x="5641033" y="2362083"/>
                </a:cubicBezTo>
                <a:cubicBezTo>
                  <a:pt x="5598350" y="2347896"/>
                  <a:pt x="5562783" y="2305336"/>
                  <a:pt x="5541443" y="2255683"/>
                </a:cubicBezTo>
                <a:close/>
                <a:moveTo>
                  <a:pt x="5982482" y="2390456"/>
                </a:moveTo>
                <a:cubicBezTo>
                  <a:pt x="6003822" y="2468482"/>
                  <a:pt x="6003822" y="2468482"/>
                  <a:pt x="6003822" y="2468482"/>
                </a:cubicBezTo>
                <a:cubicBezTo>
                  <a:pt x="5712168" y="2539416"/>
                  <a:pt x="5712168" y="2539416"/>
                  <a:pt x="5712168" y="2539416"/>
                </a:cubicBezTo>
                <a:cubicBezTo>
                  <a:pt x="5761962" y="2738030"/>
                  <a:pt x="5761962" y="2738030"/>
                  <a:pt x="5761962" y="2738030"/>
                </a:cubicBezTo>
                <a:cubicBezTo>
                  <a:pt x="5697940" y="2752217"/>
                  <a:pt x="5697940" y="2752217"/>
                  <a:pt x="5697940" y="2752217"/>
                </a:cubicBezTo>
                <a:cubicBezTo>
                  <a:pt x="5633918" y="2475577"/>
                  <a:pt x="5633918" y="2475577"/>
                  <a:pt x="5633918" y="2475577"/>
                </a:cubicBezTo>
                <a:lnTo>
                  <a:pt x="5982482" y="2390456"/>
                </a:lnTo>
                <a:close/>
                <a:moveTo>
                  <a:pt x="6060731" y="3724004"/>
                </a:moveTo>
                <a:cubicBezTo>
                  <a:pt x="5804643" y="3745285"/>
                  <a:pt x="5804643" y="3745285"/>
                  <a:pt x="5804643" y="3745285"/>
                </a:cubicBezTo>
                <a:cubicBezTo>
                  <a:pt x="6032276" y="3865871"/>
                  <a:pt x="6032276" y="3865871"/>
                  <a:pt x="6032276" y="3865871"/>
                </a:cubicBezTo>
                <a:cubicBezTo>
                  <a:pt x="6010935" y="3986458"/>
                  <a:pt x="6010935" y="3986458"/>
                  <a:pt x="6010935" y="3986458"/>
                </a:cubicBezTo>
                <a:cubicBezTo>
                  <a:pt x="5648146" y="3915524"/>
                  <a:pt x="5648146" y="3915524"/>
                  <a:pt x="5648146" y="3915524"/>
                </a:cubicBezTo>
                <a:cubicBezTo>
                  <a:pt x="5662372" y="3837498"/>
                  <a:pt x="5662372" y="3837498"/>
                  <a:pt x="5662372" y="3837498"/>
                </a:cubicBezTo>
                <a:cubicBezTo>
                  <a:pt x="5946915" y="3894244"/>
                  <a:pt x="5946915" y="3894244"/>
                  <a:pt x="5946915" y="3894244"/>
                </a:cubicBezTo>
                <a:cubicBezTo>
                  <a:pt x="5676600" y="3759471"/>
                  <a:pt x="5676600" y="3759471"/>
                  <a:pt x="5676600" y="3759471"/>
                </a:cubicBezTo>
                <a:cubicBezTo>
                  <a:pt x="5697940" y="3681444"/>
                  <a:pt x="5697940" y="3681444"/>
                  <a:pt x="5697940" y="3681444"/>
                </a:cubicBezTo>
                <a:cubicBezTo>
                  <a:pt x="5996709" y="3660164"/>
                  <a:pt x="5996709" y="3660164"/>
                  <a:pt x="5996709" y="3660164"/>
                </a:cubicBezTo>
                <a:cubicBezTo>
                  <a:pt x="5712168" y="3603418"/>
                  <a:pt x="5712168" y="3603418"/>
                  <a:pt x="5712168" y="3603418"/>
                </a:cubicBezTo>
                <a:cubicBezTo>
                  <a:pt x="5726394" y="3532483"/>
                  <a:pt x="5726394" y="3532483"/>
                  <a:pt x="5726394" y="3532483"/>
                </a:cubicBezTo>
                <a:cubicBezTo>
                  <a:pt x="6089185" y="3603418"/>
                  <a:pt x="6089185" y="3603418"/>
                  <a:pt x="6089185" y="3603418"/>
                </a:cubicBezTo>
                <a:lnTo>
                  <a:pt x="6060731" y="3724004"/>
                </a:lnTo>
                <a:close/>
                <a:moveTo>
                  <a:pt x="5804643" y="3362244"/>
                </a:moveTo>
                <a:cubicBezTo>
                  <a:pt x="5811757" y="3376431"/>
                  <a:pt x="5818871" y="3383524"/>
                  <a:pt x="5833097" y="3383524"/>
                </a:cubicBezTo>
                <a:cubicBezTo>
                  <a:pt x="5847325" y="3390617"/>
                  <a:pt x="5868665" y="3390617"/>
                  <a:pt x="5897119" y="3390617"/>
                </a:cubicBezTo>
                <a:cubicBezTo>
                  <a:pt x="6103412" y="3397711"/>
                  <a:pt x="6103412" y="3397711"/>
                  <a:pt x="6103412" y="3397711"/>
                </a:cubicBezTo>
                <a:cubicBezTo>
                  <a:pt x="6096298" y="3482830"/>
                  <a:pt x="6096298" y="3482830"/>
                  <a:pt x="6096298" y="3482830"/>
                </a:cubicBezTo>
                <a:cubicBezTo>
                  <a:pt x="5904233" y="3475737"/>
                  <a:pt x="5904233" y="3475737"/>
                  <a:pt x="5904233" y="3475737"/>
                </a:cubicBezTo>
                <a:cubicBezTo>
                  <a:pt x="5861552" y="3475737"/>
                  <a:pt x="5825984" y="3468644"/>
                  <a:pt x="5811757" y="3461550"/>
                </a:cubicBezTo>
                <a:cubicBezTo>
                  <a:pt x="5790416" y="3461550"/>
                  <a:pt x="5776190" y="3447364"/>
                  <a:pt x="5769075" y="3440270"/>
                </a:cubicBezTo>
                <a:cubicBezTo>
                  <a:pt x="5754849" y="3426084"/>
                  <a:pt x="5747736" y="3411897"/>
                  <a:pt x="5740622" y="3390617"/>
                </a:cubicBezTo>
                <a:cubicBezTo>
                  <a:pt x="5733508" y="3369337"/>
                  <a:pt x="5726394" y="3340964"/>
                  <a:pt x="5726394" y="3312591"/>
                </a:cubicBezTo>
                <a:cubicBezTo>
                  <a:pt x="5733508" y="3270030"/>
                  <a:pt x="5733508" y="3241657"/>
                  <a:pt x="5747736" y="3227470"/>
                </a:cubicBezTo>
                <a:cubicBezTo>
                  <a:pt x="5754849" y="3206190"/>
                  <a:pt x="5761962" y="3192004"/>
                  <a:pt x="5776190" y="3177817"/>
                </a:cubicBezTo>
                <a:cubicBezTo>
                  <a:pt x="5790416" y="3170724"/>
                  <a:pt x="5804643" y="3163630"/>
                  <a:pt x="5818871" y="3156537"/>
                </a:cubicBezTo>
                <a:cubicBezTo>
                  <a:pt x="5840211" y="3149444"/>
                  <a:pt x="5868665" y="3149444"/>
                  <a:pt x="5911347" y="3149444"/>
                </a:cubicBezTo>
                <a:cubicBezTo>
                  <a:pt x="6110525" y="3156537"/>
                  <a:pt x="6110525" y="3156537"/>
                  <a:pt x="6110525" y="3156537"/>
                </a:cubicBezTo>
                <a:cubicBezTo>
                  <a:pt x="6103412" y="3241657"/>
                  <a:pt x="6103412" y="3241657"/>
                  <a:pt x="6103412" y="3241657"/>
                </a:cubicBezTo>
                <a:cubicBezTo>
                  <a:pt x="5904233" y="3234564"/>
                  <a:pt x="5904233" y="3234564"/>
                  <a:pt x="5904233" y="3234564"/>
                </a:cubicBezTo>
                <a:cubicBezTo>
                  <a:pt x="5875779" y="3234564"/>
                  <a:pt x="5854438" y="3234564"/>
                  <a:pt x="5847325" y="3234564"/>
                </a:cubicBezTo>
                <a:cubicBezTo>
                  <a:pt x="5825984" y="3234564"/>
                  <a:pt x="5818871" y="3241657"/>
                  <a:pt x="5804643" y="3255843"/>
                </a:cubicBezTo>
                <a:cubicBezTo>
                  <a:pt x="5797530" y="3270030"/>
                  <a:pt x="5790416" y="3291310"/>
                  <a:pt x="5790416" y="3312591"/>
                </a:cubicBezTo>
                <a:cubicBezTo>
                  <a:pt x="5790416" y="3333871"/>
                  <a:pt x="5797530" y="3355151"/>
                  <a:pt x="5804643" y="336224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Freeform 42"/>
          <p:cNvSpPr/>
          <p:nvPr/>
        </p:nvSpPr>
        <p:spPr>
          <a:xfrm>
            <a:off x="1397000" y="1041400"/>
            <a:ext cx="158355" cy="152265"/>
          </a:xfrm>
          <a:custGeom>
            <a:avLst/>
            <a:gdLst/>
            <a:ahLst/>
            <a:cxnLst/>
            <a:rect l="l" t="t" r="r" b="b"/>
            <a:pathLst>
              <a:path w="158355" h="152265">
                <a:moveTo>
                  <a:pt x="93574" y="145015"/>
                </a:moveTo>
                <a:cubicBezTo>
                  <a:pt x="100772" y="152265"/>
                  <a:pt x="115167" y="152265"/>
                  <a:pt x="122366" y="145015"/>
                </a:cubicBezTo>
                <a:cubicBezTo>
                  <a:pt x="136761" y="145015"/>
                  <a:pt x="143960" y="137765"/>
                  <a:pt x="151157" y="123262"/>
                </a:cubicBezTo>
                <a:cubicBezTo>
                  <a:pt x="158355" y="116012"/>
                  <a:pt x="158355" y="101511"/>
                  <a:pt x="158355" y="94259"/>
                </a:cubicBezTo>
                <a:cubicBezTo>
                  <a:pt x="158355" y="79759"/>
                  <a:pt x="151157" y="65256"/>
                  <a:pt x="136761" y="58006"/>
                </a:cubicBezTo>
                <a:cubicBezTo>
                  <a:pt x="129563" y="50756"/>
                  <a:pt x="115167" y="36253"/>
                  <a:pt x="93574" y="21753"/>
                </a:cubicBezTo>
                <a:cubicBezTo>
                  <a:pt x="57583" y="0"/>
                  <a:pt x="57583" y="0"/>
                  <a:pt x="57583" y="0"/>
                </a:cubicBezTo>
                <a:cubicBezTo>
                  <a:pt x="0" y="87009"/>
                  <a:pt x="0" y="87009"/>
                  <a:pt x="0" y="87009"/>
                </a:cubicBezTo>
                <a:cubicBezTo>
                  <a:pt x="35989" y="116012"/>
                  <a:pt x="35989" y="116012"/>
                  <a:pt x="35989" y="116012"/>
                </a:cubicBezTo>
                <a:cubicBezTo>
                  <a:pt x="64781" y="130514"/>
                  <a:pt x="79177" y="145015"/>
                  <a:pt x="93574" y="145015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3" name="Freeform 43"/>
          <p:cNvSpPr/>
          <p:nvPr/>
        </p:nvSpPr>
        <p:spPr>
          <a:xfrm>
            <a:off x="368300" y="6083300"/>
            <a:ext cx="127904" cy="200991"/>
          </a:xfrm>
          <a:custGeom>
            <a:avLst/>
            <a:gdLst/>
            <a:ahLst/>
            <a:cxnLst/>
            <a:rect l="l" t="t" r="r" b="b"/>
            <a:pathLst>
              <a:path w="127904" h="200991">
                <a:moveTo>
                  <a:pt x="21317" y="21534"/>
                </a:moveTo>
                <a:cubicBezTo>
                  <a:pt x="28423" y="28713"/>
                  <a:pt x="35530" y="43070"/>
                  <a:pt x="35530" y="43070"/>
                </a:cubicBezTo>
                <a:cubicBezTo>
                  <a:pt x="42635" y="57426"/>
                  <a:pt x="49741" y="57426"/>
                  <a:pt x="49741" y="57426"/>
                </a:cubicBezTo>
                <a:cubicBezTo>
                  <a:pt x="56846" y="64604"/>
                  <a:pt x="49741" y="78961"/>
                  <a:pt x="49741" y="78961"/>
                </a:cubicBezTo>
                <a:cubicBezTo>
                  <a:pt x="42635" y="86139"/>
                  <a:pt x="42635" y="93317"/>
                  <a:pt x="42635" y="93317"/>
                </a:cubicBezTo>
                <a:cubicBezTo>
                  <a:pt x="35530" y="114852"/>
                  <a:pt x="14211" y="136387"/>
                  <a:pt x="14211" y="136387"/>
                </a:cubicBezTo>
                <a:cubicBezTo>
                  <a:pt x="0" y="150743"/>
                  <a:pt x="21317" y="179456"/>
                  <a:pt x="21317" y="179456"/>
                </a:cubicBezTo>
                <a:cubicBezTo>
                  <a:pt x="28423" y="200991"/>
                  <a:pt x="56846" y="157922"/>
                  <a:pt x="56846" y="157922"/>
                </a:cubicBezTo>
                <a:cubicBezTo>
                  <a:pt x="56846" y="150743"/>
                  <a:pt x="63952" y="150743"/>
                  <a:pt x="63952" y="150743"/>
                </a:cubicBezTo>
                <a:cubicBezTo>
                  <a:pt x="71058" y="143565"/>
                  <a:pt x="71058" y="136387"/>
                  <a:pt x="71058" y="136387"/>
                </a:cubicBezTo>
                <a:cubicBezTo>
                  <a:pt x="85269" y="114852"/>
                  <a:pt x="99480" y="93317"/>
                  <a:pt x="99480" y="93317"/>
                </a:cubicBezTo>
                <a:cubicBezTo>
                  <a:pt x="106587" y="86139"/>
                  <a:pt x="120799" y="43070"/>
                  <a:pt x="120799" y="43070"/>
                </a:cubicBezTo>
                <a:cubicBezTo>
                  <a:pt x="127904" y="43070"/>
                  <a:pt x="120799" y="28713"/>
                  <a:pt x="120799" y="28713"/>
                </a:cubicBezTo>
                <a:cubicBezTo>
                  <a:pt x="120799" y="21534"/>
                  <a:pt x="85269" y="7178"/>
                  <a:pt x="85269" y="7178"/>
                </a:cubicBezTo>
                <a:cubicBezTo>
                  <a:pt x="78163" y="7178"/>
                  <a:pt x="63952" y="0"/>
                  <a:pt x="49741" y="0"/>
                </a:cubicBezTo>
                <a:cubicBezTo>
                  <a:pt x="42635" y="0"/>
                  <a:pt x="28423" y="0"/>
                  <a:pt x="28423" y="0"/>
                </a:cubicBezTo>
                <a:cubicBezTo>
                  <a:pt x="7106" y="7178"/>
                  <a:pt x="21317" y="21534"/>
                  <a:pt x="21317" y="21534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4" name="Freeform 44"/>
          <p:cNvSpPr/>
          <p:nvPr/>
        </p:nvSpPr>
        <p:spPr>
          <a:xfrm>
            <a:off x="2286000" y="2247900"/>
            <a:ext cx="261897" cy="243623"/>
          </a:xfrm>
          <a:custGeom>
            <a:avLst/>
            <a:gdLst/>
            <a:ahLst/>
            <a:cxnLst/>
            <a:rect l="l" t="t" r="r" b="b"/>
            <a:pathLst>
              <a:path w="261897" h="243623">
                <a:moveTo>
                  <a:pt x="176958" y="229292"/>
                </a:moveTo>
                <a:cubicBezTo>
                  <a:pt x="212349" y="207796"/>
                  <a:pt x="240662" y="186300"/>
                  <a:pt x="247740" y="164804"/>
                </a:cubicBezTo>
                <a:cubicBezTo>
                  <a:pt x="261897" y="136143"/>
                  <a:pt x="261897" y="107481"/>
                  <a:pt x="247740" y="71653"/>
                </a:cubicBezTo>
                <a:cubicBezTo>
                  <a:pt x="233583" y="42992"/>
                  <a:pt x="219427" y="21496"/>
                  <a:pt x="191113" y="14331"/>
                </a:cubicBezTo>
                <a:cubicBezTo>
                  <a:pt x="162801" y="0"/>
                  <a:pt x="127409" y="0"/>
                  <a:pt x="92018" y="21496"/>
                </a:cubicBezTo>
                <a:cubicBezTo>
                  <a:pt x="49548" y="35827"/>
                  <a:pt x="28313" y="57323"/>
                  <a:pt x="14157" y="85984"/>
                </a:cubicBezTo>
                <a:cubicBezTo>
                  <a:pt x="0" y="114647"/>
                  <a:pt x="0" y="143308"/>
                  <a:pt x="14157" y="171969"/>
                </a:cubicBezTo>
                <a:cubicBezTo>
                  <a:pt x="28313" y="200631"/>
                  <a:pt x="49548" y="222127"/>
                  <a:pt x="77861" y="236457"/>
                </a:cubicBezTo>
                <a:cubicBezTo>
                  <a:pt x="99096" y="243623"/>
                  <a:pt x="134488" y="243623"/>
                  <a:pt x="176958" y="229292"/>
                </a:cubicBezTo>
                <a:close/>
              </a:path>
            </a:pathLst>
          </a:custGeom>
          <a:solidFill>
            <a:srgbClr val="D9D9D9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5" name="AutoShape 45"/>
          <p:cNvSpPr/>
          <p:nvPr/>
        </p:nvSpPr>
        <p:spPr>
          <a:xfrm>
            <a:off x="1041400" y="1765300"/>
            <a:ext cx="97536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8000" b="0" i="0" u="none" strike="noStrike">
                <a:latin typeface="Impact"/>
                <a:ea typeface="Impact"/>
                <a:cs typeface="Impact"/>
                <a:sym typeface="Impact"/>
              </a:rPr>
              <a:t>THANKS FOR LISTENING</a:t>
            </a:r>
            <a:endParaRPr lang="en-US" sz="1100"/>
          </a:p>
        </p:txBody>
      </p: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105400" y="5575300"/>
            <a:ext cx="1993900" cy="4699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cxnSp>
        <p:nvCxnSpPr>
          <p:cNvPr id="47" name="Connector 47"/>
          <p:cNvCxnSpPr/>
          <p:nvPr/>
        </p:nvCxnSpPr>
        <p:spPr>
          <a:xfrm>
            <a:off x="5181600" y="3632200"/>
            <a:ext cx="1828844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3778">
                <a:alpha val="100000"/>
              </a:srgbClr>
            </a:solidFill>
            <a:prstDash val="solid"/>
            <a:miter lim="10000000"/>
            <a:headEnd type="none" w="med" len="med"/>
            <a:tailEnd type="none" w="med" len="med"/>
          </a:ln>
        </p:spPr>
      </p:cxnSp>
      <p:sp>
        <p:nvSpPr>
          <p:cNvPr id="48" name="AutoShape 48"/>
          <p:cNvSpPr/>
          <p:nvPr/>
        </p:nvSpPr>
        <p:spPr>
          <a:xfrm>
            <a:off x="2006600" y="2336800"/>
            <a:ext cx="81915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0" rtlCol="0" anchor="b" anchorCtr="0"/>
          <a:lstStyle/>
          <a:p>
            <a:pPr marL="0" indent="0" algn="ctr">
              <a:lnSpc>
                <a:spcPct val="91666"/>
              </a:lnSpc>
              <a:defRPr/>
            </a:pPr>
            <a:r>
              <a:rPr lang="en-US" sz="4400" b="1" i="0" u="none" strike="noStrike">
                <a:solidFill>
                  <a:srgbClr val="0D0D0D"/>
                </a:solidFill>
                <a:latin typeface="微软雅黑"/>
                <a:ea typeface="微软雅黑"/>
                <a:cs typeface="微软雅黑"/>
                <a:sym typeface="微软雅黑"/>
              </a:rPr>
              <a:t>谢谢聆听</a:t>
            </a:r>
            <a:endParaRPr lang="en-US" sz="1100"/>
          </a:p>
        </p:txBody>
      </p:sp>
      <p:sp>
        <p:nvSpPr>
          <p:cNvPr id="49" name="AutoShape 49"/>
          <p:cNvSpPr/>
          <p:nvPr/>
        </p:nvSpPr>
        <p:spPr>
          <a:xfrm>
            <a:off x="2006600" y="4013200"/>
            <a:ext cx="81915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50800" rIns="0" bIns="50800" rtlCol="0" anchor="t" anchorCtr="0"/>
          <a:lstStyle/>
          <a:p>
            <a:pPr marL="0" indent="0" algn="ctr">
              <a:lnSpc>
                <a:spcPct val="91666"/>
              </a:lnSpc>
              <a:spcBef>
                <a:spcPts val="1000"/>
              </a:spcBef>
              <a:defRPr/>
            </a:pPr>
            <a:r>
              <a:rPr lang="en-US" sz="1800" b="0" i="0" u="none" strike="noStrike">
                <a:solidFill>
                  <a:srgbClr val="808080"/>
                </a:solidFill>
                <a:latin typeface="微软雅黑"/>
                <a:ea typeface="微软雅黑"/>
                <a:cs typeface="微软雅黑"/>
                <a:sym typeface="微软雅黑"/>
              </a:rPr>
              <a:t>恳请各位评委老师批评指正</a:t>
            </a:r>
            <a:endParaRPr lang="en-US" sz="1100"/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2013</Words>
  <Application>Microsoft Office PowerPoint</Application>
  <PresentationFormat>宽屏</PresentationFormat>
  <Paragraphs>264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Noto Sans SC</vt:lpstr>
      <vt:lpstr>微软雅黑</vt:lpstr>
      <vt:lpstr>微软雅黑 Light</vt:lpstr>
      <vt:lpstr>Arial</vt:lpstr>
      <vt:lpstr>Impact</vt:lpstr>
      <vt:lpstr>Segoe UI</vt:lpstr>
      <vt:lpstr>Segoe UI Light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admin</cp:lastModifiedBy>
  <cp:revision>1</cp:revision>
  <dcterms:modified xsi:type="dcterms:W3CDTF">2026-06-12T10:11:40Z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{"Label":"1","ContentProducer":"001191110102MACQD9K64010000","ProduceID":"7648627998049356772","ReservedCode1":"","ContentPropagator":"","PropagateID":"","ReservedCode2":""}</vt:lpwstr>
  </property>
</Properties>
</file>