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v2-slide-shots\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ECS 架构的类吸血鬼幸存者游戏开发及优化</dc:title>
  <dc:subject>毕业设计答辩 v2</dc:subject>
  <dc:creator>刘瀚文</dc:creator>
  <cp:lastModifiedBy>刘瀚文</cp:lastModifiedBy>
  <cp:revision>1</cp:revision>
  <dcterms:created xsi:type="dcterms:W3CDTF">2026-06-10T08:17:56Z</dcterms:created>
  <dcterms:modified xsi:type="dcterms:W3CDTF">2026-06-10T08:17:56Z</dcterms:modified>
</cp:coreProperties>
</file>