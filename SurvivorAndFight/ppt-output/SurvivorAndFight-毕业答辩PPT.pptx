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60.xml" ContentType="application/vnd.openxmlformats-officedocument.presentationml.slid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Masters/slideMaster4.xml" ContentType="application/vnd.openxmlformats-officedocument.presentationml.slideMaster+xml"/>
  <Override PartName="/ppt/theme/theme4.xml" ContentType="application/vnd.openxmlformats-officedocument.them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0" r:id="rId2"/>
    <p:sldMasterId id="2147483673" r:id="rId3"/>
    <p:sldMasterId r:id="rId90-created" id="2147483675"/>
  </p:sldMasterIdLst>
  <p:sldIdLst>
    <p:sldId r:id="rId68-created" id="256"/>
    <p:sldId r:id="rId91-created" id="257"/>
    <p:sldId r:id="rId92-created" id="258"/>
    <p:sldId r:id="rId93-created" id="259"/>
    <p:sldId r:id="rId94-created" id="260"/>
    <p:sldId r:id="rId95-created" id="261"/>
    <p:sldId r:id="rId96-created" id="262"/>
    <p:sldId r:id="rId97-created" id="263"/>
    <p:sldId r:id="rId98-created" id="264"/>
    <p:sldId r:id="rId99-created" id="265"/>
    <p:sldId r:id="rId100-created" id="266"/>
    <p:sldId r:id="rId101-created" id="267"/>
    <p:sldId r:id="rId102-created" id="268"/>
    <p:sldId r:id="rId103-created" id="269"/>
    <p:sldId r:id="rId104-created" id="270"/>
    <p:sldId r:id="rId105-created" id="271"/>
    <p:sldId r:id="rId106-created" id="272"/>
    <p:sldId r:id="rId107-created" id="273"/>
    <p:sldId r:id="rId108-created" id="274"/>
    <p:sldId r:id="rId109-created" id="275"/>
    <p:sldId r:id="rId110-created" id="276"/>
  </p:sldIdLst>
  <p:sldSz cx="12192000" cy="6858000"/>
  <p:notesSz cx="6858000" cy="9144000"/>
  <p:custDataLst>
    <p:tags r:id="rId6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目录封底" id="{F7EB8661-8DC2-4EED-A36F-91365E500B7E}">
          <p14:sldIdLst>
            <p14:sldId id="256"/>
            <p14:sldId id="258"/>
            <p14:sldId id="293"/>
            <p14:sldId id="269"/>
          </p14:sldIdLst>
        </p14:section>
        <p14:section name="图片类页面" id="{28DD7E20-BED7-4AF7-B511-515AEC27268E}">
          <p14:sldIdLst>
            <p14:sldId id="262"/>
            <p14:sldId id="290"/>
            <p14:sldId id="272"/>
            <p14:sldId id="282"/>
            <p14:sldId id="260"/>
            <p14:sldId id="263"/>
            <p14:sldId id="305"/>
            <p14:sldId id="276"/>
            <p14:sldId id="297"/>
            <p14:sldId id="302"/>
            <p14:sldId id="264"/>
            <p14:sldId id="303"/>
            <p14:sldId id="308"/>
            <p14:sldId id="306"/>
          </p14:sldIdLst>
        </p14:section>
        <p14:section name="图表类页面" id="{42A29298-A397-470C-9B31-C898788540EC}">
          <p14:sldIdLst>
            <p14:sldId id="265"/>
            <p14:sldId id="273"/>
            <p14:sldId id="274"/>
            <p14:sldId id="278"/>
            <p14:sldId id="281"/>
            <p14:sldId id="266"/>
            <p14:sldId id="279"/>
            <p14:sldId id="285"/>
            <p14:sldId id="287"/>
          </p14:sldIdLst>
        </p14:section>
        <p14:section name="文字类页面" id="{38DE467C-B458-4C09-A134-3A02D151A438}">
          <p14:sldIdLst>
            <p14:sldId id="267"/>
            <p14:sldId id="270"/>
            <p14:sldId id="291"/>
            <p14:sldId id="277"/>
            <p14:sldId id="298"/>
            <p14:sldId id="288"/>
            <p14:sldId id="280"/>
            <p14:sldId id="309"/>
            <p14:sldId id="286"/>
            <p14:sldId id="271"/>
          </p14:sldIdLst>
        </p14:section>
        <p14:section name="特殊页面" id="{7A77159C-4FD4-478A-9B26-BED590132D13}">
          <p14:sldIdLst>
            <p14:sldId id="268"/>
            <p14:sldId id="317"/>
            <p14:sldId id="315"/>
            <p14:sldId id="307"/>
          </p14:sldIdLst>
        </p14:section>
        <p14:section name="使用手册" id="{7C5A83C6-2E03-48D1-82E7-C7F3BA0ABC18}">
          <p14:sldIdLst>
            <p14:sldId id="294"/>
            <p14:sldId id="322"/>
            <p14:sldId id="318"/>
            <p14:sldId id="320"/>
            <p14:sldId id="319"/>
            <p14:sldId id="321"/>
            <p14:sldId id="292"/>
            <p14:sldId id="299"/>
            <p14:sldId id="314"/>
            <p14:sldId id="295"/>
            <p14:sldId id="296"/>
            <p14:sldId id="304"/>
            <p14:sldId id="300"/>
            <p14:sldId id="310"/>
            <p14:sldId id="311"/>
            <p14:sldId id="312"/>
            <p14:sldId id="313"/>
            <p14:sldId id="1731"/>
          </p14:sldIdLst>
        </p14:section>
      </p14:sectionLst>
    </p:ex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2E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71" autoAdjust="0"/>
    <p:restoredTop sz="94660"/>
  </p:normalViewPr>
  <p:slideViewPr>
    <p:cSldViewPr snapToGrid="0" showGuides="1">
      <p:cViewPr varScale="1">
        <p:scale>
          <a:sx n="67" d="100"/>
          <a:sy n="67" d="100"/>
        </p:scale>
        <p:origin x="492" y="56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tags" Target="tags/tag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theme" Target="theme/theme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68-created" Type="http://schemas.openxmlformats.org/officeDocument/2006/relationships/slide" Target="slides/slide60.xml"/><Relationship Id="rId69-created" Type="http://schemas.openxmlformats.org/officeDocument/2006/relationships/slideLayout" Target="slideLayouts/slideLayout25.xml"/><Relationship Id="rId70-created" Type="http://schemas.openxmlformats.org/officeDocument/2006/relationships/slideLayout" Target="slideLayouts/slideLayout26.xml"/><Relationship Id="rId71-created" Type="http://schemas.openxmlformats.org/officeDocument/2006/relationships/slideLayout" Target="slideLayouts/slideLayout27.xml"/><Relationship Id="rId72-created" Type="http://schemas.openxmlformats.org/officeDocument/2006/relationships/slideLayout" Target="slideLayouts/slideLayout28.xml"/><Relationship Id="rId73-created" Type="http://schemas.openxmlformats.org/officeDocument/2006/relationships/slideLayout" Target="slideLayouts/slideLayout29.xml"/><Relationship Id="rId74-created" Type="http://schemas.openxmlformats.org/officeDocument/2006/relationships/slideLayout" Target="slideLayouts/slideLayout30.xml"/><Relationship Id="rId75-created" Type="http://schemas.openxmlformats.org/officeDocument/2006/relationships/slideLayout" Target="slideLayouts/slideLayout31.xml"/><Relationship Id="rId76-created" Type="http://schemas.openxmlformats.org/officeDocument/2006/relationships/slideLayout" Target="slideLayouts/slideLayout32.xml"/><Relationship Id="rId77-created" Type="http://schemas.openxmlformats.org/officeDocument/2006/relationships/slideLayout" Target="slideLayouts/slideLayout33.xml"/><Relationship Id="rId78-created" Type="http://schemas.openxmlformats.org/officeDocument/2006/relationships/slideLayout" Target="slideLayouts/slideLayout34.xml"/><Relationship Id="rId79-created" Type="http://schemas.openxmlformats.org/officeDocument/2006/relationships/slideLayout" Target="slideLayouts/slideLayout35.xml"/><Relationship Id="rId80-created" Type="http://schemas.openxmlformats.org/officeDocument/2006/relationships/slideLayout" Target="slideLayouts/slideLayout36.xml"/><Relationship Id="rId81-created" Type="http://schemas.openxmlformats.org/officeDocument/2006/relationships/slideLayout" Target="slideLayouts/slideLayout37.xml"/><Relationship Id="rId82-created" Type="http://schemas.openxmlformats.org/officeDocument/2006/relationships/slideLayout" Target="slideLayouts/slideLayout38.xml"/><Relationship Id="rId83-created" Type="http://schemas.openxmlformats.org/officeDocument/2006/relationships/slideLayout" Target="slideLayouts/slideLayout39.xml"/><Relationship Id="rId84-created" Type="http://schemas.openxmlformats.org/officeDocument/2006/relationships/slideLayout" Target="slideLayouts/slideLayout40.xml"/><Relationship Id="rId85-created" Type="http://schemas.openxmlformats.org/officeDocument/2006/relationships/slideLayout" Target="slideLayouts/slideLayout41.xml"/><Relationship Id="rId86-created" Type="http://schemas.openxmlformats.org/officeDocument/2006/relationships/slideLayout" Target="slideLayouts/slideLayout42.xml"/><Relationship Id="rId87-created" Type="http://schemas.openxmlformats.org/officeDocument/2006/relationships/slideLayout" Target="slideLayouts/slideLayout43.xml"/><Relationship Id="rId88-created" Type="http://schemas.openxmlformats.org/officeDocument/2006/relationships/slideLayout" Target="slideLayouts/slideLayout44.xml"/><Relationship Id="rId89-created" Type="http://schemas.openxmlformats.org/officeDocument/2006/relationships/slideLayout" Target="slideLayouts/slideLayout45.xml"/><Relationship Id="rId90-created" Type="http://schemas.openxmlformats.org/officeDocument/2006/relationships/slideMaster" Target="slideMasters/slideMaster4.xml"/><Relationship Id="rId91-created" Type="http://schemas.openxmlformats.org/officeDocument/2006/relationships/slide" Target="slides/slide61.xml"/><Relationship Id="rId92-created" Type="http://schemas.openxmlformats.org/officeDocument/2006/relationships/slide" Target="slides/slide62.xml"/><Relationship Id="rId93-created" Type="http://schemas.openxmlformats.org/officeDocument/2006/relationships/slide" Target="slides/slide63.xml"/><Relationship Id="rId94-created" Type="http://schemas.openxmlformats.org/officeDocument/2006/relationships/slide" Target="slides/slide64.xml"/><Relationship Id="rId95-created" Type="http://schemas.openxmlformats.org/officeDocument/2006/relationships/slide" Target="slides/slide65.xml"/><Relationship Id="rId96-created" Type="http://schemas.openxmlformats.org/officeDocument/2006/relationships/slide" Target="slides/slide66.xml"/><Relationship Id="rId97-created" Type="http://schemas.openxmlformats.org/officeDocument/2006/relationships/slide" Target="slides/slide67.xml"/><Relationship Id="rId98-created" Type="http://schemas.openxmlformats.org/officeDocument/2006/relationships/slide" Target="slides/slide68.xml"/><Relationship Id="rId99-created" Type="http://schemas.openxmlformats.org/officeDocument/2006/relationships/slide" Target="slides/slide69.xml"/><Relationship Id="rId100-created" Type="http://schemas.openxmlformats.org/officeDocument/2006/relationships/slide" Target="slides/slide70.xml"/><Relationship Id="rId101-created" Type="http://schemas.openxmlformats.org/officeDocument/2006/relationships/slide" Target="slides/slide71.xml"/><Relationship Id="rId102-created" Type="http://schemas.openxmlformats.org/officeDocument/2006/relationships/slide" Target="slides/slide72.xml"/><Relationship Id="rId103-created" Type="http://schemas.openxmlformats.org/officeDocument/2006/relationships/slide" Target="slides/slide73.xml"/><Relationship Id="rId104-created" Type="http://schemas.openxmlformats.org/officeDocument/2006/relationships/slide" Target="slides/slide74.xml"/><Relationship Id="rId105-created" Type="http://schemas.openxmlformats.org/officeDocument/2006/relationships/slide" Target="slides/slide75.xml"/><Relationship Id="rId106-created" Type="http://schemas.openxmlformats.org/officeDocument/2006/relationships/slide" Target="slides/slide76.xml"/><Relationship Id="rId107-created" Type="http://schemas.openxmlformats.org/officeDocument/2006/relationships/slide" Target="slides/slide77.xml"/><Relationship Id="rId108-created" Type="http://schemas.openxmlformats.org/officeDocument/2006/relationships/slide" Target="slides/slide78.xml"/><Relationship Id="rId109-created" Type="http://schemas.openxmlformats.org/officeDocument/2006/relationships/slide" Target="slides/slide79.xml"/><Relationship Id="rId110-created" Type="http://schemas.openxmlformats.org/officeDocument/2006/relationships/slide" Target="slides/slide8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slideLayouts/_rels/slideLayout1.xml.rels><?xml version="1.0" encoding="UTF-8" standalone="yes"?>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5.xml.rels><?xml version="1.0" encoding="UTF-8" standalone="yes"?>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8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4.emf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12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1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1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1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1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17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18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19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20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7.png"/><Relationship Id="rId4" Type="http://schemas.openxmlformats.org/officeDocument/2006/relationships/image" Target="../media/image4.emf"/><Relationship Id="rId6-created" Type="http://schemas.openxmlformats.org/officeDocument/2006/relationships/image" Target="../media/media57.emf"/><Relationship Id="rId7-created" Type="http://schemas.openxmlformats.org/officeDocument/2006/relationships/image" Target="../media/media58.emf"/><Relationship Id="rId8-created" Type="http://schemas.openxmlformats.org/officeDocument/2006/relationships/image" Target="../media/media59.png"/><Relationship Id="rId9-created" Type="http://schemas.openxmlformats.org/officeDocument/2006/relationships/image" Target="../media/media60.emf"/></Relationships>
</file>

<file path=ppt/slideLayouts/_rels/slideLayout2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emf"/><Relationship Id="rId5-created" Type="http://schemas.openxmlformats.org/officeDocument/2006/relationships/image" Target="../media/media61.emf"/><Relationship Id="rId6-created" Type="http://schemas.openxmlformats.org/officeDocument/2006/relationships/image" Target="../media/media62.emf"/><Relationship Id="rId7-created" Type="http://schemas.openxmlformats.org/officeDocument/2006/relationships/image" Target="../media/media63.emf"/></Relationships>
</file>

<file path=ppt/slideLayouts/_rels/slideLayout27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emf"/><Relationship Id="rId5-created" Type="http://schemas.openxmlformats.org/officeDocument/2006/relationships/image" Target="../media/media64.emf"/><Relationship Id="rId6-created" Type="http://schemas.openxmlformats.org/officeDocument/2006/relationships/image" Target="../media/media65.emf"/><Relationship Id="rId7-created" Type="http://schemas.openxmlformats.org/officeDocument/2006/relationships/image" Target="../media/media66.emf"/></Relationships>
</file>

<file path=ppt/slideLayouts/_rels/slideLayout28.xml.rels><?xml version="1.0" encoding="UTF-8" standalone="yes"?>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5.emf"/><Relationship Id="rId5-created" Type="http://schemas.openxmlformats.org/officeDocument/2006/relationships/image" Target="../media/media67.emf"/><Relationship Id="rId6-created" Type="http://schemas.openxmlformats.org/officeDocument/2006/relationships/image" Target="../media/media68.emf"/><Relationship Id="rId7-created" Type="http://schemas.openxmlformats.org/officeDocument/2006/relationships/image" Target="../media/media69.emf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emf"/><Relationship Id="rId5-created" Type="http://schemas.openxmlformats.org/officeDocument/2006/relationships/image" Target="../media/media70.emf"/><Relationship Id="rId6-created" Type="http://schemas.openxmlformats.org/officeDocument/2006/relationships/image" Target="../media/media71.emf"/><Relationship Id="rId7-created" Type="http://schemas.openxmlformats.org/officeDocument/2006/relationships/image" Target="../media/media72.emf"/></Relationships>
</file>

<file path=ppt/slideLayouts/_rels/slideLayout3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emf"/><Relationship Id="rId5-created" Type="http://schemas.openxmlformats.org/officeDocument/2006/relationships/image" Target="../media/media73.emf"/><Relationship Id="rId6-created" Type="http://schemas.openxmlformats.org/officeDocument/2006/relationships/image" Target="../media/media74.emf"/><Relationship Id="rId7-created" Type="http://schemas.openxmlformats.org/officeDocument/2006/relationships/image" Target="../media/media75.emf"/></Relationships>
</file>

<file path=ppt/slideLayouts/_rels/slideLayout32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emf"/><Relationship Id="rId5-created" Type="http://schemas.openxmlformats.org/officeDocument/2006/relationships/image" Target="../media/media76.emf"/><Relationship Id="rId6-created" Type="http://schemas.openxmlformats.org/officeDocument/2006/relationships/image" Target="../media/media77.emf"/><Relationship Id="rId7-created" Type="http://schemas.openxmlformats.org/officeDocument/2006/relationships/image" Target="../media/media78.emf"/></Relationships>
</file>

<file path=ppt/slideLayouts/_rels/slideLayout3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5.emf"/><Relationship Id="rId5-created" Type="http://schemas.openxmlformats.org/officeDocument/2006/relationships/image" Target="../media/media79.emf"/><Relationship Id="rId6-created" Type="http://schemas.openxmlformats.org/officeDocument/2006/relationships/image" Target="../media/media80.emf"/><Relationship Id="rId7-created" Type="http://schemas.openxmlformats.org/officeDocument/2006/relationships/image" Target="../media/media81.emf"/></Relationships>
</file>

<file path=ppt/slideLayouts/_rels/slideLayout3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emf"/><Relationship Id="rId5-created" Type="http://schemas.openxmlformats.org/officeDocument/2006/relationships/image" Target="../media/media82.emf"/><Relationship Id="rId6-created" Type="http://schemas.openxmlformats.org/officeDocument/2006/relationships/image" Target="../media/media83.emf"/><Relationship Id="rId7-created" Type="http://schemas.openxmlformats.org/officeDocument/2006/relationships/image" Target="../media/media84.emf"/></Relationships>
</file>

<file path=ppt/slideLayouts/_rels/slideLayout3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emf"/><Relationship Id="rId5-created" Type="http://schemas.openxmlformats.org/officeDocument/2006/relationships/image" Target="../media/media85.emf"/><Relationship Id="rId6-created" Type="http://schemas.openxmlformats.org/officeDocument/2006/relationships/image" Target="../media/media86.emf"/><Relationship Id="rId7-created" Type="http://schemas.openxmlformats.org/officeDocument/2006/relationships/image" Target="../media/media87.emf"/></Relationships>
</file>

<file path=ppt/slideLayouts/_rels/slideLayout36.xml.rels><?xml version="1.0" encoding="UTF-8" standalone="yes"?>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Relationship Id="rId3-created" Type="http://schemas.openxmlformats.org/officeDocument/2006/relationships/image" Target="../media/media88.emf"/></Relationships>
</file>

<file path=ppt/slideLayouts/_rels/slideLayout37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emf"/><Relationship Id="rId5-created" Type="http://schemas.openxmlformats.org/officeDocument/2006/relationships/image" Target="../media/media89.emf"/><Relationship Id="rId6-created" Type="http://schemas.openxmlformats.org/officeDocument/2006/relationships/image" Target="../media/media90.emf"/><Relationship Id="rId7-created" Type="http://schemas.openxmlformats.org/officeDocument/2006/relationships/image" Target="../media/media91.emf"/></Relationships>
</file>

<file path=ppt/slideLayouts/_rels/slideLayout38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emf"/><Relationship Id="rId5-created" Type="http://schemas.openxmlformats.org/officeDocument/2006/relationships/image" Target="../media/media92.emf"/><Relationship Id="rId6-created" Type="http://schemas.openxmlformats.org/officeDocument/2006/relationships/image" Target="../media/media93.emf"/><Relationship Id="rId7-created" Type="http://schemas.openxmlformats.org/officeDocument/2006/relationships/image" Target="../media/media94.emf"/></Relationships>
</file>

<file path=ppt/slideLayouts/_rels/slideLayout39.xml.rels><?xml version="1.0" encoding="UTF-8" standalone="yes"?>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4.xml"/><Relationship Id="rId3-created" Type="http://schemas.openxmlformats.org/officeDocument/2006/relationships/image" Target="../media/media95.emf"/></Relationships>
</file>

<file path=ppt/slideLayouts/_rels/slideLayout40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emf"/><Relationship Id="rId5-created" Type="http://schemas.openxmlformats.org/officeDocument/2006/relationships/image" Target="../media/media96.emf"/><Relationship Id="rId6-created" Type="http://schemas.openxmlformats.org/officeDocument/2006/relationships/image" Target="../media/media97.emf"/><Relationship Id="rId7-created" Type="http://schemas.openxmlformats.org/officeDocument/2006/relationships/image" Target="../media/media98.emf"/></Relationships>
</file>

<file path=ppt/slideLayouts/_rels/slideLayout41.xml.rels><?xml version="1.0" encoding="UTF-8" standalone="yes"?>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-created" Type="http://schemas.openxmlformats.org/officeDocument/2006/relationships/image" Target="../media/media99.emf"/><Relationship Id="rId5-created" Type="http://schemas.openxmlformats.org/officeDocument/2006/relationships/image" Target="../media/media100.emf"/></Relationships>
</file>

<file path=ppt/slideLayouts/_rels/slideLayout42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emf"/><Relationship Id="rId5-created" Type="http://schemas.openxmlformats.org/officeDocument/2006/relationships/image" Target="../media/media101.emf"/><Relationship Id="rId6-created" Type="http://schemas.openxmlformats.org/officeDocument/2006/relationships/image" Target="../media/media102.emf"/><Relationship Id="rId7-created" Type="http://schemas.openxmlformats.org/officeDocument/2006/relationships/image" Target="../media/media103.emf"/></Relationships>
</file>

<file path=ppt/slideLayouts/_rels/slideLayout4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5.emf"/><Relationship Id="rId5-created" Type="http://schemas.openxmlformats.org/officeDocument/2006/relationships/image" Target="../media/media104.emf"/><Relationship Id="rId6-created" Type="http://schemas.openxmlformats.org/officeDocument/2006/relationships/image" Target="../media/media105.emf"/><Relationship Id="rId7-created" Type="http://schemas.openxmlformats.org/officeDocument/2006/relationships/image" Target="../media/media106.emf"/></Relationships>
</file>

<file path=ppt/slideLayouts/_rels/slideLayout4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emf"/><Relationship Id="rId5-created" Type="http://schemas.openxmlformats.org/officeDocument/2006/relationships/image" Target="../media/media107.emf"/><Relationship Id="rId6-created" Type="http://schemas.openxmlformats.org/officeDocument/2006/relationships/image" Target="../media/media108.emf"/><Relationship Id="rId7-created" Type="http://schemas.openxmlformats.org/officeDocument/2006/relationships/image" Target="../media/media109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C0EB142D-9574-4384-A5E6-34C00A42B34F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custGeom>
            <a:avLst/>
            <a:gdLst>
              <a:gd name="connsiteX0" fmla="*/ 373694 w 12192000"/>
              <a:gd name="connsiteY0" fmla="*/ 254634 h 6857999"/>
              <a:gd name="connsiteX1" fmla="*/ 289383 w 12192000"/>
              <a:gd name="connsiteY1" fmla="*/ 338945 h 6857999"/>
              <a:gd name="connsiteX2" fmla="*/ 289383 w 12192000"/>
              <a:gd name="connsiteY2" fmla="*/ 6519056 h 6857999"/>
              <a:gd name="connsiteX3" fmla="*/ 373694 w 12192000"/>
              <a:gd name="connsiteY3" fmla="*/ 6603367 h 6857999"/>
              <a:gd name="connsiteX4" fmla="*/ 11818307 w 12192000"/>
              <a:gd name="connsiteY4" fmla="*/ 6603367 h 6857999"/>
              <a:gd name="connsiteX5" fmla="*/ 11902618 w 12192000"/>
              <a:gd name="connsiteY5" fmla="*/ 6519056 h 6857999"/>
              <a:gd name="connsiteX6" fmla="*/ 11902618 w 12192000"/>
              <a:gd name="connsiteY6" fmla="*/ 338945 h 6857999"/>
              <a:gd name="connsiteX7" fmla="*/ 11818307 w 12192000"/>
              <a:gd name="connsiteY7" fmla="*/ 254634 h 6857999"/>
              <a:gd name="connsiteX8" fmla="*/ 0 w 12192000"/>
              <a:gd name="connsiteY8" fmla="*/ 0 h 6857999"/>
              <a:gd name="connsiteX9" fmla="*/ 12192000 w 12192000"/>
              <a:gd name="connsiteY9" fmla="*/ 0 h 6857999"/>
              <a:gd name="connsiteX10" fmla="*/ 12192000 w 12192000"/>
              <a:gd name="connsiteY10" fmla="*/ 6857999 h 6857999"/>
              <a:gd name="connsiteX11" fmla="*/ 0 w 12192000"/>
              <a:gd name="connsiteY11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7999">
                <a:moveTo>
                  <a:pt x="373694" y="254634"/>
                </a:moveTo>
                <a:cubicBezTo>
                  <a:pt x="327130" y="254634"/>
                  <a:pt x="289383" y="292381"/>
                  <a:pt x="289383" y="338945"/>
                </a:cubicBezTo>
                <a:lnTo>
                  <a:pt x="289383" y="6519056"/>
                </a:lnTo>
                <a:cubicBezTo>
                  <a:pt x="289383" y="6565620"/>
                  <a:pt x="327130" y="6603367"/>
                  <a:pt x="373694" y="6603367"/>
                </a:cubicBezTo>
                <a:lnTo>
                  <a:pt x="11818307" y="6603367"/>
                </a:lnTo>
                <a:cubicBezTo>
                  <a:pt x="11864871" y="6603367"/>
                  <a:pt x="11902618" y="6565620"/>
                  <a:pt x="11902618" y="6519056"/>
                </a:cubicBezTo>
                <a:lnTo>
                  <a:pt x="11902618" y="338945"/>
                </a:lnTo>
                <a:cubicBezTo>
                  <a:pt x="11902618" y="292381"/>
                  <a:pt x="11864871" y="254634"/>
                  <a:pt x="11818307" y="254634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19665FE-503E-4460-BDD1-6DCF431D60E5}"/>
              </a:ext>
            </a:extLst>
          </p:cNvPr>
          <p:cNvSpPr/>
          <p:nvPr userDrawn="1"/>
        </p:nvSpPr>
        <p:spPr>
          <a:xfrm>
            <a:off x="289383" y="254634"/>
            <a:ext cx="11613235" cy="6348733"/>
          </a:xfrm>
          <a:prstGeom prst="roundRect">
            <a:avLst>
              <a:gd name="adj" fmla="val 1328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76200" sx="101000" sy="101000" algn="ctr" rotWithShape="0">
              <a:prstClr val="black">
                <a:alpha val="3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BB4B086-4071-4C4C-9FF8-B987D7306B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2549" y="2332940"/>
            <a:ext cx="8186902" cy="833759"/>
          </a:xfrm>
        </p:spPr>
        <p:txBody>
          <a:bodyPr lIns="0" rIns="0" bIns="0" anchor="b" anchorCtr="0">
            <a:normAutofit/>
          </a:bodyPr>
          <a:lstStyle>
            <a:lvl1pPr algn="ctr">
              <a:defRPr lang="zh-CN" altLang="en-US" sz="4400" b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4A60CE9-1EA3-4611-84E6-17C89EA437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2549" y="3234727"/>
            <a:ext cx="8186902" cy="472251"/>
          </a:xfrm>
        </p:spPr>
        <p:txBody>
          <a:bodyPr wrap="square" lIns="0" rIns="0" anchor="t" anchorCtr="0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94492432-9BB1-4669-BEEE-B68FB0384B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59659" y="1128211"/>
            <a:ext cx="3072682" cy="767856"/>
          </a:xfrm>
          <a:prstGeom prst="rect">
            <a:avLst/>
          </a:prstGeom>
        </p:spPr>
      </p:pic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8977E7C2-2B89-433F-A7EE-303D1B03D9D7}"/>
              </a:ext>
            </a:extLst>
          </p:cNvPr>
          <p:cNvCxnSpPr/>
          <p:nvPr userDrawn="1"/>
        </p:nvCxnSpPr>
        <p:spPr>
          <a:xfrm>
            <a:off x="5186680" y="3897585"/>
            <a:ext cx="18186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2CC9A4A0-69C9-4E77-A0BB-28CAB1458C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0598" y="4207533"/>
            <a:ext cx="5150803" cy="472252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23" name="十字形 22">
            <a:extLst>
              <a:ext uri="{FF2B5EF4-FFF2-40B4-BE49-F238E27FC236}">
                <a16:creationId xmlns:a16="http://schemas.microsoft.com/office/drawing/2014/main" id="{0F1F8DAF-7488-47D8-BBF2-F04987CA33E4}"/>
              </a:ext>
            </a:extLst>
          </p:cNvPr>
          <p:cNvSpPr/>
          <p:nvPr userDrawn="1"/>
        </p:nvSpPr>
        <p:spPr>
          <a:xfrm rot="2700000">
            <a:off x="5951999" y="5523207"/>
            <a:ext cx="288000" cy="288000"/>
          </a:xfrm>
          <a:prstGeom prst="plus">
            <a:avLst>
              <a:gd name="adj" fmla="val 45863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ACDFF073-5D91-4F98-8F4C-D6BEB5D8F7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71639" y="5893688"/>
            <a:ext cx="4248721" cy="342012"/>
          </a:xfrm>
        </p:spPr>
        <p:txBody>
          <a:bodyPr wrap="square">
            <a:noAutofit/>
          </a:bodyPr>
          <a:lstStyle>
            <a:lvl1pPr marL="0" indent="0" algn="ctr">
              <a:buNone/>
              <a:defRPr lang="zh-CN" altLang="en-US" sz="1600" kern="12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zh-CN" altLang="en-US" dirty="0"/>
              <a:t>这里可以写你的学院或者专业名称</a:t>
            </a:r>
          </a:p>
        </p:txBody>
      </p:sp>
    </p:spTree>
    <p:extLst>
      <p:ext uri="{BB962C8B-B14F-4D97-AF65-F5344CB8AC3E}">
        <p14:creationId xmlns:p14="http://schemas.microsoft.com/office/powerpoint/2010/main" val="4069016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7C4DB3B-6C84-4775-B214-EEA8CBAA6620}"/>
              </a:ext>
            </a:extLst>
          </p:cNvPr>
          <p:cNvSpPr/>
          <p:nvPr userDrawn="1"/>
        </p:nvSpPr>
        <p:spPr>
          <a:xfrm>
            <a:off x="0" y="1130300"/>
            <a:ext cx="12192000" cy="5365107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EB1EFD8-4239-4934-A32E-58F21ABC0A87}"/>
              </a:ext>
            </a:extLst>
          </p:cNvPr>
          <p:cNvSpPr/>
          <p:nvPr userDrawn="1"/>
        </p:nvSpPr>
        <p:spPr>
          <a:xfrm>
            <a:off x="0" y="0"/>
            <a:ext cx="12192000" cy="114046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5745006-E3F6-4664-8C8B-93DE4309AFA6}"/>
              </a:ext>
            </a:extLst>
          </p:cNvPr>
          <p:cNvSpPr txBox="1"/>
          <p:nvPr userDrawn="1"/>
        </p:nvSpPr>
        <p:spPr>
          <a:xfrm>
            <a:off x="539511" y="307331"/>
            <a:ext cx="32501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5400" b="1" dirty="0">
                <a:solidFill>
                  <a:schemeClr val="bg1">
                    <a:alpha val="31000"/>
                  </a:schemeClr>
                </a:solidFill>
                <a:latin typeface="+mj-lt"/>
              </a:rPr>
              <a:t>Contents</a:t>
            </a:r>
            <a:endParaRPr lang="zh-CN" altLang="en-US" sz="5400" b="1" dirty="0">
              <a:solidFill>
                <a:schemeClr val="bg1">
                  <a:alpha val="31000"/>
                </a:schemeClr>
              </a:solidFill>
              <a:latin typeface="+mj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6E114F3-4350-4C4C-B15F-458EE1DB0EC0}"/>
              </a:ext>
            </a:extLst>
          </p:cNvPr>
          <p:cNvSpPr txBox="1"/>
          <p:nvPr userDrawn="1"/>
        </p:nvSpPr>
        <p:spPr>
          <a:xfrm>
            <a:off x="501023" y="171621"/>
            <a:ext cx="15030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800" b="1" dirty="0">
                <a:solidFill>
                  <a:schemeClr val="bg1"/>
                </a:solidFill>
                <a:latin typeface="+mj-ea"/>
                <a:ea typeface="+mj-ea"/>
              </a:rPr>
              <a:t>目录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1EA85BF-DD8A-4E6A-9E5B-D9E11C8715BF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77E6410-D38F-4219-B483-6A69663EC7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BF1AC4E-4A54-4824-AA49-FCDA3F0E720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C73C918A-C35C-4DBD-9097-07144D33CB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9759" y="2028114"/>
            <a:ext cx="3250169" cy="361081"/>
          </a:xfrm>
        </p:spPr>
        <p:txBody>
          <a:bodyPr lIns="0" tIns="0" anchor="t" anchorCtr="0">
            <a:noAutofit/>
          </a:bodyPr>
          <a:lstStyle>
            <a:lvl1pPr marL="0" indent="0">
              <a:buNone/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A55D9FF0-FD22-4D69-ABD4-5574F6DDD2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69759" y="2519790"/>
            <a:ext cx="3250169" cy="269018"/>
          </a:xfrm>
        </p:spPr>
        <p:txBody>
          <a:bodyPr lIns="0" bIns="0" anchor="b" anchorCtr="0">
            <a:noAutofit/>
          </a:bodyPr>
          <a:lstStyle>
            <a:lvl1pPr marL="0" indent="0" algn="l">
              <a:buNone/>
              <a:defRPr sz="18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30" name="文本占位符 17">
            <a:extLst>
              <a:ext uri="{FF2B5EF4-FFF2-40B4-BE49-F238E27FC236}">
                <a16:creationId xmlns:a16="http://schemas.microsoft.com/office/drawing/2014/main" id="{E3E7A2D5-E546-42EF-8B24-28D9B51F3D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52979" y="2028114"/>
            <a:ext cx="3250800" cy="361081"/>
          </a:xfrm>
        </p:spPr>
        <p:txBody>
          <a:bodyPr lIns="0" tIns="0" anchor="t" anchorCtr="0">
            <a:noAutofit/>
          </a:bodyPr>
          <a:lstStyle>
            <a:lvl1pPr marL="0" indent="0">
              <a:buNone/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31" name="文本占位符 21">
            <a:extLst>
              <a:ext uri="{FF2B5EF4-FFF2-40B4-BE49-F238E27FC236}">
                <a16:creationId xmlns:a16="http://schemas.microsoft.com/office/drawing/2014/main" id="{C820380A-48E4-4515-8865-B73589094A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52979" y="2519790"/>
            <a:ext cx="3250800" cy="269018"/>
          </a:xfrm>
        </p:spPr>
        <p:txBody>
          <a:bodyPr vert="horz" lIns="0" tIns="45720" rIns="91440" bIns="0" rtlCol="0" anchor="b" anchorCtr="0">
            <a:noAutofit/>
          </a:bodyPr>
          <a:lstStyle>
            <a:lvl1pPr marL="0" indent="0">
              <a:buNone/>
              <a:defRPr lang="zh-CN" altLang="en-US" sz="1800" baseline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600" lvl="0" indent="-228600"/>
            <a:r>
              <a:rPr lang="zh-CN" altLang="en-US" dirty="0"/>
              <a:t>编辑母版文本样式</a:t>
            </a:r>
          </a:p>
        </p:txBody>
      </p:sp>
      <p:sp>
        <p:nvSpPr>
          <p:cNvPr id="39" name="文本占位符 17">
            <a:extLst>
              <a:ext uri="{FF2B5EF4-FFF2-40B4-BE49-F238E27FC236}">
                <a16:creationId xmlns:a16="http://schemas.microsoft.com/office/drawing/2014/main" id="{92C8D714-DA0A-42AF-9AEB-408B59B3170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569759" y="3329661"/>
            <a:ext cx="3250169" cy="361081"/>
          </a:xfrm>
        </p:spPr>
        <p:txBody>
          <a:bodyPr lIns="0" tIns="0" anchor="t" anchorCtr="0">
            <a:noAutofit/>
          </a:bodyPr>
          <a:lstStyle>
            <a:lvl1pPr marL="0" indent="0">
              <a:buNone/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0" name="文本占位符 21">
            <a:extLst>
              <a:ext uri="{FF2B5EF4-FFF2-40B4-BE49-F238E27FC236}">
                <a16:creationId xmlns:a16="http://schemas.microsoft.com/office/drawing/2014/main" id="{9F1CD8A8-68D8-46EF-BE97-6AB7216C274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569759" y="3821337"/>
            <a:ext cx="3250169" cy="269018"/>
          </a:xfrm>
        </p:spPr>
        <p:txBody>
          <a:bodyPr vert="horz" lIns="0" tIns="45720" rIns="91440" bIns="0" rtlCol="0" anchor="b" anchorCtr="0">
            <a:noAutofit/>
          </a:bodyPr>
          <a:lstStyle>
            <a:lvl1pPr marL="0" indent="0">
              <a:buNone/>
              <a:defRPr lang="zh-CN" altLang="en-US" sz="1800" baseline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600" lvl="0" indent="-228600"/>
            <a:r>
              <a:rPr lang="zh-CN" altLang="en-US" dirty="0"/>
              <a:t>编辑母版文本样式</a:t>
            </a:r>
          </a:p>
        </p:txBody>
      </p:sp>
      <p:sp>
        <p:nvSpPr>
          <p:cNvPr id="42" name="文本占位符 17">
            <a:extLst>
              <a:ext uri="{FF2B5EF4-FFF2-40B4-BE49-F238E27FC236}">
                <a16:creationId xmlns:a16="http://schemas.microsoft.com/office/drawing/2014/main" id="{094A045B-464D-4DF7-B9BF-2F74E634F78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2979" y="3329661"/>
            <a:ext cx="3250800" cy="361081"/>
          </a:xfrm>
        </p:spPr>
        <p:txBody>
          <a:bodyPr lIns="0" tIns="0" anchor="t" anchorCtr="0">
            <a:noAutofit/>
          </a:bodyPr>
          <a:lstStyle>
            <a:lvl1pPr marL="0" indent="0">
              <a:buNone/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3" name="文本占位符 21">
            <a:extLst>
              <a:ext uri="{FF2B5EF4-FFF2-40B4-BE49-F238E27FC236}">
                <a16:creationId xmlns:a16="http://schemas.microsoft.com/office/drawing/2014/main" id="{24FC5B44-4BCE-461C-A227-4DDA77413BE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2979" y="3821337"/>
            <a:ext cx="3250800" cy="269018"/>
          </a:xfrm>
        </p:spPr>
        <p:txBody>
          <a:bodyPr vert="horz" lIns="0" tIns="45720" rIns="91440" bIns="0" rtlCol="0" anchor="b" anchorCtr="0">
            <a:noAutofit/>
          </a:bodyPr>
          <a:lstStyle>
            <a:lvl1pPr marL="0" indent="0">
              <a:buNone/>
              <a:defRPr lang="zh-CN" altLang="en-US" sz="1800" baseline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600" lvl="0" indent="-228600"/>
            <a:r>
              <a:rPr lang="zh-CN" altLang="en-US" dirty="0"/>
              <a:t>编辑母版文本样式</a:t>
            </a:r>
          </a:p>
        </p:txBody>
      </p:sp>
      <p:sp>
        <p:nvSpPr>
          <p:cNvPr id="45" name="文本占位符 17">
            <a:extLst>
              <a:ext uri="{FF2B5EF4-FFF2-40B4-BE49-F238E27FC236}">
                <a16:creationId xmlns:a16="http://schemas.microsoft.com/office/drawing/2014/main" id="{939450F7-90D7-4D39-9C67-81EF29B78A4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569759" y="4712488"/>
            <a:ext cx="3250169" cy="361081"/>
          </a:xfrm>
        </p:spPr>
        <p:txBody>
          <a:bodyPr lIns="0" tIns="0" anchor="t" anchorCtr="0">
            <a:noAutofit/>
          </a:bodyPr>
          <a:lstStyle>
            <a:lvl1pPr marL="0" indent="0">
              <a:buNone/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6" name="文本占位符 21">
            <a:extLst>
              <a:ext uri="{FF2B5EF4-FFF2-40B4-BE49-F238E27FC236}">
                <a16:creationId xmlns:a16="http://schemas.microsoft.com/office/drawing/2014/main" id="{489A4F79-960D-4E0E-92F5-44ADC3E7DC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569759" y="5204164"/>
            <a:ext cx="3250169" cy="269018"/>
          </a:xfrm>
        </p:spPr>
        <p:txBody>
          <a:bodyPr vert="horz" lIns="0" tIns="45720" rIns="91440" bIns="0" rtlCol="0" anchor="b" anchorCtr="0">
            <a:noAutofit/>
          </a:bodyPr>
          <a:lstStyle>
            <a:lvl1pPr marL="0" indent="0">
              <a:buNone/>
              <a:defRPr lang="zh-CN" altLang="en-US" sz="1800" baseline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600" lvl="0" indent="-228600"/>
            <a:r>
              <a:rPr lang="zh-CN" altLang="en-US" dirty="0"/>
              <a:t>编辑母版文本样式</a:t>
            </a:r>
          </a:p>
        </p:txBody>
      </p:sp>
      <p:sp>
        <p:nvSpPr>
          <p:cNvPr id="48" name="文本占位符 17">
            <a:extLst>
              <a:ext uri="{FF2B5EF4-FFF2-40B4-BE49-F238E27FC236}">
                <a16:creationId xmlns:a16="http://schemas.microsoft.com/office/drawing/2014/main" id="{BD1F4161-C7D8-4991-B3D1-821D38970E1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152979" y="4712488"/>
            <a:ext cx="3250800" cy="361081"/>
          </a:xfrm>
        </p:spPr>
        <p:txBody>
          <a:bodyPr lIns="0" tIns="0" anchor="t" anchorCtr="0">
            <a:noAutofit/>
          </a:bodyPr>
          <a:lstStyle>
            <a:lvl1pPr marL="0" indent="0">
              <a:buNone/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9" name="文本占位符 21">
            <a:extLst>
              <a:ext uri="{FF2B5EF4-FFF2-40B4-BE49-F238E27FC236}">
                <a16:creationId xmlns:a16="http://schemas.microsoft.com/office/drawing/2014/main" id="{9ACD3E2E-AFA4-4EA4-868F-8F17634D7D7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2979" y="5204164"/>
            <a:ext cx="3250800" cy="269018"/>
          </a:xfrm>
        </p:spPr>
        <p:txBody>
          <a:bodyPr vert="horz" lIns="0" tIns="45720" rIns="91440" bIns="0" rtlCol="0" anchor="b" anchorCtr="0">
            <a:noAutofit/>
          </a:bodyPr>
          <a:lstStyle>
            <a:lvl1pPr marL="0" indent="0">
              <a:buNone/>
              <a:defRPr lang="zh-CN" altLang="en-US" sz="1800" baseline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600" lvl="0" indent="-228600"/>
            <a:r>
              <a:rPr lang="zh-CN" altLang="en-US" dirty="0"/>
              <a:t>编辑母版文本样式</a:t>
            </a:r>
          </a:p>
        </p:txBody>
      </p:sp>
      <p:sp>
        <p:nvSpPr>
          <p:cNvPr id="52" name="文本占位符 51">
            <a:extLst>
              <a:ext uri="{FF2B5EF4-FFF2-40B4-BE49-F238E27FC236}">
                <a16:creationId xmlns:a16="http://schemas.microsoft.com/office/drawing/2014/main" id="{AB68936D-40B7-448F-A5B0-1FFCC95446A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08078" y="2023632"/>
            <a:ext cx="719242" cy="761929"/>
          </a:xfrm>
          <a:solidFill>
            <a:schemeClr val="accent1"/>
          </a:solidFill>
          <a:ln>
            <a:noFill/>
          </a:ln>
        </p:spPr>
        <p:txBody>
          <a:bodyPr lIns="0" tIns="0" rIns="0" bIns="0" anchor="ctr" anchorCtr="0">
            <a:normAutofit/>
          </a:bodyPr>
          <a:lstStyle>
            <a:lvl1pPr marL="0" indent="0" algn="ctr" defTabSz="914400" rtl="0" eaLnBrk="1" latinLnBrk="0" hangingPunct="1">
              <a:buNone/>
              <a:defRPr lang="zh-CN" altLang="en-US" sz="3600" b="0" kern="1200" baseline="0" dirty="0"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32" name="文本占位符 51">
            <a:extLst>
              <a:ext uri="{FF2B5EF4-FFF2-40B4-BE49-F238E27FC236}">
                <a16:creationId xmlns:a16="http://schemas.microsoft.com/office/drawing/2014/main" id="{6DA3D8CD-850A-4608-845A-4D41E939B7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83367" y="2023632"/>
            <a:ext cx="719242" cy="761929"/>
          </a:xfrm>
          <a:solidFill>
            <a:schemeClr val="accent1"/>
          </a:solidFill>
          <a:ln>
            <a:noFill/>
          </a:ln>
        </p:spPr>
        <p:txBody>
          <a:bodyPr lIns="0" tIns="0" rIns="0" bIns="0" anchor="ctr" anchorCtr="0">
            <a:normAutofit/>
          </a:bodyPr>
          <a:lstStyle>
            <a:lvl1pPr marL="0" indent="0" algn="ctr" defTabSz="914400" rtl="0" eaLnBrk="1" latinLnBrk="0" hangingPunct="1">
              <a:buNone/>
              <a:defRPr lang="zh-CN" altLang="en-US" sz="3600" b="0" kern="1200" baseline="0" dirty="0"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33" name="文本占位符 51">
            <a:extLst>
              <a:ext uri="{FF2B5EF4-FFF2-40B4-BE49-F238E27FC236}">
                <a16:creationId xmlns:a16="http://schemas.microsoft.com/office/drawing/2014/main" id="{3DB4F64D-2F10-480C-B470-4C070035DF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08078" y="3332186"/>
            <a:ext cx="719242" cy="761929"/>
          </a:xfrm>
          <a:solidFill>
            <a:schemeClr val="accent1"/>
          </a:solidFill>
          <a:ln>
            <a:noFill/>
          </a:ln>
        </p:spPr>
        <p:txBody>
          <a:bodyPr lIns="0" tIns="0" rIns="0" bIns="0" anchor="ctr" anchorCtr="0">
            <a:normAutofit/>
          </a:bodyPr>
          <a:lstStyle>
            <a:lvl1pPr marL="0" indent="0" algn="ctr" defTabSz="914400" rtl="0" eaLnBrk="1" latinLnBrk="0" hangingPunct="1">
              <a:buNone/>
              <a:defRPr lang="zh-CN" altLang="en-US" sz="3600" b="0" kern="1200" baseline="0" dirty="0"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34" name="文本占位符 51">
            <a:extLst>
              <a:ext uri="{FF2B5EF4-FFF2-40B4-BE49-F238E27FC236}">
                <a16:creationId xmlns:a16="http://schemas.microsoft.com/office/drawing/2014/main" id="{60AB3A18-7A2F-4FD4-ABB3-1CDE67DF88E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83367" y="3328426"/>
            <a:ext cx="719242" cy="761929"/>
          </a:xfrm>
          <a:solidFill>
            <a:schemeClr val="accent1"/>
          </a:solidFill>
          <a:ln>
            <a:noFill/>
          </a:ln>
        </p:spPr>
        <p:txBody>
          <a:bodyPr lIns="0" tIns="0" rIns="0" bIns="0" anchor="ctr" anchorCtr="0">
            <a:normAutofit/>
          </a:bodyPr>
          <a:lstStyle>
            <a:lvl1pPr marL="0" indent="0" algn="ctr" defTabSz="914400" rtl="0" eaLnBrk="1" latinLnBrk="0" hangingPunct="1">
              <a:buNone/>
              <a:defRPr lang="zh-CN" altLang="en-US" sz="3600" b="0" kern="1200" baseline="0" dirty="0"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35" name="文本占位符 51">
            <a:extLst>
              <a:ext uri="{FF2B5EF4-FFF2-40B4-BE49-F238E27FC236}">
                <a16:creationId xmlns:a16="http://schemas.microsoft.com/office/drawing/2014/main" id="{4668EF71-B816-4732-A6FB-9AAEFAF3E5C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08078" y="4711253"/>
            <a:ext cx="719242" cy="761929"/>
          </a:xfrm>
          <a:solidFill>
            <a:schemeClr val="accent1"/>
          </a:solidFill>
          <a:ln>
            <a:noFill/>
          </a:ln>
        </p:spPr>
        <p:txBody>
          <a:bodyPr lIns="0" tIns="0" rIns="0" bIns="0" anchor="ctr" anchorCtr="0">
            <a:normAutofit/>
          </a:bodyPr>
          <a:lstStyle>
            <a:lvl1pPr marL="0" indent="0" algn="ctr" defTabSz="914400" rtl="0" eaLnBrk="1" latinLnBrk="0" hangingPunct="1">
              <a:buNone/>
              <a:defRPr lang="zh-CN" altLang="en-US" sz="3600" b="0" kern="1200" baseline="0" dirty="0"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36" name="文本占位符 51">
            <a:extLst>
              <a:ext uri="{FF2B5EF4-FFF2-40B4-BE49-F238E27FC236}">
                <a16:creationId xmlns:a16="http://schemas.microsoft.com/office/drawing/2014/main" id="{20285630-4C32-48BA-BF4B-B2730023A00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83367" y="4711253"/>
            <a:ext cx="719242" cy="761929"/>
          </a:xfrm>
          <a:solidFill>
            <a:schemeClr val="accent1"/>
          </a:solidFill>
          <a:ln>
            <a:noFill/>
          </a:ln>
        </p:spPr>
        <p:txBody>
          <a:bodyPr lIns="0" tIns="0" rIns="0" bIns="0" anchor="ctr" anchorCtr="0">
            <a:normAutofit/>
          </a:bodyPr>
          <a:lstStyle>
            <a:lvl1pPr marL="0" indent="0" algn="ctr" defTabSz="914400" rtl="0" eaLnBrk="1" latinLnBrk="0" hangingPunct="1">
              <a:buNone/>
              <a:defRPr lang="zh-CN" altLang="en-US" sz="3600" b="0" kern="1200" baseline="0" dirty="0"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DC204C41-1572-4884-9F8F-D226B945005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51847" y="550504"/>
            <a:ext cx="1967053" cy="46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862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项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D95C08E6-650F-4716-BD5F-E7309AFAB73E}"/>
              </a:ext>
            </a:extLst>
          </p:cNvPr>
          <p:cNvSpPr/>
          <p:nvPr userDrawn="1"/>
        </p:nvSpPr>
        <p:spPr>
          <a:xfrm>
            <a:off x="0" y="1130300"/>
            <a:ext cx="12192000" cy="537527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93000"/>
                </a:schemeClr>
              </a:gs>
              <a:gs pos="50000">
                <a:srgbClr val="F6FAFF">
                  <a:alpha val="93000"/>
                </a:srgb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970F3-899F-4B6A-8544-6BEE66DCD1E8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C070401-592E-44D7-984E-F9FA8BBF29EA}"/>
              </a:ext>
            </a:extLst>
          </p:cNvPr>
          <p:cNvSpPr/>
          <p:nvPr userDrawn="1"/>
        </p:nvSpPr>
        <p:spPr>
          <a:xfrm>
            <a:off x="0" y="0"/>
            <a:ext cx="12192000" cy="114046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FEF23FB8-F858-4EF4-9A4C-8B27C02D45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6F7494B1-89CC-4440-9787-AE3C0855C8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A5B702B5-21F7-4463-8119-20EDC12691B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401" y="611569"/>
            <a:ext cx="1747519" cy="417129"/>
          </a:xfrm>
          <a:prstGeom prst="rect">
            <a:avLst/>
          </a:prstGeom>
        </p:spPr>
      </p:pic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D5F2F7C-B6BB-4975-90FC-43129AC459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30441" y="715440"/>
            <a:ext cx="4188460" cy="287835"/>
          </a:xfrm>
        </p:spPr>
        <p:txBody>
          <a:bodyPr rIns="0" bIns="0" anchor="b" anchorCtr="0">
            <a:normAutofit/>
          </a:bodyPr>
          <a:lstStyle>
            <a:lvl1pPr marL="0" indent="0" algn="r">
              <a:buNone/>
              <a:defRPr sz="1600" b="0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这里可以输入你的课题题目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03695B-E410-470D-8026-AF5AED3AB0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20160" y="2029876"/>
            <a:ext cx="1107757" cy="909893"/>
          </a:xfrm>
        </p:spPr>
        <p:txBody>
          <a:bodyPr lIns="0">
            <a:noAutofit/>
          </a:bodyPr>
          <a:lstStyle>
            <a:lvl1pPr marL="0" indent="0" algn="l">
              <a:buNone/>
              <a:defRPr lang="zh-CN" altLang="en-US" sz="6000" kern="1200" dirty="0" smtClean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50" name="文本占位符 17">
            <a:extLst>
              <a:ext uri="{FF2B5EF4-FFF2-40B4-BE49-F238E27FC236}">
                <a16:creationId xmlns:a16="http://schemas.microsoft.com/office/drawing/2014/main" id="{D4628D5E-8657-47D2-BFF3-FE05E9B009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20160" y="2622561"/>
            <a:ext cx="2376000" cy="361081"/>
          </a:xfrm>
        </p:spPr>
        <p:txBody>
          <a:bodyPr lIns="0" tIns="0" anchor="t" anchorCtr="0">
            <a:noAutofit/>
          </a:bodyPr>
          <a:lstStyle>
            <a:lvl1pPr marL="0" indent="0" algn="l">
              <a:buNone/>
              <a:defRPr sz="3000" b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51" name="文本占位符 21">
            <a:extLst>
              <a:ext uri="{FF2B5EF4-FFF2-40B4-BE49-F238E27FC236}">
                <a16:creationId xmlns:a16="http://schemas.microsoft.com/office/drawing/2014/main" id="{1A445DC9-AF52-41B9-BE52-94FB776F1C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160" y="3114237"/>
            <a:ext cx="2376000" cy="269018"/>
          </a:xfrm>
        </p:spPr>
        <p:txBody>
          <a:bodyPr lIns="0" bIns="0" anchor="b" anchorCtr="0">
            <a:noAutofit/>
          </a:bodyPr>
          <a:lstStyle>
            <a:lvl1pPr marL="0" indent="0" algn="l">
              <a:buNone/>
              <a:defRPr sz="18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编辑文本样式</a:t>
            </a:r>
          </a:p>
        </p:txBody>
      </p:sp>
      <p:sp>
        <p:nvSpPr>
          <p:cNvPr id="58" name="文本占位符 2">
            <a:extLst>
              <a:ext uri="{FF2B5EF4-FFF2-40B4-BE49-F238E27FC236}">
                <a16:creationId xmlns:a16="http://schemas.microsoft.com/office/drawing/2014/main" id="{4ED10E10-4418-444F-9A7E-8579DA2180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71321" y="2029876"/>
            <a:ext cx="1107757" cy="909893"/>
          </a:xfrm>
        </p:spPr>
        <p:txBody>
          <a:bodyPr lIns="0">
            <a:noAutofit/>
          </a:bodyPr>
          <a:lstStyle>
            <a:lvl1pPr marL="0" indent="0" algn="l">
              <a:buNone/>
              <a:defRPr lang="zh-CN" altLang="en-US" sz="6000" kern="1200" dirty="0" smtClean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59" name="文本占位符 17">
            <a:extLst>
              <a:ext uri="{FF2B5EF4-FFF2-40B4-BE49-F238E27FC236}">
                <a16:creationId xmlns:a16="http://schemas.microsoft.com/office/drawing/2014/main" id="{58F421A8-1F52-44B7-99E0-82FCF910C08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71321" y="2622561"/>
            <a:ext cx="2376000" cy="361081"/>
          </a:xfrm>
        </p:spPr>
        <p:txBody>
          <a:bodyPr lIns="0" tIns="0" anchor="t" anchorCtr="0">
            <a:noAutofit/>
          </a:bodyPr>
          <a:lstStyle>
            <a:lvl1pPr marL="0" indent="0" algn="l">
              <a:buNone/>
              <a:defRPr lang="zh-CN" altLang="en-US" sz="3000" b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dirty="0"/>
              <a:t>编辑文本</a:t>
            </a:r>
          </a:p>
        </p:txBody>
      </p:sp>
      <p:sp>
        <p:nvSpPr>
          <p:cNvPr id="60" name="文本占位符 21">
            <a:extLst>
              <a:ext uri="{FF2B5EF4-FFF2-40B4-BE49-F238E27FC236}">
                <a16:creationId xmlns:a16="http://schemas.microsoft.com/office/drawing/2014/main" id="{BCC9515C-247E-45C4-B96C-92597CB8E28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71321" y="3114237"/>
            <a:ext cx="2376000" cy="269018"/>
          </a:xfrm>
        </p:spPr>
        <p:txBody>
          <a:bodyPr lIns="0" bIns="0" anchor="b" anchorCtr="0">
            <a:noAutofit/>
          </a:bodyPr>
          <a:lstStyle>
            <a:lvl1pPr marL="0" indent="0" algn="l">
              <a:buNone/>
              <a:defRPr sz="18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编辑文本样式</a:t>
            </a:r>
          </a:p>
        </p:txBody>
      </p:sp>
      <p:sp>
        <p:nvSpPr>
          <p:cNvPr id="61" name="文本占位符 2">
            <a:extLst>
              <a:ext uri="{FF2B5EF4-FFF2-40B4-BE49-F238E27FC236}">
                <a16:creationId xmlns:a16="http://schemas.microsoft.com/office/drawing/2014/main" id="{04822418-D9B5-41BF-9DB5-CE382E9084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20160" y="3914761"/>
            <a:ext cx="1107757" cy="909893"/>
          </a:xfrm>
        </p:spPr>
        <p:txBody>
          <a:bodyPr lIns="0">
            <a:noAutofit/>
          </a:bodyPr>
          <a:lstStyle>
            <a:lvl1pPr marL="0" indent="0" algn="l">
              <a:buNone/>
              <a:defRPr lang="zh-CN" altLang="en-US" sz="6000" kern="1200" dirty="0" smtClean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62" name="文本占位符 17">
            <a:extLst>
              <a:ext uri="{FF2B5EF4-FFF2-40B4-BE49-F238E27FC236}">
                <a16:creationId xmlns:a16="http://schemas.microsoft.com/office/drawing/2014/main" id="{AEC3E920-9158-40D5-877A-809183197A6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20160" y="4507446"/>
            <a:ext cx="2376000" cy="361081"/>
          </a:xfrm>
        </p:spPr>
        <p:txBody>
          <a:bodyPr lIns="0" tIns="0" anchor="t" anchorCtr="0">
            <a:noAutofit/>
          </a:bodyPr>
          <a:lstStyle>
            <a:lvl1pPr marL="0" indent="0" algn="l">
              <a:buNone/>
              <a:defRPr lang="zh-CN" altLang="en-US" sz="3000" b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63" name="文本占位符 21">
            <a:extLst>
              <a:ext uri="{FF2B5EF4-FFF2-40B4-BE49-F238E27FC236}">
                <a16:creationId xmlns:a16="http://schemas.microsoft.com/office/drawing/2014/main" id="{181E1569-E929-419A-92A2-DBDC8A36A0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20160" y="4999122"/>
            <a:ext cx="2376000" cy="269018"/>
          </a:xfrm>
        </p:spPr>
        <p:txBody>
          <a:bodyPr lIns="0" bIns="0" anchor="b" anchorCtr="0">
            <a:noAutofit/>
          </a:bodyPr>
          <a:lstStyle>
            <a:lvl1pPr marL="0" indent="0" algn="l">
              <a:buNone/>
              <a:defRPr sz="18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编辑文本样式</a:t>
            </a:r>
          </a:p>
        </p:txBody>
      </p:sp>
      <p:sp>
        <p:nvSpPr>
          <p:cNvPr id="64" name="文本占位符 2">
            <a:extLst>
              <a:ext uri="{FF2B5EF4-FFF2-40B4-BE49-F238E27FC236}">
                <a16:creationId xmlns:a16="http://schemas.microsoft.com/office/drawing/2014/main" id="{014596BE-DAA3-48D3-9E36-53BFFC90E3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71321" y="3914761"/>
            <a:ext cx="1107757" cy="909893"/>
          </a:xfrm>
        </p:spPr>
        <p:txBody>
          <a:bodyPr lIns="0">
            <a:noAutofit/>
          </a:bodyPr>
          <a:lstStyle>
            <a:lvl1pPr marL="0" indent="0" algn="l">
              <a:buNone/>
              <a:defRPr lang="zh-CN" altLang="en-US" sz="6000" kern="1200" dirty="0" smtClean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65" name="文本占位符 17">
            <a:extLst>
              <a:ext uri="{FF2B5EF4-FFF2-40B4-BE49-F238E27FC236}">
                <a16:creationId xmlns:a16="http://schemas.microsoft.com/office/drawing/2014/main" id="{6B0474F5-18F8-494E-A93A-7431814AD3C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71321" y="4507446"/>
            <a:ext cx="2376000" cy="361081"/>
          </a:xfrm>
        </p:spPr>
        <p:txBody>
          <a:bodyPr lIns="0" tIns="0" anchor="t" anchorCtr="0">
            <a:noAutofit/>
          </a:bodyPr>
          <a:lstStyle>
            <a:lvl1pPr marL="0" indent="0" algn="l">
              <a:buNone/>
              <a:defRPr lang="zh-CN" altLang="en-US" sz="3000" b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dirty="0"/>
              <a:t>编辑文本</a:t>
            </a:r>
          </a:p>
        </p:txBody>
      </p:sp>
      <p:sp>
        <p:nvSpPr>
          <p:cNvPr id="66" name="文本占位符 21">
            <a:extLst>
              <a:ext uri="{FF2B5EF4-FFF2-40B4-BE49-F238E27FC236}">
                <a16:creationId xmlns:a16="http://schemas.microsoft.com/office/drawing/2014/main" id="{CE0A22B7-EB8B-46D9-80C0-EC9F8FCA2E8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71321" y="4999122"/>
            <a:ext cx="2376000" cy="269018"/>
          </a:xfrm>
        </p:spPr>
        <p:txBody>
          <a:bodyPr lIns="0" bIns="0" anchor="b" anchorCtr="0">
            <a:noAutofit/>
          </a:bodyPr>
          <a:lstStyle>
            <a:lvl1pPr marL="0" indent="0" algn="l">
              <a:buNone/>
              <a:defRPr sz="18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编辑文本样式</a:t>
            </a:r>
          </a:p>
        </p:txBody>
      </p:sp>
    </p:spTree>
    <p:extLst>
      <p:ext uri="{BB962C8B-B14F-4D97-AF65-F5344CB8AC3E}">
        <p14:creationId xmlns:p14="http://schemas.microsoft.com/office/powerpoint/2010/main" val="1924402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D95C08E6-650F-4716-BD5F-E7309AFAB73E}"/>
              </a:ext>
            </a:extLst>
          </p:cNvPr>
          <p:cNvSpPr/>
          <p:nvPr userDrawn="1"/>
        </p:nvSpPr>
        <p:spPr>
          <a:xfrm>
            <a:off x="0" y="1130300"/>
            <a:ext cx="12192000" cy="5357038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FA154494-C4CB-4134-B170-9FCB65F0E056}"/>
              </a:ext>
            </a:extLst>
          </p:cNvPr>
          <p:cNvGrpSpPr/>
          <p:nvPr userDrawn="1"/>
        </p:nvGrpSpPr>
        <p:grpSpPr>
          <a:xfrm>
            <a:off x="6190092" y="0"/>
            <a:ext cx="6882359" cy="6858000"/>
            <a:chOff x="4804858" y="3977648"/>
            <a:chExt cx="1793875" cy="1787526"/>
          </a:xfrm>
          <a:solidFill>
            <a:schemeClr val="bg1">
              <a:lumMod val="85000"/>
              <a:alpha val="70000"/>
            </a:schemeClr>
          </a:solidFill>
        </p:grpSpPr>
        <p:sp>
          <p:nvSpPr>
            <p:cNvPr id="30" name="Rectangle 51">
              <a:extLst>
                <a:ext uri="{FF2B5EF4-FFF2-40B4-BE49-F238E27FC236}">
                  <a16:creationId xmlns:a16="http://schemas.microsoft.com/office/drawing/2014/main" id="{0CA5A6A9-5F7A-4A1F-A7CB-AF56DD8287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7383" y="4693611"/>
              <a:ext cx="7938" cy="15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52">
              <a:extLst>
                <a:ext uri="{FF2B5EF4-FFF2-40B4-BE49-F238E27FC236}">
                  <a16:creationId xmlns:a16="http://schemas.microsoft.com/office/drawing/2014/main" id="{867A24B0-D9BF-4E18-9D9B-A9B2DB8D13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7608" y="4339598"/>
              <a:ext cx="917575" cy="1074738"/>
            </a:xfrm>
            <a:custGeom>
              <a:avLst/>
              <a:gdLst>
                <a:gd name="T0" fmla="*/ 342 w 495"/>
                <a:gd name="T1" fmla="*/ 490 h 581"/>
                <a:gd name="T2" fmla="*/ 267 w 495"/>
                <a:gd name="T3" fmla="*/ 393 h 581"/>
                <a:gd name="T4" fmla="*/ 155 w 495"/>
                <a:gd name="T5" fmla="*/ 426 h 581"/>
                <a:gd name="T6" fmla="*/ 159 w 495"/>
                <a:gd name="T7" fmla="*/ 351 h 581"/>
                <a:gd name="T8" fmla="*/ 108 w 495"/>
                <a:gd name="T9" fmla="*/ 266 h 581"/>
                <a:gd name="T10" fmla="*/ 118 w 495"/>
                <a:gd name="T11" fmla="*/ 114 h 581"/>
                <a:gd name="T12" fmla="*/ 157 w 495"/>
                <a:gd name="T13" fmla="*/ 118 h 581"/>
                <a:gd name="T14" fmla="*/ 168 w 495"/>
                <a:gd name="T15" fmla="*/ 129 h 581"/>
                <a:gd name="T16" fmla="*/ 173 w 495"/>
                <a:gd name="T17" fmla="*/ 168 h 581"/>
                <a:gd name="T18" fmla="*/ 68 w 495"/>
                <a:gd name="T19" fmla="*/ 266 h 581"/>
                <a:gd name="T20" fmla="*/ 153 w 495"/>
                <a:gd name="T21" fmla="*/ 111 h 581"/>
                <a:gd name="T22" fmla="*/ 142 w 495"/>
                <a:gd name="T23" fmla="*/ 149 h 581"/>
                <a:gd name="T24" fmla="*/ 181 w 495"/>
                <a:gd name="T25" fmla="*/ 133 h 581"/>
                <a:gd name="T26" fmla="*/ 182 w 495"/>
                <a:gd name="T27" fmla="*/ 47 h 581"/>
                <a:gd name="T28" fmla="*/ 197 w 495"/>
                <a:gd name="T29" fmla="*/ 282 h 581"/>
                <a:gd name="T30" fmla="*/ 199 w 495"/>
                <a:gd name="T31" fmla="*/ 136 h 581"/>
                <a:gd name="T32" fmla="*/ 201 w 495"/>
                <a:gd name="T33" fmla="*/ 5 h 581"/>
                <a:gd name="T34" fmla="*/ 212 w 495"/>
                <a:gd name="T35" fmla="*/ 61 h 581"/>
                <a:gd name="T36" fmla="*/ 256 w 495"/>
                <a:gd name="T37" fmla="*/ 145 h 581"/>
                <a:gd name="T38" fmla="*/ 279 w 495"/>
                <a:gd name="T39" fmla="*/ 84 h 581"/>
                <a:gd name="T40" fmla="*/ 358 w 495"/>
                <a:gd name="T41" fmla="*/ 54 h 581"/>
                <a:gd name="T42" fmla="*/ 412 w 495"/>
                <a:gd name="T43" fmla="*/ 93 h 581"/>
                <a:gd name="T44" fmla="*/ 431 w 495"/>
                <a:gd name="T45" fmla="*/ 95 h 581"/>
                <a:gd name="T46" fmla="*/ 463 w 495"/>
                <a:gd name="T47" fmla="*/ 155 h 581"/>
                <a:gd name="T48" fmla="*/ 222 w 495"/>
                <a:gd name="T49" fmla="*/ 279 h 581"/>
                <a:gd name="T50" fmla="*/ 350 w 495"/>
                <a:gd name="T51" fmla="*/ 257 h 581"/>
                <a:gd name="T52" fmla="*/ 398 w 495"/>
                <a:gd name="T53" fmla="*/ 210 h 581"/>
                <a:gd name="T54" fmla="*/ 407 w 495"/>
                <a:gd name="T55" fmla="*/ 219 h 581"/>
                <a:gd name="T56" fmla="*/ 412 w 495"/>
                <a:gd name="T57" fmla="*/ 451 h 581"/>
                <a:gd name="T58" fmla="*/ 406 w 495"/>
                <a:gd name="T59" fmla="*/ 320 h 581"/>
                <a:gd name="T60" fmla="*/ 469 w 495"/>
                <a:gd name="T61" fmla="*/ 184 h 581"/>
                <a:gd name="T62" fmla="*/ 460 w 495"/>
                <a:gd name="T63" fmla="*/ 233 h 581"/>
                <a:gd name="T64" fmla="*/ 384 w 495"/>
                <a:gd name="T65" fmla="*/ 222 h 581"/>
                <a:gd name="T66" fmla="*/ 421 w 495"/>
                <a:gd name="T67" fmla="*/ 188 h 581"/>
                <a:gd name="T68" fmla="*/ 364 w 495"/>
                <a:gd name="T69" fmla="*/ 225 h 581"/>
                <a:gd name="T70" fmla="*/ 361 w 495"/>
                <a:gd name="T71" fmla="*/ 188 h 581"/>
                <a:gd name="T72" fmla="*/ 387 w 495"/>
                <a:gd name="T73" fmla="*/ 356 h 581"/>
                <a:gd name="T74" fmla="*/ 220 w 495"/>
                <a:gd name="T75" fmla="*/ 351 h 581"/>
                <a:gd name="T76" fmla="*/ 236 w 495"/>
                <a:gd name="T77" fmla="*/ 315 h 581"/>
                <a:gd name="T78" fmla="*/ 207 w 495"/>
                <a:gd name="T79" fmla="*/ 171 h 581"/>
                <a:gd name="T80" fmla="*/ 239 w 495"/>
                <a:gd name="T81" fmla="*/ 166 h 581"/>
                <a:gd name="T82" fmla="*/ 252 w 495"/>
                <a:gd name="T83" fmla="*/ 158 h 581"/>
                <a:gd name="T84" fmla="*/ 270 w 495"/>
                <a:gd name="T85" fmla="*/ 130 h 581"/>
                <a:gd name="T86" fmla="*/ 279 w 495"/>
                <a:gd name="T87" fmla="*/ 100 h 581"/>
                <a:gd name="T88" fmla="*/ 394 w 495"/>
                <a:gd name="T89" fmla="*/ 130 h 581"/>
                <a:gd name="T90" fmla="*/ 438 w 495"/>
                <a:gd name="T91" fmla="*/ 100 h 581"/>
                <a:gd name="T92" fmla="*/ 439 w 495"/>
                <a:gd name="T93" fmla="*/ 153 h 581"/>
                <a:gd name="T94" fmla="*/ 457 w 495"/>
                <a:gd name="T95" fmla="*/ 159 h 581"/>
                <a:gd name="T96" fmla="*/ 475 w 495"/>
                <a:gd name="T97" fmla="*/ 100 h 581"/>
                <a:gd name="T98" fmla="*/ 456 w 495"/>
                <a:gd name="T99" fmla="*/ 80 h 581"/>
                <a:gd name="T100" fmla="*/ 344 w 495"/>
                <a:gd name="T101" fmla="*/ 34 h 581"/>
                <a:gd name="T102" fmla="*/ 207 w 495"/>
                <a:gd name="T103" fmla="*/ 0 h 581"/>
                <a:gd name="T104" fmla="*/ 173 w 495"/>
                <a:gd name="T105" fmla="*/ 7 h 581"/>
                <a:gd name="T106" fmla="*/ 144 w 495"/>
                <a:gd name="T107" fmla="*/ 23 h 581"/>
                <a:gd name="T108" fmla="*/ 122 w 495"/>
                <a:gd name="T109" fmla="*/ 51 h 581"/>
                <a:gd name="T110" fmla="*/ 149 w 495"/>
                <a:gd name="T111" fmla="*/ 82 h 581"/>
                <a:gd name="T112" fmla="*/ 59 w 495"/>
                <a:gd name="T113" fmla="*/ 98 h 581"/>
                <a:gd name="T114" fmla="*/ 108 w 495"/>
                <a:gd name="T115" fmla="*/ 286 h 581"/>
                <a:gd name="T116" fmla="*/ 153 w 495"/>
                <a:gd name="T117" fmla="*/ 307 h 581"/>
                <a:gd name="T118" fmla="*/ 103 w 495"/>
                <a:gd name="T119" fmla="*/ 418 h 581"/>
                <a:gd name="T120" fmla="*/ 495 w 495"/>
                <a:gd name="T121" fmla="*/ 512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5" h="581">
                  <a:moveTo>
                    <a:pt x="370" y="368"/>
                  </a:moveTo>
                  <a:cubicBezTo>
                    <a:pt x="334" y="361"/>
                    <a:pt x="334" y="361"/>
                    <a:pt x="334" y="361"/>
                  </a:cubicBezTo>
                  <a:cubicBezTo>
                    <a:pt x="290" y="370"/>
                    <a:pt x="290" y="370"/>
                    <a:pt x="290" y="370"/>
                  </a:cubicBezTo>
                  <a:cubicBezTo>
                    <a:pt x="299" y="361"/>
                    <a:pt x="299" y="361"/>
                    <a:pt x="299" y="361"/>
                  </a:cubicBezTo>
                  <a:cubicBezTo>
                    <a:pt x="338" y="349"/>
                    <a:pt x="338" y="349"/>
                    <a:pt x="338" y="349"/>
                  </a:cubicBezTo>
                  <a:cubicBezTo>
                    <a:pt x="377" y="362"/>
                    <a:pt x="377" y="362"/>
                    <a:pt x="377" y="362"/>
                  </a:cubicBezTo>
                  <a:lnTo>
                    <a:pt x="370" y="368"/>
                  </a:lnTo>
                  <a:close/>
                  <a:moveTo>
                    <a:pt x="342" y="490"/>
                  </a:moveTo>
                  <a:cubicBezTo>
                    <a:pt x="338" y="469"/>
                    <a:pt x="338" y="469"/>
                    <a:pt x="338" y="469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65" y="420"/>
                    <a:pt x="365" y="420"/>
                    <a:pt x="365" y="420"/>
                  </a:cubicBezTo>
                  <a:cubicBezTo>
                    <a:pt x="376" y="493"/>
                    <a:pt x="376" y="493"/>
                    <a:pt x="376" y="493"/>
                  </a:cubicBezTo>
                  <a:cubicBezTo>
                    <a:pt x="365" y="492"/>
                    <a:pt x="354" y="491"/>
                    <a:pt x="342" y="490"/>
                  </a:cubicBezTo>
                  <a:close/>
                  <a:moveTo>
                    <a:pt x="267" y="393"/>
                  </a:moveTo>
                  <a:cubicBezTo>
                    <a:pt x="300" y="401"/>
                    <a:pt x="300" y="401"/>
                    <a:pt x="300" y="401"/>
                  </a:cubicBezTo>
                  <a:cubicBezTo>
                    <a:pt x="345" y="384"/>
                    <a:pt x="345" y="384"/>
                    <a:pt x="345" y="384"/>
                  </a:cubicBezTo>
                  <a:cubicBezTo>
                    <a:pt x="370" y="396"/>
                    <a:pt x="370" y="396"/>
                    <a:pt x="370" y="396"/>
                  </a:cubicBezTo>
                  <a:cubicBezTo>
                    <a:pt x="345" y="392"/>
                    <a:pt x="345" y="392"/>
                    <a:pt x="345" y="392"/>
                  </a:cubicBezTo>
                  <a:cubicBezTo>
                    <a:pt x="299" y="409"/>
                    <a:pt x="299" y="409"/>
                    <a:pt x="299" y="409"/>
                  </a:cubicBezTo>
                  <a:lnTo>
                    <a:pt x="267" y="393"/>
                  </a:lnTo>
                  <a:close/>
                  <a:moveTo>
                    <a:pt x="172" y="472"/>
                  </a:moveTo>
                  <a:cubicBezTo>
                    <a:pt x="155" y="426"/>
                    <a:pt x="155" y="426"/>
                    <a:pt x="155" y="426"/>
                  </a:cubicBezTo>
                  <a:cubicBezTo>
                    <a:pt x="132" y="419"/>
                    <a:pt x="132" y="419"/>
                    <a:pt x="132" y="419"/>
                  </a:cubicBezTo>
                  <a:cubicBezTo>
                    <a:pt x="171" y="407"/>
                    <a:pt x="171" y="407"/>
                    <a:pt x="171" y="407"/>
                  </a:cubicBezTo>
                  <a:cubicBezTo>
                    <a:pt x="186" y="457"/>
                    <a:pt x="186" y="457"/>
                    <a:pt x="186" y="457"/>
                  </a:cubicBezTo>
                  <a:cubicBezTo>
                    <a:pt x="278" y="443"/>
                    <a:pt x="278" y="443"/>
                    <a:pt x="278" y="443"/>
                  </a:cubicBezTo>
                  <a:lnTo>
                    <a:pt x="172" y="472"/>
                  </a:lnTo>
                  <a:close/>
                  <a:moveTo>
                    <a:pt x="155" y="326"/>
                  </a:moveTo>
                  <a:cubicBezTo>
                    <a:pt x="159" y="326"/>
                    <a:pt x="159" y="326"/>
                    <a:pt x="159" y="326"/>
                  </a:cubicBezTo>
                  <a:cubicBezTo>
                    <a:pt x="159" y="351"/>
                    <a:pt x="159" y="351"/>
                    <a:pt x="159" y="351"/>
                  </a:cubicBezTo>
                  <a:cubicBezTo>
                    <a:pt x="155" y="351"/>
                    <a:pt x="155" y="351"/>
                    <a:pt x="155" y="351"/>
                  </a:cubicBezTo>
                  <a:lnTo>
                    <a:pt x="155" y="326"/>
                  </a:lnTo>
                  <a:close/>
                  <a:moveTo>
                    <a:pt x="164" y="326"/>
                  </a:moveTo>
                  <a:cubicBezTo>
                    <a:pt x="187" y="326"/>
                    <a:pt x="187" y="326"/>
                    <a:pt x="187" y="326"/>
                  </a:cubicBezTo>
                  <a:cubicBezTo>
                    <a:pt x="187" y="351"/>
                    <a:pt x="187" y="351"/>
                    <a:pt x="187" y="351"/>
                  </a:cubicBezTo>
                  <a:cubicBezTo>
                    <a:pt x="164" y="351"/>
                    <a:pt x="164" y="351"/>
                    <a:pt x="164" y="351"/>
                  </a:cubicBezTo>
                  <a:lnTo>
                    <a:pt x="164" y="326"/>
                  </a:lnTo>
                  <a:close/>
                  <a:moveTo>
                    <a:pt x="108" y="266"/>
                  </a:moveTo>
                  <a:cubicBezTo>
                    <a:pt x="108" y="266"/>
                    <a:pt x="108" y="266"/>
                    <a:pt x="108" y="266"/>
                  </a:cubicBezTo>
                  <a:cubicBezTo>
                    <a:pt x="79" y="266"/>
                    <a:pt x="79" y="266"/>
                    <a:pt x="79" y="266"/>
                  </a:cubicBezTo>
                  <a:cubicBezTo>
                    <a:pt x="79" y="100"/>
                    <a:pt x="79" y="100"/>
                    <a:pt x="79" y="100"/>
                  </a:cubicBezTo>
                  <a:cubicBezTo>
                    <a:pt x="110" y="100"/>
                    <a:pt x="110" y="100"/>
                    <a:pt x="110" y="100"/>
                  </a:cubicBezTo>
                  <a:cubicBezTo>
                    <a:pt x="110" y="98"/>
                    <a:pt x="110" y="98"/>
                    <a:pt x="110" y="98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9" y="99"/>
                    <a:pt x="149" y="100"/>
                    <a:pt x="150" y="101"/>
                  </a:cubicBezTo>
                  <a:cubicBezTo>
                    <a:pt x="118" y="114"/>
                    <a:pt x="118" y="114"/>
                    <a:pt x="118" y="114"/>
                  </a:cubicBezTo>
                  <a:cubicBezTo>
                    <a:pt x="117" y="112"/>
                    <a:pt x="117" y="112"/>
                    <a:pt x="117" y="112"/>
                  </a:cubicBezTo>
                  <a:cubicBezTo>
                    <a:pt x="117" y="112"/>
                    <a:pt x="117" y="112"/>
                    <a:pt x="117" y="112"/>
                  </a:cubicBezTo>
                  <a:cubicBezTo>
                    <a:pt x="113" y="114"/>
                    <a:pt x="113" y="114"/>
                    <a:pt x="113" y="114"/>
                  </a:cubicBezTo>
                  <a:cubicBezTo>
                    <a:pt x="120" y="132"/>
                    <a:pt x="120" y="132"/>
                    <a:pt x="120" y="132"/>
                  </a:cubicBezTo>
                  <a:cubicBezTo>
                    <a:pt x="124" y="130"/>
                    <a:pt x="124" y="130"/>
                    <a:pt x="124" y="130"/>
                  </a:cubicBezTo>
                  <a:cubicBezTo>
                    <a:pt x="123" y="128"/>
                    <a:pt x="123" y="128"/>
                    <a:pt x="123" y="128"/>
                  </a:cubicBezTo>
                  <a:cubicBezTo>
                    <a:pt x="155" y="115"/>
                    <a:pt x="155" y="115"/>
                    <a:pt x="155" y="115"/>
                  </a:cubicBezTo>
                  <a:cubicBezTo>
                    <a:pt x="156" y="116"/>
                    <a:pt x="157" y="117"/>
                    <a:pt x="157" y="118"/>
                  </a:cubicBezTo>
                  <a:cubicBezTo>
                    <a:pt x="134" y="142"/>
                    <a:pt x="134" y="142"/>
                    <a:pt x="134" y="142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29" y="144"/>
                    <a:pt x="129" y="144"/>
                    <a:pt x="129" y="144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46" y="155"/>
                    <a:pt x="146" y="155"/>
                    <a:pt x="146" y="155"/>
                  </a:cubicBezTo>
                  <a:cubicBezTo>
                    <a:pt x="144" y="153"/>
                    <a:pt x="144" y="153"/>
                    <a:pt x="144" y="153"/>
                  </a:cubicBezTo>
                  <a:cubicBezTo>
                    <a:pt x="168" y="129"/>
                    <a:pt x="168" y="129"/>
                    <a:pt x="168" y="129"/>
                  </a:cubicBezTo>
                  <a:cubicBezTo>
                    <a:pt x="169" y="130"/>
                    <a:pt x="170" y="131"/>
                    <a:pt x="171" y="131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57" y="162"/>
                    <a:pt x="157" y="162"/>
                    <a:pt x="157" y="162"/>
                  </a:cubicBezTo>
                  <a:cubicBezTo>
                    <a:pt x="157" y="162"/>
                    <a:pt x="157" y="162"/>
                    <a:pt x="157" y="162"/>
                  </a:cubicBezTo>
                  <a:cubicBezTo>
                    <a:pt x="155" y="166"/>
                    <a:pt x="155" y="166"/>
                    <a:pt x="155" y="166"/>
                  </a:cubicBezTo>
                  <a:cubicBezTo>
                    <a:pt x="173" y="173"/>
                    <a:pt x="173" y="173"/>
                    <a:pt x="173" y="173"/>
                  </a:cubicBezTo>
                  <a:cubicBezTo>
                    <a:pt x="175" y="169"/>
                    <a:pt x="175" y="169"/>
                    <a:pt x="175" y="169"/>
                  </a:cubicBezTo>
                  <a:cubicBezTo>
                    <a:pt x="173" y="168"/>
                    <a:pt x="173" y="168"/>
                    <a:pt x="173" y="168"/>
                  </a:cubicBezTo>
                  <a:cubicBezTo>
                    <a:pt x="185" y="137"/>
                    <a:pt x="185" y="137"/>
                    <a:pt x="185" y="137"/>
                  </a:cubicBezTo>
                  <a:cubicBezTo>
                    <a:pt x="187" y="137"/>
                    <a:pt x="188" y="138"/>
                    <a:pt x="190" y="138"/>
                  </a:cubicBezTo>
                  <a:cubicBezTo>
                    <a:pt x="190" y="171"/>
                    <a:pt x="190" y="171"/>
                    <a:pt x="190" y="171"/>
                  </a:cubicBezTo>
                  <a:cubicBezTo>
                    <a:pt x="187" y="171"/>
                    <a:pt x="187" y="171"/>
                    <a:pt x="187" y="171"/>
                  </a:cubicBezTo>
                  <a:cubicBezTo>
                    <a:pt x="187" y="266"/>
                    <a:pt x="187" y="266"/>
                    <a:pt x="187" y="266"/>
                  </a:cubicBezTo>
                  <a:lnTo>
                    <a:pt x="108" y="266"/>
                  </a:lnTo>
                  <a:close/>
                  <a:moveTo>
                    <a:pt x="74" y="266"/>
                  </a:moveTo>
                  <a:cubicBezTo>
                    <a:pt x="68" y="266"/>
                    <a:pt x="68" y="266"/>
                    <a:pt x="68" y="266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74" y="100"/>
                    <a:pt x="74" y="100"/>
                    <a:pt x="74" y="100"/>
                  </a:cubicBezTo>
                  <a:lnTo>
                    <a:pt x="74" y="266"/>
                  </a:lnTo>
                  <a:close/>
                  <a:moveTo>
                    <a:pt x="153" y="111"/>
                  </a:moveTo>
                  <a:cubicBezTo>
                    <a:pt x="153" y="112"/>
                    <a:pt x="154" y="112"/>
                    <a:pt x="154" y="113"/>
                  </a:cubicBezTo>
                  <a:cubicBezTo>
                    <a:pt x="125" y="125"/>
                    <a:pt x="125" y="125"/>
                    <a:pt x="125" y="125"/>
                  </a:cubicBezTo>
                  <a:cubicBezTo>
                    <a:pt x="124" y="123"/>
                    <a:pt x="124" y="123"/>
                    <a:pt x="124" y="123"/>
                  </a:cubicBezTo>
                  <a:lnTo>
                    <a:pt x="153" y="111"/>
                  </a:lnTo>
                  <a:close/>
                  <a:moveTo>
                    <a:pt x="122" y="57"/>
                  </a:moveTo>
                  <a:cubicBezTo>
                    <a:pt x="123" y="55"/>
                    <a:pt x="123" y="55"/>
                    <a:pt x="123" y="55"/>
                  </a:cubicBezTo>
                  <a:cubicBezTo>
                    <a:pt x="156" y="69"/>
                    <a:pt x="156" y="69"/>
                    <a:pt x="156" y="69"/>
                  </a:cubicBezTo>
                  <a:cubicBezTo>
                    <a:pt x="155" y="70"/>
                    <a:pt x="155" y="70"/>
                    <a:pt x="155" y="70"/>
                  </a:cubicBezTo>
                  <a:lnTo>
                    <a:pt x="122" y="57"/>
                  </a:lnTo>
                  <a:close/>
                  <a:moveTo>
                    <a:pt x="166" y="124"/>
                  </a:moveTo>
                  <a:cubicBezTo>
                    <a:pt x="166" y="125"/>
                    <a:pt x="167" y="125"/>
                    <a:pt x="168" y="126"/>
                  </a:cubicBezTo>
                  <a:cubicBezTo>
                    <a:pt x="142" y="149"/>
                    <a:pt x="142" y="149"/>
                    <a:pt x="142" y="149"/>
                  </a:cubicBezTo>
                  <a:cubicBezTo>
                    <a:pt x="141" y="148"/>
                    <a:pt x="141" y="148"/>
                    <a:pt x="141" y="148"/>
                  </a:cubicBezTo>
                  <a:lnTo>
                    <a:pt x="166" y="124"/>
                  </a:lnTo>
                  <a:close/>
                  <a:moveTo>
                    <a:pt x="140" y="29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68" y="54"/>
                    <a:pt x="168" y="54"/>
                    <a:pt x="168" y="54"/>
                  </a:cubicBezTo>
                  <a:cubicBezTo>
                    <a:pt x="166" y="56"/>
                    <a:pt x="166" y="56"/>
                    <a:pt x="166" y="56"/>
                  </a:cubicBezTo>
                  <a:lnTo>
                    <a:pt x="140" y="29"/>
                  </a:lnTo>
                  <a:close/>
                  <a:moveTo>
                    <a:pt x="181" y="133"/>
                  </a:moveTo>
                  <a:cubicBezTo>
                    <a:pt x="182" y="133"/>
                    <a:pt x="182" y="134"/>
                    <a:pt x="183" y="134"/>
                  </a:cubicBezTo>
                  <a:cubicBezTo>
                    <a:pt x="170" y="166"/>
                    <a:pt x="170" y="166"/>
                    <a:pt x="170" y="166"/>
                  </a:cubicBezTo>
                  <a:cubicBezTo>
                    <a:pt x="168" y="165"/>
                    <a:pt x="168" y="165"/>
                    <a:pt x="168" y="165"/>
                  </a:cubicBezTo>
                  <a:lnTo>
                    <a:pt x="181" y="133"/>
                  </a:lnTo>
                  <a:close/>
                  <a:moveTo>
                    <a:pt x="167" y="10"/>
                  </a:moveTo>
                  <a:cubicBezTo>
                    <a:pt x="171" y="17"/>
                    <a:pt x="171" y="17"/>
                    <a:pt x="171" y="17"/>
                  </a:cubicBezTo>
                  <a:cubicBezTo>
                    <a:pt x="185" y="46"/>
                    <a:pt x="185" y="46"/>
                    <a:pt x="185" y="46"/>
                  </a:cubicBezTo>
                  <a:cubicBezTo>
                    <a:pt x="184" y="46"/>
                    <a:pt x="183" y="47"/>
                    <a:pt x="182" y="47"/>
                  </a:cubicBezTo>
                  <a:lnTo>
                    <a:pt x="167" y="10"/>
                  </a:lnTo>
                  <a:close/>
                  <a:moveTo>
                    <a:pt x="197" y="323"/>
                  </a:moveTo>
                  <a:cubicBezTo>
                    <a:pt x="197" y="323"/>
                    <a:pt x="197" y="323"/>
                    <a:pt x="197" y="323"/>
                  </a:cubicBezTo>
                  <a:cubicBezTo>
                    <a:pt x="201" y="328"/>
                    <a:pt x="201" y="328"/>
                    <a:pt x="201" y="328"/>
                  </a:cubicBezTo>
                  <a:cubicBezTo>
                    <a:pt x="201" y="351"/>
                    <a:pt x="201" y="351"/>
                    <a:pt x="201" y="351"/>
                  </a:cubicBezTo>
                  <a:cubicBezTo>
                    <a:pt x="197" y="351"/>
                    <a:pt x="197" y="351"/>
                    <a:pt x="197" y="351"/>
                  </a:cubicBezTo>
                  <a:lnTo>
                    <a:pt x="197" y="323"/>
                  </a:lnTo>
                  <a:close/>
                  <a:moveTo>
                    <a:pt x="197" y="282"/>
                  </a:moveTo>
                  <a:cubicBezTo>
                    <a:pt x="197" y="282"/>
                    <a:pt x="197" y="282"/>
                    <a:pt x="197" y="282"/>
                  </a:cubicBezTo>
                  <a:cubicBezTo>
                    <a:pt x="201" y="287"/>
                    <a:pt x="201" y="287"/>
                    <a:pt x="201" y="287"/>
                  </a:cubicBezTo>
                  <a:cubicBezTo>
                    <a:pt x="201" y="307"/>
                    <a:pt x="201" y="307"/>
                    <a:pt x="201" y="307"/>
                  </a:cubicBezTo>
                  <a:cubicBezTo>
                    <a:pt x="197" y="307"/>
                    <a:pt x="197" y="307"/>
                    <a:pt x="197" y="307"/>
                  </a:cubicBezTo>
                  <a:lnTo>
                    <a:pt x="197" y="282"/>
                  </a:lnTo>
                  <a:close/>
                  <a:moveTo>
                    <a:pt x="197" y="171"/>
                  </a:moveTo>
                  <a:cubicBezTo>
                    <a:pt x="199" y="171"/>
                    <a:pt x="199" y="171"/>
                    <a:pt x="199" y="171"/>
                  </a:cubicBezTo>
                  <a:cubicBezTo>
                    <a:pt x="199" y="136"/>
                    <a:pt x="199" y="136"/>
                    <a:pt x="199" y="136"/>
                  </a:cubicBezTo>
                  <a:cubicBezTo>
                    <a:pt x="200" y="136"/>
                    <a:pt x="201" y="136"/>
                    <a:pt x="201" y="136"/>
                  </a:cubicBezTo>
                  <a:cubicBezTo>
                    <a:pt x="201" y="171"/>
                    <a:pt x="201" y="171"/>
                    <a:pt x="201" y="171"/>
                  </a:cubicBezTo>
                  <a:cubicBezTo>
                    <a:pt x="201" y="171"/>
                    <a:pt x="201" y="171"/>
                    <a:pt x="201" y="171"/>
                  </a:cubicBezTo>
                  <a:cubicBezTo>
                    <a:pt x="201" y="267"/>
                    <a:pt x="201" y="267"/>
                    <a:pt x="201" y="267"/>
                  </a:cubicBezTo>
                  <a:cubicBezTo>
                    <a:pt x="197" y="267"/>
                    <a:pt x="197" y="267"/>
                    <a:pt x="197" y="267"/>
                  </a:cubicBezTo>
                  <a:lnTo>
                    <a:pt x="197" y="171"/>
                  </a:lnTo>
                  <a:close/>
                  <a:moveTo>
                    <a:pt x="199" y="5"/>
                  </a:moveTo>
                  <a:cubicBezTo>
                    <a:pt x="201" y="5"/>
                    <a:pt x="201" y="5"/>
                    <a:pt x="201" y="5"/>
                  </a:cubicBezTo>
                  <a:cubicBezTo>
                    <a:pt x="201" y="45"/>
                    <a:pt x="201" y="45"/>
                    <a:pt x="201" y="45"/>
                  </a:cubicBezTo>
                  <a:cubicBezTo>
                    <a:pt x="201" y="45"/>
                    <a:pt x="200" y="45"/>
                    <a:pt x="199" y="44"/>
                  </a:cubicBezTo>
                  <a:lnTo>
                    <a:pt x="199" y="5"/>
                  </a:lnTo>
                  <a:close/>
                  <a:moveTo>
                    <a:pt x="212" y="61"/>
                  </a:moveTo>
                  <a:cubicBezTo>
                    <a:pt x="217" y="61"/>
                    <a:pt x="222" y="66"/>
                    <a:pt x="222" y="71"/>
                  </a:cubicBezTo>
                  <a:cubicBezTo>
                    <a:pt x="222" y="77"/>
                    <a:pt x="217" y="81"/>
                    <a:pt x="212" y="81"/>
                  </a:cubicBezTo>
                  <a:cubicBezTo>
                    <a:pt x="206" y="81"/>
                    <a:pt x="202" y="77"/>
                    <a:pt x="202" y="71"/>
                  </a:cubicBezTo>
                  <a:cubicBezTo>
                    <a:pt x="202" y="66"/>
                    <a:pt x="206" y="61"/>
                    <a:pt x="212" y="61"/>
                  </a:cubicBezTo>
                  <a:close/>
                  <a:moveTo>
                    <a:pt x="231" y="164"/>
                  </a:moveTo>
                  <a:cubicBezTo>
                    <a:pt x="230" y="164"/>
                    <a:pt x="230" y="164"/>
                    <a:pt x="230" y="164"/>
                  </a:cubicBezTo>
                  <a:cubicBezTo>
                    <a:pt x="217" y="131"/>
                    <a:pt x="217" y="131"/>
                    <a:pt x="217" y="131"/>
                  </a:cubicBezTo>
                  <a:cubicBezTo>
                    <a:pt x="220" y="130"/>
                    <a:pt x="220" y="130"/>
                    <a:pt x="220" y="130"/>
                  </a:cubicBezTo>
                  <a:lnTo>
                    <a:pt x="231" y="164"/>
                  </a:lnTo>
                  <a:close/>
                  <a:moveTo>
                    <a:pt x="233" y="119"/>
                  </a:moveTo>
                  <a:cubicBezTo>
                    <a:pt x="258" y="143"/>
                    <a:pt x="258" y="143"/>
                    <a:pt x="258" y="143"/>
                  </a:cubicBezTo>
                  <a:cubicBezTo>
                    <a:pt x="256" y="145"/>
                    <a:pt x="256" y="145"/>
                    <a:pt x="256" y="145"/>
                  </a:cubicBezTo>
                  <a:cubicBezTo>
                    <a:pt x="231" y="120"/>
                    <a:pt x="231" y="120"/>
                    <a:pt x="231" y="120"/>
                  </a:cubicBezTo>
                  <a:cubicBezTo>
                    <a:pt x="232" y="120"/>
                    <a:pt x="232" y="119"/>
                    <a:pt x="233" y="119"/>
                  </a:cubicBezTo>
                  <a:close/>
                  <a:moveTo>
                    <a:pt x="241" y="103"/>
                  </a:moveTo>
                  <a:cubicBezTo>
                    <a:pt x="273" y="116"/>
                    <a:pt x="273" y="116"/>
                    <a:pt x="273" y="116"/>
                  </a:cubicBezTo>
                  <a:cubicBezTo>
                    <a:pt x="272" y="118"/>
                    <a:pt x="272" y="118"/>
                    <a:pt x="272" y="118"/>
                  </a:cubicBezTo>
                  <a:cubicBezTo>
                    <a:pt x="240" y="104"/>
                    <a:pt x="240" y="104"/>
                    <a:pt x="240" y="104"/>
                  </a:cubicBezTo>
                  <a:cubicBezTo>
                    <a:pt x="240" y="104"/>
                    <a:pt x="241" y="103"/>
                    <a:pt x="241" y="103"/>
                  </a:cubicBezTo>
                  <a:close/>
                  <a:moveTo>
                    <a:pt x="279" y="84"/>
                  </a:moveTo>
                  <a:cubicBezTo>
                    <a:pt x="375" y="84"/>
                    <a:pt x="375" y="84"/>
                    <a:pt x="375" y="84"/>
                  </a:cubicBezTo>
                  <a:cubicBezTo>
                    <a:pt x="375" y="88"/>
                    <a:pt x="375" y="88"/>
                    <a:pt x="375" y="88"/>
                  </a:cubicBezTo>
                  <a:cubicBezTo>
                    <a:pt x="279" y="88"/>
                    <a:pt x="279" y="88"/>
                    <a:pt x="279" y="88"/>
                  </a:cubicBezTo>
                  <a:lnTo>
                    <a:pt x="279" y="84"/>
                  </a:lnTo>
                  <a:close/>
                  <a:moveTo>
                    <a:pt x="359" y="55"/>
                  </a:moveTo>
                  <a:cubicBezTo>
                    <a:pt x="362" y="80"/>
                    <a:pt x="362" y="80"/>
                    <a:pt x="362" y="80"/>
                  </a:cubicBezTo>
                  <a:cubicBezTo>
                    <a:pt x="360" y="80"/>
                    <a:pt x="360" y="80"/>
                    <a:pt x="360" y="80"/>
                  </a:cubicBezTo>
                  <a:cubicBezTo>
                    <a:pt x="358" y="54"/>
                    <a:pt x="358" y="54"/>
                    <a:pt x="358" y="54"/>
                  </a:cubicBezTo>
                  <a:lnTo>
                    <a:pt x="359" y="55"/>
                  </a:lnTo>
                  <a:close/>
                  <a:moveTo>
                    <a:pt x="370" y="67"/>
                  </a:moveTo>
                  <a:cubicBezTo>
                    <a:pt x="397" y="83"/>
                    <a:pt x="397" y="83"/>
                    <a:pt x="397" y="83"/>
                  </a:cubicBezTo>
                  <a:cubicBezTo>
                    <a:pt x="397" y="85"/>
                    <a:pt x="397" y="85"/>
                    <a:pt x="397" y="85"/>
                  </a:cubicBezTo>
                  <a:cubicBezTo>
                    <a:pt x="370" y="72"/>
                    <a:pt x="370" y="72"/>
                    <a:pt x="370" y="72"/>
                  </a:cubicBezTo>
                  <a:lnTo>
                    <a:pt x="370" y="67"/>
                  </a:lnTo>
                  <a:close/>
                  <a:moveTo>
                    <a:pt x="411" y="89"/>
                  </a:moveTo>
                  <a:cubicBezTo>
                    <a:pt x="412" y="93"/>
                    <a:pt x="412" y="93"/>
                    <a:pt x="412" y="93"/>
                  </a:cubicBezTo>
                  <a:cubicBezTo>
                    <a:pt x="382" y="99"/>
                    <a:pt x="382" y="99"/>
                    <a:pt x="382" y="99"/>
                  </a:cubicBezTo>
                  <a:cubicBezTo>
                    <a:pt x="378" y="97"/>
                    <a:pt x="378" y="97"/>
                    <a:pt x="378" y="97"/>
                  </a:cubicBezTo>
                  <a:lnTo>
                    <a:pt x="411" y="89"/>
                  </a:lnTo>
                  <a:close/>
                  <a:moveTo>
                    <a:pt x="431" y="95"/>
                  </a:moveTo>
                  <a:cubicBezTo>
                    <a:pt x="403" y="130"/>
                    <a:pt x="403" y="130"/>
                    <a:pt x="403" y="130"/>
                  </a:cubicBezTo>
                  <a:cubicBezTo>
                    <a:pt x="400" y="127"/>
                    <a:pt x="400" y="127"/>
                    <a:pt x="400" y="127"/>
                  </a:cubicBezTo>
                  <a:cubicBezTo>
                    <a:pt x="428" y="91"/>
                    <a:pt x="428" y="91"/>
                    <a:pt x="428" y="91"/>
                  </a:cubicBezTo>
                  <a:lnTo>
                    <a:pt x="431" y="95"/>
                  </a:lnTo>
                  <a:close/>
                  <a:moveTo>
                    <a:pt x="447" y="98"/>
                  </a:moveTo>
                  <a:cubicBezTo>
                    <a:pt x="432" y="144"/>
                    <a:pt x="432" y="144"/>
                    <a:pt x="432" y="144"/>
                  </a:cubicBezTo>
                  <a:cubicBezTo>
                    <a:pt x="430" y="143"/>
                    <a:pt x="430" y="143"/>
                    <a:pt x="430" y="143"/>
                  </a:cubicBezTo>
                  <a:cubicBezTo>
                    <a:pt x="445" y="96"/>
                    <a:pt x="445" y="96"/>
                    <a:pt x="445" y="96"/>
                  </a:cubicBezTo>
                  <a:lnTo>
                    <a:pt x="447" y="98"/>
                  </a:lnTo>
                  <a:close/>
                  <a:moveTo>
                    <a:pt x="461" y="95"/>
                  </a:moveTo>
                  <a:cubicBezTo>
                    <a:pt x="463" y="95"/>
                    <a:pt x="463" y="95"/>
                    <a:pt x="463" y="95"/>
                  </a:cubicBezTo>
                  <a:cubicBezTo>
                    <a:pt x="463" y="155"/>
                    <a:pt x="463" y="155"/>
                    <a:pt x="463" y="155"/>
                  </a:cubicBezTo>
                  <a:cubicBezTo>
                    <a:pt x="461" y="155"/>
                    <a:pt x="461" y="155"/>
                    <a:pt x="461" y="155"/>
                  </a:cubicBezTo>
                  <a:lnTo>
                    <a:pt x="461" y="95"/>
                  </a:lnTo>
                  <a:close/>
                  <a:moveTo>
                    <a:pt x="207" y="286"/>
                  </a:moveTo>
                  <a:cubicBezTo>
                    <a:pt x="217" y="286"/>
                    <a:pt x="217" y="286"/>
                    <a:pt x="217" y="286"/>
                  </a:cubicBezTo>
                  <a:cubicBezTo>
                    <a:pt x="217" y="307"/>
                    <a:pt x="217" y="307"/>
                    <a:pt x="217" y="307"/>
                  </a:cubicBezTo>
                  <a:cubicBezTo>
                    <a:pt x="207" y="307"/>
                    <a:pt x="207" y="307"/>
                    <a:pt x="207" y="307"/>
                  </a:cubicBezTo>
                  <a:lnTo>
                    <a:pt x="207" y="286"/>
                  </a:lnTo>
                  <a:close/>
                  <a:moveTo>
                    <a:pt x="222" y="279"/>
                  </a:moveTo>
                  <a:cubicBezTo>
                    <a:pt x="226" y="276"/>
                    <a:pt x="226" y="276"/>
                    <a:pt x="226" y="276"/>
                  </a:cubicBezTo>
                  <a:cubicBezTo>
                    <a:pt x="226" y="311"/>
                    <a:pt x="226" y="311"/>
                    <a:pt x="226" y="311"/>
                  </a:cubicBezTo>
                  <a:cubicBezTo>
                    <a:pt x="222" y="309"/>
                    <a:pt x="222" y="309"/>
                    <a:pt x="222" y="309"/>
                  </a:cubicBezTo>
                  <a:lnTo>
                    <a:pt x="222" y="279"/>
                  </a:lnTo>
                  <a:close/>
                  <a:moveTo>
                    <a:pt x="345" y="260"/>
                  </a:moveTo>
                  <a:cubicBezTo>
                    <a:pt x="345" y="236"/>
                    <a:pt x="345" y="236"/>
                    <a:pt x="345" y="236"/>
                  </a:cubicBezTo>
                  <a:cubicBezTo>
                    <a:pt x="348" y="236"/>
                    <a:pt x="348" y="236"/>
                    <a:pt x="348" y="236"/>
                  </a:cubicBezTo>
                  <a:cubicBezTo>
                    <a:pt x="350" y="257"/>
                    <a:pt x="350" y="257"/>
                    <a:pt x="350" y="257"/>
                  </a:cubicBezTo>
                  <a:cubicBezTo>
                    <a:pt x="365" y="285"/>
                    <a:pt x="365" y="285"/>
                    <a:pt x="365" y="285"/>
                  </a:cubicBezTo>
                  <a:lnTo>
                    <a:pt x="345" y="260"/>
                  </a:lnTo>
                  <a:close/>
                  <a:moveTo>
                    <a:pt x="397" y="192"/>
                  </a:moveTo>
                  <a:cubicBezTo>
                    <a:pt x="397" y="182"/>
                    <a:pt x="397" y="182"/>
                    <a:pt x="397" y="182"/>
                  </a:cubicBezTo>
                  <a:cubicBezTo>
                    <a:pt x="401" y="182"/>
                    <a:pt x="401" y="182"/>
                    <a:pt x="401" y="182"/>
                  </a:cubicBezTo>
                  <a:cubicBezTo>
                    <a:pt x="409" y="190"/>
                    <a:pt x="409" y="190"/>
                    <a:pt x="409" y="190"/>
                  </a:cubicBezTo>
                  <a:cubicBezTo>
                    <a:pt x="407" y="204"/>
                    <a:pt x="407" y="204"/>
                    <a:pt x="407" y="204"/>
                  </a:cubicBezTo>
                  <a:cubicBezTo>
                    <a:pt x="398" y="210"/>
                    <a:pt x="398" y="210"/>
                    <a:pt x="398" y="210"/>
                  </a:cubicBezTo>
                  <a:cubicBezTo>
                    <a:pt x="395" y="210"/>
                    <a:pt x="395" y="210"/>
                    <a:pt x="395" y="210"/>
                  </a:cubicBezTo>
                  <a:cubicBezTo>
                    <a:pt x="395" y="203"/>
                    <a:pt x="395" y="203"/>
                    <a:pt x="395" y="203"/>
                  </a:cubicBezTo>
                  <a:cubicBezTo>
                    <a:pt x="400" y="203"/>
                    <a:pt x="400" y="203"/>
                    <a:pt x="400" y="203"/>
                  </a:cubicBezTo>
                  <a:cubicBezTo>
                    <a:pt x="400" y="201"/>
                    <a:pt x="400" y="201"/>
                    <a:pt x="400" y="201"/>
                  </a:cubicBezTo>
                  <a:cubicBezTo>
                    <a:pt x="395" y="201"/>
                    <a:pt x="395" y="201"/>
                    <a:pt x="395" y="201"/>
                  </a:cubicBezTo>
                  <a:cubicBezTo>
                    <a:pt x="395" y="192"/>
                    <a:pt x="395" y="192"/>
                    <a:pt x="395" y="192"/>
                  </a:cubicBezTo>
                  <a:lnTo>
                    <a:pt x="397" y="192"/>
                  </a:lnTo>
                  <a:close/>
                  <a:moveTo>
                    <a:pt x="407" y="219"/>
                  </a:moveTo>
                  <a:cubicBezTo>
                    <a:pt x="401" y="219"/>
                    <a:pt x="401" y="219"/>
                    <a:pt x="401" y="219"/>
                  </a:cubicBezTo>
                  <a:cubicBezTo>
                    <a:pt x="401" y="212"/>
                    <a:pt x="401" y="212"/>
                    <a:pt x="401" y="212"/>
                  </a:cubicBezTo>
                  <a:cubicBezTo>
                    <a:pt x="412" y="206"/>
                    <a:pt x="412" y="206"/>
                    <a:pt x="412" y="206"/>
                  </a:cubicBezTo>
                  <a:lnTo>
                    <a:pt x="407" y="219"/>
                  </a:lnTo>
                  <a:close/>
                  <a:moveTo>
                    <a:pt x="413" y="497"/>
                  </a:moveTo>
                  <a:cubicBezTo>
                    <a:pt x="426" y="428"/>
                    <a:pt x="426" y="428"/>
                    <a:pt x="426" y="428"/>
                  </a:cubicBezTo>
                  <a:cubicBezTo>
                    <a:pt x="423" y="403"/>
                    <a:pt x="423" y="403"/>
                    <a:pt x="423" y="403"/>
                  </a:cubicBezTo>
                  <a:cubicBezTo>
                    <a:pt x="412" y="451"/>
                    <a:pt x="412" y="451"/>
                    <a:pt x="412" y="451"/>
                  </a:cubicBezTo>
                  <a:cubicBezTo>
                    <a:pt x="406" y="451"/>
                    <a:pt x="406" y="451"/>
                    <a:pt x="406" y="451"/>
                  </a:cubicBezTo>
                  <a:cubicBezTo>
                    <a:pt x="406" y="408"/>
                    <a:pt x="406" y="408"/>
                    <a:pt x="406" y="408"/>
                  </a:cubicBezTo>
                  <a:cubicBezTo>
                    <a:pt x="424" y="395"/>
                    <a:pt x="424" y="395"/>
                    <a:pt x="424" y="395"/>
                  </a:cubicBezTo>
                  <a:cubicBezTo>
                    <a:pt x="433" y="320"/>
                    <a:pt x="433" y="320"/>
                    <a:pt x="433" y="320"/>
                  </a:cubicBezTo>
                  <a:cubicBezTo>
                    <a:pt x="398" y="400"/>
                    <a:pt x="398" y="400"/>
                    <a:pt x="398" y="400"/>
                  </a:cubicBezTo>
                  <a:cubicBezTo>
                    <a:pt x="395" y="400"/>
                    <a:pt x="395" y="400"/>
                    <a:pt x="395" y="400"/>
                  </a:cubicBezTo>
                  <a:cubicBezTo>
                    <a:pt x="395" y="351"/>
                    <a:pt x="395" y="351"/>
                    <a:pt x="395" y="351"/>
                  </a:cubicBezTo>
                  <a:cubicBezTo>
                    <a:pt x="406" y="320"/>
                    <a:pt x="406" y="320"/>
                    <a:pt x="406" y="320"/>
                  </a:cubicBezTo>
                  <a:cubicBezTo>
                    <a:pt x="385" y="302"/>
                    <a:pt x="385" y="302"/>
                    <a:pt x="385" y="302"/>
                  </a:cubicBezTo>
                  <a:cubicBezTo>
                    <a:pt x="406" y="280"/>
                    <a:pt x="406" y="280"/>
                    <a:pt x="406" y="280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04" y="301"/>
                    <a:pt x="404" y="301"/>
                    <a:pt x="404" y="301"/>
                  </a:cubicBezTo>
                  <a:cubicBezTo>
                    <a:pt x="425" y="319"/>
                    <a:pt x="425" y="319"/>
                    <a:pt x="425" y="319"/>
                  </a:cubicBezTo>
                  <a:cubicBezTo>
                    <a:pt x="456" y="296"/>
                    <a:pt x="456" y="296"/>
                    <a:pt x="456" y="296"/>
                  </a:cubicBezTo>
                  <a:cubicBezTo>
                    <a:pt x="478" y="218"/>
                    <a:pt x="478" y="218"/>
                    <a:pt x="478" y="218"/>
                  </a:cubicBezTo>
                  <a:cubicBezTo>
                    <a:pt x="469" y="184"/>
                    <a:pt x="469" y="184"/>
                    <a:pt x="469" y="184"/>
                  </a:cubicBezTo>
                  <a:cubicBezTo>
                    <a:pt x="482" y="173"/>
                    <a:pt x="482" y="173"/>
                    <a:pt x="482" y="173"/>
                  </a:cubicBezTo>
                  <a:cubicBezTo>
                    <a:pt x="486" y="167"/>
                    <a:pt x="486" y="167"/>
                    <a:pt x="486" y="167"/>
                  </a:cubicBezTo>
                  <a:cubicBezTo>
                    <a:pt x="485" y="167"/>
                    <a:pt x="485" y="167"/>
                    <a:pt x="485" y="167"/>
                  </a:cubicBezTo>
                  <a:cubicBezTo>
                    <a:pt x="485" y="167"/>
                    <a:pt x="485" y="167"/>
                    <a:pt x="485" y="167"/>
                  </a:cubicBezTo>
                  <a:cubicBezTo>
                    <a:pt x="462" y="176"/>
                    <a:pt x="462" y="176"/>
                    <a:pt x="462" y="176"/>
                  </a:cubicBezTo>
                  <a:cubicBezTo>
                    <a:pt x="457" y="226"/>
                    <a:pt x="457" y="226"/>
                    <a:pt x="457" y="226"/>
                  </a:cubicBezTo>
                  <a:cubicBezTo>
                    <a:pt x="417" y="228"/>
                    <a:pt x="417" y="228"/>
                    <a:pt x="417" y="228"/>
                  </a:cubicBezTo>
                  <a:cubicBezTo>
                    <a:pt x="460" y="233"/>
                    <a:pt x="460" y="233"/>
                    <a:pt x="460" y="233"/>
                  </a:cubicBezTo>
                  <a:cubicBezTo>
                    <a:pt x="416" y="240"/>
                    <a:pt x="416" y="240"/>
                    <a:pt x="416" y="240"/>
                  </a:cubicBezTo>
                  <a:cubicBezTo>
                    <a:pt x="421" y="255"/>
                    <a:pt x="421" y="255"/>
                    <a:pt x="421" y="255"/>
                  </a:cubicBezTo>
                  <a:cubicBezTo>
                    <a:pt x="413" y="265"/>
                    <a:pt x="413" y="265"/>
                    <a:pt x="413" y="265"/>
                  </a:cubicBezTo>
                  <a:cubicBezTo>
                    <a:pt x="394" y="257"/>
                    <a:pt x="394" y="257"/>
                    <a:pt x="394" y="257"/>
                  </a:cubicBezTo>
                  <a:cubicBezTo>
                    <a:pt x="377" y="266"/>
                    <a:pt x="377" y="266"/>
                    <a:pt x="377" y="266"/>
                  </a:cubicBezTo>
                  <a:cubicBezTo>
                    <a:pt x="368" y="256"/>
                    <a:pt x="368" y="256"/>
                    <a:pt x="368" y="256"/>
                  </a:cubicBezTo>
                  <a:cubicBezTo>
                    <a:pt x="379" y="222"/>
                    <a:pt x="379" y="222"/>
                    <a:pt x="379" y="222"/>
                  </a:cubicBezTo>
                  <a:cubicBezTo>
                    <a:pt x="384" y="222"/>
                    <a:pt x="384" y="222"/>
                    <a:pt x="384" y="222"/>
                  </a:cubicBezTo>
                  <a:cubicBezTo>
                    <a:pt x="387" y="251"/>
                    <a:pt x="387" y="251"/>
                    <a:pt x="387" y="251"/>
                  </a:cubicBezTo>
                  <a:cubicBezTo>
                    <a:pt x="394" y="230"/>
                    <a:pt x="394" y="230"/>
                    <a:pt x="394" y="230"/>
                  </a:cubicBezTo>
                  <a:cubicBezTo>
                    <a:pt x="411" y="231"/>
                    <a:pt x="411" y="231"/>
                    <a:pt x="411" y="231"/>
                  </a:cubicBezTo>
                  <a:cubicBezTo>
                    <a:pt x="404" y="228"/>
                    <a:pt x="404" y="228"/>
                    <a:pt x="404" y="228"/>
                  </a:cubicBezTo>
                  <a:cubicBezTo>
                    <a:pt x="415" y="227"/>
                    <a:pt x="415" y="227"/>
                    <a:pt x="415" y="227"/>
                  </a:cubicBezTo>
                  <a:cubicBezTo>
                    <a:pt x="412" y="220"/>
                    <a:pt x="412" y="220"/>
                    <a:pt x="412" y="220"/>
                  </a:cubicBezTo>
                  <a:cubicBezTo>
                    <a:pt x="418" y="210"/>
                    <a:pt x="418" y="210"/>
                    <a:pt x="418" y="210"/>
                  </a:cubicBezTo>
                  <a:cubicBezTo>
                    <a:pt x="421" y="188"/>
                    <a:pt x="421" y="188"/>
                    <a:pt x="421" y="188"/>
                  </a:cubicBezTo>
                  <a:cubicBezTo>
                    <a:pt x="406" y="175"/>
                    <a:pt x="406" y="175"/>
                    <a:pt x="406" y="175"/>
                  </a:cubicBezTo>
                  <a:cubicBezTo>
                    <a:pt x="394" y="176"/>
                    <a:pt x="394" y="176"/>
                    <a:pt x="394" y="176"/>
                  </a:cubicBezTo>
                  <a:cubicBezTo>
                    <a:pt x="384" y="184"/>
                    <a:pt x="384" y="184"/>
                    <a:pt x="384" y="184"/>
                  </a:cubicBezTo>
                  <a:cubicBezTo>
                    <a:pt x="381" y="122"/>
                    <a:pt x="381" y="122"/>
                    <a:pt x="381" y="122"/>
                  </a:cubicBezTo>
                  <a:cubicBezTo>
                    <a:pt x="378" y="118"/>
                    <a:pt x="378" y="118"/>
                    <a:pt x="378" y="118"/>
                  </a:cubicBezTo>
                  <a:cubicBezTo>
                    <a:pt x="375" y="221"/>
                    <a:pt x="375" y="221"/>
                    <a:pt x="375" y="221"/>
                  </a:cubicBezTo>
                  <a:cubicBezTo>
                    <a:pt x="367" y="233"/>
                    <a:pt x="367" y="233"/>
                    <a:pt x="367" y="233"/>
                  </a:cubicBezTo>
                  <a:cubicBezTo>
                    <a:pt x="367" y="233"/>
                    <a:pt x="366" y="232"/>
                    <a:pt x="364" y="225"/>
                  </a:cubicBezTo>
                  <a:cubicBezTo>
                    <a:pt x="362" y="218"/>
                    <a:pt x="365" y="200"/>
                    <a:pt x="365" y="200"/>
                  </a:cubicBezTo>
                  <a:cubicBezTo>
                    <a:pt x="373" y="120"/>
                    <a:pt x="373" y="120"/>
                    <a:pt x="373" y="120"/>
                  </a:cubicBezTo>
                  <a:cubicBezTo>
                    <a:pt x="367" y="127"/>
                    <a:pt x="367" y="127"/>
                    <a:pt x="367" y="127"/>
                  </a:cubicBezTo>
                  <a:cubicBezTo>
                    <a:pt x="363" y="176"/>
                    <a:pt x="363" y="176"/>
                    <a:pt x="363" y="176"/>
                  </a:cubicBezTo>
                  <a:cubicBezTo>
                    <a:pt x="345" y="189"/>
                    <a:pt x="345" y="189"/>
                    <a:pt x="345" y="189"/>
                  </a:cubicBezTo>
                  <a:cubicBezTo>
                    <a:pt x="340" y="215"/>
                    <a:pt x="340" y="215"/>
                    <a:pt x="340" y="215"/>
                  </a:cubicBezTo>
                  <a:cubicBezTo>
                    <a:pt x="347" y="195"/>
                    <a:pt x="347" y="195"/>
                    <a:pt x="347" y="195"/>
                  </a:cubicBezTo>
                  <a:cubicBezTo>
                    <a:pt x="361" y="188"/>
                    <a:pt x="361" y="188"/>
                    <a:pt x="361" y="188"/>
                  </a:cubicBezTo>
                  <a:cubicBezTo>
                    <a:pt x="359" y="201"/>
                    <a:pt x="359" y="201"/>
                    <a:pt x="359" y="201"/>
                  </a:cubicBezTo>
                  <a:cubicBezTo>
                    <a:pt x="350" y="207"/>
                    <a:pt x="350" y="207"/>
                    <a:pt x="350" y="207"/>
                  </a:cubicBezTo>
                  <a:cubicBezTo>
                    <a:pt x="332" y="230"/>
                    <a:pt x="332" y="230"/>
                    <a:pt x="332" y="230"/>
                  </a:cubicBezTo>
                  <a:cubicBezTo>
                    <a:pt x="330" y="270"/>
                    <a:pt x="330" y="270"/>
                    <a:pt x="330" y="270"/>
                  </a:cubicBezTo>
                  <a:cubicBezTo>
                    <a:pt x="370" y="304"/>
                    <a:pt x="370" y="304"/>
                    <a:pt x="370" y="304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394" y="351"/>
                    <a:pt x="394" y="351"/>
                    <a:pt x="394" y="351"/>
                  </a:cubicBezTo>
                  <a:cubicBezTo>
                    <a:pt x="387" y="356"/>
                    <a:pt x="387" y="356"/>
                    <a:pt x="387" y="356"/>
                  </a:cubicBezTo>
                  <a:cubicBezTo>
                    <a:pt x="350" y="337"/>
                    <a:pt x="350" y="337"/>
                    <a:pt x="350" y="337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290" y="318"/>
                    <a:pt x="290" y="318"/>
                    <a:pt x="290" y="318"/>
                  </a:cubicBezTo>
                  <a:cubicBezTo>
                    <a:pt x="253" y="336"/>
                    <a:pt x="253" y="336"/>
                    <a:pt x="253" y="336"/>
                  </a:cubicBezTo>
                  <a:cubicBezTo>
                    <a:pt x="253" y="350"/>
                    <a:pt x="253" y="350"/>
                    <a:pt x="253" y="350"/>
                  </a:cubicBezTo>
                  <a:cubicBezTo>
                    <a:pt x="253" y="367"/>
                    <a:pt x="253" y="367"/>
                    <a:pt x="253" y="367"/>
                  </a:cubicBezTo>
                  <a:cubicBezTo>
                    <a:pt x="229" y="367"/>
                    <a:pt x="229" y="367"/>
                    <a:pt x="229" y="367"/>
                  </a:cubicBezTo>
                  <a:cubicBezTo>
                    <a:pt x="220" y="351"/>
                    <a:pt x="220" y="351"/>
                    <a:pt x="220" y="351"/>
                  </a:cubicBezTo>
                  <a:cubicBezTo>
                    <a:pt x="207" y="351"/>
                    <a:pt x="207" y="351"/>
                    <a:pt x="207" y="351"/>
                  </a:cubicBezTo>
                  <a:cubicBezTo>
                    <a:pt x="207" y="326"/>
                    <a:pt x="207" y="326"/>
                    <a:pt x="207" y="326"/>
                  </a:cubicBezTo>
                  <a:cubicBezTo>
                    <a:pt x="227" y="326"/>
                    <a:pt x="227" y="326"/>
                    <a:pt x="227" y="326"/>
                  </a:cubicBezTo>
                  <a:cubicBezTo>
                    <a:pt x="227" y="326"/>
                    <a:pt x="227" y="326"/>
                    <a:pt x="227" y="326"/>
                  </a:cubicBezTo>
                  <a:cubicBezTo>
                    <a:pt x="232" y="326"/>
                    <a:pt x="235" y="323"/>
                    <a:pt x="235" y="318"/>
                  </a:cubicBezTo>
                  <a:cubicBezTo>
                    <a:pt x="235" y="318"/>
                    <a:pt x="235" y="318"/>
                    <a:pt x="235" y="318"/>
                  </a:cubicBezTo>
                  <a:cubicBezTo>
                    <a:pt x="235" y="315"/>
                    <a:pt x="235" y="315"/>
                    <a:pt x="235" y="315"/>
                  </a:cubicBezTo>
                  <a:cubicBezTo>
                    <a:pt x="236" y="315"/>
                    <a:pt x="236" y="315"/>
                    <a:pt x="236" y="315"/>
                  </a:cubicBezTo>
                  <a:cubicBezTo>
                    <a:pt x="236" y="286"/>
                    <a:pt x="236" y="286"/>
                    <a:pt x="236" y="286"/>
                  </a:cubicBezTo>
                  <a:cubicBezTo>
                    <a:pt x="236" y="286"/>
                    <a:pt x="236" y="286"/>
                    <a:pt x="236" y="286"/>
                  </a:cubicBezTo>
                  <a:cubicBezTo>
                    <a:pt x="236" y="275"/>
                    <a:pt x="236" y="275"/>
                    <a:pt x="236" y="275"/>
                  </a:cubicBezTo>
                  <a:cubicBezTo>
                    <a:pt x="236" y="275"/>
                    <a:pt x="236" y="275"/>
                    <a:pt x="236" y="274"/>
                  </a:cubicBezTo>
                  <a:cubicBezTo>
                    <a:pt x="236" y="270"/>
                    <a:pt x="232" y="266"/>
                    <a:pt x="228" y="266"/>
                  </a:cubicBezTo>
                  <a:cubicBezTo>
                    <a:pt x="227" y="266"/>
                    <a:pt x="227" y="266"/>
                    <a:pt x="227" y="266"/>
                  </a:cubicBezTo>
                  <a:cubicBezTo>
                    <a:pt x="207" y="266"/>
                    <a:pt x="207" y="266"/>
                    <a:pt x="207" y="266"/>
                  </a:cubicBezTo>
                  <a:cubicBezTo>
                    <a:pt x="207" y="171"/>
                    <a:pt x="207" y="171"/>
                    <a:pt x="207" y="171"/>
                  </a:cubicBezTo>
                  <a:cubicBezTo>
                    <a:pt x="205" y="171"/>
                    <a:pt x="205" y="171"/>
                    <a:pt x="205" y="171"/>
                  </a:cubicBezTo>
                  <a:cubicBezTo>
                    <a:pt x="205" y="138"/>
                    <a:pt x="205" y="138"/>
                    <a:pt x="205" y="138"/>
                  </a:cubicBezTo>
                  <a:cubicBezTo>
                    <a:pt x="206" y="137"/>
                    <a:pt x="208" y="137"/>
                    <a:pt x="209" y="137"/>
                  </a:cubicBezTo>
                  <a:cubicBezTo>
                    <a:pt x="221" y="168"/>
                    <a:pt x="221" y="168"/>
                    <a:pt x="221" y="168"/>
                  </a:cubicBezTo>
                  <a:cubicBezTo>
                    <a:pt x="219" y="169"/>
                    <a:pt x="219" y="169"/>
                    <a:pt x="219" y="169"/>
                  </a:cubicBezTo>
                  <a:cubicBezTo>
                    <a:pt x="219" y="169"/>
                    <a:pt x="219" y="169"/>
                    <a:pt x="219" y="169"/>
                  </a:cubicBezTo>
                  <a:cubicBezTo>
                    <a:pt x="220" y="173"/>
                    <a:pt x="220" y="173"/>
                    <a:pt x="220" y="17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37" y="162"/>
                    <a:pt x="237" y="162"/>
                    <a:pt x="237" y="162"/>
                  </a:cubicBezTo>
                  <a:cubicBezTo>
                    <a:pt x="235" y="163"/>
                    <a:pt x="235" y="163"/>
                    <a:pt x="235" y="163"/>
                  </a:cubicBezTo>
                  <a:cubicBezTo>
                    <a:pt x="223" y="131"/>
                    <a:pt x="223" y="131"/>
                    <a:pt x="223" y="131"/>
                  </a:cubicBezTo>
                  <a:cubicBezTo>
                    <a:pt x="224" y="130"/>
                    <a:pt x="225" y="129"/>
                    <a:pt x="226" y="129"/>
                  </a:cubicBezTo>
                  <a:cubicBezTo>
                    <a:pt x="250" y="153"/>
                    <a:pt x="250" y="153"/>
                    <a:pt x="250" y="153"/>
                  </a:cubicBezTo>
                  <a:cubicBezTo>
                    <a:pt x="249" y="155"/>
                    <a:pt x="249" y="155"/>
                    <a:pt x="249" y="155"/>
                  </a:cubicBezTo>
                  <a:cubicBezTo>
                    <a:pt x="249" y="155"/>
                    <a:pt x="249" y="155"/>
                    <a:pt x="249" y="155"/>
                  </a:cubicBezTo>
                  <a:cubicBezTo>
                    <a:pt x="252" y="158"/>
                    <a:pt x="252" y="158"/>
                    <a:pt x="252" y="158"/>
                  </a:cubicBezTo>
                  <a:cubicBezTo>
                    <a:pt x="265" y="144"/>
                    <a:pt x="265" y="144"/>
                    <a:pt x="265" y="144"/>
                  </a:cubicBezTo>
                  <a:cubicBezTo>
                    <a:pt x="262" y="141"/>
                    <a:pt x="262" y="141"/>
                    <a:pt x="262" y="141"/>
                  </a:cubicBezTo>
                  <a:cubicBezTo>
                    <a:pt x="261" y="142"/>
                    <a:pt x="261" y="142"/>
                    <a:pt x="261" y="142"/>
                  </a:cubicBezTo>
                  <a:cubicBezTo>
                    <a:pt x="236" y="118"/>
                    <a:pt x="236" y="118"/>
                    <a:pt x="236" y="118"/>
                  </a:cubicBezTo>
                  <a:cubicBezTo>
                    <a:pt x="237" y="117"/>
                    <a:pt x="237" y="116"/>
                    <a:pt x="238" y="115"/>
                  </a:cubicBezTo>
                  <a:cubicBezTo>
                    <a:pt x="271" y="128"/>
                    <a:pt x="271" y="128"/>
                    <a:pt x="271" y="128"/>
                  </a:cubicBezTo>
                  <a:cubicBezTo>
                    <a:pt x="270" y="130"/>
                    <a:pt x="270" y="130"/>
                    <a:pt x="270" y="130"/>
                  </a:cubicBezTo>
                  <a:cubicBezTo>
                    <a:pt x="270" y="130"/>
                    <a:pt x="270" y="130"/>
                    <a:pt x="270" y="130"/>
                  </a:cubicBezTo>
                  <a:cubicBezTo>
                    <a:pt x="274" y="132"/>
                    <a:pt x="274" y="132"/>
                    <a:pt x="274" y="132"/>
                  </a:cubicBezTo>
                  <a:cubicBezTo>
                    <a:pt x="281" y="114"/>
                    <a:pt x="281" y="114"/>
                    <a:pt x="281" y="114"/>
                  </a:cubicBezTo>
                  <a:cubicBezTo>
                    <a:pt x="277" y="112"/>
                    <a:pt x="277" y="112"/>
                    <a:pt x="277" y="112"/>
                  </a:cubicBezTo>
                  <a:cubicBezTo>
                    <a:pt x="277" y="114"/>
                    <a:pt x="277" y="114"/>
                    <a:pt x="277" y="114"/>
                  </a:cubicBezTo>
                  <a:cubicBezTo>
                    <a:pt x="244" y="101"/>
                    <a:pt x="244" y="101"/>
                    <a:pt x="244" y="101"/>
                  </a:cubicBezTo>
                  <a:cubicBezTo>
                    <a:pt x="244" y="100"/>
                    <a:pt x="244" y="99"/>
                    <a:pt x="244" y="98"/>
                  </a:cubicBezTo>
                  <a:cubicBezTo>
                    <a:pt x="279" y="98"/>
                    <a:pt x="279" y="98"/>
                    <a:pt x="279" y="98"/>
                  </a:cubicBezTo>
                  <a:cubicBezTo>
                    <a:pt x="279" y="100"/>
                    <a:pt x="279" y="100"/>
                    <a:pt x="279" y="100"/>
                  </a:cubicBezTo>
                  <a:cubicBezTo>
                    <a:pt x="368" y="100"/>
                    <a:pt x="368" y="100"/>
                    <a:pt x="368" y="100"/>
                  </a:cubicBezTo>
                  <a:cubicBezTo>
                    <a:pt x="369" y="101"/>
                    <a:pt x="369" y="103"/>
                    <a:pt x="370" y="105"/>
                  </a:cubicBezTo>
                  <a:cubicBezTo>
                    <a:pt x="371" y="109"/>
                    <a:pt x="374" y="112"/>
                    <a:pt x="375" y="112"/>
                  </a:cubicBezTo>
                  <a:cubicBezTo>
                    <a:pt x="375" y="112"/>
                    <a:pt x="375" y="112"/>
                    <a:pt x="375" y="112"/>
                  </a:cubicBezTo>
                  <a:cubicBezTo>
                    <a:pt x="375" y="112"/>
                    <a:pt x="375" y="112"/>
                    <a:pt x="375" y="112"/>
                  </a:cubicBezTo>
                  <a:cubicBezTo>
                    <a:pt x="406" y="100"/>
                    <a:pt x="406" y="100"/>
                    <a:pt x="406" y="100"/>
                  </a:cubicBezTo>
                  <a:cubicBezTo>
                    <a:pt x="416" y="100"/>
                    <a:pt x="416" y="100"/>
                    <a:pt x="416" y="10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3" y="131"/>
                    <a:pt x="395" y="134"/>
                    <a:pt x="399" y="136"/>
                  </a:cubicBezTo>
                  <a:cubicBezTo>
                    <a:pt x="403" y="139"/>
                    <a:pt x="406" y="140"/>
                    <a:pt x="407" y="139"/>
                  </a:cubicBezTo>
                  <a:cubicBezTo>
                    <a:pt x="407" y="139"/>
                    <a:pt x="407" y="139"/>
                    <a:pt x="407" y="139"/>
                  </a:cubicBezTo>
                  <a:cubicBezTo>
                    <a:pt x="438" y="100"/>
                    <a:pt x="438" y="100"/>
                    <a:pt x="438" y="100"/>
                  </a:cubicBezTo>
                  <a:cubicBezTo>
                    <a:pt x="439" y="100"/>
                    <a:pt x="439" y="100"/>
                    <a:pt x="439" y="100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2" y="149"/>
                    <a:pt x="426" y="151"/>
                    <a:pt x="430" y="153"/>
                  </a:cubicBezTo>
                  <a:cubicBezTo>
                    <a:pt x="434" y="154"/>
                    <a:pt x="438" y="155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57" y="100"/>
                    <a:pt x="457" y="100"/>
                    <a:pt x="457" y="100"/>
                  </a:cubicBezTo>
                  <a:cubicBezTo>
                    <a:pt x="457" y="100"/>
                    <a:pt x="457" y="100"/>
                    <a:pt x="457" y="100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60"/>
                    <a:pt x="461" y="161"/>
                    <a:pt x="466" y="161"/>
                  </a:cubicBezTo>
                  <a:cubicBezTo>
                    <a:pt x="471" y="161"/>
                    <a:pt x="474" y="160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00"/>
                    <a:pt x="475" y="100"/>
                    <a:pt x="475" y="100"/>
                  </a:cubicBezTo>
                  <a:cubicBezTo>
                    <a:pt x="481" y="100"/>
                    <a:pt x="481" y="100"/>
                    <a:pt x="481" y="100"/>
                  </a:cubicBezTo>
                  <a:cubicBezTo>
                    <a:pt x="481" y="88"/>
                    <a:pt x="481" y="88"/>
                    <a:pt x="481" y="88"/>
                  </a:cubicBezTo>
                  <a:cubicBezTo>
                    <a:pt x="412" y="88"/>
                    <a:pt x="412" y="88"/>
                    <a:pt x="412" y="88"/>
                  </a:cubicBezTo>
                  <a:cubicBezTo>
                    <a:pt x="412" y="84"/>
                    <a:pt x="412" y="84"/>
                    <a:pt x="412" y="84"/>
                  </a:cubicBezTo>
                  <a:cubicBezTo>
                    <a:pt x="481" y="84"/>
                    <a:pt x="481" y="84"/>
                    <a:pt x="481" y="84"/>
                  </a:cubicBezTo>
                  <a:cubicBezTo>
                    <a:pt x="481" y="80"/>
                    <a:pt x="481" y="80"/>
                    <a:pt x="481" y="80"/>
                  </a:cubicBezTo>
                  <a:cubicBezTo>
                    <a:pt x="456" y="80"/>
                    <a:pt x="456" y="80"/>
                    <a:pt x="456" y="80"/>
                  </a:cubicBezTo>
                  <a:cubicBezTo>
                    <a:pt x="456" y="80"/>
                    <a:pt x="456" y="80"/>
                    <a:pt x="456" y="80"/>
                  </a:cubicBezTo>
                  <a:cubicBezTo>
                    <a:pt x="411" y="80"/>
                    <a:pt x="411" y="80"/>
                    <a:pt x="411" y="80"/>
                  </a:cubicBezTo>
                  <a:cubicBezTo>
                    <a:pt x="404" y="79"/>
                    <a:pt x="386" y="75"/>
                    <a:pt x="374" y="63"/>
                  </a:cubicBezTo>
                  <a:cubicBezTo>
                    <a:pt x="357" y="46"/>
                    <a:pt x="357" y="34"/>
                    <a:pt x="357" y="34"/>
                  </a:cubicBezTo>
                  <a:cubicBezTo>
                    <a:pt x="354" y="34"/>
                    <a:pt x="354" y="34"/>
                    <a:pt x="354" y="34"/>
                  </a:cubicBezTo>
                  <a:cubicBezTo>
                    <a:pt x="354" y="80"/>
                    <a:pt x="354" y="80"/>
                    <a:pt x="354" y="80"/>
                  </a:cubicBezTo>
                  <a:cubicBezTo>
                    <a:pt x="350" y="80"/>
                    <a:pt x="350" y="80"/>
                    <a:pt x="350" y="80"/>
                  </a:cubicBezTo>
                  <a:cubicBezTo>
                    <a:pt x="350" y="34"/>
                    <a:pt x="350" y="34"/>
                    <a:pt x="350" y="34"/>
                  </a:cubicBezTo>
                  <a:cubicBezTo>
                    <a:pt x="344" y="34"/>
                    <a:pt x="344" y="34"/>
                    <a:pt x="344" y="34"/>
                  </a:cubicBezTo>
                  <a:cubicBezTo>
                    <a:pt x="344" y="80"/>
                    <a:pt x="344" y="80"/>
                    <a:pt x="344" y="80"/>
                  </a:cubicBezTo>
                  <a:cubicBezTo>
                    <a:pt x="279" y="80"/>
                    <a:pt x="279" y="80"/>
                    <a:pt x="279" y="80"/>
                  </a:cubicBezTo>
                  <a:cubicBezTo>
                    <a:pt x="279" y="82"/>
                    <a:pt x="279" y="82"/>
                    <a:pt x="279" y="82"/>
                  </a:cubicBezTo>
                  <a:cubicBezTo>
                    <a:pt x="244" y="82"/>
                    <a:pt x="244" y="82"/>
                    <a:pt x="244" y="82"/>
                  </a:cubicBezTo>
                  <a:cubicBezTo>
                    <a:pt x="241" y="62"/>
                    <a:pt x="225" y="46"/>
                    <a:pt x="205" y="43"/>
                  </a:cubicBezTo>
                  <a:cubicBezTo>
                    <a:pt x="205" y="4"/>
                    <a:pt x="205" y="4"/>
                    <a:pt x="205" y="4"/>
                  </a:cubicBezTo>
                  <a:cubicBezTo>
                    <a:pt x="207" y="4"/>
                    <a:pt x="207" y="4"/>
                    <a:pt x="207" y="4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187" y="0"/>
                    <a:pt x="187" y="0"/>
                    <a:pt x="187" y="0"/>
                  </a:cubicBezTo>
                  <a:cubicBezTo>
                    <a:pt x="187" y="4"/>
                    <a:pt x="187" y="4"/>
                    <a:pt x="187" y="4"/>
                  </a:cubicBezTo>
                  <a:cubicBezTo>
                    <a:pt x="190" y="4"/>
                    <a:pt x="190" y="4"/>
                    <a:pt x="190" y="4"/>
                  </a:cubicBezTo>
                  <a:cubicBezTo>
                    <a:pt x="190" y="43"/>
                    <a:pt x="190" y="43"/>
                    <a:pt x="190" y="43"/>
                  </a:cubicBezTo>
                  <a:cubicBezTo>
                    <a:pt x="188" y="43"/>
                    <a:pt x="187" y="43"/>
                    <a:pt x="186" y="43"/>
                  </a:cubicBezTo>
                  <a:cubicBezTo>
                    <a:pt x="171" y="8"/>
                    <a:pt x="171" y="8"/>
                    <a:pt x="171" y="8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2" y="3"/>
                    <a:pt x="172" y="3"/>
                    <a:pt x="172" y="3"/>
                  </a:cubicBezTo>
                  <a:cubicBezTo>
                    <a:pt x="154" y="11"/>
                    <a:pt x="154" y="11"/>
                    <a:pt x="154" y="11"/>
                  </a:cubicBezTo>
                  <a:cubicBezTo>
                    <a:pt x="155" y="15"/>
                    <a:pt x="155" y="15"/>
                    <a:pt x="155" y="15"/>
                  </a:cubicBezTo>
                  <a:cubicBezTo>
                    <a:pt x="157" y="14"/>
                    <a:pt x="157" y="14"/>
                    <a:pt x="157" y="14"/>
                  </a:cubicBezTo>
                  <a:cubicBezTo>
                    <a:pt x="172" y="49"/>
                    <a:pt x="172" y="49"/>
                    <a:pt x="172" y="49"/>
                  </a:cubicBezTo>
                  <a:cubicBezTo>
                    <a:pt x="171" y="49"/>
                    <a:pt x="170" y="50"/>
                    <a:pt x="169" y="51"/>
                  </a:cubicBezTo>
                  <a:cubicBezTo>
                    <a:pt x="142" y="24"/>
                    <a:pt x="142" y="24"/>
                    <a:pt x="142" y="24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1" y="20"/>
                    <a:pt x="141" y="20"/>
                    <a:pt x="141" y="20"/>
                  </a:cubicBezTo>
                  <a:cubicBezTo>
                    <a:pt x="127" y="34"/>
                    <a:pt x="127" y="34"/>
                    <a:pt x="127" y="34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2" y="35"/>
                    <a:pt x="132" y="35"/>
                    <a:pt x="132" y="35"/>
                  </a:cubicBezTo>
                  <a:cubicBezTo>
                    <a:pt x="158" y="61"/>
                    <a:pt x="158" y="61"/>
                    <a:pt x="158" y="61"/>
                  </a:cubicBezTo>
                  <a:cubicBezTo>
                    <a:pt x="157" y="62"/>
                    <a:pt x="157" y="63"/>
                    <a:pt x="156" y="64"/>
                  </a:cubicBezTo>
                  <a:cubicBezTo>
                    <a:pt x="122" y="51"/>
                    <a:pt x="122" y="51"/>
                    <a:pt x="122" y="51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2" y="65"/>
                    <a:pt x="112" y="65"/>
                    <a:pt x="112" y="65"/>
                  </a:cubicBezTo>
                  <a:cubicBezTo>
                    <a:pt x="116" y="66"/>
                    <a:pt x="116" y="66"/>
                    <a:pt x="116" y="66"/>
                  </a:cubicBezTo>
                  <a:cubicBezTo>
                    <a:pt x="116" y="64"/>
                    <a:pt x="116" y="64"/>
                    <a:pt x="116" y="64"/>
                  </a:cubicBezTo>
                  <a:cubicBezTo>
                    <a:pt x="150" y="78"/>
                    <a:pt x="150" y="78"/>
                    <a:pt x="150" y="78"/>
                  </a:cubicBezTo>
                  <a:cubicBezTo>
                    <a:pt x="150" y="79"/>
                    <a:pt x="149" y="81"/>
                    <a:pt x="149" y="82"/>
                  </a:cubicBezTo>
                  <a:cubicBezTo>
                    <a:pt x="110" y="82"/>
                    <a:pt x="110" y="82"/>
                    <a:pt x="110" y="82"/>
                  </a:cubicBezTo>
                  <a:cubicBezTo>
                    <a:pt x="110" y="80"/>
                    <a:pt x="110" y="80"/>
                    <a:pt x="110" y="80"/>
                  </a:cubicBezTo>
                  <a:cubicBezTo>
                    <a:pt x="68" y="80"/>
                    <a:pt x="68" y="80"/>
                    <a:pt x="68" y="80"/>
                  </a:cubicBezTo>
                  <a:cubicBezTo>
                    <a:pt x="68" y="80"/>
                    <a:pt x="68" y="80"/>
                    <a:pt x="67" y="80"/>
                  </a:cubicBezTo>
                  <a:cubicBezTo>
                    <a:pt x="63" y="80"/>
                    <a:pt x="59" y="84"/>
                    <a:pt x="59" y="89"/>
                  </a:cubicBezTo>
                  <a:cubicBezTo>
                    <a:pt x="59" y="89"/>
                    <a:pt x="59" y="89"/>
                    <a:pt x="59" y="89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77"/>
                    <a:pt x="59" y="277"/>
                    <a:pt x="59" y="277"/>
                  </a:cubicBezTo>
                  <a:cubicBezTo>
                    <a:pt x="59" y="277"/>
                    <a:pt x="59" y="277"/>
                    <a:pt x="59" y="277"/>
                  </a:cubicBezTo>
                  <a:cubicBezTo>
                    <a:pt x="59" y="282"/>
                    <a:pt x="63" y="286"/>
                    <a:pt x="67" y="286"/>
                  </a:cubicBezTo>
                  <a:cubicBezTo>
                    <a:pt x="68" y="286"/>
                    <a:pt x="68" y="286"/>
                    <a:pt x="68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7" y="286"/>
                    <a:pt x="187" y="286"/>
                    <a:pt x="187" y="286"/>
                  </a:cubicBezTo>
                  <a:cubicBezTo>
                    <a:pt x="187" y="307"/>
                    <a:pt x="187" y="307"/>
                    <a:pt x="187" y="307"/>
                  </a:cubicBezTo>
                  <a:cubicBezTo>
                    <a:pt x="185" y="307"/>
                    <a:pt x="185" y="307"/>
                    <a:pt x="185" y="307"/>
                  </a:cubicBezTo>
                  <a:cubicBezTo>
                    <a:pt x="185" y="307"/>
                    <a:pt x="185" y="307"/>
                    <a:pt x="185" y="307"/>
                  </a:cubicBezTo>
                  <a:cubicBezTo>
                    <a:pt x="153" y="307"/>
                    <a:pt x="153" y="307"/>
                    <a:pt x="153" y="307"/>
                  </a:cubicBezTo>
                  <a:cubicBezTo>
                    <a:pt x="153" y="307"/>
                    <a:pt x="153" y="307"/>
                    <a:pt x="153" y="307"/>
                  </a:cubicBezTo>
                  <a:cubicBezTo>
                    <a:pt x="148" y="307"/>
                    <a:pt x="145" y="310"/>
                    <a:pt x="145" y="315"/>
                  </a:cubicBezTo>
                  <a:cubicBezTo>
                    <a:pt x="145" y="315"/>
                    <a:pt x="145" y="315"/>
                    <a:pt x="145" y="315"/>
                  </a:cubicBezTo>
                  <a:cubicBezTo>
                    <a:pt x="145" y="326"/>
                    <a:pt x="145" y="326"/>
                    <a:pt x="145" y="326"/>
                  </a:cubicBezTo>
                  <a:cubicBezTo>
                    <a:pt x="145" y="326"/>
                    <a:pt x="145" y="326"/>
                    <a:pt x="145" y="326"/>
                  </a:cubicBezTo>
                  <a:cubicBezTo>
                    <a:pt x="145" y="351"/>
                    <a:pt x="145" y="351"/>
                    <a:pt x="145" y="351"/>
                  </a:cubicBezTo>
                  <a:cubicBezTo>
                    <a:pt x="86" y="351"/>
                    <a:pt x="86" y="351"/>
                    <a:pt x="86" y="351"/>
                  </a:cubicBezTo>
                  <a:cubicBezTo>
                    <a:pt x="87" y="400"/>
                    <a:pt x="87" y="400"/>
                    <a:pt x="87" y="400"/>
                  </a:cubicBezTo>
                  <a:cubicBezTo>
                    <a:pt x="103" y="418"/>
                    <a:pt x="103" y="418"/>
                    <a:pt x="103" y="418"/>
                  </a:cubicBezTo>
                  <a:cubicBezTo>
                    <a:pt x="103" y="451"/>
                    <a:pt x="103" y="451"/>
                    <a:pt x="103" y="451"/>
                  </a:cubicBezTo>
                  <a:cubicBezTo>
                    <a:pt x="122" y="459"/>
                    <a:pt x="122" y="459"/>
                    <a:pt x="122" y="459"/>
                  </a:cubicBezTo>
                  <a:cubicBezTo>
                    <a:pt x="122" y="505"/>
                    <a:pt x="122" y="505"/>
                    <a:pt x="122" y="505"/>
                  </a:cubicBezTo>
                  <a:cubicBezTo>
                    <a:pt x="38" y="520"/>
                    <a:pt x="7" y="539"/>
                    <a:pt x="4" y="540"/>
                  </a:cubicBezTo>
                  <a:cubicBezTo>
                    <a:pt x="0" y="540"/>
                    <a:pt x="19" y="543"/>
                    <a:pt x="46" y="556"/>
                  </a:cubicBezTo>
                  <a:cubicBezTo>
                    <a:pt x="80" y="572"/>
                    <a:pt x="76" y="581"/>
                    <a:pt x="76" y="581"/>
                  </a:cubicBezTo>
                  <a:cubicBezTo>
                    <a:pt x="76" y="581"/>
                    <a:pt x="135" y="543"/>
                    <a:pt x="263" y="520"/>
                  </a:cubicBezTo>
                  <a:cubicBezTo>
                    <a:pt x="330" y="508"/>
                    <a:pt x="451" y="503"/>
                    <a:pt x="495" y="512"/>
                  </a:cubicBezTo>
                  <a:cubicBezTo>
                    <a:pt x="495" y="512"/>
                    <a:pt x="461" y="504"/>
                    <a:pt x="413" y="49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53">
              <a:extLst>
                <a:ext uri="{FF2B5EF4-FFF2-40B4-BE49-F238E27FC236}">
                  <a16:creationId xmlns:a16="http://schemas.microsoft.com/office/drawing/2014/main" id="{CC5E87EE-A223-4776-97FA-680101AB21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04858" y="3977648"/>
              <a:ext cx="1793875" cy="1787526"/>
            </a:xfrm>
            <a:custGeom>
              <a:avLst/>
              <a:gdLst>
                <a:gd name="T0" fmla="*/ 484 w 968"/>
                <a:gd name="T1" fmla="*/ 953 h 967"/>
                <a:gd name="T2" fmla="*/ 14 w 968"/>
                <a:gd name="T3" fmla="*/ 482 h 967"/>
                <a:gd name="T4" fmla="*/ 484 w 968"/>
                <a:gd name="T5" fmla="*/ 12 h 967"/>
                <a:gd name="T6" fmla="*/ 954 w 968"/>
                <a:gd name="T7" fmla="*/ 482 h 967"/>
                <a:gd name="T8" fmla="*/ 484 w 968"/>
                <a:gd name="T9" fmla="*/ 953 h 967"/>
                <a:gd name="T10" fmla="*/ 484 w 968"/>
                <a:gd name="T11" fmla="*/ 0 h 967"/>
                <a:gd name="T12" fmla="*/ 0 w 968"/>
                <a:gd name="T13" fmla="*/ 483 h 967"/>
                <a:gd name="T14" fmla="*/ 484 w 968"/>
                <a:gd name="T15" fmla="*/ 967 h 967"/>
                <a:gd name="T16" fmla="*/ 968 w 968"/>
                <a:gd name="T17" fmla="*/ 483 h 967"/>
                <a:gd name="T18" fmla="*/ 484 w 968"/>
                <a:gd name="T19" fmla="*/ 0 h 9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8" h="967">
                  <a:moveTo>
                    <a:pt x="484" y="953"/>
                  </a:moveTo>
                  <a:cubicBezTo>
                    <a:pt x="224" y="953"/>
                    <a:pt x="14" y="742"/>
                    <a:pt x="14" y="482"/>
                  </a:cubicBezTo>
                  <a:cubicBezTo>
                    <a:pt x="14" y="223"/>
                    <a:pt x="224" y="12"/>
                    <a:pt x="484" y="12"/>
                  </a:cubicBezTo>
                  <a:cubicBezTo>
                    <a:pt x="744" y="12"/>
                    <a:pt x="954" y="223"/>
                    <a:pt x="954" y="482"/>
                  </a:cubicBezTo>
                  <a:cubicBezTo>
                    <a:pt x="954" y="742"/>
                    <a:pt x="744" y="953"/>
                    <a:pt x="484" y="953"/>
                  </a:cubicBezTo>
                  <a:close/>
                  <a:moveTo>
                    <a:pt x="484" y="0"/>
                  </a:moveTo>
                  <a:cubicBezTo>
                    <a:pt x="217" y="0"/>
                    <a:pt x="0" y="216"/>
                    <a:pt x="0" y="483"/>
                  </a:cubicBezTo>
                  <a:cubicBezTo>
                    <a:pt x="0" y="750"/>
                    <a:pt x="217" y="967"/>
                    <a:pt x="484" y="967"/>
                  </a:cubicBezTo>
                  <a:cubicBezTo>
                    <a:pt x="751" y="967"/>
                    <a:pt x="968" y="750"/>
                    <a:pt x="968" y="483"/>
                  </a:cubicBezTo>
                  <a:cubicBezTo>
                    <a:pt x="968" y="216"/>
                    <a:pt x="751" y="0"/>
                    <a:pt x="48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54">
              <a:extLst>
                <a:ext uri="{FF2B5EF4-FFF2-40B4-BE49-F238E27FC236}">
                  <a16:creationId xmlns:a16="http://schemas.microsoft.com/office/drawing/2014/main" id="{AA1BD646-AD69-4E37-AAC4-EEC540BF9B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8058" y="4552323"/>
              <a:ext cx="65088" cy="60325"/>
            </a:xfrm>
            <a:custGeom>
              <a:avLst/>
              <a:gdLst>
                <a:gd name="T0" fmla="*/ 23 w 35"/>
                <a:gd name="T1" fmla="*/ 3 h 32"/>
                <a:gd name="T2" fmla="*/ 10 w 35"/>
                <a:gd name="T3" fmla="*/ 1 h 32"/>
                <a:gd name="T4" fmla="*/ 2 w 35"/>
                <a:gd name="T5" fmla="*/ 9 h 32"/>
                <a:gd name="T6" fmla="*/ 1 w 35"/>
                <a:gd name="T7" fmla="*/ 20 h 32"/>
                <a:gd name="T8" fmla="*/ 11 w 35"/>
                <a:gd name="T9" fmla="*/ 29 h 32"/>
                <a:gd name="T10" fmla="*/ 25 w 35"/>
                <a:gd name="T11" fmla="*/ 31 h 32"/>
                <a:gd name="T12" fmla="*/ 33 w 35"/>
                <a:gd name="T13" fmla="*/ 23 h 32"/>
                <a:gd name="T14" fmla="*/ 33 w 35"/>
                <a:gd name="T15" fmla="*/ 12 h 32"/>
                <a:gd name="T16" fmla="*/ 23 w 35"/>
                <a:gd name="T17" fmla="*/ 3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" h="32">
                  <a:moveTo>
                    <a:pt x="23" y="3"/>
                  </a:moveTo>
                  <a:cubicBezTo>
                    <a:pt x="18" y="0"/>
                    <a:pt x="13" y="0"/>
                    <a:pt x="10" y="1"/>
                  </a:cubicBezTo>
                  <a:cubicBezTo>
                    <a:pt x="6" y="2"/>
                    <a:pt x="3" y="5"/>
                    <a:pt x="2" y="9"/>
                  </a:cubicBezTo>
                  <a:cubicBezTo>
                    <a:pt x="0" y="13"/>
                    <a:pt x="0" y="17"/>
                    <a:pt x="1" y="20"/>
                  </a:cubicBezTo>
                  <a:cubicBezTo>
                    <a:pt x="3" y="24"/>
                    <a:pt x="6" y="27"/>
                    <a:pt x="11" y="29"/>
                  </a:cubicBezTo>
                  <a:cubicBezTo>
                    <a:pt x="16" y="31"/>
                    <a:pt x="21" y="32"/>
                    <a:pt x="25" y="31"/>
                  </a:cubicBezTo>
                  <a:cubicBezTo>
                    <a:pt x="28" y="29"/>
                    <a:pt x="31" y="27"/>
                    <a:pt x="33" y="23"/>
                  </a:cubicBezTo>
                  <a:cubicBezTo>
                    <a:pt x="35" y="19"/>
                    <a:pt x="35" y="15"/>
                    <a:pt x="33" y="12"/>
                  </a:cubicBezTo>
                  <a:cubicBezTo>
                    <a:pt x="32" y="8"/>
                    <a:pt x="28" y="5"/>
                    <a:pt x="2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55">
              <a:extLst>
                <a:ext uri="{FF2B5EF4-FFF2-40B4-BE49-F238E27FC236}">
                  <a16:creationId xmlns:a16="http://schemas.microsoft.com/office/drawing/2014/main" id="{9B01B03D-283E-4353-B117-5BD2E64984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1145" y="5347661"/>
              <a:ext cx="41275" cy="74613"/>
            </a:xfrm>
            <a:custGeom>
              <a:avLst/>
              <a:gdLst>
                <a:gd name="T0" fmla="*/ 22 w 22"/>
                <a:gd name="T1" fmla="*/ 0 h 40"/>
                <a:gd name="T2" fmla="*/ 22 w 22"/>
                <a:gd name="T3" fmla="*/ 40 h 40"/>
                <a:gd name="T4" fmla="*/ 11 w 22"/>
                <a:gd name="T5" fmla="*/ 40 h 40"/>
                <a:gd name="T6" fmla="*/ 11 w 22"/>
                <a:gd name="T7" fmla="*/ 14 h 40"/>
                <a:gd name="T8" fmla="*/ 6 w 22"/>
                <a:gd name="T9" fmla="*/ 17 h 40"/>
                <a:gd name="T10" fmla="*/ 0 w 22"/>
                <a:gd name="T11" fmla="*/ 19 h 40"/>
                <a:gd name="T12" fmla="*/ 0 w 22"/>
                <a:gd name="T13" fmla="*/ 11 h 40"/>
                <a:gd name="T14" fmla="*/ 8 w 22"/>
                <a:gd name="T15" fmla="*/ 6 h 40"/>
                <a:gd name="T16" fmla="*/ 13 w 22"/>
                <a:gd name="T17" fmla="*/ 0 h 40"/>
                <a:gd name="T18" fmla="*/ 22 w 22"/>
                <a:gd name="T1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40">
                  <a:moveTo>
                    <a:pt x="22" y="0"/>
                  </a:moveTo>
                  <a:cubicBezTo>
                    <a:pt x="22" y="40"/>
                    <a:pt x="22" y="40"/>
                    <a:pt x="22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9" y="15"/>
                    <a:pt x="8" y="16"/>
                    <a:pt x="6" y="17"/>
                  </a:cubicBezTo>
                  <a:cubicBezTo>
                    <a:pt x="4" y="18"/>
                    <a:pt x="2" y="19"/>
                    <a:pt x="0" y="19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4" y="10"/>
                    <a:pt x="6" y="8"/>
                    <a:pt x="8" y="6"/>
                  </a:cubicBezTo>
                  <a:cubicBezTo>
                    <a:pt x="10" y="5"/>
                    <a:pt x="12" y="3"/>
                    <a:pt x="13" y="0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56">
              <a:extLst>
                <a:ext uri="{FF2B5EF4-FFF2-40B4-BE49-F238E27FC236}">
                  <a16:creationId xmlns:a16="http://schemas.microsoft.com/office/drawing/2014/main" id="{E3DC6487-2035-4D8C-ABD9-65015B9327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39883" y="5347661"/>
              <a:ext cx="60325" cy="74613"/>
            </a:xfrm>
            <a:custGeom>
              <a:avLst/>
              <a:gdLst>
                <a:gd name="T0" fmla="*/ 21 w 32"/>
                <a:gd name="T1" fmla="*/ 14 h 40"/>
                <a:gd name="T2" fmla="*/ 19 w 32"/>
                <a:gd name="T3" fmla="*/ 9 h 40"/>
                <a:gd name="T4" fmla="*/ 15 w 32"/>
                <a:gd name="T5" fmla="*/ 7 h 40"/>
                <a:gd name="T6" fmla="*/ 12 w 32"/>
                <a:gd name="T7" fmla="*/ 9 h 40"/>
                <a:gd name="T8" fmla="*/ 10 w 32"/>
                <a:gd name="T9" fmla="*/ 13 h 40"/>
                <a:gd name="T10" fmla="*/ 12 w 32"/>
                <a:gd name="T11" fmla="*/ 18 h 40"/>
                <a:gd name="T12" fmla="*/ 15 w 32"/>
                <a:gd name="T13" fmla="*/ 20 h 40"/>
                <a:gd name="T14" fmla="*/ 19 w 32"/>
                <a:gd name="T15" fmla="*/ 18 h 40"/>
                <a:gd name="T16" fmla="*/ 21 w 32"/>
                <a:gd name="T17" fmla="*/ 14 h 40"/>
                <a:gd name="T18" fmla="*/ 1 w 32"/>
                <a:gd name="T19" fmla="*/ 31 h 40"/>
                <a:gd name="T20" fmla="*/ 12 w 32"/>
                <a:gd name="T21" fmla="*/ 30 h 40"/>
                <a:gd name="T22" fmla="*/ 13 w 32"/>
                <a:gd name="T23" fmla="*/ 33 h 40"/>
                <a:gd name="T24" fmla="*/ 15 w 32"/>
                <a:gd name="T25" fmla="*/ 34 h 40"/>
                <a:gd name="T26" fmla="*/ 20 w 32"/>
                <a:gd name="T27" fmla="*/ 31 h 40"/>
                <a:gd name="T28" fmla="*/ 21 w 32"/>
                <a:gd name="T29" fmla="*/ 23 h 40"/>
                <a:gd name="T30" fmla="*/ 17 w 32"/>
                <a:gd name="T31" fmla="*/ 26 h 40"/>
                <a:gd name="T32" fmla="*/ 13 w 32"/>
                <a:gd name="T33" fmla="*/ 27 h 40"/>
                <a:gd name="T34" fmla="*/ 4 w 32"/>
                <a:gd name="T35" fmla="*/ 23 h 40"/>
                <a:gd name="T36" fmla="*/ 0 w 32"/>
                <a:gd name="T37" fmla="*/ 14 h 40"/>
                <a:gd name="T38" fmla="*/ 2 w 32"/>
                <a:gd name="T39" fmla="*/ 7 h 40"/>
                <a:gd name="T40" fmla="*/ 7 w 32"/>
                <a:gd name="T41" fmla="*/ 2 h 40"/>
                <a:gd name="T42" fmla="*/ 15 w 32"/>
                <a:gd name="T43" fmla="*/ 0 h 40"/>
                <a:gd name="T44" fmla="*/ 24 w 32"/>
                <a:gd name="T45" fmla="*/ 2 h 40"/>
                <a:gd name="T46" fmla="*/ 30 w 32"/>
                <a:gd name="T47" fmla="*/ 9 h 40"/>
                <a:gd name="T48" fmla="*/ 32 w 32"/>
                <a:gd name="T49" fmla="*/ 20 h 40"/>
                <a:gd name="T50" fmla="*/ 28 w 32"/>
                <a:gd name="T51" fmla="*/ 35 h 40"/>
                <a:gd name="T52" fmla="*/ 15 w 32"/>
                <a:gd name="T53" fmla="*/ 40 h 40"/>
                <a:gd name="T54" fmla="*/ 8 w 32"/>
                <a:gd name="T55" fmla="*/ 39 h 40"/>
                <a:gd name="T56" fmla="*/ 4 w 32"/>
                <a:gd name="T57" fmla="*/ 36 h 40"/>
                <a:gd name="T58" fmla="*/ 1 w 32"/>
                <a:gd name="T59" fmla="*/ 3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2" h="40">
                  <a:moveTo>
                    <a:pt x="21" y="14"/>
                  </a:moveTo>
                  <a:cubicBezTo>
                    <a:pt x="21" y="12"/>
                    <a:pt x="20" y="10"/>
                    <a:pt x="19" y="9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4" y="7"/>
                    <a:pt x="13" y="8"/>
                    <a:pt x="12" y="9"/>
                  </a:cubicBezTo>
                  <a:cubicBezTo>
                    <a:pt x="11" y="10"/>
                    <a:pt x="10" y="11"/>
                    <a:pt x="10" y="13"/>
                  </a:cubicBezTo>
                  <a:cubicBezTo>
                    <a:pt x="10" y="16"/>
                    <a:pt x="11" y="17"/>
                    <a:pt x="12" y="18"/>
                  </a:cubicBezTo>
                  <a:cubicBezTo>
                    <a:pt x="13" y="20"/>
                    <a:pt x="14" y="20"/>
                    <a:pt x="15" y="20"/>
                  </a:cubicBezTo>
                  <a:cubicBezTo>
                    <a:pt x="17" y="20"/>
                    <a:pt x="18" y="20"/>
                    <a:pt x="19" y="18"/>
                  </a:cubicBezTo>
                  <a:cubicBezTo>
                    <a:pt x="20" y="17"/>
                    <a:pt x="21" y="16"/>
                    <a:pt x="21" y="14"/>
                  </a:cubicBezTo>
                  <a:close/>
                  <a:moveTo>
                    <a:pt x="1" y="31"/>
                  </a:moveTo>
                  <a:cubicBezTo>
                    <a:pt x="12" y="30"/>
                    <a:pt x="12" y="30"/>
                    <a:pt x="12" y="30"/>
                  </a:cubicBezTo>
                  <a:cubicBezTo>
                    <a:pt x="12" y="31"/>
                    <a:pt x="12" y="32"/>
                    <a:pt x="13" y="33"/>
                  </a:cubicBezTo>
                  <a:cubicBezTo>
                    <a:pt x="14" y="33"/>
                    <a:pt x="15" y="34"/>
                    <a:pt x="15" y="34"/>
                  </a:cubicBezTo>
                  <a:cubicBezTo>
                    <a:pt x="17" y="34"/>
                    <a:pt x="19" y="33"/>
                    <a:pt x="20" y="31"/>
                  </a:cubicBezTo>
                  <a:cubicBezTo>
                    <a:pt x="20" y="30"/>
                    <a:pt x="21" y="27"/>
                    <a:pt x="21" y="23"/>
                  </a:cubicBezTo>
                  <a:cubicBezTo>
                    <a:pt x="20" y="24"/>
                    <a:pt x="19" y="25"/>
                    <a:pt x="17" y="26"/>
                  </a:cubicBezTo>
                  <a:cubicBezTo>
                    <a:pt x="16" y="26"/>
                    <a:pt x="14" y="27"/>
                    <a:pt x="13" y="27"/>
                  </a:cubicBezTo>
                  <a:cubicBezTo>
                    <a:pt x="9" y="27"/>
                    <a:pt x="6" y="26"/>
                    <a:pt x="4" y="23"/>
                  </a:cubicBezTo>
                  <a:cubicBezTo>
                    <a:pt x="1" y="21"/>
                    <a:pt x="0" y="17"/>
                    <a:pt x="0" y="14"/>
                  </a:cubicBezTo>
                  <a:cubicBezTo>
                    <a:pt x="0" y="11"/>
                    <a:pt x="1" y="9"/>
                    <a:pt x="2" y="7"/>
                  </a:cubicBezTo>
                  <a:cubicBezTo>
                    <a:pt x="3" y="5"/>
                    <a:pt x="5" y="3"/>
                    <a:pt x="7" y="2"/>
                  </a:cubicBezTo>
                  <a:cubicBezTo>
                    <a:pt x="9" y="1"/>
                    <a:pt x="12" y="0"/>
                    <a:pt x="15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7" y="4"/>
                    <a:pt x="29" y="6"/>
                    <a:pt x="30" y="9"/>
                  </a:cubicBezTo>
                  <a:cubicBezTo>
                    <a:pt x="31" y="11"/>
                    <a:pt x="32" y="15"/>
                    <a:pt x="32" y="20"/>
                  </a:cubicBezTo>
                  <a:cubicBezTo>
                    <a:pt x="32" y="27"/>
                    <a:pt x="31" y="32"/>
                    <a:pt x="28" y="35"/>
                  </a:cubicBezTo>
                  <a:cubicBezTo>
                    <a:pt x="25" y="39"/>
                    <a:pt x="21" y="40"/>
                    <a:pt x="15" y="40"/>
                  </a:cubicBezTo>
                  <a:cubicBezTo>
                    <a:pt x="12" y="40"/>
                    <a:pt x="10" y="40"/>
                    <a:pt x="8" y="39"/>
                  </a:cubicBezTo>
                  <a:cubicBezTo>
                    <a:pt x="6" y="38"/>
                    <a:pt x="5" y="37"/>
                    <a:pt x="4" y="36"/>
                  </a:cubicBezTo>
                  <a:cubicBezTo>
                    <a:pt x="2" y="35"/>
                    <a:pt x="2" y="33"/>
                    <a:pt x="1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57">
              <a:extLst>
                <a:ext uri="{FF2B5EF4-FFF2-40B4-BE49-F238E27FC236}">
                  <a16:creationId xmlns:a16="http://schemas.microsoft.com/office/drawing/2014/main" id="{BD4D8A61-5B58-4064-98B6-EA0590331E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4970" y="5349248"/>
              <a:ext cx="60325" cy="73025"/>
            </a:xfrm>
            <a:custGeom>
              <a:avLst/>
              <a:gdLst>
                <a:gd name="T0" fmla="*/ 4 w 32"/>
                <a:gd name="T1" fmla="*/ 0 h 39"/>
                <a:gd name="T2" fmla="*/ 30 w 32"/>
                <a:gd name="T3" fmla="*/ 0 h 39"/>
                <a:gd name="T4" fmla="*/ 30 w 32"/>
                <a:gd name="T5" fmla="*/ 8 h 39"/>
                <a:gd name="T6" fmla="*/ 13 w 32"/>
                <a:gd name="T7" fmla="*/ 8 h 39"/>
                <a:gd name="T8" fmla="*/ 12 w 32"/>
                <a:gd name="T9" fmla="*/ 14 h 39"/>
                <a:gd name="T10" fmla="*/ 15 w 32"/>
                <a:gd name="T11" fmla="*/ 13 h 39"/>
                <a:gd name="T12" fmla="*/ 19 w 32"/>
                <a:gd name="T13" fmla="*/ 13 h 39"/>
                <a:gd name="T14" fmla="*/ 28 w 32"/>
                <a:gd name="T15" fmla="*/ 16 h 39"/>
                <a:gd name="T16" fmla="*/ 32 w 32"/>
                <a:gd name="T17" fmla="*/ 25 h 39"/>
                <a:gd name="T18" fmla="*/ 30 w 32"/>
                <a:gd name="T19" fmla="*/ 32 h 39"/>
                <a:gd name="T20" fmla="*/ 25 w 32"/>
                <a:gd name="T21" fmla="*/ 37 h 39"/>
                <a:gd name="T22" fmla="*/ 16 w 32"/>
                <a:gd name="T23" fmla="*/ 39 h 39"/>
                <a:gd name="T24" fmla="*/ 9 w 32"/>
                <a:gd name="T25" fmla="*/ 39 h 39"/>
                <a:gd name="T26" fmla="*/ 5 w 32"/>
                <a:gd name="T27" fmla="*/ 36 h 39"/>
                <a:gd name="T28" fmla="*/ 2 w 32"/>
                <a:gd name="T29" fmla="*/ 33 h 39"/>
                <a:gd name="T30" fmla="*/ 0 w 32"/>
                <a:gd name="T31" fmla="*/ 29 h 39"/>
                <a:gd name="T32" fmla="*/ 11 w 32"/>
                <a:gd name="T33" fmla="*/ 27 h 39"/>
                <a:gd name="T34" fmla="*/ 12 w 32"/>
                <a:gd name="T35" fmla="*/ 31 h 39"/>
                <a:gd name="T36" fmla="*/ 16 w 32"/>
                <a:gd name="T37" fmla="*/ 33 h 39"/>
                <a:gd name="T38" fmla="*/ 20 w 32"/>
                <a:gd name="T39" fmla="*/ 31 h 39"/>
                <a:gd name="T40" fmla="*/ 21 w 32"/>
                <a:gd name="T41" fmla="*/ 26 h 39"/>
                <a:gd name="T42" fmla="*/ 20 w 32"/>
                <a:gd name="T43" fmla="*/ 21 h 39"/>
                <a:gd name="T44" fmla="*/ 16 w 32"/>
                <a:gd name="T45" fmla="*/ 19 h 39"/>
                <a:gd name="T46" fmla="*/ 13 w 32"/>
                <a:gd name="T47" fmla="*/ 20 h 39"/>
                <a:gd name="T48" fmla="*/ 10 w 32"/>
                <a:gd name="T49" fmla="*/ 22 h 39"/>
                <a:gd name="T50" fmla="*/ 1 w 32"/>
                <a:gd name="T51" fmla="*/ 21 h 39"/>
                <a:gd name="T52" fmla="*/ 4 w 32"/>
                <a:gd name="T5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" h="39">
                  <a:moveTo>
                    <a:pt x="4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3" y="14"/>
                    <a:pt x="14" y="13"/>
                    <a:pt x="15" y="13"/>
                  </a:cubicBezTo>
                  <a:cubicBezTo>
                    <a:pt x="17" y="13"/>
                    <a:pt x="18" y="13"/>
                    <a:pt x="19" y="13"/>
                  </a:cubicBezTo>
                  <a:cubicBezTo>
                    <a:pt x="23" y="13"/>
                    <a:pt x="26" y="14"/>
                    <a:pt x="28" y="16"/>
                  </a:cubicBezTo>
                  <a:cubicBezTo>
                    <a:pt x="31" y="18"/>
                    <a:pt x="32" y="21"/>
                    <a:pt x="32" y="25"/>
                  </a:cubicBezTo>
                  <a:cubicBezTo>
                    <a:pt x="32" y="27"/>
                    <a:pt x="31" y="30"/>
                    <a:pt x="30" y="32"/>
                  </a:cubicBezTo>
                  <a:cubicBezTo>
                    <a:pt x="29" y="35"/>
                    <a:pt x="27" y="36"/>
                    <a:pt x="25" y="37"/>
                  </a:cubicBezTo>
                  <a:cubicBezTo>
                    <a:pt x="22" y="39"/>
                    <a:pt x="20" y="39"/>
                    <a:pt x="16" y="39"/>
                  </a:cubicBezTo>
                  <a:cubicBezTo>
                    <a:pt x="13" y="39"/>
                    <a:pt x="11" y="39"/>
                    <a:pt x="9" y="39"/>
                  </a:cubicBezTo>
                  <a:cubicBezTo>
                    <a:pt x="8" y="38"/>
                    <a:pt x="6" y="37"/>
                    <a:pt x="5" y="36"/>
                  </a:cubicBezTo>
                  <a:cubicBezTo>
                    <a:pt x="4" y="35"/>
                    <a:pt x="2" y="34"/>
                    <a:pt x="2" y="33"/>
                  </a:cubicBezTo>
                  <a:cubicBezTo>
                    <a:pt x="1" y="32"/>
                    <a:pt x="0" y="30"/>
                    <a:pt x="0" y="29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9"/>
                    <a:pt x="11" y="30"/>
                    <a:pt x="12" y="31"/>
                  </a:cubicBezTo>
                  <a:cubicBezTo>
                    <a:pt x="13" y="32"/>
                    <a:pt x="15" y="33"/>
                    <a:pt x="16" y="33"/>
                  </a:cubicBezTo>
                  <a:cubicBezTo>
                    <a:pt x="17" y="33"/>
                    <a:pt x="19" y="32"/>
                    <a:pt x="20" y="31"/>
                  </a:cubicBezTo>
                  <a:cubicBezTo>
                    <a:pt x="21" y="30"/>
                    <a:pt x="21" y="28"/>
                    <a:pt x="21" y="26"/>
                  </a:cubicBezTo>
                  <a:cubicBezTo>
                    <a:pt x="21" y="24"/>
                    <a:pt x="21" y="22"/>
                    <a:pt x="20" y="21"/>
                  </a:cubicBezTo>
                  <a:cubicBezTo>
                    <a:pt x="19" y="20"/>
                    <a:pt x="17" y="19"/>
                    <a:pt x="16" y="19"/>
                  </a:cubicBezTo>
                  <a:cubicBezTo>
                    <a:pt x="15" y="19"/>
                    <a:pt x="14" y="20"/>
                    <a:pt x="13" y="20"/>
                  </a:cubicBezTo>
                  <a:cubicBezTo>
                    <a:pt x="12" y="20"/>
                    <a:pt x="11" y="21"/>
                    <a:pt x="10" y="22"/>
                  </a:cubicBezTo>
                  <a:cubicBezTo>
                    <a:pt x="1" y="21"/>
                    <a:pt x="1" y="21"/>
                    <a:pt x="1" y="21"/>
                  </a:cubicBez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58">
              <a:extLst>
                <a:ext uri="{FF2B5EF4-FFF2-40B4-BE49-F238E27FC236}">
                  <a16:creationId xmlns:a16="http://schemas.microsoft.com/office/drawing/2014/main" id="{DCDD3F66-1FE9-4C27-BA82-07FB097310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0058" y="5347661"/>
              <a:ext cx="57150" cy="74613"/>
            </a:xfrm>
            <a:custGeom>
              <a:avLst/>
              <a:gdLst>
                <a:gd name="T0" fmla="*/ 10 w 31"/>
                <a:gd name="T1" fmla="*/ 12 h 40"/>
                <a:gd name="T2" fmla="*/ 0 w 31"/>
                <a:gd name="T3" fmla="*/ 10 h 40"/>
                <a:gd name="T4" fmla="*/ 5 w 31"/>
                <a:gd name="T5" fmla="*/ 3 h 40"/>
                <a:gd name="T6" fmla="*/ 15 w 31"/>
                <a:gd name="T7" fmla="*/ 0 h 40"/>
                <a:gd name="T8" fmla="*/ 26 w 31"/>
                <a:gd name="T9" fmla="*/ 3 h 40"/>
                <a:gd name="T10" fmla="*/ 30 w 31"/>
                <a:gd name="T11" fmla="*/ 10 h 40"/>
                <a:gd name="T12" fmla="*/ 28 w 31"/>
                <a:gd name="T13" fmla="*/ 15 h 40"/>
                <a:gd name="T14" fmla="*/ 24 w 31"/>
                <a:gd name="T15" fmla="*/ 18 h 40"/>
                <a:gd name="T16" fmla="*/ 27 w 31"/>
                <a:gd name="T17" fmla="*/ 20 h 40"/>
                <a:gd name="T18" fmla="*/ 30 w 31"/>
                <a:gd name="T19" fmla="*/ 23 h 40"/>
                <a:gd name="T20" fmla="*/ 31 w 31"/>
                <a:gd name="T21" fmla="*/ 27 h 40"/>
                <a:gd name="T22" fmla="*/ 30 w 31"/>
                <a:gd name="T23" fmla="*/ 34 h 40"/>
                <a:gd name="T24" fmla="*/ 25 w 31"/>
                <a:gd name="T25" fmla="*/ 39 h 40"/>
                <a:gd name="T26" fmla="*/ 16 w 31"/>
                <a:gd name="T27" fmla="*/ 40 h 40"/>
                <a:gd name="T28" fmla="*/ 8 w 31"/>
                <a:gd name="T29" fmla="*/ 39 h 40"/>
                <a:gd name="T30" fmla="*/ 3 w 31"/>
                <a:gd name="T31" fmla="*/ 35 h 40"/>
                <a:gd name="T32" fmla="*/ 0 w 31"/>
                <a:gd name="T33" fmla="*/ 29 h 40"/>
                <a:gd name="T34" fmla="*/ 10 w 31"/>
                <a:gd name="T35" fmla="*/ 28 h 40"/>
                <a:gd name="T36" fmla="*/ 12 w 31"/>
                <a:gd name="T37" fmla="*/ 32 h 40"/>
                <a:gd name="T38" fmla="*/ 16 w 31"/>
                <a:gd name="T39" fmla="*/ 34 h 40"/>
                <a:gd name="T40" fmla="*/ 19 w 31"/>
                <a:gd name="T41" fmla="*/ 32 h 40"/>
                <a:gd name="T42" fmla="*/ 21 w 31"/>
                <a:gd name="T43" fmla="*/ 28 h 40"/>
                <a:gd name="T44" fmla="*/ 19 w 31"/>
                <a:gd name="T45" fmla="*/ 24 h 40"/>
                <a:gd name="T46" fmla="*/ 15 w 31"/>
                <a:gd name="T47" fmla="*/ 22 h 40"/>
                <a:gd name="T48" fmla="*/ 12 w 31"/>
                <a:gd name="T49" fmla="*/ 23 h 40"/>
                <a:gd name="T50" fmla="*/ 13 w 31"/>
                <a:gd name="T51" fmla="*/ 15 h 40"/>
                <a:gd name="T52" fmla="*/ 14 w 31"/>
                <a:gd name="T53" fmla="*/ 15 h 40"/>
                <a:gd name="T54" fmla="*/ 17 w 31"/>
                <a:gd name="T55" fmla="*/ 14 h 40"/>
                <a:gd name="T56" fmla="*/ 19 w 31"/>
                <a:gd name="T57" fmla="*/ 11 h 40"/>
                <a:gd name="T58" fmla="*/ 18 w 31"/>
                <a:gd name="T59" fmla="*/ 8 h 40"/>
                <a:gd name="T60" fmla="*/ 15 w 31"/>
                <a:gd name="T61" fmla="*/ 7 h 40"/>
                <a:gd name="T62" fmla="*/ 12 w 31"/>
                <a:gd name="T63" fmla="*/ 8 h 40"/>
                <a:gd name="T64" fmla="*/ 10 w 31"/>
                <a:gd name="T65" fmla="*/ 1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1" h="40">
                  <a:moveTo>
                    <a:pt x="10" y="12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1" y="7"/>
                    <a:pt x="3" y="5"/>
                    <a:pt x="5" y="3"/>
                  </a:cubicBezTo>
                  <a:cubicBezTo>
                    <a:pt x="7" y="1"/>
                    <a:pt x="11" y="0"/>
                    <a:pt x="15" y="0"/>
                  </a:cubicBezTo>
                  <a:cubicBezTo>
                    <a:pt x="20" y="0"/>
                    <a:pt x="24" y="1"/>
                    <a:pt x="26" y="3"/>
                  </a:cubicBezTo>
                  <a:cubicBezTo>
                    <a:pt x="28" y="5"/>
                    <a:pt x="30" y="7"/>
                    <a:pt x="30" y="10"/>
                  </a:cubicBezTo>
                  <a:cubicBezTo>
                    <a:pt x="30" y="12"/>
                    <a:pt x="29" y="13"/>
                    <a:pt x="28" y="15"/>
                  </a:cubicBezTo>
                  <a:cubicBezTo>
                    <a:pt x="27" y="16"/>
                    <a:pt x="26" y="17"/>
                    <a:pt x="24" y="18"/>
                  </a:cubicBezTo>
                  <a:cubicBezTo>
                    <a:pt x="25" y="19"/>
                    <a:pt x="27" y="19"/>
                    <a:pt x="27" y="20"/>
                  </a:cubicBezTo>
                  <a:cubicBezTo>
                    <a:pt x="29" y="20"/>
                    <a:pt x="30" y="21"/>
                    <a:pt x="30" y="23"/>
                  </a:cubicBezTo>
                  <a:cubicBezTo>
                    <a:pt x="31" y="24"/>
                    <a:pt x="31" y="26"/>
                    <a:pt x="31" y="27"/>
                  </a:cubicBezTo>
                  <a:cubicBezTo>
                    <a:pt x="31" y="30"/>
                    <a:pt x="31" y="32"/>
                    <a:pt x="30" y="34"/>
                  </a:cubicBezTo>
                  <a:cubicBezTo>
                    <a:pt x="29" y="36"/>
                    <a:pt x="27" y="38"/>
                    <a:pt x="25" y="39"/>
                  </a:cubicBezTo>
                  <a:cubicBezTo>
                    <a:pt x="22" y="40"/>
                    <a:pt x="19" y="40"/>
                    <a:pt x="16" y="40"/>
                  </a:cubicBezTo>
                  <a:cubicBezTo>
                    <a:pt x="12" y="40"/>
                    <a:pt x="10" y="40"/>
                    <a:pt x="8" y="39"/>
                  </a:cubicBezTo>
                  <a:cubicBezTo>
                    <a:pt x="6" y="38"/>
                    <a:pt x="4" y="37"/>
                    <a:pt x="3" y="35"/>
                  </a:cubicBezTo>
                  <a:cubicBezTo>
                    <a:pt x="1" y="34"/>
                    <a:pt x="0" y="32"/>
                    <a:pt x="0" y="29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1" y="30"/>
                    <a:pt x="11" y="32"/>
                    <a:pt x="12" y="32"/>
                  </a:cubicBezTo>
                  <a:cubicBezTo>
                    <a:pt x="13" y="33"/>
                    <a:pt x="14" y="34"/>
                    <a:pt x="16" y="34"/>
                  </a:cubicBezTo>
                  <a:cubicBezTo>
                    <a:pt x="17" y="34"/>
                    <a:pt x="18" y="33"/>
                    <a:pt x="19" y="32"/>
                  </a:cubicBezTo>
                  <a:cubicBezTo>
                    <a:pt x="20" y="31"/>
                    <a:pt x="21" y="30"/>
                    <a:pt x="21" y="28"/>
                  </a:cubicBezTo>
                  <a:cubicBezTo>
                    <a:pt x="21" y="26"/>
                    <a:pt x="20" y="25"/>
                    <a:pt x="19" y="24"/>
                  </a:cubicBezTo>
                  <a:cubicBezTo>
                    <a:pt x="18" y="23"/>
                    <a:pt x="17" y="22"/>
                    <a:pt x="15" y="22"/>
                  </a:cubicBezTo>
                  <a:cubicBezTo>
                    <a:pt x="15" y="22"/>
                    <a:pt x="14" y="23"/>
                    <a:pt x="12" y="23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5"/>
                    <a:pt x="14" y="15"/>
                    <a:pt x="14" y="15"/>
                  </a:cubicBezTo>
                  <a:cubicBezTo>
                    <a:pt x="15" y="15"/>
                    <a:pt x="17" y="15"/>
                    <a:pt x="17" y="14"/>
                  </a:cubicBezTo>
                  <a:cubicBezTo>
                    <a:pt x="18" y="13"/>
                    <a:pt x="19" y="12"/>
                    <a:pt x="19" y="11"/>
                  </a:cubicBezTo>
                  <a:cubicBezTo>
                    <a:pt x="19" y="10"/>
                    <a:pt x="18" y="9"/>
                    <a:pt x="18" y="8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4" y="7"/>
                    <a:pt x="13" y="7"/>
                    <a:pt x="12" y="8"/>
                  </a:cubicBezTo>
                  <a:cubicBezTo>
                    <a:pt x="11" y="9"/>
                    <a:pt x="11" y="10"/>
                    <a:pt x="1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59">
              <a:extLst>
                <a:ext uri="{FF2B5EF4-FFF2-40B4-BE49-F238E27FC236}">
                  <a16:creationId xmlns:a16="http://schemas.microsoft.com/office/drawing/2014/main" id="{04F6FD11-E0D4-43B4-90C7-4A0E926EA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7933" y="5415923"/>
              <a:ext cx="17463" cy="9525"/>
            </a:xfrm>
            <a:custGeom>
              <a:avLst/>
              <a:gdLst>
                <a:gd name="T0" fmla="*/ 0 w 11"/>
                <a:gd name="T1" fmla="*/ 6 h 6"/>
                <a:gd name="T2" fmla="*/ 5 w 11"/>
                <a:gd name="T3" fmla="*/ 5 h 6"/>
                <a:gd name="T4" fmla="*/ 11 w 11"/>
                <a:gd name="T5" fmla="*/ 2 h 6"/>
                <a:gd name="T6" fmla="*/ 8 w 11"/>
                <a:gd name="T7" fmla="*/ 1 h 6"/>
                <a:gd name="T8" fmla="*/ 4 w 11"/>
                <a:gd name="T9" fmla="*/ 0 h 6"/>
                <a:gd name="T10" fmla="*/ 0 w 11"/>
                <a:gd name="T11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6">
                  <a:moveTo>
                    <a:pt x="0" y="6"/>
                  </a:moveTo>
                  <a:lnTo>
                    <a:pt x="5" y="5"/>
                  </a:lnTo>
                  <a:lnTo>
                    <a:pt x="11" y="2"/>
                  </a:lnTo>
                  <a:lnTo>
                    <a:pt x="8" y="1"/>
                  </a:lnTo>
                  <a:lnTo>
                    <a:pt x="4" y="0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60">
              <a:extLst>
                <a:ext uri="{FF2B5EF4-FFF2-40B4-BE49-F238E27FC236}">
                  <a16:creationId xmlns:a16="http://schemas.microsoft.com/office/drawing/2014/main" id="{FE200AEE-D4A1-4E21-8F5C-297A49BDB2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7945" y="4187198"/>
              <a:ext cx="44450" cy="34925"/>
            </a:xfrm>
            <a:custGeom>
              <a:avLst/>
              <a:gdLst>
                <a:gd name="T0" fmla="*/ 22 w 24"/>
                <a:gd name="T1" fmla="*/ 11 h 19"/>
                <a:gd name="T2" fmla="*/ 24 w 24"/>
                <a:gd name="T3" fmla="*/ 8 h 19"/>
                <a:gd name="T4" fmla="*/ 24 w 24"/>
                <a:gd name="T5" fmla="*/ 4 h 19"/>
                <a:gd name="T6" fmla="*/ 21 w 24"/>
                <a:gd name="T7" fmla="*/ 0 h 19"/>
                <a:gd name="T8" fmla="*/ 16 w 24"/>
                <a:gd name="T9" fmla="*/ 0 h 19"/>
                <a:gd name="T10" fmla="*/ 8 w 24"/>
                <a:gd name="T11" fmla="*/ 4 h 19"/>
                <a:gd name="T12" fmla="*/ 0 w 24"/>
                <a:gd name="T13" fmla="*/ 7 h 19"/>
                <a:gd name="T14" fmla="*/ 5 w 24"/>
                <a:gd name="T15" fmla="*/ 19 h 19"/>
                <a:gd name="T16" fmla="*/ 13 w 24"/>
                <a:gd name="T17" fmla="*/ 16 h 19"/>
                <a:gd name="T18" fmla="*/ 22 w 24"/>
                <a:gd name="T19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9">
                  <a:moveTo>
                    <a:pt x="22" y="11"/>
                  </a:moveTo>
                  <a:cubicBezTo>
                    <a:pt x="23" y="10"/>
                    <a:pt x="24" y="9"/>
                    <a:pt x="24" y="8"/>
                  </a:cubicBezTo>
                  <a:cubicBezTo>
                    <a:pt x="24" y="6"/>
                    <a:pt x="24" y="5"/>
                    <a:pt x="24" y="4"/>
                  </a:cubicBezTo>
                  <a:cubicBezTo>
                    <a:pt x="23" y="2"/>
                    <a:pt x="22" y="1"/>
                    <a:pt x="21" y="0"/>
                  </a:cubicBezTo>
                  <a:cubicBezTo>
                    <a:pt x="19" y="0"/>
                    <a:pt x="18" y="0"/>
                    <a:pt x="16" y="0"/>
                  </a:cubicBezTo>
                  <a:cubicBezTo>
                    <a:pt x="15" y="1"/>
                    <a:pt x="12" y="2"/>
                    <a:pt x="8" y="4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8" y="13"/>
                    <a:pt x="21" y="12"/>
                    <a:pt x="22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61">
              <a:extLst>
                <a:ext uri="{FF2B5EF4-FFF2-40B4-BE49-F238E27FC236}">
                  <a16:creationId xmlns:a16="http://schemas.microsoft.com/office/drawing/2014/main" id="{86159E54-4EC5-4D56-BDA2-17DF7A37AF8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7108" y="4461836"/>
              <a:ext cx="36513" cy="46038"/>
            </a:xfrm>
            <a:custGeom>
              <a:avLst/>
              <a:gdLst>
                <a:gd name="T0" fmla="*/ 10 w 20"/>
                <a:gd name="T1" fmla="*/ 23 h 25"/>
                <a:gd name="T2" fmla="*/ 13 w 20"/>
                <a:gd name="T3" fmla="*/ 25 h 25"/>
                <a:gd name="T4" fmla="*/ 17 w 20"/>
                <a:gd name="T5" fmla="*/ 24 h 25"/>
                <a:gd name="T6" fmla="*/ 20 w 20"/>
                <a:gd name="T7" fmla="*/ 20 h 25"/>
                <a:gd name="T8" fmla="*/ 20 w 20"/>
                <a:gd name="T9" fmla="*/ 15 h 25"/>
                <a:gd name="T10" fmla="*/ 15 w 20"/>
                <a:gd name="T11" fmla="*/ 8 h 25"/>
                <a:gd name="T12" fmla="*/ 11 w 20"/>
                <a:gd name="T13" fmla="*/ 0 h 25"/>
                <a:gd name="T14" fmla="*/ 0 w 20"/>
                <a:gd name="T15" fmla="*/ 7 h 25"/>
                <a:gd name="T16" fmla="*/ 4 w 20"/>
                <a:gd name="T17" fmla="*/ 14 h 25"/>
                <a:gd name="T18" fmla="*/ 10 w 20"/>
                <a:gd name="T19" fmla="*/ 2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25">
                  <a:moveTo>
                    <a:pt x="10" y="23"/>
                  </a:moveTo>
                  <a:cubicBezTo>
                    <a:pt x="11" y="24"/>
                    <a:pt x="12" y="24"/>
                    <a:pt x="13" y="25"/>
                  </a:cubicBezTo>
                  <a:cubicBezTo>
                    <a:pt x="15" y="25"/>
                    <a:pt x="16" y="24"/>
                    <a:pt x="17" y="24"/>
                  </a:cubicBezTo>
                  <a:cubicBezTo>
                    <a:pt x="19" y="23"/>
                    <a:pt x="20" y="21"/>
                    <a:pt x="20" y="20"/>
                  </a:cubicBezTo>
                  <a:cubicBezTo>
                    <a:pt x="20" y="19"/>
                    <a:pt x="20" y="17"/>
                    <a:pt x="20" y="15"/>
                  </a:cubicBezTo>
                  <a:cubicBezTo>
                    <a:pt x="19" y="14"/>
                    <a:pt x="18" y="12"/>
                    <a:pt x="15" y="8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7" y="19"/>
                    <a:pt x="9" y="22"/>
                    <a:pt x="10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62">
              <a:extLst>
                <a:ext uri="{FF2B5EF4-FFF2-40B4-BE49-F238E27FC236}">
                  <a16:creationId xmlns:a16="http://schemas.microsoft.com/office/drawing/2014/main" id="{0A8A6A06-FBF4-4AFC-BBBA-4E22E9C84C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5358" y="4642811"/>
              <a:ext cx="39688" cy="28575"/>
            </a:xfrm>
            <a:custGeom>
              <a:avLst/>
              <a:gdLst>
                <a:gd name="T0" fmla="*/ 25 w 25"/>
                <a:gd name="T1" fmla="*/ 0 h 18"/>
                <a:gd name="T2" fmla="*/ 0 w 25"/>
                <a:gd name="T3" fmla="*/ 3 h 18"/>
                <a:gd name="T4" fmla="*/ 19 w 25"/>
                <a:gd name="T5" fmla="*/ 18 h 18"/>
                <a:gd name="T6" fmla="*/ 25 w 25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8">
                  <a:moveTo>
                    <a:pt x="25" y="0"/>
                  </a:moveTo>
                  <a:lnTo>
                    <a:pt x="0" y="3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63">
              <a:extLst>
                <a:ext uri="{FF2B5EF4-FFF2-40B4-BE49-F238E27FC236}">
                  <a16:creationId xmlns:a16="http://schemas.microsoft.com/office/drawing/2014/main" id="{05BECB14-101A-40C8-91C0-90AB5D053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4820" y="5565148"/>
              <a:ext cx="38100" cy="61913"/>
            </a:xfrm>
            <a:custGeom>
              <a:avLst/>
              <a:gdLst>
                <a:gd name="T0" fmla="*/ 7 w 21"/>
                <a:gd name="T1" fmla="*/ 10 h 33"/>
                <a:gd name="T2" fmla="*/ 4 w 21"/>
                <a:gd name="T3" fmla="*/ 12 h 33"/>
                <a:gd name="T4" fmla="*/ 2 w 21"/>
                <a:gd name="T5" fmla="*/ 15 h 33"/>
                <a:gd name="T6" fmla="*/ 1 w 21"/>
                <a:gd name="T7" fmla="*/ 19 h 33"/>
                <a:gd name="T8" fmla="*/ 0 w 21"/>
                <a:gd name="T9" fmla="*/ 23 h 33"/>
                <a:gd name="T10" fmla="*/ 2 w 21"/>
                <a:gd name="T11" fmla="*/ 26 h 33"/>
                <a:gd name="T12" fmla="*/ 9 w 21"/>
                <a:gd name="T13" fmla="*/ 32 h 33"/>
                <a:gd name="T14" fmla="*/ 12 w 21"/>
                <a:gd name="T15" fmla="*/ 33 h 33"/>
                <a:gd name="T16" fmla="*/ 15 w 21"/>
                <a:gd name="T17" fmla="*/ 33 h 33"/>
                <a:gd name="T18" fmla="*/ 19 w 21"/>
                <a:gd name="T19" fmla="*/ 29 h 33"/>
                <a:gd name="T20" fmla="*/ 20 w 21"/>
                <a:gd name="T21" fmla="*/ 26 h 33"/>
                <a:gd name="T22" fmla="*/ 21 w 21"/>
                <a:gd name="T23" fmla="*/ 24 h 33"/>
                <a:gd name="T24" fmla="*/ 20 w 21"/>
                <a:gd name="T25" fmla="*/ 20 h 33"/>
                <a:gd name="T26" fmla="*/ 14 w 21"/>
                <a:gd name="T27" fmla="*/ 16 h 33"/>
                <a:gd name="T28" fmla="*/ 14 w 21"/>
                <a:gd name="T29" fmla="*/ 11 h 33"/>
                <a:gd name="T30" fmla="*/ 17 w 21"/>
                <a:gd name="T31" fmla="*/ 11 h 33"/>
                <a:gd name="T32" fmla="*/ 18 w 21"/>
                <a:gd name="T33" fmla="*/ 8 h 33"/>
                <a:gd name="T34" fmla="*/ 18 w 21"/>
                <a:gd name="T35" fmla="*/ 5 h 33"/>
                <a:gd name="T36" fmla="*/ 18 w 21"/>
                <a:gd name="T37" fmla="*/ 2 h 33"/>
                <a:gd name="T38" fmla="*/ 15 w 21"/>
                <a:gd name="T39" fmla="*/ 2 h 33"/>
                <a:gd name="T40" fmla="*/ 10 w 21"/>
                <a:gd name="T41" fmla="*/ 8 h 33"/>
                <a:gd name="T42" fmla="*/ 9 w 21"/>
                <a:gd name="T43" fmla="*/ 9 h 33"/>
                <a:gd name="T44" fmla="*/ 7 w 21"/>
                <a:gd name="T45" fmla="*/ 1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33">
                  <a:moveTo>
                    <a:pt x="7" y="10"/>
                  </a:moveTo>
                  <a:cubicBezTo>
                    <a:pt x="5" y="10"/>
                    <a:pt x="4" y="12"/>
                    <a:pt x="4" y="12"/>
                  </a:cubicBezTo>
                  <a:cubicBezTo>
                    <a:pt x="1" y="14"/>
                    <a:pt x="2" y="15"/>
                    <a:pt x="2" y="15"/>
                  </a:cubicBezTo>
                  <a:cubicBezTo>
                    <a:pt x="2" y="16"/>
                    <a:pt x="1" y="19"/>
                    <a:pt x="1" y="19"/>
                  </a:cubicBezTo>
                  <a:cubicBezTo>
                    <a:pt x="0" y="20"/>
                    <a:pt x="0" y="23"/>
                    <a:pt x="0" y="23"/>
                  </a:cubicBezTo>
                  <a:cubicBezTo>
                    <a:pt x="0" y="24"/>
                    <a:pt x="2" y="26"/>
                    <a:pt x="2" y="26"/>
                  </a:cubicBezTo>
                  <a:cubicBezTo>
                    <a:pt x="3" y="29"/>
                    <a:pt x="9" y="32"/>
                    <a:pt x="9" y="32"/>
                  </a:cubicBezTo>
                  <a:cubicBezTo>
                    <a:pt x="10" y="33"/>
                    <a:pt x="11" y="33"/>
                    <a:pt x="12" y="33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9" y="33"/>
                    <a:pt x="19" y="29"/>
                    <a:pt x="19" y="29"/>
                  </a:cubicBezTo>
                  <a:cubicBezTo>
                    <a:pt x="18" y="28"/>
                    <a:pt x="20" y="26"/>
                    <a:pt x="20" y="26"/>
                  </a:cubicBezTo>
                  <a:cubicBezTo>
                    <a:pt x="21" y="25"/>
                    <a:pt x="21" y="24"/>
                    <a:pt x="21" y="24"/>
                  </a:cubicBezTo>
                  <a:cubicBezTo>
                    <a:pt x="20" y="23"/>
                    <a:pt x="20" y="20"/>
                    <a:pt x="20" y="20"/>
                  </a:cubicBezTo>
                  <a:cubicBezTo>
                    <a:pt x="18" y="19"/>
                    <a:pt x="14" y="16"/>
                    <a:pt x="14" y="16"/>
                  </a:cubicBezTo>
                  <a:cubicBezTo>
                    <a:pt x="11" y="12"/>
                    <a:pt x="14" y="11"/>
                    <a:pt x="14" y="11"/>
                  </a:cubicBezTo>
                  <a:cubicBezTo>
                    <a:pt x="16" y="12"/>
                    <a:pt x="17" y="11"/>
                    <a:pt x="17" y="11"/>
                  </a:cubicBezTo>
                  <a:cubicBezTo>
                    <a:pt x="19" y="11"/>
                    <a:pt x="18" y="8"/>
                    <a:pt x="18" y="8"/>
                  </a:cubicBezTo>
                  <a:cubicBezTo>
                    <a:pt x="18" y="6"/>
                    <a:pt x="18" y="5"/>
                    <a:pt x="18" y="5"/>
                  </a:cubicBezTo>
                  <a:cubicBezTo>
                    <a:pt x="19" y="2"/>
                    <a:pt x="18" y="2"/>
                    <a:pt x="18" y="2"/>
                  </a:cubicBezTo>
                  <a:cubicBezTo>
                    <a:pt x="16" y="0"/>
                    <a:pt x="15" y="2"/>
                    <a:pt x="15" y="2"/>
                  </a:cubicBezTo>
                  <a:cubicBezTo>
                    <a:pt x="14" y="4"/>
                    <a:pt x="10" y="8"/>
                    <a:pt x="10" y="8"/>
                  </a:cubicBezTo>
                  <a:cubicBezTo>
                    <a:pt x="9" y="8"/>
                    <a:pt x="9" y="9"/>
                    <a:pt x="9" y="9"/>
                  </a:cubicBezTo>
                  <a:cubicBezTo>
                    <a:pt x="8" y="10"/>
                    <a:pt x="7" y="10"/>
                    <a:pt x="7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64">
              <a:extLst>
                <a:ext uri="{FF2B5EF4-FFF2-40B4-BE49-F238E27FC236}">
                  <a16:creationId xmlns:a16="http://schemas.microsoft.com/office/drawing/2014/main" id="{C8E54980-2AFF-481A-9172-813B1144D9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7633" y="5504823"/>
              <a:ext cx="7938" cy="20638"/>
            </a:xfrm>
            <a:custGeom>
              <a:avLst/>
              <a:gdLst>
                <a:gd name="T0" fmla="*/ 0 w 4"/>
                <a:gd name="T1" fmla="*/ 0 h 11"/>
                <a:gd name="T2" fmla="*/ 2 w 4"/>
                <a:gd name="T3" fmla="*/ 5 h 11"/>
                <a:gd name="T4" fmla="*/ 2 w 4"/>
                <a:gd name="T5" fmla="*/ 7 h 11"/>
                <a:gd name="T6" fmla="*/ 3 w 4"/>
                <a:gd name="T7" fmla="*/ 10 h 11"/>
                <a:gd name="T8" fmla="*/ 4 w 4"/>
                <a:gd name="T9" fmla="*/ 9 h 11"/>
                <a:gd name="T10" fmla="*/ 3 w 4"/>
                <a:gd name="T11" fmla="*/ 3 h 11"/>
                <a:gd name="T12" fmla="*/ 3 w 4"/>
                <a:gd name="T13" fmla="*/ 0 h 11"/>
                <a:gd name="T14" fmla="*/ 0 w 4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11">
                  <a:moveTo>
                    <a:pt x="0" y="0"/>
                  </a:moveTo>
                  <a:cubicBezTo>
                    <a:pt x="1" y="3"/>
                    <a:pt x="2" y="4"/>
                    <a:pt x="2" y="5"/>
                  </a:cubicBezTo>
                  <a:cubicBezTo>
                    <a:pt x="2" y="6"/>
                    <a:pt x="2" y="7"/>
                    <a:pt x="2" y="7"/>
                  </a:cubicBezTo>
                  <a:cubicBezTo>
                    <a:pt x="4" y="9"/>
                    <a:pt x="3" y="8"/>
                    <a:pt x="3" y="10"/>
                  </a:cubicBezTo>
                  <a:cubicBezTo>
                    <a:pt x="4" y="11"/>
                    <a:pt x="4" y="10"/>
                    <a:pt x="4" y="9"/>
                  </a:cubicBezTo>
                  <a:cubicBezTo>
                    <a:pt x="4" y="8"/>
                    <a:pt x="4" y="5"/>
                    <a:pt x="3" y="3"/>
                  </a:cubicBezTo>
                  <a:cubicBezTo>
                    <a:pt x="3" y="2"/>
                    <a:pt x="3" y="1"/>
                    <a:pt x="3" y="0"/>
                  </a:cubicBezTo>
                  <a:cubicBezTo>
                    <a:pt x="2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65">
              <a:extLst>
                <a:ext uri="{FF2B5EF4-FFF2-40B4-BE49-F238E27FC236}">
                  <a16:creationId xmlns:a16="http://schemas.microsoft.com/office/drawing/2014/main" id="{70EA85F6-4343-4B69-A812-A3891ADC6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4295" y="5517523"/>
              <a:ext cx="33338" cy="12700"/>
            </a:xfrm>
            <a:custGeom>
              <a:avLst/>
              <a:gdLst>
                <a:gd name="T0" fmla="*/ 0 w 18"/>
                <a:gd name="T1" fmla="*/ 7 h 7"/>
                <a:gd name="T2" fmla="*/ 5 w 18"/>
                <a:gd name="T3" fmla="*/ 6 h 7"/>
                <a:gd name="T4" fmla="*/ 17 w 18"/>
                <a:gd name="T5" fmla="*/ 3 h 7"/>
                <a:gd name="T6" fmla="*/ 18 w 18"/>
                <a:gd name="T7" fmla="*/ 2 h 7"/>
                <a:gd name="T8" fmla="*/ 18 w 18"/>
                <a:gd name="T9" fmla="*/ 2 h 7"/>
                <a:gd name="T10" fmla="*/ 17 w 18"/>
                <a:gd name="T11" fmla="*/ 0 h 7"/>
                <a:gd name="T12" fmla="*/ 0 w 18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7">
                  <a:moveTo>
                    <a:pt x="0" y="7"/>
                  </a:moveTo>
                  <a:cubicBezTo>
                    <a:pt x="1" y="7"/>
                    <a:pt x="3" y="6"/>
                    <a:pt x="5" y="6"/>
                  </a:cubicBezTo>
                  <a:cubicBezTo>
                    <a:pt x="9" y="6"/>
                    <a:pt x="15" y="5"/>
                    <a:pt x="17" y="3"/>
                  </a:cubicBezTo>
                  <a:cubicBezTo>
                    <a:pt x="18" y="3"/>
                    <a:pt x="18" y="3"/>
                    <a:pt x="18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1"/>
                    <a:pt x="17" y="1"/>
                    <a:pt x="17" y="0"/>
                  </a:cubicBezTo>
                  <a:cubicBezTo>
                    <a:pt x="12" y="4"/>
                    <a:pt x="3" y="5"/>
                    <a:pt x="0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66">
              <a:extLst>
                <a:ext uri="{FF2B5EF4-FFF2-40B4-BE49-F238E27FC236}">
                  <a16:creationId xmlns:a16="http://schemas.microsoft.com/office/drawing/2014/main" id="{DD769AD1-4A03-4B7F-9DE7-52A5BE103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9433" y="4149098"/>
              <a:ext cx="63500" cy="68263"/>
            </a:xfrm>
            <a:custGeom>
              <a:avLst/>
              <a:gdLst>
                <a:gd name="T0" fmla="*/ 12 w 34"/>
                <a:gd name="T1" fmla="*/ 36 h 37"/>
                <a:gd name="T2" fmla="*/ 24 w 34"/>
                <a:gd name="T3" fmla="*/ 35 h 37"/>
                <a:gd name="T4" fmla="*/ 32 w 34"/>
                <a:gd name="T5" fmla="*/ 23 h 37"/>
                <a:gd name="T6" fmla="*/ 32 w 34"/>
                <a:gd name="T7" fmla="*/ 9 h 37"/>
                <a:gd name="T8" fmla="*/ 22 w 34"/>
                <a:gd name="T9" fmla="*/ 2 h 37"/>
                <a:gd name="T10" fmla="*/ 10 w 34"/>
                <a:gd name="T11" fmla="*/ 3 h 37"/>
                <a:gd name="T12" fmla="*/ 2 w 34"/>
                <a:gd name="T13" fmla="*/ 15 h 37"/>
                <a:gd name="T14" fmla="*/ 3 w 34"/>
                <a:gd name="T15" fmla="*/ 29 h 37"/>
                <a:gd name="T16" fmla="*/ 12 w 34"/>
                <a:gd name="T17" fmla="*/ 3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12" y="36"/>
                  </a:moveTo>
                  <a:cubicBezTo>
                    <a:pt x="17" y="37"/>
                    <a:pt x="21" y="37"/>
                    <a:pt x="24" y="35"/>
                  </a:cubicBezTo>
                  <a:cubicBezTo>
                    <a:pt x="28" y="33"/>
                    <a:pt x="31" y="29"/>
                    <a:pt x="32" y="23"/>
                  </a:cubicBezTo>
                  <a:cubicBezTo>
                    <a:pt x="34" y="17"/>
                    <a:pt x="34" y="12"/>
                    <a:pt x="32" y="9"/>
                  </a:cubicBezTo>
                  <a:cubicBezTo>
                    <a:pt x="30" y="5"/>
                    <a:pt x="26" y="3"/>
                    <a:pt x="22" y="2"/>
                  </a:cubicBezTo>
                  <a:cubicBezTo>
                    <a:pt x="17" y="0"/>
                    <a:pt x="13" y="1"/>
                    <a:pt x="10" y="3"/>
                  </a:cubicBezTo>
                  <a:cubicBezTo>
                    <a:pt x="6" y="5"/>
                    <a:pt x="3" y="9"/>
                    <a:pt x="2" y="15"/>
                  </a:cubicBezTo>
                  <a:cubicBezTo>
                    <a:pt x="0" y="20"/>
                    <a:pt x="1" y="25"/>
                    <a:pt x="3" y="29"/>
                  </a:cubicBezTo>
                  <a:cubicBezTo>
                    <a:pt x="5" y="33"/>
                    <a:pt x="8" y="35"/>
                    <a:pt x="12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67">
              <a:extLst>
                <a:ext uri="{FF2B5EF4-FFF2-40B4-BE49-F238E27FC236}">
                  <a16:creationId xmlns:a16="http://schemas.microsoft.com/office/drawing/2014/main" id="{73BA7010-9DCC-4238-AEE8-C7FC41AEDF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2008" y="4030036"/>
              <a:ext cx="1677988" cy="1673225"/>
            </a:xfrm>
            <a:custGeom>
              <a:avLst/>
              <a:gdLst>
                <a:gd name="T0" fmla="*/ 812 w 905"/>
                <a:gd name="T1" fmla="*/ 404 h 905"/>
                <a:gd name="T2" fmla="*/ 774 w 905"/>
                <a:gd name="T3" fmla="*/ 279 h 905"/>
                <a:gd name="T4" fmla="*/ 779 w 905"/>
                <a:gd name="T5" fmla="*/ 210 h 905"/>
                <a:gd name="T6" fmla="*/ 721 w 905"/>
                <a:gd name="T7" fmla="*/ 187 h 905"/>
                <a:gd name="T8" fmla="*/ 685 w 905"/>
                <a:gd name="T9" fmla="*/ 149 h 905"/>
                <a:gd name="T10" fmla="*/ 617 w 905"/>
                <a:gd name="T11" fmla="*/ 113 h 905"/>
                <a:gd name="T12" fmla="*/ 564 w 905"/>
                <a:gd name="T13" fmla="*/ 108 h 905"/>
                <a:gd name="T14" fmla="*/ 460 w 905"/>
                <a:gd name="T15" fmla="*/ 45 h 905"/>
                <a:gd name="T16" fmla="*/ 375 w 905"/>
                <a:gd name="T17" fmla="*/ 52 h 905"/>
                <a:gd name="T18" fmla="*/ 348 w 905"/>
                <a:gd name="T19" fmla="*/ 78 h 905"/>
                <a:gd name="T20" fmla="*/ 362 w 905"/>
                <a:gd name="T21" fmla="*/ 92 h 905"/>
                <a:gd name="T22" fmla="*/ 312 w 905"/>
                <a:gd name="T23" fmla="*/ 104 h 905"/>
                <a:gd name="T24" fmla="*/ 250 w 905"/>
                <a:gd name="T25" fmla="*/ 96 h 905"/>
                <a:gd name="T26" fmla="*/ 175 w 905"/>
                <a:gd name="T27" fmla="*/ 151 h 905"/>
                <a:gd name="T28" fmla="*/ 121 w 905"/>
                <a:gd name="T29" fmla="*/ 211 h 905"/>
                <a:gd name="T30" fmla="*/ 120 w 905"/>
                <a:gd name="T31" fmla="*/ 281 h 905"/>
                <a:gd name="T32" fmla="*/ 132 w 905"/>
                <a:gd name="T33" fmla="*/ 289 h 905"/>
                <a:gd name="T34" fmla="*/ 95 w 905"/>
                <a:gd name="T35" fmla="*/ 410 h 905"/>
                <a:gd name="T36" fmla="*/ 41 w 905"/>
                <a:gd name="T37" fmla="*/ 453 h 905"/>
                <a:gd name="T38" fmla="*/ 51 w 905"/>
                <a:gd name="T39" fmla="*/ 518 h 905"/>
                <a:gd name="T40" fmla="*/ 101 w 905"/>
                <a:gd name="T41" fmla="*/ 526 h 905"/>
                <a:gd name="T42" fmla="*/ 238 w 905"/>
                <a:gd name="T43" fmla="*/ 764 h 905"/>
                <a:gd name="T44" fmla="*/ 218 w 905"/>
                <a:gd name="T45" fmla="*/ 741 h 905"/>
                <a:gd name="T46" fmla="*/ 196 w 905"/>
                <a:gd name="T47" fmla="*/ 742 h 905"/>
                <a:gd name="T48" fmla="*/ 289 w 905"/>
                <a:gd name="T49" fmla="*/ 829 h 905"/>
                <a:gd name="T50" fmla="*/ 284 w 905"/>
                <a:gd name="T51" fmla="*/ 801 h 905"/>
                <a:gd name="T52" fmla="*/ 309 w 905"/>
                <a:gd name="T53" fmla="*/ 811 h 905"/>
                <a:gd name="T54" fmla="*/ 317 w 905"/>
                <a:gd name="T55" fmla="*/ 787 h 905"/>
                <a:gd name="T56" fmla="*/ 310 w 905"/>
                <a:gd name="T57" fmla="*/ 842 h 905"/>
                <a:gd name="T58" fmla="*/ 352 w 905"/>
                <a:gd name="T59" fmla="*/ 858 h 905"/>
                <a:gd name="T60" fmla="*/ 420 w 905"/>
                <a:gd name="T61" fmla="*/ 807 h 905"/>
                <a:gd name="T62" fmla="*/ 413 w 905"/>
                <a:gd name="T63" fmla="*/ 875 h 905"/>
                <a:gd name="T64" fmla="*/ 399 w 905"/>
                <a:gd name="T65" fmla="*/ 866 h 905"/>
                <a:gd name="T66" fmla="*/ 430 w 905"/>
                <a:gd name="T67" fmla="*/ 858 h 905"/>
                <a:gd name="T68" fmla="*/ 479 w 905"/>
                <a:gd name="T69" fmla="*/ 856 h 905"/>
                <a:gd name="T70" fmla="*/ 477 w 905"/>
                <a:gd name="T71" fmla="*/ 831 h 905"/>
                <a:gd name="T72" fmla="*/ 529 w 905"/>
                <a:gd name="T73" fmla="*/ 866 h 905"/>
                <a:gd name="T74" fmla="*/ 486 w 905"/>
                <a:gd name="T75" fmla="*/ 850 h 905"/>
                <a:gd name="T76" fmla="*/ 516 w 905"/>
                <a:gd name="T77" fmla="*/ 820 h 905"/>
                <a:gd name="T78" fmla="*/ 599 w 905"/>
                <a:gd name="T79" fmla="*/ 840 h 905"/>
                <a:gd name="T80" fmla="*/ 588 w 905"/>
                <a:gd name="T81" fmla="*/ 834 h 905"/>
                <a:gd name="T82" fmla="*/ 584 w 905"/>
                <a:gd name="T83" fmla="*/ 805 h 905"/>
                <a:gd name="T84" fmla="*/ 599 w 905"/>
                <a:gd name="T85" fmla="*/ 796 h 905"/>
                <a:gd name="T86" fmla="*/ 616 w 905"/>
                <a:gd name="T87" fmla="*/ 825 h 905"/>
                <a:gd name="T88" fmla="*/ 655 w 905"/>
                <a:gd name="T89" fmla="*/ 793 h 905"/>
                <a:gd name="T90" fmla="*/ 654 w 905"/>
                <a:gd name="T91" fmla="*/ 760 h 905"/>
                <a:gd name="T92" fmla="*/ 663 w 905"/>
                <a:gd name="T93" fmla="*/ 752 h 905"/>
                <a:gd name="T94" fmla="*/ 668 w 905"/>
                <a:gd name="T95" fmla="*/ 737 h 905"/>
                <a:gd name="T96" fmla="*/ 676 w 905"/>
                <a:gd name="T97" fmla="*/ 737 h 905"/>
                <a:gd name="T98" fmla="*/ 677 w 905"/>
                <a:gd name="T99" fmla="*/ 721 h 905"/>
                <a:gd name="T100" fmla="*/ 691 w 905"/>
                <a:gd name="T101" fmla="*/ 738 h 905"/>
                <a:gd name="T102" fmla="*/ 665 w 905"/>
                <a:gd name="T103" fmla="*/ 771 h 905"/>
                <a:gd name="T104" fmla="*/ 688 w 905"/>
                <a:gd name="T105" fmla="*/ 807 h 905"/>
                <a:gd name="T106" fmla="*/ 679 w 905"/>
                <a:gd name="T107" fmla="*/ 769 h 905"/>
                <a:gd name="T108" fmla="*/ 705 w 905"/>
                <a:gd name="T109" fmla="*/ 766 h 905"/>
                <a:gd name="T110" fmla="*/ 778 w 905"/>
                <a:gd name="T111" fmla="*/ 296 h 905"/>
                <a:gd name="T112" fmla="*/ 810 w 905"/>
                <a:gd name="T113" fmla="*/ 386 h 905"/>
                <a:gd name="T114" fmla="*/ 843 w 905"/>
                <a:gd name="T115" fmla="*/ 516 h 905"/>
                <a:gd name="T116" fmla="*/ 807 w 905"/>
                <a:gd name="T117" fmla="*/ 478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05" h="905">
                  <a:moveTo>
                    <a:pt x="453" y="0"/>
                  </a:moveTo>
                  <a:cubicBezTo>
                    <a:pt x="203" y="0"/>
                    <a:pt x="0" y="203"/>
                    <a:pt x="0" y="453"/>
                  </a:cubicBezTo>
                  <a:cubicBezTo>
                    <a:pt x="0" y="702"/>
                    <a:pt x="203" y="905"/>
                    <a:pt x="453" y="905"/>
                  </a:cubicBezTo>
                  <a:cubicBezTo>
                    <a:pt x="703" y="905"/>
                    <a:pt x="905" y="702"/>
                    <a:pt x="905" y="453"/>
                  </a:cubicBezTo>
                  <a:cubicBezTo>
                    <a:pt x="905" y="203"/>
                    <a:pt x="703" y="0"/>
                    <a:pt x="453" y="0"/>
                  </a:cubicBezTo>
                  <a:close/>
                  <a:moveTo>
                    <a:pt x="858" y="430"/>
                  </a:moveTo>
                  <a:cubicBezTo>
                    <a:pt x="849" y="431"/>
                    <a:pt x="849" y="431"/>
                    <a:pt x="849" y="431"/>
                  </a:cubicBezTo>
                  <a:cubicBezTo>
                    <a:pt x="846" y="400"/>
                    <a:pt x="846" y="400"/>
                    <a:pt x="846" y="400"/>
                  </a:cubicBezTo>
                  <a:cubicBezTo>
                    <a:pt x="835" y="401"/>
                    <a:pt x="835" y="401"/>
                    <a:pt x="835" y="401"/>
                  </a:cubicBezTo>
                  <a:cubicBezTo>
                    <a:pt x="838" y="430"/>
                    <a:pt x="838" y="430"/>
                    <a:pt x="838" y="430"/>
                  </a:cubicBezTo>
                  <a:cubicBezTo>
                    <a:pt x="829" y="431"/>
                    <a:pt x="829" y="431"/>
                    <a:pt x="829" y="431"/>
                  </a:cubicBezTo>
                  <a:cubicBezTo>
                    <a:pt x="826" y="402"/>
                    <a:pt x="826" y="402"/>
                    <a:pt x="826" y="402"/>
                  </a:cubicBezTo>
                  <a:cubicBezTo>
                    <a:pt x="812" y="404"/>
                    <a:pt x="812" y="404"/>
                    <a:pt x="812" y="404"/>
                  </a:cubicBezTo>
                  <a:cubicBezTo>
                    <a:pt x="816" y="435"/>
                    <a:pt x="816" y="435"/>
                    <a:pt x="816" y="435"/>
                  </a:cubicBezTo>
                  <a:cubicBezTo>
                    <a:pt x="807" y="436"/>
                    <a:pt x="807" y="436"/>
                    <a:pt x="807" y="436"/>
                  </a:cubicBezTo>
                  <a:cubicBezTo>
                    <a:pt x="802" y="393"/>
                    <a:pt x="802" y="393"/>
                    <a:pt x="802" y="393"/>
                  </a:cubicBezTo>
                  <a:cubicBezTo>
                    <a:pt x="854" y="388"/>
                    <a:pt x="854" y="388"/>
                    <a:pt x="854" y="388"/>
                  </a:cubicBezTo>
                  <a:lnTo>
                    <a:pt x="858" y="430"/>
                  </a:lnTo>
                  <a:close/>
                  <a:moveTo>
                    <a:pt x="799" y="241"/>
                  </a:moveTo>
                  <a:cubicBezTo>
                    <a:pt x="802" y="246"/>
                    <a:pt x="804" y="250"/>
                    <a:pt x="804" y="253"/>
                  </a:cubicBezTo>
                  <a:cubicBezTo>
                    <a:pt x="805" y="256"/>
                    <a:pt x="805" y="258"/>
                    <a:pt x="804" y="261"/>
                  </a:cubicBezTo>
                  <a:cubicBezTo>
                    <a:pt x="803" y="264"/>
                    <a:pt x="801" y="266"/>
                    <a:pt x="798" y="267"/>
                  </a:cubicBezTo>
                  <a:cubicBezTo>
                    <a:pt x="795" y="269"/>
                    <a:pt x="791" y="270"/>
                    <a:pt x="788" y="269"/>
                  </a:cubicBezTo>
                  <a:cubicBezTo>
                    <a:pt x="784" y="268"/>
                    <a:pt x="781" y="266"/>
                    <a:pt x="778" y="262"/>
                  </a:cubicBezTo>
                  <a:cubicBezTo>
                    <a:pt x="778" y="265"/>
                    <a:pt x="778" y="267"/>
                    <a:pt x="778" y="269"/>
                  </a:cubicBezTo>
                  <a:cubicBezTo>
                    <a:pt x="777" y="272"/>
                    <a:pt x="776" y="275"/>
                    <a:pt x="774" y="279"/>
                  </a:cubicBezTo>
                  <a:cubicBezTo>
                    <a:pt x="769" y="291"/>
                    <a:pt x="769" y="291"/>
                    <a:pt x="769" y="291"/>
                  </a:cubicBezTo>
                  <a:cubicBezTo>
                    <a:pt x="762" y="279"/>
                    <a:pt x="762" y="279"/>
                    <a:pt x="762" y="279"/>
                  </a:cubicBezTo>
                  <a:cubicBezTo>
                    <a:pt x="767" y="266"/>
                    <a:pt x="767" y="266"/>
                    <a:pt x="767" y="266"/>
                  </a:cubicBezTo>
                  <a:cubicBezTo>
                    <a:pt x="769" y="261"/>
                    <a:pt x="770" y="258"/>
                    <a:pt x="770" y="257"/>
                  </a:cubicBezTo>
                  <a:cubicBezTo>
                    <a:pt x="771" y="255"/>
                    <a:pt x="771" y="254"/>
                    <a:pt x="770" y="253"/>
                  </a:cubicBezTo>
                  <a:cubicBezTo>
                    <a:pt x="770" y="252"/>
                    <a:pt x="769" y="250"/>
                    <a:pt x="768" y="248"/>
                  </a:cubicBezTo>
                  <a:cubicBezTo>
                    <a:pt x="766" y="246"/>
                    <a:pt x="766" y="246"/>
                    <a:pt x="766" y="246"/>
                  </a:cubicBezTo>
                  <a:cubicBezTo>
                    <a:pt x="748" y="257"/>
                    <a:pt x="748" y="257"/>
                    <a:pt x="748" y="257"/>
                  </a:cubicBezTo>
                  <a:cubicBezTo>
                    <a:pt x="742" y="247"/>
                    <a:pt x="742" y="247"/>
                    <a:pt x="742" y="247"/>
                  </a:cubicBezTo>
                  <a:cubicBezTo>
                    <a:pt x="786" y="220"/>
                    <a:pt x="786" y="220"/>
                    <a:pt x="786" y="220"/>
                  </a:cubicBezTo>
                  <a:lnTo>
                    <a:pt x="799" y="241"/>
                  </a:lnTo>
                  <a:close/>
                  <a:moveTo>
                    <a:pt x="750" y="176"/>
                  </a:moveTo>
                  <a:cubicBezTo>
                    <a:pt x="779" y="210"/>
                    <a:pt x="779" y="210"/>
                    <a:pt x="779" y="210"/>
                  </a:cubicBezTo>
                  <a:cubicBezTo>
                    <a:pt x="772" y="216"/>
                    <a:pt x="772" y="216"/>
                    <a:pt x="772" y="216"/>
                  </a:cubicBezTo>
                  <a:cubicBezTo>
                    <a:pt x="761" y="203"/>
                    <a:pt x="761" y="203"/>
                    <a:pt x="761" y="203"/>
                  </a:cubicBezTo>
                  <a:cubicBezTo>
                    <a:pt x="728" y="230"/>
                    <a:pt x="728" y="230"/>
                    <a:pt x="728" y="230"/>
                  </a:cubicBezTo>
                  <a:cubicBezTo>
                    <a:pt x="721" y="221"/>
                    <a:pt x="721" y="221"/>
                    <a:pt x="721" y="221"/>
                  </a:cubicBezTo>
                  <a:cubicBezTo>
                    <a:pt x="754" y="194"/>
                    <a:pt x="754" y="194"/>
                    <a:pt x="754" y="194"/>
                  </a:cubicBezTo>
                  <a:cubicBezTo>
                    <a:pt x="744" y="181"/>
                    <a:pt x="744" y="181"/>
                    <a:pt x="744" y="181"/>
                  </a:cubicBezTo>
                  <a:lnTo>
                    <a:pt x="750" y="176"/>
                  </a:lnTo>
                  <a:close/>
                  <a:moveTo>
                    <a:pt x="742" y="167"/>
                  </a:moveTo>
                  <a:cubicBezTo>
                    <a:pt x="736" y="174"/>
                    <a:pt x="736" y="174"/>
                    <a:pt x="736" y="174"/>
                  </a:cubicBezTo>
                  <a:cubicBezTo>
                    <a:pt x="714" y="153"/>
                    <a:pt x="714" y="153"/>
                    <a:pt x="714" y="153"/>
                  </a:cubicBezTo>
                  <a:cubicBezTo>
                    <a:pt x="706" y="162"/>
                    <a:pt x="706" y="162"/>
                    <a:pt x="706" y="162"/>
                  </a:cubicBezTo>
                  <a:cubicBezTo>
                    <a:pt x="727" y="181"/>
                    <a:pt x="727" y="181"/>
                    <a:pt x="727" y="181"/>
                  </a:cubicBezTo>
                  <a:cubicBezTo>
                    <a:pt x="721" y="187"/>
                    <a:pt x="721" y="187"/>
                    <a:pt x="721" y="187"/>
                  </a:cubicBezTo>
                  <a:cubicBezTo>
                    <a:pt x="700" y="168"/>
                    <a:pt x="700" y="168"/>
                    <a:pt x="700" y="168"/>
                  </a:cubicBezTo>
                  <a:cubicBezTo>
                    <a:pt x="691" y="178"/>
                    <a:pt x="691" y="178"/>
                    <a:pt x="691" y="178"/>
                  </a:cubicBezTo>
                  <a:cubicBezTo>
                    <a:pt x="714" y="200"/>
                    <a:pt x="714" y="200"/>
                    <a:pt x="714" y="200"/>
                  </a:cubicBezTo>
                  <a:cubicBezTo>
                    <a:pt x="708" y="206"/>
                    <a:pt x="708" y="206"/>
                    <a:pt x="708" y="206"/>
                  </a:cubicBezTo>
                  <a:cubicBezTo>
                    <a:pt x="677" y="177"/>
                    <a:pt x="677" y="177"/>
                    <a:pt x="677" y="177"/>
                  </a:cubicBezTo>
                  <a:cubicBezTo>
                    <a:pt x="711" y="139"/>
                    <a:pt x="711" y="139"/>
                    <a:pt x="711" y="139"/>
                  </a:cubicBezTo>
                  <a:lnTo>
                    <a:pt x="742" y="167"/>
                  </a:lnTo>
                  <a:close/>
                  <a:moveTo>
                    <a:pt x="665" y="105"/>
                  </a:moveTo>
                  <a:cubicBezTo>
                    <a:pt x="680" y="116"/>
                    <a:pt x="680" y="116"/>
                    <a:pt x="680" y="116"/>
                  </a:cubicBezTo>
                  <a:cubicBezTo>
                    <a:pt x="686" y="120"/>
                    <a:pt x="689" y="122"/>
                    <a:pt x="691" y="124"/>
                  </a:cubicBezTo>
                  <a:cubicBezTo>
                    <a:pt x="693" y="127"/>
                    <a:pt x="694" y="130"/>
                    <a:pt x="695" y="133"/>
                  </a:cubicBezTo>
                  <a:cubicBezTo>
                    <a:pt x="695" y="136"/>
                    <a:pt x="694" y="140"/>
                    <a:pt x="692" y="143"/>
                  </a:cubicBezTo>
                  <a:cubicBezTo>
                    <a:pt x="690" y="146"/>
                    <a:pt x="688" y="148"/>
                    <a:pt x="685" y="149"/>
                  </a:cubicBezTo>
                  <a:cubicBezTo>
                    <a:pt x="683" y="150"/>
                    <a:pt x="681" y="150"/>
                    <a:pt x="679" y="150"/>
                  </a:cubicBezTo>
                  <a:cubicBezTo>
                    <a:pt x="676" y="150"/>
                    <a:pt x="674" y="149"/>
                    <a:pt x="672" y="149"/>
                  </a:cubicBezTo>
                  <a:cubicBezTo>
                    <a:pt x="670" y="148"/>
                    <a:pt x="666" y="145"/>
                    <a:pt x="662" y="143"/>
                  </a:cubicBezTo>
                  <a:cubicBezTo>
                    <a:pt x="656" y="138"/>
                    <a:pt x="656" y="138"/>
                    <a:pt x="656" y="138"/>
                  </a:cubicBezTo>
                  <a:cubicBezTo>
                    <a:pt x="645" y="154"/>
                    <a:pt x="645" y="154"/>
                    <a:pt x="645" y="154"/>
                  </a:cubicBezTo>
                  <a:cubicBezTo>
                    <a:pt x="635" y="148"/>
                    <a:pt x="635" y="148"/>
                    <a:pt x="635" y="148"/>
                  </a:cubicBezTo>
                  <a:lnTo>
                    <a:pt x="665" y="105"/>
                  </a:lnTo>
                  <a:close/>
                  <a:moveTo>
                    <a:pt x="632" y="87"/>
                  </a:moveTo>
                  <a:cubicBezTo>
                    <a:pt x="629" y="95"/>
                    <a:pt x="629" y="95"/>
                    <a:pt x="629" y="95"/>
                  </a:cubicBezTo>
                  <a:cubicBezTo>
                    <a:pt x="603" y="84"/>
                    <a:pt x="603" y="84"/>
                    <a:pt x="603" y="84"/>
                  </a:cubicBezTo>
                  <a:cubicBezTo>
                    <a:pt x="598" y="95"/>
                    <a:pt x="598" y="95"/>
                    <a:pt x="598" y="95"/>
                  </a:cubicBezTo>
                  <a:cubicBezTo>
                    <a:pt x="620" y="105"/>
                    <a:pt x="620" y="105"/>
                    <a:pt x="620" y="105"/>
                  </a:cubicBezTo>
                  <a:cubicBezTo>
                    <a:pt x="617" y="113"/>
                    <a:pt x="617" y="113"/>
                    <a:pt x="617" y="113"/>
                  </a:cubicBezTo>
                  <a:cubicBezTo>
                    <a:pt x="595" y="103"/>
                    <a:pt x="595" y="103"/>
                    <a:pt x="595" y="103"/>
                  </a:cubicBezTo>
                  <a:cubicBezTo>
                    <a:pt x="586" y="123"/>
                    <a:pt x="586" y="123"/>
                    <a:pt x="586" y="123"/>
                  </a:cubicBezTo>
                  <a:cubicBezTo>
                    <a:pt x="576" y="119"/>
                    <a:pt x="576" y="119"/>
                    <a:pt x="576" y="119"/>
                  </a:cubicBezTo>
                  <a:cubicBezTo>
                    <a:pt x="596" y="71"/>
                    <a:pt x="596" y="71"/>
                    <a:pt x="596" y="71"/>
                  </a:cubicBezTo>
                  <a:lnTo>
                    <a:pt x="632" y="87"/>
                  </a:lnTo>
                  <a:close/>
                  <a:moveTo>
                    <a:pt x="523" y="77"/>
                  </a:moveTo>
                  <a:cubicBezTo>
                    <a:pt x="525" y="72"/>
                    <a:pt x="527" y="68"/>
                    <a:pt x="529" y="65"/>
                  </a:cubicBezTo>
                  <a:cubicBezTo>
                    <a:pt x="531" y="63"/>
                    <a:pt x="534" y="61"/>
                    <a:pt x="536" y="59"/>
                  </a:cubicBezTo>
                  <a:cubicBezTo>
                    <a:pt x="539" y="58"/>
                    <a:pt x="542" y="57"/>
                    <a:pt x="545" y="57"/>
                  </a:cubicBezTo>
                  <a:cubicBezTo>
                    <a:pt x="548" y="56"/>
                    <a:pt x="553" y="57"/>
                    <a:pt x="557" y="58"/>
                  </a:cubicBezTo>
                  <a:cubicBezTo>
                    <a:pt x="565" y="60"/>
                    <a:pt x="571" y="64"/>
                    <a:pt x="575" y="70"/>
                  </a:cubicBezTo>
                  <a:cubicBezTo>
                    <a:pt x="578" y="76"/>
                    <a:pt x="579" y="83"/>
                    <a:pt x="577" y="91"/>
                  </a:cubicBezTo>
                  <a:cubicBezTo>
                    <a:pt x="575" y="99"/>
                    <a:pt x="570" y="105"/>
                    <a:pt x="564" y="108"/>
                  </a:cubicBezTo>
                  <a:cubicBezTo>
                    <a:pt x="558" y="111"/>
                    <a:pt x="551" y="112"/>
                    <a:pt x="543" y="110"/>
                  </a:cubicBezTo>
                  <a:cubicBezTo>
                    <a:pt x="535" y="108"/>
                    <a:pt x="529" y="104"/>
                    <a:pt x="526" y="98"/>
                  </a:cubicBezTo>
                  <a:cubicBezTo>
                    <a:pt x="522" y="92"/>
                    <a:pt x="521" y="85"/>
                    <a:pt x="523" y="77"/>
                  </a:cubicBezTo>
                  <a:close/>
                  <a:moveTo>
                    <a:pt x="460" y="45"/>
                  </a:moveTo>
                  <a:cubicBezTo>
                    <a:pt x="473" y="66"/>
                    <a:pt x="473" y="66"/>
                    <a:pt x="473" y="66"/>
                  </a:cubicBezTo>
                  <a:cubicBezTo>
                    <a:pt x="487" y="46"/>
                    <a:pt x="487" y="46"/>
                    <a:pt x="487" y="46"/>
                  </a:cubicBezTo>
                  <a:cubicBezTo>
                    <a:pt x="500" y="47"/>
                    <a:pt x="500" y="47"/>
                    <a:pt x="500" y="47"/>
                  </a:cubicBezTo>
                  <a:cubicBezTo>
                    <a:pt x="477" y="76"/>
                    <a:pt x="477" y="76"/>
                    <a:pt x="477" y="76"/>
                  </a:cubicBezTo>
                  <a:cubicBezTo>
                    <a:pt x="476" y="97"/>
                    <a:pt x="476" y="97"/>
                    <a:pt x="476" y="97"/>
                  </a:cubicBezTo>
                  <a:cubicBezTo>
                    <a:pt x="465" y="97"/>
                    <a:pt x="465" y="97"/>
                    <a:pt x="465" y="97"/>
                  </a:cubicBezTo>
                  <a:cubicBezTo>
                    <a:pt x="466" y="75"/>
                    <a:pt x="466" y="75"/>
                    <a:pt x="466" y="75"/>
                  </a:cubicBezTo>
                  <a:cubicBezTo>
                    <a:pt x="447" y="44"/>
                    <a:pt x="447" y="44"/>
                    <a:pt x="447" y="44"/>
                  </a:cubicBezTo>
                  <a:lnTo>
                    <a:pt x="460" y="45"/>
                  </a:lnTo>
                  <a:close/>
                  <a:moveTo>
                    <a:pt x="441" y="44"/>
                  </a:moveTo>
                  <a:cubicBezTo>
                    <a:pt x="442" y="53"/>
                    <a:pt x="442" y="53"/>
                    <a:pt x="442" y="53"/>
                  </a:cubicBezTo>
                  <a:cubicBezTo>
                    <a:pt x="425" y="54"/>
                    <a:pt x="425" y="54"/>
                    <a:pt x="425" y="54"/>
                  </a:cubicBezTo>
                  <a:cubicBezTo>
                    <a:pt x="428" y="97"/>
                    <a:pt x="428" y="97"/>
                    <a:pt x="428" y="97"/>
                  </a:cubicBezTo>
                  <a:cubicBezTo>
                    <a:pt x="417" y="98"/>
                    <a:pt x="417" y="98"/>
                    <a:pt x="417" y="98"/>
                  </a:cubicBezTo>
                  <a:cubicBezTo>
                    <a:pt x="413" y="55"/>
                    <a:pt x="413" y="55"/>
                    <a:pt x="413" y="55"/>
                  </a:cubicBezTo>
                  <a:cubicBezTo>
                    <a:pt x="397" y="56"/>
                    <a:pt x="397" y="56"/>
                    <a:pt x="397" y="56"/>
                  </a:cubicBezTo>
                  <a:cubicBezTo>
                    <a:pt x="396" y="48"/>
                    <a:pt x="396" y="48"/>
                    <a:pt x="396" y="48"/>
                  </a:cubicBezTo>
                  <a:lnTo>
                    <a:pt x="441" y="44"/>
                  </a:lnTo>
                  <a:close/>
                  <a:moveTo>
                    <a:pt x="386" y="50"/>
                  </a:moveTo>
                  <a:cubicBezTo>
                    <a:pt x="395" y="101"/>
                    <a:pt x="395" y="101"/>
                    <a:pt x="395" y="101"/>
                  </a:cubicBezTo>
                  <a:cubicBezTo>
                    <a:pt x="384" y="103"/>
                    <a:pt x="384" y="103"/>
                    <a:pt x="384" y="103"/>
                  </a:cubicBezTo>
                  <a:cubicBezTo>
                    <a:pt x="375" y="52"/>
                    <a:pt x="375" y="52"/>
                    <a:pt x="375" y="52"/>
                  </a:cubicBezTo>
                  <a:lnTo>
                    <a:pt x="386" y="50"/>
                  </a:lnTo>
                  <a:close/>
                  <a:moveTo>
                    <a:pt x="324" y="70"/>
                  </a:moveTo>
                  <a:cubicBezTo>
                    <a:pt x="325" y="68"/>
                    <a:pt x="327" y="65"/>
                    <a:pt x="330" y="63"/>
                  </a:cubicBezTo>
                  <a:cubicBezTo>
                    <a:pt x="333" y="61"/>
                    <a:pt x="336" y="60"/>
                    <a:pt x="340" y="59"/>
                  </a:cubicBezTo>
                  <a:cubicBezTo>
                    <a:pt x="347" y="57"/>
                    <a:pt x="353" y="57"/>
                    <a:pt x="357" y="59"/>
                  </a:cubicBezTo>
                  <a:cubicBezTo>
                    <a:pt x="361" y="60"/>
                    <a:pt x="364" y="63"/>
                    <a:pt x="365" y="68"/>
                  </a:cubicBezTo>
                  <a:cubicBezTo>
                    <a:pt x="354" y="71"/>
                    <a:pt x="354" y="71"/>
                    <a:pt x="354" y="71"/>
                  </a:cubicBezTo>
                  <a:cubicBezTo>
                    <a:pt x="353" y="69"/>
                    <a:pt x="352" y="67"/>
                    <a:pt x="350" y="67"/>
                  </a:cubicBezTo>
                  <a:cubicBezTo>
                    <a:pt x="348" y="66"/>
                    <a:pt x="345" y="66"/>
                    <a:pt x="342" y="67"/>
                  </a:cubicBezTo>
                  <a:cubicBezTo>
                    <a:pt x="339" y="68"/>
                    <a:pt x="337" y="69"/>
                    <a:pt x="335" y="71"/>
                  </a:cubicBezTo>
                  <a:cubicBezTo>
                    <a:pt x="334" y="72"/>
                    <a:pt x="334" y="73"/>
                    <a:pt x="334" y="74"/>
                  </a:cubicBezTo>
                  <a:cubicBezTo>
                    <a:pt x="335" y="76"/>
                    <a:pt x="336" y="76"/>
                    <a:pt x="337" y="77"/>
                  </a:cubicBezTo>
                  <a:cubicBezTo>
                    <a:pt x="339" y="78"/>
                    <a:pt x="342" y="78"/>
                    <a:pt x="348" y="78"/>
                  </a:cubicBezTo>
                  <a:cubicBezTo>
                    <a:pt x="354" y="77"/>
                    <a:pt x="358" y="77"/>
                    <a:pt x="361" y="78"/>
                  </a:cubicBezTo>
                  <a:cubicBezTo>
                    <a:pt x="364" y="79"/>
                    <a:pt x="366" y="80"/>
                    <a:pt x="368" y="81"/>
                  </a:cubicBezTo>
                  <a:cubicBezTo>
                    <a:pt x="370" y="83"/>
                    <a:pt x="372" y="86"/>
                    <a:pt x="373" y="89"/>
                  </a:cubicBezTo>
                  <a:cubicBezTo>
                    <a:pt x="373" y="92"/>
                    <a:pt x="373" y="95"/>
                    <a:pt x="372" y="98"/>
                  </a:cubicBezTo>
                  <a:cubicBezTo>
                    <a:pt x="371" y="101"/>
                    <a:pt x="369" y="103"/>
                    <a:pt x="366" y="105"/>
                  </a:cubicBezTo>
                  <a:cubicBezTo>
                    <a:pt x="364" y="107"/>
                    <a:pt x="360" y="109"/>
                    <a:pt x="355" y="110"/>
                  </a:cubicBezTo>
                  <a:cubicBezTo>
                    <a:pt x="348" y="112"/>
                    <a:pt x="342" y="112"/>
                    <a:pt x="338" y="110"/>
                  </a:cubicBezTo>
                  <a:cubicBezTo>
                    <a:pt x="333" y="108"/>
                    <a:pt x="330" y="105"/>
                    <a:pt x="328" y="100"/>
                  </a:cubicBezTo>
                  <a:cubicBezTo>
                    <a:pt x="338" y="96"/>
                    <a:pt x="338" y="96"/>
                    <a:pt x="338" y="96"/>
                  </a:cubicBezTo>
                  <a:cubicBezTo>
                    <a:pt x="340" y="99"/>
                    <a:pt x="342" y="101"/>
                    <a:pt x="344" y="102"/>
                  </a:cubicBezTo>
                  <a:cubicBezTo>
                    <a:pt x="346" y="103"/>
                    <a:pt x="349" y="103"/>
                    <a:pt x="353" y="102"/>
                  </a:cubicBezTo>
                  <a:cubicBezTo>
                    <a:pt x="356" y="101"/>
                    <a:pt x="359" y="99"/>
                    <a:pt x="360" y="97"/>
                  </a:cubicBezTo>
                  <a:cubicBezTo>
                    <a:pt x="362" y="96"/>
                    <a:pt x="362" y="94"/>
                    <a:pt x="362" y="92"/>
                  </a:cubicBezTo>
                  <a:cubicBezTo>
                    <a:pt x="361" y="91"/>
                    <a:pt x="361" y="90"/>
                    <a:pt x="360" y="89"/>
                  </a:cubicBezTo>
                  <a:cubicBezTo>
                    <a:pt x="359" y="89"/>
                    <a:pt x="357" y="88"/>
                    <a:pt x="355" y="88"/>
                  </a:cubicBezTo>
                  <a:cubicBezTo>
                    <a:pt x="354" y="88"/>
                    <a:pt x="351" y="88"/>
                    <a:pt x="346" y="88"/>
                  </a:cubicBezTo>
                  <a:cubicBezTo>
                    <a:pt x="339" y="89"/>
                    <a:pt x="335" y="88"/>
                    <a:pt x="332" y="87"/>
                  </a:cubicBezTo>
                  <a:cubicBezTo>
                    <a:pt x="328" y="85"/>
                    <a:pt x="325" y="82"/>
                    <a:pt x="324" y="78"/>
                  </a:cubicBezTo>
                  <a:cubicBezTo>
                    <a:pt x="323" y="76"/>
                    <a:pt x="323" y="73"/>
                    <a:pt x="324" y="70"/>
                  </a:cubicBezTo>
                  <a:close/>
                  <a:moveTo>
                    <a:pt x="286" y="79"/>
                  </a:moveTo>
                  <a:cubicBezTo>
                    <a:pt x="292" y="77"/>
                    <a:pt x="296" y="75"/>
                    <a:pt x="299" y="75"/>
                  </a:cubicBezTo>
                  <a:cubicBezTo>
                    <a:pt x="302" y="75"/>
                    <a:pt x="304" y="75"/>
                    <a:pt x="307" y="77"/>
                  </a:cubicBezTo>
                  <a:cubicBezTo>
                    <a:pt x="309" y="78"/>
                    <a:pt x="311" y="80"/>
                    <a:pt x="312" y="83"/>
                  </a:cubicBezTo>
                  <a:cubicBezTo>
                    <a:pt x="314" y="87"/>
                    <a:pt x="314" y="90"/>
                    <a:pt x="313" y="94"/>
                  </a:cubicBezTo>
                  <a:cubicBezTo>
                    <a:pt x="311" y="97"/>
                    <a:pt x="309" y="100"/>
                    <a:pt x="304" y="102"/>
                  </a:cubicBezTo>
                  <a:cubicBezTo>
                    <a:pt x="307" y="103"/>
                    <a:pt x="310" y="103"/>
                    <a:pt x="312" y="104"/>
                  </a:cubicBezTo>
                  <a:cubicBezTo>
                    <a:pt x="314" y="105"/>
                    <a:pt x="317" y="106"/>
                    <a:pt x="321" y="109"/>
                  </a:cubicBezTo>
                  <a:cubicBezTo>
                    <a:pt x="331" y="115"/>
                    <a:pt x="331" y="115"/>
                    <a:pt x="331" y="115"/>
                  </a:cubicBezTo>
                  <a:cubicBezTo>
                    <a:pt x="319" y="121"/>
                    <a:pt x="319" y="121"/>
                    <a:pt x="319" y="121"/>
                  </a:cubicBezTo>
                  <a:cubicBezTo>
                    <a:pt x="307" y="114"/>
                    <a:pt x="307" y="114"/>
                    <a:pt x="307" y="114"/>
                  </a:cubicBezTo>
                  <a:cubicBezTo>
                    <a:pt x="302" y="112"/>
                    <a:pt x="300" y="110"/>
                    <a:pt x="298" y="109"/>
                  </a:cubicBezTo>
                  <a:cubicBezTo>
                    <a:pt x="297" y="109"/>
                    <a:pt x="295" y="109"/>
                    <a:pt x="294" y="109"/>
                  </a:cubicBezTo>
                  <a:cubicBezTo>
                    <a:pt x="293" y="109"/>
                    <a:pt x="291" y="110"/>
                    <a:pt x="289" y="111"/>
                  </a:cubicBezTo>
                  <a:cubicBezTo>
                    <a:pt x="286" y="112"/>
                    <a:pt x="286" y="112"/>
                    <a:pt x="286" y="112"/>
                  </a:cubicBezTo>
                  <a:cubicBezTo>
                    <a:pt x="295" y="131"/>
                    <a:pt x="295" y="131"/>
                    <a:pt x="295" y="131"/>
                  </a:cubicBezTo>
                  <a:cubicBezTo>
                    <a:pt x="285" y="136"/>
                    <a:pt x="285" y="136"/>
                    <a:pt x="285" y="136"/>
                  </a:cubicBezTo>
                  <a:cubicBezTo>
                    <a:pt x="264" y="89"/>
                    <a:pt x="264" y="89"/>
                    <a:pt x="264" y="89"/>
                  </a:cubicBezTo>
                  <a:lnTo>
                    <a:pt x="286" y="79"/>
                  </a:lnTo>
                  <a:close/>
                  <a:moveTo>
                    <a:pt x="250" y="96"/>
                  </a:moveTo>
                  <a:cubicBezTo>
                    <a:pt x="255" y="104"/>
                    <a:pt x="255" y="104"/>
                    <a:pt x="255" y="104"/>
                  </a:cubicBezTo>
                  <a:cubicBezTo>
                    <a:pt x="229" y="120"/>
                    <a:pt x="229" y="120"/>
                    <a:pt x="229" y="120"/>
                  </a:cubicBezTo>
                  <a:cubicBezTo>
                    <a:pt x="235" y="130"/>
                    <a:pt x="235" y="130"/>
                    <a:pt x="235" y="130"/>
                  </a:cubicBezTo>
                  <a:cubicBezTo>
                    <a:pt x="259" y="115"/>
                    <a:pt x="259" y="115"/>
                    <a:pt x="259" y="115"/>
                  </a:cubicBezTo>
                  <a:cubicBezTo>
                    <a:pt x="264" y="122"/>
                    <a:pt x="264" y="122"/>
                    <a:pt x="264" y="122"/>
                  </a:cubicBezTo>
                  <a:cubicBezTo>
                    <a:pt x="240" y="137"/>
                    <a:pt x="240" y="137"/>
                    <a:pt x="240" y="137"/>
                  </a:cubicBezTo>
                  <a:cubicBezTo>
                    <a:pt x="247" y="149"/>
                    <a:pt x="247" y="149"/>
                    <a:pt x="247" y="149"/>
                  </a:cubicBezTo>
                  <a:cubicBezTo>
                    <a:pt x="274" y="132"/>
                    <a:pt x="274" y="132"/>
                    <a:pt x="274" y="132"/>
                  </a:cubicBezTo>
                  <a:cubicBezTo>
                    <a:pt x="278" y="139"/>
                    <a:pt x="278" y="139"/>
                    <a:pt x="278" y="139"/>
                  </a:cubicBezTo>
                  <a:cubicBezTo>
                    <a:pt x="242" y="162"/>
                    <a:pt x="242" y="162"/>
                    <a:pt x="242" y="162"/>
                  </a:cubicBezTo>
                  <a:cubicBezTo>
                    <a:pt x="214" y="119"/>
                    <a:pt x="214" y="119"/>
                    <a:pt x="214" y="119"/>
                  </a:cubicBezTo>
                  <a:lnTo>
                    <a:pt x="250" y="96"/>
                  </a:lnTo>
                  <a:close/>
                  <a:moveTo>
                    <a:pt x="175" y="151"/>
                  </a:moveTo>
                  <a:cubicBezTo>
                    <a:pt x="210" y="171"/>
                    <a:pt x="210" y="171"/>
                    <a:pt x="210" y="171"/>
                  </a:cubicBezTo>
                  <a:cubicBezTo>
                    <a:pt x="196" y="133"/>
                    <a:pt x="196" y="133"/>
                    <a:pt x="196" y="133"/>
                  </a:cubicBezTo>
                  <a:cubicBezTo>
                    <a:pt x="206" y="125"/>
                    <a:pt x="206" y="125"/>
                    <a:pt x="206" y="125"/>
                  </a:cubicBezTo>
                  <a:cubicBezTo>
                    <a:pt x="223" y="177"/>
                    <a:pt x="223" y="177"/>
                    <a:pt x="223" y="177"/>
                  </a:cubicBezTo>
                  <a:cubicBezTo>
                    <a:pt x="214" y="185"/>
                    <a:pt x="214" y="185"/>
                    <a:pt x="214" y="185"/>
                  </a:cubicBezTo>
                  <a:cubicBezTo>
                    <a:pt x="165" y="159"/>
                    <a:pt x="165" y="159"/>
                    <a:pt x="165" y="159"/>
                  </a:cubicBezTo>
                  <a:lnTo>
                    <a:pt x="175" y="151"/>
                  </a:lnTo>
                  <a:close/>
                  <a:moveTo>
                    <a:pt x="160" y="165"/>
                  </a:moveTo>
                  <a:cubicBezTo>
                    <a:pt x="197" y="201"/>
                    <a:pt x="197" y="201"/>
                    <a:pt x="197" y="201"/>
                  </a:cubicBezTo>
                  <a:cubicBezTo>
                    <a:pt x="189" y="209"/>
                    <a:pt x="189" y="209"/>
                    <a:pt x="189" y="209"/>
                  </a:cubicBezTo>
                  <a:cubicBezTo>
                    <a:pt x="152" y="174"/>
                    <a:pt x="152" y="174"/>
                    <a:pt x="152" y="174"/>
                  </a:cubicBezTo>
                  <a:lnTo>
                    <a:pt x="160" y="165"/>
                  </a:lnTo>
                  <a:close/>
                  <a:moveTo>
                    <a:pt x="121" y="211"/>
                  </a:moveTo>
                  <a:cubicBezTo>
                    <a:pt x="163" y="214"/>
                    <a:pt x="163" y="214"/>
                    <a:pt x="163" y="214"/>
                  </a:cubicBezTo>
                  <a:cubicBezTo>
                    <a:pt x="135" y="193"/>
                    <a:pt x="135" y="193"/>
                    <a:pt x="135" y="193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82" y="216"/>
                    <a:pt x="182" y="216"/>
                    <a:pt x="182" y="216"/>
                  </a:cubicBezTo>
                  <a:cubicBezTo>
                    <a:pt x="175" y="225"/>
                    <a:pt x="175" y="225"/>
                    <a:pt x="175" y="225"/>
                  </a:cubicBezTo>
                  <a:cubicBezTo>
                    <a:pt x="134" y="222"/>
                    <a:pt x="134" y="222"/>
                    <a:pt x="134" y="222"/>
                  </a:cubicBezTo>
                  <a:cubicBezTo>
                    <a:pt x="161" y="243"/>
                    <a:pt x="161" y="243"/>
                    <a:pt x="161" y="243"/>
                  </a:cubicBezTo>
                  <a:cubicBezTo>
                    <a:pt x="155" y="252"/>
                    <a:pt x="155" y="252"/>
                    <a:pt x="155" y="252"/>
                  </a:cubicBezTo>
                  <a:cubicBezTo>
                    <a:pt x="114" y="220"/>
                    <a:pt x="114" y="220"/>
                    <a:pt x="114" y="220"/>
                  </a:cubicBezTo>
                  <a:lnTo>
                    <a:pt x="121" y="211"/>
                  </a:lnTo>
                  <a:close/>
                  <a:moveTo>
                    <a:pt x="88" y="264"/>
                  </a:moveTo>
                  <a:cubicBezTo>
                    <a:pt x="112" y="278"/>
                    <a:pt x="112" y="278"/>
                    <a:pt x="112" y="278"/>
                  </a:cubicBezTo>
                  <a:cubicBezTo>
                    <a:pt x="116" y="280"/>
                    <a:pt x="119" y="281"/>
                    <a:pt x="120" y="281"/>
                  </a:cubicBezTo>
                  <a:cubicBezTo>
                    <a:pt x="122" y="282"/>
                    <a:pt x="124" y="282"/>
                    <a:pt x="126" y="281"/>
                  </a:cubicBezTo>
                  <a:cubicBezTo>
                    <a:pt x="128" y="280"/>
                    <a:pt x="130" y="278"/>
                    <a:pt x="132" y="275"/>
                  </a:cubicBezTo>
                  <a:cubicBezTo>
                    <a:pt x="133" y="272"/>
                    <a:pt x="134" y="270"/>
                    <a:pt x="134" y="268"/>
                  </a:cubicBezTo>
                  <a:cubicBezTo>
                    <a:pt x="134" y="266"/>
                    <a:pt x="133" y="264"/>
                    <a:pt x="131" y="263"/>
                  </a:cubicBezTo>
                  <a:cubicBezTo>
                    <a:pt x="130" y="262"/>
                    <a:pt x="127" y="260"/>
                    <a:pt x="124" y="258"/>
                  </a:cubicBezTo>
                  <a:cubicBezTo>
                    <a:pt x="99" y="244"/>
                    <a:pt x="99" y="244"/>
                    <a:pt x="99" y="244"/>
                  </a:cubicBezTo>
                  <a:cubicBezTo>
                    <a:pt x="104" y="234"/>
                    <a:pt x="104" y="234"/>
                    <a:pt x="104" y="234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34" y="251"/>
                    <a:pt x="137" y="253"/>
                    <a:pt x="139" y="255"/>
                  </a:cubicBezTo>
                  <a:cubicBezTo>
                    <a:pt x="141" y="257"/>
                    <a:pt x="142" y="259"/>
                    <a:pt x="143" y="261"/>
                  </a:cubicBezTo>
                  <a:cubicBezTo>
                    <a:pt x="144" y="263"/>
                    <a:pt x="144" y="266"/>
                    <a:pt x="144" y="269"/>
                  </a:cubicBezTo>
                  <a:cubicBezTo>
                    <a:pt x="143" y="272"/>
                    <a:pt x="142" y="275"/>
                    <a:pt x="140" y="279"/>
                  </a:cubicBezTo>
                  <a:cubicBezTo>
                    <a:pt x="137" y="284"/>
                    <a:pt x="134" y="287"/>
                    <a:pt x="132" y="289"/>
                  </a:cubicBezTo>
                  <a:cubicBezTo>
                    <a:pt x="130" y="291"/>
                    <a:pt x="127" y="292"/>
                    <a:pt x="125" y="293"/>
                  </a:cubicBezTo>
                  <a:cubicBezTo>
                    <a:pt x="123" y="293"/>
                    <a:pt x="120" y="293"/>
                    <a:pt x="118" y="293"/>
                  </a:cubicBezTo>
                  <a:cubicBezTo>
                    <a:pt x="115" y="292"/>
                    <a:pt x="111" y="290"/>
                    <a:pt x="106" y="287"/>
                  </a:cubicBezTo>
                  <a:cubicBezTo>
                    <a:pt x="82" y="274"/>
                    <a:pt x="82" y="274"/>
                    <a:pt x="82" y="274"/>
                  </a:cubicBezTo>
                  <a:lnTo>
                    <a:pt x="88" y="264"/>
                  </a:lnTo>
                  <a:close/>
                  <a:moveTo>
                    <a:pt x="45" y="402"/>
                  </a:moveTo>
                  <a:cubicBezTo>
                    <a:pt x="82" y="384"/>
                    <a:pt x="82" y="384"/>
                    <a:pt x="82" y="384"/>
                  </a:cubicBezTo>
                  <a:cubicBezTo>
                    <a:pt x="48" y="379"/>
                    <a:pt x="48" y="379"/>
                    <a:pt x="48" y="379"/>
                  </a:cubicBezTo>
                  <a:cubicBezTo>
                    <a:pt x="50" y="368"/>
                    <a:pt x="50" y="368"/>
                    <a:pt x="50" y="368"/>
                  </a:cubicBezTo>
                  <a:cubicBezTo>
                    <a:pt x="101" y="376"/>
                    <a:pt x="101" y="376"/>
                    <a:pt x="101" y="376"/>
                  </a:cubicBezTo>
                  <a:cubicBezTo>
                    <a:pt x="99" y="387"/>
                    <a:pt x="99" y="387"/>
                    <a:pt x="99" y="387"/>
                  </a:cubicBezTo>
                  <a:cubicBezTo>
                    <a:pt x="62" y="405"/>
                    <a:pt x="62" y="405"/>
                    <a:pt x="62" y="405"/>
                  </a:cubicBezTo>
                  <a:cubicBezTo>
                    <a:pt x="95" y="410"/>
                    <a:pt x="95" y="410"/>
                    <a:pt x="95" y="410"/>
                  </a:cubicBezTo>
                  <a:cubicBezTo>
                    <a:pt x="94" y="421"/>
                    <a:pt x="94" y="421"/>
                    <a:pt x="94" y="421"/>
                  </a:cubicBezTo>
                  <a:cubicBezTo>
                    <a:pt x="43" y="413"/>
                    <a:pt x="43" y="413"/>
                    <a:pt x="43" y="413"/>
                  </a:cubicBezTo>
                  <a:lnTo>
                    <a:pt x="45" y="402"/>
                  </a:lnTo>
                  <a:close/>
                  <a:moveTo>
                    <a:pt x="42" y="427"/>
                  </a:moveTo>
                  <a:cubicBezTo>
                    <a:pt x="94" y="430"/>
                    <a:pt x="94" y="430"/>
                    <a:pt x="94" y="430"/>
                  </a:cubicBezTo>
                  <a:cubicBezTo>
                    <a:pt x="93" y="441"/>
                    <a:pt x="93" y="441"/>
                    <a:pt x="93" y="441"/>
                  </a:cubicBezTo>
                  <a:cubicBezTo>
                    <a:pt x="42" y="439"/>
                    <a:pt x="42" y="439"/>
                    <a:pt x="42" y="439"/>
                  </a:cubicBezTo>
                  <a:lnTo>
                    <a:pt x="42" y="427"/>
                  </a:lnTo>
                  <a:close/>
                  <a:moveTo>
                    <a:pt x="43" y="487"/>
                  </a:moveTo>
                  <a:cubicBezTo>
                    <a:pt x="63" y="486"/>
                    <a:pt x="63" y="486"/>
                    <a:pt x="63" y="486"/>
                  </a:cubicBezTo>
                  <a:cubicBezTo>
                    <a:pt x="62" y="464"/>
                    <a:pt x="62" y="464"/>
                    <a:pt x="62" y="464"/>
                  </a:cubicBezTo>
                  <a:cubicBezTo>
                    <a:pt x="42" y="465"/>
                    <a:pt x="42" y="465"/>
                    <a:pt x="42" y="465"/>
                  </a:cubicBezTo>
                  <a:cubicBezTo>
                    <a:pt x="41" y="453"/>
                    <a:pt x="41" y="453"/>
                    <a:pt x="41" y="453"/>
                  </a:cubicBezTo>
                  <a:cubicBezTo>
                    <a:pt x="92" y="450"/>
                    <a:pt x="92" y="450"/>
                    <a:pt x="92" y="450"/>
                  </a:cubicBezTo>
                  <a:cubicBezTo>
                    <a:pt x="93" y="462"/>
                    <a:pt x="93" y="462"/>
                    <a:pt x="93" y="462"/>
                  </a:cubicBezTo>
                  <a:cubicBezTo>
                    <a:pt x="71" y="463"/>
                    <a:pt x="71" y="463"/>
                    <a:pt x="71" y="463"/>
                  </a:cubicBezTo>
                  <a:cubicBezTo>
                    <a:pt x="72" y="486"/>
                    <a:pt x="72" y="486"/>
                    <a:pt x="72" y="486"/>
                  </a:cubicBezTo>
                  <a:cubicBezTo>
                    <a:pt x="94" y="484"/>
                    <a:pt x="94" y="484"/>
                    <a:pt x="94" y="484"/>
                  </a:cubicBezTo>
                  <a:cubicBezTo>
                    <a:pt x="95" y="496"/>
                    <a:pt x="95" y="496"/>
                    <a:pt x="95" y="496"/>
                  </a:cubicBezTo>
                  <a:cubicBezTo>
                    <a:pt x="43" y="499"/>
                    <a:pt x="43" y="499"/>
                    <a:pt x="43" y="499"/>
                  </a:cubicBezTo>
                  <a:lnTo>
                    <a:pt x="43" y="487"/>
                  </a:lnTo>
                  <a:close/>
                  <a:moveTo>
                    <a:pt x="98" y="546"/>
                  </a:moveTo>
                  <a:cubicBezTo>
                    <a:pt x="95" y="551"/>
                    <a:pt x="89" y="555"/>
                    <a:pt x="81" y="557"/>
                  </a:cubicBezTo>
                  <a:cubicBezTo>
                    <a:pt x="73" y="559"/>
                    <a:pt x="66" y="558"/>
                    <a:pt x="60" y="554"/>
                  </a:cubicBezTo>
                  <a:cubicBezTo>
                    <a:pt x="54" y="550"/>
                    <a:pt x="51" y="544"/>
                    <a:pt x="49" y="536"/>
                  </a:cubicBezTo>
                  <a:cubicBezTo>
                    <a:pt x="48" y="529"/>
                    <a:pt x="48" y="523"/>
                    <a:pt x="51" y="518"/>
                  </a:cubicBezTo>
                  <a:cubicBezTo>
                    <a:pt x="53" y="515"/>
                    <a:pt x="55" y="513"/>
                    <a:pt x="59" y="511"/>
                  </a:cubicBezTo>
                  <a:cubicBezTo>
                    <a:pt x="64" y="521"/>
                    <a:pt x="64" y="521"/>
                    <a:pt x="64" y="521"/>
                  </a:cubicBezTo>
                  <a:cubicBezTo>
                    <a:pt x="61" y="523"/>
                    <a:pt x="60" y="524"/>
                    <a:pt x="58" y="527"/>
                  </a:cubicBezTo>
                  <a:cubicBezTo>
                    <a:pt x="57" y="529"/>
                    <a:pt x="57" y="532"/>
                    <a:pt x="58" y="535"/>
                  </a:cubicBezTo>
                  <a:cubicBezTo>
                    <a:pt x="59" y="539"/>
                    <a:pt x="61" y="542"/>
                    <a:pt x="64" y="544"/>
                  </a:cubicBezTo>
                  <a:cubicBezTo>
                    <a:pt x="67" y="546"/>
                    <a:pt x="72" y="547"/>
                    <a:pt x="78" y="545"/>
                  </a:cubicBezTo>
                  <a:cubicBezTo>
                    <a:pt x="84" y="544"/>
                    <a:pt x="89" y="542"/>
                    <a:pt x="91" y="539"/>
                  </a:cubicBezTo>
                  <a:cubicBezTo>
                    <a:pt x="93" y="536"/>
                    <a:pt x="94" y="532"/>
                    <a:pt x="93" y="528"/>
                  </a:cubicBezTo>
                  <a:cubicBezTo>
                    <a:pt x="92" y="525"/>
                    <a:pt x="91" y="522"/>
                    <a:pt x="89" y="521"/>
                  </a:cubicBezTo>
                  <a:cubicBezTo>
                    <a:pt x="86" y="519"/>
                    <a:pt x="83" y="518"/>
                    <a:pt x="79" y="518"/>
                  </a:cubicBezTo>
                  <a:cubicBezTo>
                    <a:pt x="80" y="506"/>
                    <a:pt x="80" y="506"/>
                    <a:pt x="80" y="506"/>
                  </a:cubicBezTo>
                  <a:cubicBezTo>
                    <a:pt x="86" y="507"/>
                    <a:pt x="91" y="509"/>
                    <a:pt x="94" y="512"/>
                  </a:cubicBezTo>
                  <a:cubicBezTo>
                    <a:pt x="98" y="515"/>
                    <a:pt x="100" y="520"/>
                    <a:pt x="101" y="526"/>
                  </a:cubicBezTo>
                  <a:cubicBezTo>
                    <a:pt x="103" y="533"/>
                    <a:pt x="102" y="540"/>
                    <a:pt x="98" y="546"/>
                  </a:cubicBezTo>
                  <a:close/>
                  <a:moveTo>
                    <a:pt x="115" y="330"/>
                  </a:moveTo>
                  <a:cubicBezTo>
                    <a:pt x="102" y="331"/>
                    <a:pt x="102" y="331"/>
                    <a:pt x="102" y="331"/>
                  </a:cubicBezTo>
                  <a:cubicBezTo>
                    <a:pt x="95" y="353"/>
                    <a:pt x="95" y="353"/>
                    <a:pt x="95" y="353"/>
                  </a:cubicBezTo>
                  <a:cubicBezTo>
                    <a:pt x="105" y="361"/>
                    <a:pt x="105" y="361"/>
                    <a:pt x="105" y="361"/>
                  </a:cubicBezTo>
                  <a:cubicBezTo>
                    <a:pt x="101" y="373"/>
                    <a:pt x="101" y="373"/>
                    <a:pt x="101" y="373"/>
                  </a:cubicBezTo>
                  <a:cubicBezTo>
                    <a:pt x="59" y="336"/>
                    <a:pt x="59" y="336"/>
                    <a:pt x="59" y="336"/>
                  </a:cubicBezTo>
                  <a:cubicBezTo>
                    <a:pt x="62" y="324"/>
                    <a:pt x="62" y="324"/>
                    <a:pt x="62" y="324"/>
                  </a:cubicBezTo>
                  <a:cubicBezTo>
                    <a:pt x="118" y="318"/>
                    <a:pt x="118" y="318"/>
                    <a:pt x="118" y="318"/>
                  </a:cubicBezTo>
                  <a:lnTo>
                    <a:pt x="115" y="330"/>
                  </a:lnTo>
                  <a:close/>
                  <a:moveTo>
                    <a:pt x="252" y="762"/>
                  </a:moveTo>
                  <a:cubicBezTo>
                    <a:pt x="252" y="763"/>
                    <a:pt x="251" y="764"/>
                    <a:pt x="250" y="764"/>
                  </a:cubicBezTo>
                  <a:cubicBezTo>
                    <a:pt x="248" y="765"/>
                    <a:pt x="239" y="763"/>
                    <a:pt x="238" y="764"/>
                  </a:cubicBezTo>
                  <a:cubicBezTo>
                    <a:pt x="233" y="764"/>
                    <a:pt x="232" y="764"/>
                    <a:pt x="231" y="766"/>
                  </a:cubicBezTo>
                  <a:cubicBezTo>
                    <a:pt x="231" y="767"/>
                    <a:pt x="231" y="770"/>
                    <a:pt x="229" y="770"/>
                  </a:cubicBezTo>
                  <a:cubicBezTo>
                    <a:pt x="227" y="769"/>
                    <a:pt x="222" y="768"/>
                    <a:pt x="219" y="768"/>
                  </a:cubicBezTo>
                  <a:cubicBezTo>
                    <a:pt x="218" y="768"/>
                    <a:pt x="217" y="768"/>
                    <a:pt x="216" y="768"/>
                  </a:cubicBezTo>
                  <a:cubicBezTo>
                    <a:pt x="205" y="781"/>
                    <a:pt x="197" y="792"/>
                    <a:pt x="185" y="804"/>
                  </a:cubicBezTo>
                  <a:cubicBezTo>
                    <a:pt x="185" y="804"/>
                    <a:pt x="183" y="805"/>
                    <a:pt x="183" y="805"/>
                  </a:cubicBezTo>
                  <a:cubicBezTo>
                    <a:pt x="191" y="792"/>
                    <a:pt x="199" y="779"/>
                    <a:pt x="208" y="766"/>
                  </a:cubicBezTo>
                  <a:cubicBezTo>
                    <a:pt x="209" y="764"/>
                    <a:pt x="208" y="763"/>
                    <a:pt x="208" y="763"/>
                  </a:cubicBezTo>
                  <a:cubicBezTo>
                    <a:pt x="207" y="761"/>
                    <a:pt x="210" y="758"/>
                    <a:pt x="212" y="758"/>
                  </a:cubicBezTo>
                  <a:cubicBezTo>
                    <a:pt x="212" y="758"/>
                    <a:pt x="213" y="758"/>
                    <a:pt x="214" y="758"/>
                  </a:cubicBezTo>
                  <a:cubicBezTo>
                    <a:pt x="219" y="750"/>
                    <a:pt x="219" y="750"/>
                    <a:pt x="221" y="747"/>
                  </a:cubicBezTo>
                  <a:cubicBezTo>
                    <a:pt x="219" y="746"/>
                    <a:pt x="211" y="743"/>
                    <a:pt x="213" y="741"/>
                  </a:cubicBezTo>
                  <a:cubicBezTo>
                    <a:pt x="214" y="741"/>
                    <a:pt x="216" y="741"/>
                    <a:pt x="218" y="741"/>
                  </a:cubicBezTo>
                  <a:cubicBezTo>
                    <a:pt x="220" y="742"/>
                    <a:pt x="222" y="742"/>
                    <a:pt x="223" y="743"/>
                  </a:cubicBezTo>
                  <a:cubicBezTo>
                    <a:pt x="227" y="739"/>
                    <a:pt x="229" y="736"/>
                    <a:pt x="231" y="731"/>
                  </a:cubicBezTo>
                  <a:cubicBezTo>
                    <a:pt x="231" y="730"/>
                    <a:pt x="234" y="726"/>
                    <a:pt x="233" y="726"/>
                  </a:cubicBezTo>
                  <a:cubicBezTo>
                    <a:pt x="233" y="724"/>
                    <a:pt x="233" y="724"/>
                    <a:pt x="233" y="723"/>
                  </a:cubicBezTo>
                  <a:cubicBezTo>
                    <a:pt x="237" y="725"/>
                    <a:pt x="239" y="727"/>
                    <a:pt x="239" y="731"/>
                  </a:cubicBezTo>
                  <a:cubicBezTo>
                    <a:pt x="239" y="731"/>
                    <a:pt x="239" y="734"/>
                    <a:pt x="239" y="735"/>
                  </a:cubicBezTo>
                  <a:cubicBezTo>
                    <a:pt x="236" y="738"/>
                    <a:pt x="234" y="742"/>
                    <a:pt x="231" y="745"/>
                  </a:cubicBezTo>
                  <a:cubicBezTo>
                    <a:pt x="232" y="746"/>
                    <a:pt x="233" y="746"/>
                    <a:pt x="234" y="746"/>
                  </a:cubicBezTo>
                  <a:cubicBezTo>
                    <a:pt x="237" y="748"/>
                    <a:pt x="239" y="748"/>
                    <a:pt x="242" y="750"/>
                  </a:cubicBezTo>
                  <a:cubicBezTo>
                    <a:pt x="243" y="749"/>
                    <a:pt x="244" y="750"/>
                    <a:pt x="244" y="749"/>
                  </a:cubicBezTo>
                  <a:cubicBezTo>
                    <a:pt x="252" y="753"/>
                    <a:pt x="253" y="761"/>
                    <a:pt x="252" y="762"/>
                  </a:cubicBezTo>
                  <a:close/>
                  <a:moveTo>
                    <a:pt x="189" y="735"/>
                  </a:moveTo>
                  <a:cubicBezTo>
                    <a:pt x="192" y="737"/>
                    <a:pt x="195" y="739"/>
                    <a:pt x="196" y="742"/>
                  </a:cubicBezTo>
                  <a:cubicBezTo>
                    <a:pt x="197" y="743"/>
                    <a:pt x="201" y="748"/>
                    <a:pt x="203" y="754"/>
                  </a:cubicBezTo>
                  <a:cubicBezTo>
                    <a:pt x="204" y="757"/>
                    <a:pt x="205" y="758"/>
                    <a:pt x="204" y="761"/>
                  </a:cubicBezTo>
                  <a:cubicBezTo>
                    <a:pt x="199" y="758"/>
                    <a:pt x="200" y="757"/>
                    <a:pt x="198" y="752"/>
                  </a:cubicBezTo>
                  <a:cubicBezTo>
                    <a:pt x="198" y="750"/>
                    <a:pt x="197" y="748"/>
                    <a:pt x="193" y="744"/>
                  </a:cubicBezTo>
                  <a:cubicBezTo>
                    <a:pt x="193" y="742"/>
                    <a:pt x="189" y="738"/>
                    <a:pt x="189" y="735"/>
                  </a:cubicBezTo>
                  <a:close/>
                  <a:moveTo>
                    <a:pt x="262" y="820"/>
                  </a:moveTo>
                  <a:cubicBezTo>
                    <a:pt x="262" y="818"/>
                    <a:pt x="260" y="817"/>
                    <a:pt x="260" y="815"/>
                  </a:cubicBezTo>
                  <a:cubicBezTo>
                    <a:pt x="266" y="807"/>
                    <a:pt x="274" y="789"/>
                    <a:pt x="281" y="779"/>
                  </a:cubicBezTo>
                  <a:cubicBezTo>
                    <a:pt x="282" y="777"/>
                    <a:pt x="283" y="776"/>
                    <a:pt x="284" y="776"/>
                  </a:cubicBezTo>
                  <a:cubicBezTo>
                    <a:pt x="284" y="777"/>
                    <a:pt x="285" y="777"/>
                    <a:pt x="283" y="781"/>
                  </a:cubicBezTo>
                  <a:cubicBezTo>
                    <a:pt x="283" y="782"/>
                    <a:pt x="263" y="819"/>
                    <a:pt x="265" y="821"/>
                  </a:cubicBezTo>
                  <a:cubicBezTo>
                    <a:pt x="263" y="821"/>
                    <a:pt x="263" y="821"/>
                    <a:pt x="262" y="820"/>
                  </a:cubicBezTo>
                  <a:close/>
                  <a:moveTo>
                    <a:pt x="289" y="829"/>
                  </a:moveTo>
                  <a:cubicBezTo>
                    <a:pt x="288" y="830"/>
                    <a:pt x="288" y="830"/>
                    <a:pt x="287" y="830"/>
                  </a:cubicBezTo>
                  <a:cubicBezTo>
                    <a:pt x="286" y="830"/>
                    <a:pt x="284" y="829"/>
                    <a:pt x="282" y="828"/>
                  </a:cubicBezTo>
                  <a:cubicBezTo>
                    <a:pt x="280" y="826"/>
                    <a:pt x="275" y="818"/>
                    <a:pt x="276" y="816"/>
                  </a:cubicBezTo>
                  <a:cubicBezTo>
                    <a:pt x="276" y="816"/>
                    <a:pt x="276" y="816"/>
                    <a:pt x="276" y="816"/>
                  </a:cubicBezTo>
                  <a:cubicBezTo>
                    <a:pt x="278" y="822"/>
                    <a:pt x="286" y="820"/>
                    <a:pt x="294" y="818"/>
                  </a:cubicBezTo>
                  <a:cubicBezTo>
                    <a:pt x="300" y="816"/>
                    <a:pt x="305" y="813"/>
                    <a:pt x="305" y="812"/>
                  </a:cubicBezTo>
                  <a:cubicBezTo>
                    <a:pt x="305" y="811"/>
                    <a:pt x="305" y="810"/>
                    <a:pt x="304" y="809"/>
                  </a:cubicBezTo>
                  <a:cubicBezTo>
                    <a:pt x="304" y="810"/>
                    <a:pt x="301" y="811"/>
                    <a:pt x="297" y="812"/>
                  </a:cubicBezTo>
                  <a:cubicBezTo>
                    <a:pt x="288" y="814"/>
                    <a:pt x="275" y="816"/>
                    <a:pt x="273" y="815"/>
                  </a:cubicBezTo>
                  <a:cubicBezTo>
                    <a:pt x="270" y="814"/>
                    <a:pt x="270" y="813"/>
                    <a:pt x="273" y="809"/>
                  </a:cubicBezTo>
                  <a:cubicBezTo>
                    <a:pt x="279" y="807"/>
                    <a:pt x="290" y="805"/>
                    <a:pt x="297" y="802"/>
                  </a:cubicBezTo>
                  <a:cubicBezTo>
                    <a:pt x="297" y="801"/>
                    <a:pt x="299" y="801"/>
                    <a:pt x="298" y="799"/>
                  </a:cubicBezTo>
                  <a:cubicBezTo>
                    <a:pt x="295" y="800"/>
                    <a:pt x="286" y="801"/>
                    <a:pt x="284" y="801"/>
                  </a:cubicBezTo>
                  <a:cubicBezTo>
                    <a:pt x="281" y="798"/>
                    <a:pt x="283" y="795"/>
                    <a:pt x="284" y="792"/>
                  </a:cubicBezTo>
                  <a:cubicBezTo>
                    <a:pt x="285" y="792"/>
                    <a:pt x="284" y="792"/>
                    <a:pt x="285" y="792"/>
                  </a:cubicBezTo>
                  <a:cubicBezTo>
                    <a:pt x="287" y="794"/>
                    <a:pt x="294" y="792"/>
                    <a:pt x="295" y="791"/>
                  </a:cubicBezTo>
                  <a:cubicBezTo>
                    <a:pt x="294" y="789"/>
                    <a:pt x="292" y="784"/>
                    <a:pt x="293" y="785"/>
                  </a:cubicBezTo>
                  <a:cubicBezTo>
                    <a:pt x="295" y="786"/>
                    <a:pt x="295" y="787"/>
                    <a:pt x="298" y="787"/>
                  </a:cubicBezTo>
                  <a:cubicBezTo>
                    <a:pt x="298" y="787"/>
                    <a:pt x="299" y="787"/>
                    <a:pt x="298" y="787"/>
                  </a:cubicBezTo>
                  <a:cubicBezTo>
                    <a:pt x="297" y="786"/>
                    <a:pt x="295" y="785"/>
                    <a:pt x="295" y="784"/>
                  </a:cubicBezTo>
                  <a:cubicBezTo>
                    <a:pt x="296" y="782"/>
                    <a:pt x="298" y="782"/>
                    <a:pt x="299" y="783"/>
                  </a:cubicBezTo>
                  <a:cubicBezTo>
                    <a:pt x="301" y="784"/>
                    <a:pt x="308" y="789"/>
                    <a:pt x="308" y="789"/>
                  </a:cubicBezTo>
                  <a:cubicBezTo>
                    <a:pt x="309" y="790"/>
                    <a:pt x="309" y="790"/>
                    <a:pt x="309" y="790"/>
                  </a:cubicBezTo>
                  <a:cubicBezTo>
                    <a:pt x="310" y="791"/>
                    <a:pt x="310" y="792"/>
                    <a:pt x="310" y="793"/>
                  </a:cubicBezTo>
                  <a:cubicBezTo>
                    <a:pt x="310" y="796"/>
                    <a:pt x="308" y="797"/>
                    <a:pt x="305" y="797"/>
                  </a:cubicBezTo>
                  <a:cubicBezTo>
                    <a:pt x="306" y="802"/>
                    <a:pt x="306" y="806"/>
                    <a:pt x="309" y="811"/>
                  </a:cubicBezTo>
                  <a:cubicBezTo>
                    <a:pt x="311" y="809"/>
                    <a:pt x="313" y="809"/>
                    <a:pt x="313" y="808"/>
                  </a:cubicBezTo>
                  <a:cubicBezTo>
                    <a:pt x="316" y="810"/>
                    <a:pt x="317" y="811"/>
                    <a:pt x="317" y="814"/>
                  </a:cubicBezTo>
                  <a:cubicBezTo>
                    <a:pt x="315" y="818"/>
                    <a:pt x="310" y="817"/>
                    <a:pt x="309" y="819"/>
                  </a:cubicBezTo>
                  <a:cubicBezTo>
                    <a:pt x="308" y="823"/>
                    <a:pt x="309" y="831"/>
                    <a:pt x="307" y="834"/>
                  </a:cubicBezTo>
                  <a:cubicBezTo>
                    <a:pt x="307" y="835"/>
                    <a:pt x="306" y="835"/>
                    <a:pt x="305" y="834"/>
                  </a:cubicBezTo>
                  <a:cubicBezTo>
                    <a:pt x="304" y="831"/>
                    <a:pt x="305" y="824"/>
                    <a:pt x="305" y="820"/>
                  </a:cubicBezTo>
                  <a:cubicBezTo>
                    <a:pt x="303" y="821"/>
                    <a:pt x="299" y="823"/>
                    <a:pt x="295" y="823"/>
                  </a:cubicBezTo>
                  <a:cubicBezTo>
                    <a:pt x="295" y="824"/>
                    <a:pt x="295" y="824"/>
                    <a:pt x="295" y="825"/>
                  </a:cubicBezTo>
                  <a:cubicBezTo>
                    <a:pt x="297" y="826"/>
                    <a:pt x="297" y="827"/>
                    <a:pt x="298" y="828"/>
                  </a:cubicBezTo>
                  <a:cubicBezTo>
                    <a:pt x="298" y="829"/>
                    <a:pt x="296" y="830"/>
                    <a:pt x="296" y="831"/>
                  </a:cubicBezTo>
                  <a:cubicBezTo>
                    <a:pt x="295" y="831"/>
                    <a:pt x="293" y="830"/>
                    <a:pt x="291" y="829"/>
                  </a:cubicBezTo>
                  <a:cubicBezTo>
                    <a:pt x="290" y="829"/>
                    <a:pt x="289" y="829"/>
                    <a:pt x="289" y="829"/>
                  </a:cubicBezTo>
                  <a:close/>
                  <a:moveTo>
                    <a:pt x="317" y="787"/>
                  </a:moveTo>
                  <a:cubicBezTo>
                    <a:pt x="317" y="785"/>
                    <a:pt x="319" y="786"/>
                    <a:pt x="320" y="786"/>
                  </a:cubicBezTo>
                  <a:cubicBezTo>
                    <a:pt x="323" y="788"/>
                    <a:pt x="325" y="789"/>
                    <a:pt x="326" y="794"/>
                  </a:cubicBezTo>
                  <a:cubicBezTo>
                    <a:pt x="326" y="795"/>
                    <a:pt x="326" y="796"/>
                    <a:pt x="325" y="798"/>
                  </a:cubicBezTo>
                  <a:cubicBezTo>
                    <a:pt x="323" y="798"/>
                    <a:pt x="319" y="798"/>
                    <a:pt x="319" y="795"/>
                  </a:cubicBezTo>
                  <a:cubicBezTo>
                    <a:pt x="318" y="793"/>
                    <a:pt x="316" y="788"/>
                    <a:pt x="317" y="787"/>
                  </a:cubicBezTo>
                  <a:close/>
                  <a:moveTo>
                    <a:pt x="341" y="802"/>
                  </a:moveTo>
                  <a:cubicBezTo>
                    <a:pt x="334" y="803"/>
                    <a:pt x="319" y="845"/>
                    <a:pt x="312" y="854"/>
                  </a:cubicBezTo>
                  <a:cubicBezTo>
                    <a:pt x="308" y="861"/>
                    <a:pt x="306" y="861"/>
                    <a:pt x="303" y="858"/>
                  </a:cubicBezTo>
                  <a:cubicBezTo>
                    <a:pt x="299" y="854"/>
                    <a:pt x="294" y="836"/>
                    <a:pt x="295" y="832"/>
                  </a:cubicBezTo>
                  <a:cubicBezTo>
                    <a:pt x="296" y="833"/>
                    <a:pt x="297" y="836"/>
                    <a:pt x="297" y="837"/>
                  </a:cubicBezTo>
                  <a:cubicBezTo>
                    <a:pt x="298" y="836"/>
                    <a:pt x="297" y="836"/>
                    <a:pt x="298" y="835"/>
                  </a:cubicBezTo>
                  <a:cubicBezTo>
                    <a:pt x="299" y="838"/>
                    <a:pt x="303" y="846"/>
                    <a:pt x="304" y="847"/>
                  </a:cubicBezTo>
                  <a:cubicBezTo>
                    <a:pt x="307" y="849"/>
                    <a:pt x="308" y="844"/>
                    <a:pt x="310" y="842"/>
                  </a:cubicBezTo>
                  <a:cubicBezTo>
                    <a:pt x="314" y="834"/>
                    <a:pt x="325" y="807"/>
                    <a:pt x="329" y="799"/>
                  </a:cubicBezTo>
                  <a:cubicBezTo>
                    <a:pt x="332" y="794"/>
                    <a:pt x="334" y="789"/>
                    <a:pt x="331" y="786"/>
                  </a:cubicBezTo>
                  <a:cubicBezTo>
                    <a:pt x="320" y="780"/>
                    <a:pt x="306" y="784"/>
                    <a:pt x="296" y="778"/>
                  </a:cubicBezTo>
                  <a:cubicBezTo>
                    <a:pt x="296" y="778"/>
                    <a:pt x="296" y="778"/>
                    <a:pt x="296" y="778"/>
                  </a:cubicBezTo>
                  <a:cubicBezTo>
                    <a:pt x="302" y="776"/>
                    <a:pt x="328" y="782"/>
                    <a:pt x="328" y="782"/>
                  </a:cubicBezTo>
                  <a:cubicBezTo>
                    <a:pt x="336" y="784"/>
                    <a:pt x="346" y="792"/>
                    <a:pt x="341" y="802"/>
                  </a:cubicBezTo>
                  <a:close/>
                  <a:moveTo>
                    <a:pt x="365" y="858"/>
                  </a:moveTo>
                  <a:cubicBezTo>
                    <a:pt x="365" y="858"/>
                    <a:pt x="363" y="859"/>
                    <a:pt x="362" y="859"/>
                  </a:cubicBezTo>
                  <a:cubicBezTo>
                    <a:pt x="362" y="859"/>
                    <a:pt x="362" y="860"/>
                    <a:pt x="360" y="861"/>
                  </a:cubicBezTo>
                  <a:cubicBezTo>
                    <a:pt x="360" y="861"/>
                    <a:pt x="358" y="862"/>
                    <a:pt x="356" y="861"/>
                  </a:cubicBezTo>
                  <a:cubicBezTo>
                    <a:pt x="356" y="861"/>
                    <a:pt x="355" y="860"/>
                    <a:pt x="354" y="860"/>
                  </a:cubicBezTo>
                  <a:cubicBezTo>
                    <a:pt x="354" y="860"/>
                    <a:pt x="352" y="859"/>
                    <a:pt x="351" y="859"/>
                  </a:cubicBezTo>
                  <a:cubicBezTo>
                    <a:pt x="351" y="859"/>
                    <a:pt x="349" y="859"/>
                    <a:pt x="352" y="858"/>
                  </a:cubicBezTo>
                  <a:cubicBezTo>
                    <a:pt x="352" y="858"/>
                    <a:pt x="352" y="857"/>
                    <a:pt x="353" y="857"/>
                  </a:cubicBezTo>
                  <a:cubicBezTo>
                    <a:pt x="353" y="857"/>
                    <a:pt x="354" y="857"/>
                    <a:pt x="354" y="857"/>
                  </a:cubicBezTo>
                  <a:cubicBezTo>
                    <a:pt x="354" y="857"/>
                    <a:pt x="354" y="856"/>
                    <a:pt x="355" y="857"/>
                  </a:cubicBezTo>
                  <a:cubicBezTo>
                    <a:pt x="355" y="857"/>
                    <a:pt x="356" y="858"/>
                    <a:pt x="357" y="855"/>
                  </a:cubicBezTo>
                  <a:cubicBezTo>
                    <a:pt x="357" y="855"/>
                    <a:pt x="357" y="855"/>
                    <a:pt x="358" y="855"/>
                  </a:cubicBezTo>
                  <a:cubicBezTo>
                    <a:pt x="358" y="855"/>
                    <a:pt x="362" y="853"/>
                    <a:pt x="371" y="847"/>
                  </a:cubicBezTo>
                  <a:cubicBezTo>
                    <a:pt x="371" y="847"/>
                    <a:pt x="379" y="842"/>
                    <a:pt x="384" y="837"/>
                  </a:cubicBezTo>
                  <a:cubicBezTo>
                    <a:pt x="384" y="837"/>
                    <a:pt x="388" y="834"/>
                    <a:pt x="393" y="830"/>
                  </a:cubicBezTo>
                  <a:cubicBezTo>
                    <a:pt x="393" y="830"/>
                    <a:pt x="406" y="820"/>
                    <a:pt x="408" y="817"/>
                  </a:cubicBezTo>
                  <a:cubicBezTo>
                    <a:pt x="408" y="817"/>
                    <a:pt x="399" y="812"/>
                    <a:pt x="400" y="808"/>
                  </a:cubicBezTo>
                  <a:cubicBezTo>
                    <a:pt x="400" y="808"/>
                    <a:pt x="401" y="806"/>
                    <a:pt x="402" y="808"/>
                  </a:cubicBezTo>
                  <a:cubicBezTo>
                    <a:pt x="402" y="808"/>
                    <a:pt x="406" y="811"/>
                    <a:pt x="413" y="810"/>
                  </a:cubicBezTo>
                  <a:cubicBezTo>
                    <a:pt x="413" y="810"/>
                    <a:pt x="416" y="810"/>
                    <a:pt x="420" y="807"/>
                  </a:cubicBezTo>
                  <a:cubicBezTo>
                    <a:pt x="420" y="807"/>
                    <a:pt x="425" y="806"/>
                    <a:pt x="427" y="815"/>
                  </a:cubicBezTo>
                  <a:cubicBezTo>
                    <a:pt x="427" y="815"/>
                    <a:pt x="427" y="819"/>
                    <a:pt x="425" y="818"/>
                  </a:cubicBezTo>
                  <a:cubicBezTo>
                    <a:pt x="425" y="818"/>
                    <a:pt x="422" y="818"/>
                    <a:pt x="419" y="819"/>
                  </a:cubicBezTo>
                  <a:cubicBezTo>
                    <a:pt x="419" y="819"/>
                    <a:pt x="418" y="818"/>
                    <a:pt x="416" y="820"/>
                  </a:cubicBezTo>
                  <a:cubicBezTo>
                    <a:pt x="416" y="820"/>
                    <a:pt x="410" y="826"/>
                    <a:pt x="397" y="834"/>
                  </a:cubicBezTo>
                  <a:cubicBezTo>
                    <a:pt x="397" y="834"/>
                    <a:pt x="390" y="839"/>
                    <a:pt x="381" y="848"/>
                  </a:cubicBezTo>
                  <a:cubicBezTo>
                    <a:pt x="381" y="848"/>
                    <a:pt x="374" y="854"/>
                    <a:pt x="365" y="858"/>
                  </a:cubicBezTo>
                  <a:close/>
                  <a:moveTo>
                    <a:pt x="430" y="858"/>
                  </a:moveTo>
                  <a:cubicBezTo>
                    <a:pt x="430" y="858"/>
                    <a:pt x="430" y="859"/>
                    <a:pt x="430" y="860"/>
                  </a:cubicBezTo>
                  <a:cubicBezTo>
                    <a:pt x="430" y="860"/>
                    <a:pt x="430" y="862"/>
                    <a:pt x="427" y="862"/>
                  </a:cubicBezTo>
                  <a:cubicBezTo>
                    <a:pt x="427" y="862"/>
                    <a:pt x="420" y="864"/>
                    <a:pt x="419" y="866"/>
                  </a:cubicBezTo>
                  <a:cubicBezTo>
                    <a:pt x="419" y="866"/>
                    <a:pt x="415" y="869"/>
                    <a:pt x="416" y="872"/>
                  </a:cubicBezTo>
                  <a:cubicBezTo>
                    <a:pt x="416" y="872"/>
                    <a:pt x="416" y="874"/>
                    <a:pt x="413" y="875"/>
                  </a:cubicBezTo>
                  <a:cubicBezTo>
                    <a:pt x="413" y="875"/>
                    <a:pt x="411" y="875"/>
                    <a:pt x="409" y="875"/>
                  </a:cubicBezTo>
                  <a:cubicBezTo>
                    <a:pt x="409" y="875"/>
                    <a:pt x="407" y="873"/>
                    <a:pt x="404" y="875"/>
                  </a:cubicBezTo>
                  <a:cubicBezTo>
                    <a:pt x="404" y="875"/>
                    <a:pt x="404" y="876"/>
                    <a:pt x="402" y="875"/>
                  </a:cubicBezTo>
                  <a:cubicBezTo>
                    <a:pt x="402" y="875"/>
                    <a:pt x="402" y="874"/>
                    <a:pt x="401" y="874"/>
                  </a:cubicBezTo>
                  <a:cubicBezTo>
                    <a:pt x="401" y="874"/>
                    <a:pt x="400" y="873"/>
                    <a:pt x="400" y="872"/>
                  </a:cubicBezTo>
                  <a:cubicBezTo>
                    <a:pt x="400" y="872"/>
                    <a:pt x="400" y="870"/>
                    <a:pt x="398" y="869"/>
                  </a:cubicBezTo>
                  <a:cubicBezTo>
                    <a:pt x="398" y="869"/>
                    <a:pt x="397" y="869"/>
                    <a:pt x="397" y="867"/>
                  </a:cubicBezTo>
                  <a:cubicBezTo>
                    <a:pt x="397" y="867"/>
                    <a:pt x="396" y="861"/>
                    <a:pt x="395" y="858"/>
                  </a:cubicBezTo>
                  <a:cubicBezTo>
                    <a:pt x="395" y="858"/>
                    <a:pt x="394" y="855"/>
                    <a:pt x="391" y="854"/>
                  </a:cubicBezTo>
                  <a:cubicBezTo>
                    <a:pt x="391" y="854"/>
                    <a:pt x="387" y="848"/>
                    <a:pt x="389" y="848"/>
                  </a:cubicBezTo>
                  <a:cubicBezTo>
                    <a:pt x="389" y="848"/>
                    <a:pt x="393" y="848"/>
                    <a:pt x="396" y="854"/>
                  </a:cubicBezTo>
                  <a:cubicBezTo>
                    <a:pt x="396" y="854"/>
                    <a:pt x="396" y="856"/>
                    <a:pt x="396" y="858"/>
                  </a:cubicBezTo>
                  <a:cubicBezTo>
                    <a:pt x="396" y="858"/>
                    <a:pt x="397" y="859"/>
                    <a:pt x="399" y="866"/>
                  </a:cubicBezTo>
                  <a:cubicBezTo>
                    <a:pt x="399" y="866"/>
                    <a:pt x="400" y="867"/>
                    <a:pt x="400" y="865"/>
                  </a:cubicBezTo>
                  <a:cubicBezTo>
                    <a:pt x="402" y="863"/>
                    <a:pt x="402" y="863"/>
                    <a:pt x="402" y="863"/>
                  </a:cubicBezTo>
                  <a:cubicBezTo>
                    <a:pt x="402" y="863"/>
                    <a:pt x="403" y="861"/>
                    <a:pt x="404" y="862"/>
                  </a:cubicBezTo>
                  <a:cubicBezTo>
                    <a:pt x="404" y="862"/>
                    <a:pt x="404" y="863"/>
                    <a:pt x="405" y="862"/>
                  </a:cubicBezTo>
                  <a:cubicBezTo>
                    <a:pt x="405" y="862"/>
                    <a:pt x="408" y="860"/>
                    <a:pt x="410" y="858"/>
                  </a:cubicBezTo>
                  <a:cubicBezTo>
                    <a:pt x="410" y="858"/>
                    <a:pt x="413" y="856"/>
                    <a:pt x="412" y="855"/>
                  </a:cubicBezTo>
                  <a:cubicBezTo>
                    <a:pt x="412" y="855"/>
                    <a:pt x="409" y="851"/>
                    <a:pt x="408" y="850"/>
                  </a:cubicBezTo>
                  <a:cubicBezTo>
                    <a:pt x="408" y="850"/>
                    <a:pt x="405" y="848"/>
                    <a:pt x="407" y="848"/>
                  </a:cubicBezTo>
                  <a:cubicBezTo>
                    <a:pt x="407" y="848"/>
                    <a:pt x="408" y="848"/>
                    <a:pt x="411" y="849"/>
                  </a:cubicBezTo>
                  <a:cubicBezTo>
                    <a:pt x="411" y="849"/>
                    <a:pt x="417" y="850"/>
                    <a:pt x="419" y="848"/>
                  </a:cubicBezTo>
                  <a:cubicBezTo>
                    <a:pt x="419" y="848"/>
                    <a:pt x="419" y="846"/>
                    <a:pt x="421" y="847"/>
                  </a:cubicBezTo>
                  <a:cubicBezTo>
                    <a:pt x="421" y="847"/>
                    <a:pt x="424" y="850"/>
                    <a:pt x="425" y="850"/>
                  </a:cubicBezTo>
                  <a:cubicBezTo>
                    <a:pt x="425" y="850"/>
                    <a:pt x="431" y="852"/>
                    <a:pt x="430" y="858"/>
                  </a:cubicBezTo>
                  <a:close/>
                  <a:moveTo>
                    <a:pt x="485" y="876"/>
                  </a:moveTo>
                  <a:cubicBezTo>
                    <a:pt x="485" y="876"/>
                    <a:pt x="485" y="878"/>
                    <a:pt x="483" y="877"/>
                  </a:cubicBezTo>
                  <a:cubicBezTo>
                    <a:pt x="483" y="877"/>
                    <a:pt x="477" y="874"/>
                    <a:pt x="475" y="866"/>
                  </a:cubicBezTo>
                  <a:cubicBezTo>
                    <a:pt x="475" y="866"/>
                    <a:pt x="473" y="857"/>
                    <a:pt x="473" y="856"/>
                  </a:cubicBezTo>
                  <a:cubicBezTo>
                    <a:pt x="473" y="856"/>
                    <a:pt x="473" y="856"/>
                    <a:pt x="473" y="854"/>
                  </a:cubicBezTo>
                  <a:cubicBezTo>
                    <a:pt x="472" y="848"/>
                    <a:pt x="472" y="848"/>
                    <a:pt x="472" y="848"/>
                  </a:cubicBezTo>
                  <a:cubicBezTo>
                    <a:pt x="472" y="848"/>
                    <a:pt x="472" y="848"/>
                    <a:pt x="473" y="847"/>
                  </a:cubicBezTo>
                  <a:cubicBezTo>
                    <a:pt x="473" y="847"/>
                    <a:pt x="472" y="846"/>
                    <a:pt x="473" y="845"/>
                  </a:cubicBezTo>
                  <a:cubicBezTo>
                    <a:pt x="473" y="845"/>
                    <a:pt x="473" y="845"/>
                    <a:pt x="473" y="845"/>
                  </a:cubicBezTo>
                  <a:cubicBezTo>
                    <a:pt x="473" y="845"/>
                    <a:pt x="473" y="842"/>
                    <a:pt x="474" y="843"/>
                  </a:cubicBezTo>
                  <a:cubicBezTo>
                    <a:pt x="474" y="843"/>
                    <a:pt x="475" y="844"/>
                    <a:pt x="474" y="846"/>
                  </a:cubicBezTo>
                  <a:cubicBezTo>
                    <a:pt x="474" y="846"/>
                    <a:pt x="473" y="848"/>
                    <a:pt x="477" y="855"/>
                  </a:cubicBezTo>
                  <a:cubicBezTo>
                    <a:pt x="477" y="855"/>
                    <a:pt x="478" y="856"/>
                    <a:pt x="479" y="856"/>
                  </a:cubicBezTo>
                  <a:cubicBezTo>
                    <a:pt x="479" y="856"/>
                    <a:pt x="480" y="857"/>
                    <a:pt x="481" y="860"/>
                  </a:cubicBezTo>
                  <a:cubicBezTo>
                    <a:pt x="481" y="860"/>
                    <a:pt x="481" y="862"/>
                    <a:pt x="481" y="862"/>
                  </a:cubicBezTo>
                  <a:cubicBezTo>
                    <a:pt x="481" y="862"/>
                    <a:pt x="480" y="864"/>
                    <a:pt x="482" y="863"/>
                  </a:cubicBezTo>
                  <a:cubicBezTo>
                    <a:pt x="482" y="863"/>
                    <a:pt x="483" y="863"/>
                    <a:pt x="483" y="864"/>
                  </a:cubicBezTo>
                  <a:cubicBezTo>
                    <a:pt x="483" y="864"/>
                    <a:pt x="483" y="867"/>
                    <a:pt x="483" y="868"/>
                  </a:cubicBezTo>
                  <a:cubicBezTo>
                    <a:pt x="483" y="868"/>
                    <a:pt x="484" y="869"/>
                    <a:pt x="484" y="870"/>
                  </a:cubicBezTo>
                  <a:cubicBezTo>
                    <a:pt x="484" y="870"/>
                    <a:pt x="484" y="871"/>
                    <a:pt x="484" y="871"/>
                  </a:cubicBezTo>
                  <a:cubicBezTo>
                    <a:pt x="484" y="871"/>
                    <a:pt x="485" y="871"/>
                    <a:pt x="485" y="871"/>
                  </a:cubicBezTo>
                  <a:cubicBezTo>
                    <a:pt x="485" y="871"/>
                    <a:pt x="486" y="876"/>
                    <a:pt x="485" y="876"/>
                  </a:cubicBezTo>
                  <a:close/>
                  <a:moveTo>
                    <a:pt x="482" y="834"/>
                  </a:moveTo>
                  <a:cubicBezTo>
                    <a:pt x="482" y="834"/>
                    <a:pt x="481" y="833"/>
                    <a:pt x="480" y="833"/>
                  </a:cubicBezTo>
                  <a:cubicBezTo>
                    <a:pt x="480" y="833"/>
                    <a:pt x="479" y="833"/>
                    <a:pt x="478" y="833"/>
                  </a:cubicBezTo>
                  <a:cubicBezTo>
                    <a:pt x="478" y="833"/>
                    <a:pt x="476" y="833"/>
                    <a:pt x="477" y="831"/>
                  </a:cubicBezTo>
                  <a:cubicBezTo>
                    <a:pt x="477" y="831"/>
                    <a:pt x="479" y="827"/>
                    <a:pt x="478" y="823"/>
                  </a:cubicBezTo>
                  <a:cubicBezTo>
                    <a:pt x="478" y="823"/>
                    <a:pt x="478" y="822"/>
                    <a:pt x="479" y="821"/>
                  </a:cubicBezTo>
                  <a:cubicBezTo>
                    <a:pt x="479" y="821"/>
                    <a:pt x="479" y="820"/>
                    <a:pt x="480" y="821"/>
                  </a:cubicBezTo>
                  <a:cubicBezTo>
                    <a:pt x="480" y="821"/>
                    <a:pt x="485" y="828"/>
                    <a:pt x="485" y="832"/>
                  </a:cubicBezTo>
                  <a:cubicBezTo>
                    <a:pt x="485" y="832"/>
                    <a:pt x="486" y="835"/>
                    <a:pt x="482" y="834"/>
                  </a:cubicBezTo>
                  <a:close/>
                  <a:moveTo>
                    <a:pt x="540" y="838"/>
                  </a:moveTo>
                  <a:cubicBezTo>
                    <a:pt x="540" y="838"/>
                    <a:pt x="539" y="842"/>
                    <a:pt x="537" y="843"/>
                  </a:cubicBezTo>
                  <a:cubicBezTo>
                    <a:pt x="537" y="843"/>
                    <a:pt x="536" y="844"/>
                    <a:pt x="536" y="846"/>
                  </a:cubicBezTo>
                  <a:cubicBezTo>
                    <a:pt x="536" y="846"/>
                    <a:pt x="533" y="852"/>
                    <a:pt x="531" y="853"/>
                  </a:cubicBezTo>
                  <a:cubicBezTo>
                    <a:pt x="531" y="853"/>
                    <a:pt x="528" y="855"/>
                    <a:pt x="529" y="857"/>
                  </a:cubicBezTo>
                  <a:cubicBezTo>
                    <a:pt x="529" y="857"/>
                    <a:pt x="533" y="860"/>
                    <a:pt x="532" y="864"/>
                  </a:cubicBezTo>
                  <a:cubicBezTo>
                    <a:pt x="532" y="864"/>
                    <a:pt x="532" y="865"/>
                    <a:pt x="531" y="865"/>
                  </a:cubicBezTo>
                  <a:cubicBezTo>
                    <a:pt x="531" y="865"/>
                    <a:pt x="530" y="866"/>
                    <a:pt x="529" y="866"/>
                  </a:cubicBezTo>
                  <a:cubicBezTo>
                    <a:pt x="529" y="866"/>
                    <a:pt x="528" y="866"/>
                    <a:pt x="528" y="866"/>
                  </a:cubicBezTo>
                  <a:cubicBezTo>
                    <a:pt x="528" y="866"/>
                    <a:pt x="524" y="868"/>
                    <a:pt x="522" y="868"/>
                  </a:cubicBezTo>
                  <a:cubicBezTo>
                    <a:pt x="522" y="868"/>
                    <a:pt x="520" y="868"/>
                    <a:pt x="517" y="868"/>
                  </a:cubicBezTo>
                  <a:cubicBezTo>
                    <a:pt x="517" y="868"/>
                    <a:pt x="517" y="867"/>
                    <a:pt x="516" y="868"/>
                  </a:cubicBezTo>
                  <a:cubicBezTo>
                    <a:pt x="516" y="868"/>
                    <a:pt x="512" y="873"/>
                    <a:pt x="507" y="869"/>
                  </a:cubicBezTo>
                  <a:cubicBezTo>
                    <a:pt x="507" y="869"/>
                    <a:pt x="506" y="868"/>
                    <a:pt x="505" y="867"/>
                  </a:cubicBezTo>
                  <a:cubicBezTo>
                    <a:pt x="504" y="867"/>
                    <a:pt x="503" y="866"/>
                    <a:pt x="502" y="866"/>
                  </a:cubicBezTo>
                  <a:cubicBezTo>
                    <a:pt x="502" y="866"/>
                    <a:pt x="496" y="862"/>
                    <a:pt x="494" y="861"/>
                  </a:cubicBezTo>
                  <a:cubicBezTo>
                    <a:pt x="494" y="861"/>
                    <a:pt x="490" y="858"/>
                    <a:pt x="490" y="856"/>
                  </a:cubicBezTo>
                  <a:cubicBezTo>
                    <a:pt x="490" y="856"/>
                    <a:pt x="489" y="853"/>
                    <a:pt x="487" y="853"/>
                  </a:cubicBezTo>
                  <a:cubicBezTo>
                    <a:pt x="487" y="853"/>
                    <a:pt x="486" y="853"/>
                    <a:pt x="486" y="851"/>
                  </a:cubicBezTo>
                  <a:cubicBezTo>
                    <a:pt x="486" y="851"/>
                    <a:pt x="486" y="851"/>
                    <a:pt x="486" y="851"/>
                  </a:cubicBezTo>
                  <a:cubicBezTo>
                    <a:pt x="486" y="851"/>
                    <a:pt x="486" y="851"/>
                    <a:pt x="486" y="850"/>
                  </a:cubicBezTo>
                  <a:cubicBezTo>
                    <a:pt x="486" y="850"/>
                    <a:pt x="485" y="849"/>
                    <a:pt x="487" y="846"/>
                  </a:cubicBezTo>
                  <a:cubicBezTo>
                    <a:pt x="487" y="846"/>
                    <a:pt x="489" y="844"/>
                    <a:pt x="491" y="843"/>
                  </a:cubicBezTo>
                  <a:cubicBezTo>
                    <a:pt x="491" y="843"/>
                    <a:pt x="495" y="839"/>
                    <a:pt x="498" y="837"/>
                  </a:cubicBezTo>
                  <a:cubicBezTo>
                    <a:pt x="498" y="837"/>
                    <a:pt x="499" y="836"/>
                    <a:pt x="500" y="835"/>
                  </a:cubicBezTo>
                  <a:cubicBezTo>
                    <a:pt x="501" y="834"/>
                    <a:pt x="502" y="833"/>
                    <a:pt x="502" y="833"/>
                  </a:cubicBezTo>
                  <a:cubicBezTo>
                    <a:pt x="502" y="833"/>
                    <a:pt x="504" y="831"/>
                    <a:pt x="506" y="830"/>
                  </a:cubicBezTo>
                  <a:cubicBezTo>
                    <a:pt x="506" y="830"/>
                    <a:pt x="509" y="829"/>
                    <a:pt x="509" y="828"/>
                  </a:cubicBezTo>
                  <a:cubicBezTo>
                    <a:pt x="509" y="828"/>
                    <a:pt x="509" y="825"/>
                    <a:pt x="509" y="824"/>
                  </a:cubicBezTo>
                  <a:cubicBezTo>
                    <a:pt x="507" y="809"/>
                    <a:pt x="507" y="809"/>
                    <a:pt x="507" y="809"/>
                  </a:cubicBezTo>
                  <a:cubicBezTo>
                    <a:pt x="507" y="809"/>
                    <a:pt x="507" y="808"/>
                    <a:pt x="508" y="809"/>
                  </a:cubicBezTo>
                  <a:cubicBezTo>
                    <a:pt x="508" y="809"/>
                    <a:pt x="509" y="809"/>
                    <a:pt x="510" y="809"/>
                  </a:cubicBezTo>
                  <a:cubicBezTo>
                    <a:pt x="510" y="809"/>
                    <a:pt x="512" y="808"/>
                    <a:pt x="513" y="812"/>
                  </a:cubicBezTo>
                  <a:cubicBezTo>
                    <a:pt x="513" y="812"/>
                    <a:pt x="515" y="816"/>
                    <a:pt x="516" y="820"/>
                  </a:cubicBezTo>
                  <a:cubicBezTo>
                    <a:pt x="516" y="820"/>
                    <a:pt x="516" y="825"/>
                    <a:pt x="516" y="826"/>
                  </a:cubicBezTo>
                  <a:cubicBezTo>
                    <a:pt x="516" y="826"/>
                    <a:pt x="516" y="828"/>
                    <a:pt x="518" y="828"/>
                  </a:cubicBezTo>
                  <a:cubicBezTo>
                    <a:pt x="518" y="828"/>
                    <a:pt x="520" y="828"/>
                    <a:pt x="523" y="828"/>
                  </a:cubicBezTo>
                  <a:cubicBezTo>
                    <a:pt x="527" y="829"/>
                    <a:pt x="531" y="829"/>
                    <a:pt x="533" y="829"/>
                  </a:cubicBezTo>
                  <a:cubicBezTo>
                    <a:pt x="533" y="829"/>
                    <a:pt x="537" y="830"/>
                    <a:pt x="541" y="835"/>
                  </a:cubicBezTo>
                  <a:cubicBezTo>
                    <a:pt x="541" y="835"/>
                    <a:pt x="542" y="835"/>
                    <a:pt x="540" y="838"/>
                  </a:cubicBezTo>
                  <a:close/>
                  <a:moveTo>
                    <a:pt x="604" y="809"/>
                  </a:moveTo>
                  <a:cubicBezTo>
                    <a:pt x="604" y="809"/>
                    <a:pt x="603" y="809"/>
                    <a:pt x="603" y="811"/>
                  </a:cubicBezTo>
                  <a:cubicBezTo>
                    <a:pt x="603" y="811"/>
                    <a:pt x="602" y="814"/>
                    <a:pt x="603" y="816"/>
                  </a:cubicBezTo>
                  <a:cubicBezTo>
                    <a:pt x="603" y="816"/>
                    <a:pt x="603" y="818"/>
                    <a:pt x="602" y="821"/>
                  </a:cubicBezTo>
                  <a:cubicBezTo>
                    <a:pt x="602" y="821"/>
                    <a:pt x="598" y="826"/>
                    <a:pt x="601" y="831"/>
                  </a:cubicBezTo>
                  <a:cubicBezTo>
                    <a:pt x="601" y="831"/>
                    <a:pt x="604" y="834"/>
                    <a:pt x="601" y="836"/>
                  </a:cubicBezTo>
                  <a:cubicBezTo>
                    <a:pt x="601" y="836"/>
                    <a:pt x="600" y="837"/>
                    <a:pt x="599" y="840"/>
                  </a:cubicBezTo>
                  <a:cubicBezTo>
                    <a:pt x="599" y="840"/>
                    <a:pt x="599" y="842"/>
                    <a:pt x="599" y="842"/>
                  </a:cubicBezTo>
                  <a:cubicBezTo>
                    <a:pt x="599" y="842"/>
                    <a:pt x="598" y="844"/>
                    <a:pt x="598" y="845"/>
                  </a:cubicBezTo>
                  <a:cubicBezTo>
                    <a:pt x="598" y="845"/>
                    <a:pt x="598" y="847"/>
                    <a:pt x="595" y="848"/>
                  </a:cubicBezTo>
                  <a:cubicBezTo>
                    <a:pt x="595" y="848"/>
                    <a:pt x="593" y="850"/>
                    <a:pt x="592" y="851"/>
                  </a:cubicBezTo>
                  <a:cubicBezTo>
                    <a:pt x="592" y="851"/>
                    <a:pt x="591" y="853"/>
                    <a:pt x="590" y="853"/>
                  </a:cubicBezTo>
                  <a:cubicBezTo>
                    <a:pt x="590" y="853"/>
                    <a:pt x="590" y="853"/>
                    <a:pt x="590" y="854"/>
                  </a:cubicBezTo>
                  <a:cubicBezTo>
                    <a:pt x="590" y="854"/>
                    <a:pt x="589" y="856"/>
                    <a:pt x="586" y="857"/>
                  </a:cubicBezTo>
                  <a:cubicBezTo>
                    <a:pt x="586" y="857"/>
                    <a:pt x="586" y="850"/>
                    <a:pt x="586" y="848"/>
                  </a:cubicBezTo>
                  <a:cubicBezTo>
                    <a:pt x="586" y="848"/>
                    <a:pt x="586" y="845"/>
                    <a:pt x="586" y="843"/>
                  </a:cubicBezTo>
                  <a:cubicBezTo>
                    <a:pt x="586" y="843"/>
                    <a:pt x="586" y="840"/>
                    <a:pt x="588" y="840"/>
                  </a:cubicBezTo>
                  <a:cubicBezTo>
                    <a:pt x="588" y="840"/>
                    <a:pt x="588" y="841"/>
                    <a:pt x="588" y="840"/>
                  </a:cubicBezTo>
                  <a:cubicBezTo>
                    <a:pt x="588" y="840"/>
                    <a:pt x="590" y="836"/>
                    <a:pt x="590" y="835"/>
                  </a:cubicBezTo>
                  <a:cubicBezTo>
                    <a:pt x="590" y="835"/>
                    <a:pt x="588" y="834"/>
                    <a:pt x="588" y="834"/>
                  </a:cubicBezTo>
                  <a:cubicBezTo>
                    <a:pt x="588" y="834"/>
                    <a:pt x="587" y="833"/>
                    <a:pt x="587" y="832"/>
                  </a:cubicBezTo>
                  <a:cubicBezTo>
                    <a:pt x="587" y="832"/>
                    <a:pt x="587" y="832"/>
                    <a:pt x="586" y="831"/>
                  </a:cubicBezTo>
                  <a:cubicBezTo>
                    <a:pt x="586" y="831"/>
                    <a:pt x="584" y="830"/>
                    <a:pt x="584" y="831"/>
                  </a:cubicBezTo>
                  <a:cubicBezTo>
                    <a:pt x="584" y="831"/>
                    <a:pt x="584" y="831"/>
                    <a:pt x="582" y="831"/>
                  </a:cubicBezTo>
                  <a:cubicBezTo>
                    <a:pt x="582" y="831"/>
                    <a:pt x="573" y="829"/>
                    <a:pt x="577" y="827"/>
                  </a:cubicBezTo>
                  <a:cubicBezTo>
                    <a:pt x="577" y="827"/>
                    <a:pt x="582" y="827"/>
                    <a:pt x="585" y="822"/>
                  </a:cubicBezTo>
                  <a:cubicBezTo>
                    <a:pt x="585" y="822"/>
                    <a:pt x="586" y="822"/>
                    <a:pt x="587" y="814"/>
                  </a:cubicBezTo>
                  <a:cubicBezTo>
                    <a:pt x="587" y="814"/>
                    <a:pt x="587" y="813"/>
                    <a:pt x="586" y="813"/>
                  </a:cubicBezTo>
                  <a:cubicBezTo>
                    <a:pt x="586" y="813"/>
                    <a:pt x="585" y="812"/>
                    <a:pt x="586" y="812"/>
                  </a:cubicBezTo>
                  <a:cubicBezTo>
                    <a:pt x="586" y="812"/>
                    <a:pt x="586" y="811"/>
                    <a:pt x="585" y="810"/>
                  </a:cubicBezTo>
                  <a:cubicBezTo>
                    <a:pt x="585" y="810"/>
                    <a:pt x="584" y="809"/>
                    <a:pt x="585" y="808"/>
                  </a:cubicBezTo>
                  <a:cubicBezTo>
                    <a:pt x="585" y="808"/>
                    <a:pt x="585" y="807"/>
                    <a:pt x="584" y="806"/>
                  </a:cubicBezTo>
                  <a:cubicBezTo>
                    <a:pt x="584" y="806"/>
                    <a:pt x="584" y="806"/>
                    <a:pt x="584" y="805"/>
                  </a:cubicBezTo>
                  <a:cubicBezTo>
                    <a:pt x="584" y="805"/>
                    <a:pt x="584" y="805"/>
                    <a:pt x="583" y="803"/>
                  </a:cubicBezTo>
                  <a:cubicBezTo>
                    <a:pt x="583" y="803"/>
                    <a:pt x="583" y="803"/>
                    <a:pt x="584" y="802"/>
                  </a:cubicBezTo>
                  <a:cubicBezTo>
                    <a:pt x="584" y="802"/>
                    <a:pt x="585" y="803"/>
                    <a:pt x="584" y="801"/>
                  </a:cubicBezTo>
                  <a:cubicBezTo>
                    <a:pt x="584" y="801"/>
                    <a:pt x="583" y="800"/>
                    <a:pt x="582" y="799"/>
                  </a:cubicBezTo>
                  <a:cubicBezTo>
                    <a:pt x="581" y="798"/>
                    <a:pt x="581" y="798"/>
                    <a:pt x="581" y="798"/>
                  </a:cubicBezTo>
                  <a:cubicBezTo>
                    <a:pt x="577" y="791"/>
                    <a:pt x="577" y="791"/>
                    <a:pt x="577" y="791"/>
                  </a:cubicBezTo>
                  <a:cubicBezTo>
                    <a:pt x="577" y="791"/>
                    <a:pt x="574" y="788"/>
                    <a:pt x="578" y="789"/>
                  </a:cubicBezTo>
                  <a:cubicBezTo>
                    <a:pt x="578" y="789"/>
                    <a:pt x="581" y="788"/>
                    <a:pt x="584" y="789"/>
                  </a:cubicBezTo>
                  <a:cubicBezTo>
                    <a:pt x="584" y="789"/>
                    <a:pt x="587" y="789"/>
                    <a:pt x="589" y="789"/>
                  </a:cubicBezTo>
                  <a:cubicBezTo>
                    <a:pt x="589" y="789"/>
                    <a:pt x="590" y="788"/>
                    <a:pt x="591" y="792"/>
                  </a:cubicBezTo>
                  <a:cubicBezTo>
                    <a:pt x="591" y="792"/>
                    <a:pt x="593" y="795"/>
                    <a:pt x="593" y="795"/>
                  </a:cubicBezTo>
                  <a:cubicBezTo>
                    <a:pt x="593" y="795"/>
                    <a:pt x="598" y="796"/>
                    <a:pt x="599" y="797"/>
                  </a:cubicBezTo>
                  <a:cubicBezTo>
                    <a:pt x="599" y="797"/>
                    <a:pt x="599" y="797"/>
                    <a:pt x="599" y="796"/>
                  </a:cubicBezTo>
                  <a:cubicBezTo>
                    <a:pt x="599" y="796"/>
                    <a:pt x="601" y="796"/>
                    <a:pt x="603" y="798"/>
                  </a:cubicBezTo>
                  <a:cubicBezTo>
                    <a:pt x="603" y="798"/>
                    <a:pt x="602" y="800"/>
                    <a:pt x="604" y="799"/>
                  </a:cubicBezTo>
                  <a:cubicBezTo>
                    <a:pt x="604" y="799"/>
                    <a:pt x="606" y="799"/>
                    <a:pt x="606" y="802"/>
                  </a:cubicBezTo>
                  <a:cubicBezTo>
                    <a:pt x="606" y="802"/>
                    <a:pt x="607" y="806"/>
                    <a:pt x="604" y="809"/>
                  </a:cubicBezTo>
                  <a:close/>
                  <a:moveTo>
                    <a:pt x="632" y="834"/>
                  </a:moveTo>
                  <a:cubicBezTo>
                    <a:pt x="632" y="834"/>
                    <a:pt x="631" y="837"/>
                    <a:pt x="628" y="838"/>
                  </a:cubicBezTo>
                  <a:cubicBezTo>
                    <a:pt x="628" y="838"/>
                    <a:pt x="626" y="839"/>
                    <a:pt x="624" y="839"/>
                  </a:cubicBezTo>
                  <a:cubicBezTo>
                    <a:pt x="624" y="839"/>
                    <a:pt x="622" y="839"/>
                    <a:pt x="622" y="838"/>
                  </a:cubicBezTo>
                  <a:cubicBezTo>
                    <a:pt x="622" y="838"/>
                    <a:pt x="621" y="838"/>
                    <a:pt x="620" y="839"/>
                  </a:cubicBezTo>
                  <a:cubicBezTo>
                    <a:pt x="620" y="839"/>
                    <a:pt x="619" y="839"/>
                    <a:pt x="618" y="837"/>
                  </a:cubicBezTo>
                  <a:cubicBezTo>
                    <a:pt x="618" y="837"/>
                    <a:pt x="616" y="836"/>
                    <a:pt x="616" y="834"/>
                  </a:cubicBezTo>
                  <a:cubicBezTo>
                    <a:pt x="616" y="834"/>
                    <a:pt x="616" y="831"/>
                    <a:pt x="615" y="829"/>
                  </a:cubicBezTo>
                  <a:cubicBezTo>
                    <a:pt x="615" y="829"/>
                    <a:pt x="613" y="824"/>
                    <a:pt x="616" y="825"/>
                  </a:cubicBezTo>
                  <a:cubicBezTo>
                    <a:pt x="616" y="825"/>
                    <a:pt x="617" y="825"/>
                    <a:pt x="619" y="824"/>
                  </a:cubicBezTo>
                  <a:cubicBezTo>
                    <a:pt x="619" y="824"/>
                    <a:pt x="622" y="825"/>
                    <a:pt x="626" y="826"/>
                  </a:cubicBezTo>
                  <a:cubicBezTo>
                    <a:pt x="626" y="826"/>
                    <a:pt x="629" y="828"/>
                    <a:pt x="630" y="828"/>
                  </a:cubicBezTo>
                  <a:cubicBezTo>
                    <a:pt x="630" y="828"/>
                    <a:pt x="632" y="828"/>
                    <a:pt x="632" y="831"/>
                  </a:cubicBezTo>
                  <a:cubicBezTo>
                    <a:pt x="632" y="831"/>
                    <a:pt x="632" y="832"/>
                    <a:pt x="632" y="833"/>
                  </a:cubicBezTo>
                  <a:cubicBezTo>
                    <a:pt x="632" y="833"/>
                    <a:pt x="632" y="834"/>
                    <a:pt x="632" y="834"/>
                  </a:cubicBezTo>
                  <a:close/>
                  <a:moveTo>
                    <a:pt x="667" y="773"/>
                  </a:moveTo>
                  <a:cubicBezTo>
                    <a:pt x="667" y="773"/>
                    <a:pt x="665" y="772"/>
                    <a:pt x="664" y="772"/>
                  </a:cubicBezTo>
                  <a:cubicBezTo>
                    <a:pt x="664" y="772"/>
                    <a:pt x="662" y="770"/>
                    <a:pt x="662" y="773"/>
                  </a:cubicBezTo>
                  <a:cubicBezTo>
                    <a:pt x="662" y="773"/>
                    <a:pt x="656" y="778"/>
                    <a:pt x="656" y="783"/>
                  </a:cubicBezTo>
                  <a:cubicBezTo>
                    <a:pt x="656" y="783"/>
                    <a:pt x="656" y="784"/>
                    <a:pt x="657" y="785"/>
                  </a:cubicBezTo>
                  <a:cubicBezTo>
                    <a:pt x="657" y="785"/>
                    <a:pt x="657" y="788"/>
                    <a:pt x="656" y="789"/>
                  </a:cubicBezTo>
                  <a:cubicBezTo>
                    <a:pt x="656" y="789"/>
                    <a:pt x="656" y="792"/>
                    <a:pt x="655" y="793"/>
                  </a:cubicBezTo>
                  <a:cubicBezTo>
                    <a:pt x="655" y="793"/>
                    <a:pt x="654" y="793"/>
                    <a:pt x="653" y="794"/>
                  </a:cubicBezTo>
                  <a:cubicBezTo>
                    <a:pt x="653" y="794"/>
                    <a:pt x="653" y="794"/>
                    <a:pt x="652" y="794"/>
                  </a:cubicBezTo>
                  <a:cubicBezTo>
                    <a:pt x="652" y="794"/>
                    <a:pt x="647" y="794"/>
                    <a:pt x="648" y="791"/>
                  </a:cubicBezTo>
                  <a:cubicBezTo>
                    <a:pt x="648" y="791"/>
                    <a:pt x="648" y="787"/>
                    <a:pt x="648" y="785"/>
                  </a:cubicBezTo>
                  <a:cubicBezTo>
                    <a:pt x="648" y="785"/>
                    <a:pt x="646" y="782"/>
                    <a:pt x="649" y="781"/>
                  </a:cubicBezTo>
                  <a:cubicBezTo>
                    <a:pt x="649" y="781"/>
                    <a:pt x="651" y="780"/>
                    <a:pt x="652" y="780"/>
                  </a:cubicBezTo>
                  <a:cubicBezTo>
                    <a:pt x="652" y="780"/>
                    <a:pt x="653" y="780"/>
                    <a:pt x="654" y="779"/>
                  </a:cubicBezTo>
                  <a:cubicBezTo>
                    <a:pt x="654" y="779"/>
                    <a:pt x="659" y="773"/>
                    <a:pt x="661" y="770"/>
                  </a:cubicBezTo>
                  <a:cubicBezTo>
                    <a:pt x="661" y="770"/>
                    <a:pt x="662" y="769"/>
                    <a:pt x="660" y="767"/>
                  </a:cubicBezTo>
                  <a:cubicBezTo>
                    <a:pt x="660" y="767"/>
                    <a:pt x="654" y="762"/>
                    <a:pt x="650" y="760"/>
                  </a:cubicBezTo>
                  <a:cubicBezTo>
                    <a:pt x="650" y="760"/>
                    <a:pt x="645" y="758"/>
                    <a:pt x="642" y="759"/>
                  </a:cubicBezTo>
                  <a:cubicBezTo>
                    <a:pt x="642" y="759"/>
                    <a:pt x="634" y="758"/>
                    <a:pt x="640" y="756"/>
                  </a:cubicBezTo>
                  <a:cubicBezTo>
                    <a:pt x="640" y="756"/>
                    <a:pt x="645" y="754"/>
                    <a:pt x="654" y="760"/>
                  </a:cubicBezTo>
                  <a:cubicBezTo>
                    <a:pt x="654" y="760"/>
                    <a:pt x="660" y="764"/>
                    <a:pt x="661" y="767"/>
                  </a:cubicBezTo>
                  <a:cubicBezTo>
                    <a:pt x="661" y="767"/>
                    <a:pt x="662" y="768"/>
                    <a:pt x="663" y="767"/>
                  </a:cubicBezTo>
                  <a:cubicBezTo>
                    <a:pt x="663" y="767"/>
                    <a:pt x="666" y="765"/>
                    <a:pt x="664" y="763"/>
                  </a:cubicBezTo>
                  <a:cubicBezTo>
                    <a:pt x="664" y="763"/>
                    <a:pt x="661" y="757"/>
                    <a:pt x="650" y="750"/>
                  </a:cubicBezTo>
                  <a:cubicBezTo>
                    <a:pt x="650" y="750"/>
                    <a:pt x="646" y="747"/>
                    <a:pt x="644" y="748"/>
                  </a:cubicBezTo>
                  <a:cubicBezTo>
                    <a:pt x="644" y="748"/>
                    <a:pt x="642" y="747"/>
                    <a:pt x="644" y="747"/>
                  </a:cubicBezTo>
                  <a:cubicBezTo>
                    <a:pt x="644" y="747"/>
                    <a:pt x="649" y="745"/>
                    <a:pt x="656" y="750"/>
                  </a:cubicBezTo>
                  <a:cubicBezTo>
                    <a:pt x="656" y="750"/>
                    <a:pt x="661" y="754"/>
                    <a:pt x="664" y="758"/>
                  </a:cubicBezTo>
                  <a:cubicBezTo>
                    <a:pt x="664" y="758"/>
                    <a:pt x="666" y="760"/>
                    <a:pt x="665" y="758"/>
                  </a:cubicBezTo>
                  <a:cubicBezTo>
                    <a:pt x="665" y="758"/>
                    <a:pt x="664" y="756"/>
                    <a:pt x="665" y="755"/>
                  </a:cubicBezTo>
                  <a:cubicBezTo>
                    <a:pt x="665" y="755"/>
                    <a:pt x="665" y="755"/>
                    <a:pt x="665" y="754"/>
                  </a:cubicBezTo>
                  <a:cubicBezTo>
                    <a:pt x="665" y="754"/>
                    <a:pt x="664" y="753"/>
                    <a:pt x="664" y="752"/>
                  </a:cubicBezTo>
                  <a:cubicBezTo>
                    <a:pt x="664" y="752"/>
                    <a:pt x="665" y="752"/>
                    <a:pt x="663" y="752"/>
                  </a:cubicBezTo>
                  <a:cubicBezTo>
                    <a:pt x="663" y="752"/>
                    <a:pt x="662" y="751"/>
                    <a:pt x="661" y="751"/>
                  </a:cubicBezTo>
                  <a:cubicBezTo>
                    <a:pt x="661" y="751"/>
                    <a:pt x="656" y="751"/>
                    <a:pt x="660" y="750"/>
                  </a:cubicBezTo>
                  <a:cubicBezTo>
                    <a:pt x="660" y="750"/>
                    <a:pt x="661" y="750"/>
                    <a:pt x="663" y="750"/>
                  </a:cubicBezTo>
                  <a:cubicBezTo>
                    <a:pt x="663" y="750"/>
                    <a:pt x="664" y="750"/>
                    <a:pt x="663" y="749"/>
                  </a:cubicBezTo>
                  <a:cubicBezTo>
                    <a:pt x="663" y="749"/>
                    <a:pt x="661" y="745"/>
                    <a:pt x="661" y="744"/>
                  </a:cubicBezTo>
                  <a:cubicBezTo>
                    <a:pt x="661" y="744"/>
                    <a:pt x="660" y="742"/>
                    <a:pt x="660" y="744"/>
                  </a:cubicBezTo>
                  <a:cubicBezTo>
                    <a:pt x="660" y="744"/>
                    <a:pt x="659" y="746"/>
                    <a:pt x="656" y="744"/>
                  </a:cubicBezTo>
                  <a:cubicBezTo>
                    <a:pt x="656" y="744"/>
                    <a:pt x="651" y="744"/>
                    <a:pt x="651" y="741"/>
                  </a:cubicBezTo>
                  <a:cubicBezTo>
                    <a:pt x="651" y="741"/>
                    <a:pt x="652" y="737"/>
                    <a:pt x="649" y="737"/>
                  </a:cubicBezTo>
                  <a:cubicBezTo>
                    <a:pt x="649" y="737"/>
                    <a:pt x="646" y="736"/>
                    <a:pt x="649" y="735"/>
                  </a:cubicBezTo>
                  <a:cubicBezTo>
                    <a:pt x="649" y="735"/>
                    <a:pt x="652" y="734"/>
                    <a:pt x="656" y="735"/>
                  </a:cubicBezTo>
                  <a:cubicBezTo>
                    <a:pt x="656" y="735"/>
                    <a:pt x="656" y="736"/>
                    <a:pt x="658" y="735"/>
                  </a:cubicBezTo>
                  <a:cubicBezTo>
                    <a:pt x="658" y="735"/>
                    <a:pt x="667" y="731"/>
                    <a:pt x="668" y="737"/>
                  </a:cubicBezTo>
                  <a:cubicBezTo>
                    <a:pt x="668" y="737"/>
                    <a:pt x="667" y="741"/>
                    <a:pt x="669" y="744"/>
                  </a:cubicBezTo>
                  <a:cubicBezTo>
                    <a:pt x="669" y="744"/>
                    <a:pt x="669" y="746"/>
                    <a:pt x="669" y="747"/>
                  </a:cubicBezTo>
                  <a:cubicBezTo>
                    <a:pt x="669" y="747"/>
                    <a:pt x="669" y="748"/>
                    <a:pt x="670" y="750"/>
                  </a:cubicBezTo>
                  <a:cubicBezTo>
                    <a:pt x="670" y="750"/>
                    <a:pt x="671" y="750"/>
                    <a:pt x="670" y="751"/>
                  </a:cubicBezTo>
                  <a:cubicBezTo>
                    <a:pt x="670" y="751"/>
                    <a:pt x="670" y="753"/>
                    <a:pt x="670" y="755"/>
                  </a:cubicBezTo>
                  <a:cubicBezTo>
                    <a:pt x="670" y="755"/>
                    <a:pt x="669" y="758"/>
                    <a:pt x="671" y="756"/>
                  </a:cubicBezTo>
                  <a:cubicBezTo>
                    <a:pt x="671" y="756"/>
                    <a:pt x="676" y="749"/>
                    <a:pt x="678" y="746"/>
                  </a:cubicBezTo>
                  <a:cubicBezTo>
                    <a:pt x="678" y="746"/>
                    <a:pt x="680" y="744"/>
                    <a:pt x="677" y="744"/>
                  </a:cubicBezTo>
                  <a:cubicBezTo>
                    <a:pt x="677" y="744"/>
                    <a:pt x="674" y="743"/>
                    <a:pt x="672" y="742"/>
                  </a:cubicBezTo>
                  <a:cubicBezTo>
                    <a:pt x="672" y="742"/>
                    <a:pt x="670" y="741"/>
                    <a:pt x="672" y="740"/>
                  </a:cubicBezTo>
                  <a:cubicBezTo>
                    <a:pt x="672" y="740"/>
                    <a:pt x="674" y="741"/>
                    <a:pt x="674" y="740"/>
                  </a:cubicBezTo>
                  <a:cubicBezTo>
                    <a:pt x="674" y="740"/>
                    <a:pt x="673" y="739"/>
                    <a:pt x="674" y="739"/>
                  </a:cubicBezTo>
                  <a:cubicBezTo>
                    <a:pt x="674" y="739"/>
                    <a:pt x="676" y="739"/>
                    <a:pt x="676" y="737"/>
                  </a:cubicBezTo>
                  <a:cubicBezTo>
                    <a:pt x="676" y="737"/>
                    <a:pt x="675" y="734"/>
                    <a:pt x="674" y="735"/>
                  </a:cubicBezTo>
                  <a:cubicBezTo>
                    <a:pt x="674" y="735"/>
                    <a:pt x="670" y="735"/>
                    <a:pt x="669" y="733"/>
                  </a:cubicBezTo>
                  <a:cubicBezTo>
                    <a:pt x="669" y="733"/>
                    <a:pt x="667" y="732"/>
                    <a:pt x="667" y="731"/>
                  </a:cubicBezTo>
                  <a:cubicBezTo>
                    <a:pt x="667" y="731"/>
                    <a:pt x="667" y="730"/>
                    <a:pt x="669" y="731"/>
                  </a:cubicBezTo>
                  <a:cubicBezTo>
                    <a:pt x="669" y="731"/>
                    <a:pt x="673" y="733"/>
                    <a:pt x="671" y="730"/>
                  </a:cubicBezTo>
                  <a:cubicBezTo>
                    <a:pt x="669" y="728"/>
                    <a:pt x="669" y="728"/>
                    <a:pt x="669" y="728"/>
                  </a:cubicBezTo>
                  <a:cubicBezTo>
                    <a:pt x="669" y="728"/>
                    <a:pt x="669" y="726"/>
                    <a:pt x="666" y="728"/>
                  </a:cubicBezTo>
                  <a:cubicBezTo>
                    <a:pt x="666" y="728"/>
                    <a:pt x="660" y="729"/>
                    <a:pt x="662" y="727"/>
                  </a:cubicBezTo>
                  <a:cubicBezTo>
                    <a:pt x="662" y="727"/>
                    <a:pt x="664" y="726"/>
                    <a:pt x="663" y="725"/>
                  </a:cubicBezTo>
                  <a:cubicBezTo>
                    <a:pt x="663" y="725"/>
                    <a:pt x="663" y="724"/>
                    <a:pt x="665" y="723"/>
                  </a:cubicBezTo>
                  <a:cubicBezTo>
                    <a:pt x="665" y="723"/>
                    <a:pt x="666" y="722"/>
                    <a:pt x="665" y="721"/>
                  </a:cubicBezTo>
                  <a:cubicBezTo>
                    <a:pt x="665" y="721"/>
                    <a:pt x="665" y="721"/>
                    <a:pt x="668" y="720"/>
                  </a:cubicBezTo>
                  <a:cubicBezTo>
                    <a:pt x="668" y="720"/>
                    <a:pt x="676" y="717"/>
                    <a:pt x="677" y="721"/>
                  </a:cubicBezTo>
                  <a:cubicBezTo>
                    <a:pt x="677" y="721"/>
                    <a:pt x="678" y="723"/>
                    <a:pt x="677" y="725"/>
                  </a:cubicBezTo>
                  <a:cubicBezTo>
                    <a:pt x="677" y="725"/>
                    <a:pt x="676" y="725"/>
                    <a:pt x="677" y="729"/>
                  </a:cubicBezTo>
                  <a:cubicBezTo>
                    <a:pt x="677" y="729"/>
                    <a:pt x="677" y="731"/>
                    <a:pt x="679" y="732"/>
                  </a:cubicBezTo>
                  <a:cubicBezTo>
                    <a:pt x="679" y="732"/>
                    <a:pt x="680" y="734"/>
                    <a:pt x="681" y="736"/>
                  </a:cubicBezTo>
                  <a:cubicBezTo>
                    <a:pt x="681" y="736"/>
                    <a:pt x="683" y="739"/>
                    <a:pt x="683" y="740"/>
                  </a:cubicBezTo>
                  <a:cubicBezTo>
                    <a:pt x="683" y="740"/>
                    <a:pt x="683" y="742"/>
                    <a:pt x="684" y="741"/>
                  </a:cubicBezTo>
                  <a:cubicBezTo>
                    <a:pt x="684" y="741"/>
                    <a:pt x="692" y="731"/>
                    <a:pt x="698" y="734"/>
                  </a:cubicBezTo>
                  <a:cubicBezTo>
                    <a:pt x="698" y="734"/>
                    <a:pt x="701" y="733"/>
                    <a:pt x="697" y="738"/>
                  </a:cubicBezTo>
                  <a:cubicBezTo>
                    <a:pt x="697" y="738"/>
                    <a:pt x="696" y="740"/>
                    <a:pt x="695" y="740"/>
                  </a:cubicBezTo>
                  <a:cubicBezTo>
                    <a:pt x="688" y="743"/>
                    <a:pt x="688" y="743"/>
                    <a:pt x="688" y="743"/>
                  </a:cubicBezTo>
                  <a:cubicBezTo>
                    <a:pt x="688" y="743"/>
                    <a:pt x="686" y="744"/>
                    <a:pt x="689" y="742"/>
                  </a:cubicBezTo>
                  <a:cubicBezTo>
                    <a:pt x="689" y="742"/>
                    <a:pt x="692" y="739"/>
                    <a:pt x="692" y="738"/>
                  </a:cubicBezTo>
                  <a:cubicBezTo>
                    <a:pt x="692" y="738"/>
                    <a:pt x="692" y="736"/>
                    <a:pt x="691" y="738"/>
                  </a:cubicBezTo>
                  <a:cubicBezTo>
                    <a:pt x="691" y="738"/>
                    <a:pt x="687" y="741"/>
                    <a:pt x="686" y="742"/>
                  </a:cubicBezTo>
                  <a:cubicBezTo>
                    <a:pt x="686" y="742"/>
                    <a:pt x="684" y="743"/>
                    <a:pt x="685" y="745"/>
                  </a:cubicBezTo>
                  <a:cubicBezTo>
                    <a:pt x="685" y="745"/>
                    <a:pt x="685" y="746"/>
                    <a:pt x="685" y="746"/>
                  </a:cubicBezTo>
                  <a:cubicBezTo>
                    <a:pt x="685" y="746"/>
                    <a:pt x="685" y="747"/>
                    <a:pt x="685" y="747"/>
                  </a:cubicBezTo>
                  <a:cubicBezTo>
                    <a:pt x="685" y="747"/>
                    <a:pt x="687" y="751"/>
                    <a:pt x="684" y="751"/>
                  </a:cubicBezTo>
                  <a:cubicBezTo>
                    <a:pt x="684" y="751"/>
                    <a:pt x="681" y="751"/>
                    <a:pt x="680" y="749"/>
                  </a:cubicBezTo>
                  <a:cubicBezTo>
                    <a:pt x="680" y="749"/>
                    <a:pt x="679" y="747"/>
                    <a:pt x="678" y="750"/>
                  </a:cubicBezTo>
                  <a:cubicBezTo>
                    <a:pt x="678" y="750"/>
                    <a:pt x="675" y="755"/>
                    <a:pt x="673" y="757"/>
                  </a:cubicBezTo>
                  <a:cubicBezTo>
                    <a:pt x="673" y="757"/>
                    <a:pt x="668" y="762"/>
                    <a:pt x="669" y="763"/>
                  </a:cubicBezTo>
                  <a:cubicBezTo>
                    <a:pt x="669" y="763"/>
                    <a:pt x="671" y="765"/>
                    <a:pt x="670" y="765"/>
                  </a:cubicBezTo>
                  <a:cubicBezTo>
                    <a:pt x="670" y="765"/>
                    <a:pt x="669" y="766"/>
                    <a:pt x="667" y="765"/>
                  </a:cubicBezTo>
                  <a:cubicBezTo>
                    <a:pt x="667" y="765"/>
                    <a:pt x="667" y="765"/>
                    <a:pt x="666" y="767"/>
                  </a:cubicBezTo>
                  <a:cubicBezTo>
                    <a:pt x="666" y="767"/>
                    <a:pt x="663" y="770"/>
                    <a:pt x="665" y="771"/>
                  </a:cubicBezTo>
                  <a:cubicBezTo>
                    <a:pt x="665" y="771"/>
                    <a:pt x="666" y="771"/>
                    <a:pt x="667" y="772"/>
                  </a:cubicBezTo>
                  <a:cubicBezTo>
                    <a:pt x="667" y="772"/>
                    <a:pt x="669" y="772"/>
                    <a:pt x="667" y="773"/>
                  </a:cubicBezTo>
                  <a:close/>
                  <a:moveTo>
                    <a:pt x="706" y="796"/>
                  </a:moveTo>
                  <a:cubicBezTo>
                    <a:pt x="706" y="796"/>
                    <a:pt x="706" y="797"/>
                    <a:pt x="706" y="799"/>
                  </a:cubicBezTo>
                  <a:cubicBezTo>
                    <a:pt x="706" y="799"/>
                    <a:pt x="706" y="800"/>
                    <a:pt x="705" y="801"/>
                  </a:cubicBezTo>
                  <a:cubicBezTo>
                    <a:pt x="695" y="808"/>
                    <a:pt x="695" y="808"/>
                    <a:pt x="695" y="808"/>
                  </a:cubicBezTo>
                  <a:cubicBezTo>
                    <a:pt x="695" y="808"/>
                    <a:pt x="694" y="807"/>
                    <a:pt x="693" y="809"/>
                  </a:cubicBezTo>
                  <a:cubicBezTo>
                    <a:pt x="693" y="809"/>
                    <a:pt x="693" y="808"/>
                    <a:pt x="692" y="808"/>
                  </a:cubicBezTo>
                  <a:cubicBezTo>
                    <a:pt x="692" y="808"/>
                    <a:pt x="692" y="808"/>
                    <a:pt x="692" y="809"/>
                  </a:cubicBezTo>
                  <a:cubicBezTo>
                    <a:pt x="692" y="809"/>
                    <a:pt x="690" y="808"/>
                    <a:pt x="690" y="809"/>
                  </a:cubicBezTo>
                  <a:cubicBezTo>
                    <a:pt x="684" y="810"/>
                    <a:pt x="684" y="810"/>
                    <a:pt x="684" y="810"/>
                  </a:cubicBezTo>
                  <a:cubicBezTo>
                    <a:pt x="684" y="810"/>
                    <a:pt x="682" y="810"/>
                    <a:pt x="685" y="809"/>
                  </a:cubicBezTo>
                  <a:cubicBezTo>
                    <a:pt x="685" y="809"/>
                    <a:pt x="692" y="807"/>
                    <a:pt x="688" y="807"/>
                  </a:cubicBezTo>
                  <a:cubicBezTo>
                    <a:pt x="688" y="807"/>
                    <a:pt x="686" y="806"/>
                    <a:pt x="688" y="806"/>
                  </a:cubicBezTo>
                  <a:cubicBezTo>
                    <a:pt x="688" y="806"/>
                    <a:pt x="695" y="801"/>
                    <a:pt x="697" y="796"/>
                  </a:cubicBezTo>
                  <a:cubicBezTo>
                    <a:pt x="697" y="796"/>
                    <a:pt x="704" y="785"/>
                    <a:pt x="695" y="779"/>
                  </a:cubicBezTo>
                  <a:cubicBezTo>
                    <a:pt x="695" y="779"/>
                    <a:pt x="691" y="779"/>
                    <a:pt x="688" y="784"/>
                  </a:cubicBezTo>
                  <a:cubicBezTo>
                    <a:pt x="688" y="784"/>
                    <a:pt x="686" y="789"/>
                    <a:pt x="683" y="790"/>
                  </a:cubicBezTo>
                  <a:cubicBezTo>
                    <a:pt x="683" y="790"/>
                    <a:pt x="678" y="789"/>
                    <a:pt x="675" y="787"/>
                  </a:cubicBezTo>
                  <a:cubicBezTo>
                    <a:pt x="675" y="787"/>
                    <a:pt x="672" y="786"/>
                    <a:pt x="675" y="786"/>
                  </a:cubicBezTo>
                  <a:cubicBezTo>
                    <a:pt x="675" y="786"/>
                    <a:pt x="676" y="786"/>
                    <a:pt x="678" y="784"/>
                  </a:cubicBezTo>
                  <a:cubicBezTo>
                    <a:pt x="678" y="784"/>
                    <a:pt x="681" y="783"/>
                    <a:pt x="681" y="782"/>
                  </a:cubicBezTo>
                  <a:cubicBezTo>
                    <a:pt x="681" y="782"/>
                    <a:pt x="683" y="779"/>
                    <a:pt x="685" y="777"/>
                  </a:cubicBezTo>
                  <a:cubicBezTo>
                    <a:pt x="685" y="777"/>
                    <a:pt x="688" y="775"/>
                    <a:pt x="689" y="773"/>
                  </a:cubicBezTo>
                  <a:cubicBezTo>
                    <a:pt x="689" y="773"/>
                    <a:pt x="689" y="771"/>
                    <a:pt x="687" y="772"/>
                  </a:cubicBezTo>
                  <a:cubicBezTo>
                    <a:pt x="687" y="772"/>
                    <a:pt x="683" y="776"/>
                    <a:pt x="679" y="769"/>
                  </a:cubicBezTo>
                  <a:cubicBezTo>
                    <a:pt x="679" y="769"/>
                    <a:pt x="679" y="761"/>
                    <a:pt x="678" y="764"/>
                  </a:cubicBezTo>
                  <a:cubicBezTo>
                    <a:pt x="678" y="764"/>
                    <a:pt x="676" y="769"/>
                    <a:pt x="673" y="770"/>
                  </a:cubicBezTo>
                  <a:cubicBezTo>
                    <a:pt x="673" y="770"/>
                    <a:pt x="671" y="771"/>
                    <a:pt x="669" y="770"/>
                  </a:cubicBezTo>
                  <a:cubicBezTo>
                    <a:pt x="669" y="770"/>
                    <a:pt x="666" y="769"/>
                    <a:pt x="669" y="769"/>
                  </a:cubicBezTo>
                  <a:cubicBezTo>
                    <a:pt x="669" y="769"/>
                    <a:pt x="672" y="768"/>
                    <a:pt x="674" y="764"/>
                  </a:cubicBezTo>
                  <a:cubicBezTo>
                    <a:pt x="674" y="764"/>
                    <a:pt x="676" y="761"/>
                    <a:pt x="676" y="759"/>
                  </a:cubicBezTo>
                  <a:cubicBezTo>
                    <a:pt x="676" y="759"/>
                    <a:pt x="675" y="758"/>
                    <a:pt x="678" y="757"/>
                  </a:cubicBezTo>
                  <a:cubicBezTo>
                    <a:pt x="678" y="757"/>
                    <a:pt x="684" y="752"/>
                    <a:pt x="688" y="755"/>
                  </a:cubicBezTo>
                  <a:cubicBezTo>
                    <a:pt x="688" y="755"/>
                    <a:pt x="689" y="757"/>
                    <a:pt x="688" y="760"/>
                  </a:cubicBezTo>
                  <a:cubicBezTo>
                    <a:pt x="688" y="760"/>
                    <a:pt x="687" y="762"/>
                    <a:pt x="690" y="765"/>
                  </a:cubicBezTo>
                  <a:cubicBezTo>
                    <a:pt x="690" y="765"/>
                    <a:pt x="694" y="767"/>
                    <a:pt x="695" y="766"/>
                  </a:cubicBezTo>
                  <a:cubicBezTo>
                    <a:pt x="695" y="766"/>
                    <a:pt x="700" y="762"/>
                    <a:pt x="702" y="763"/>
                  </a:cubicBezTo>
                  <a:cubicBezTo>
                    <a:pt x="702" y="763"/>
                    <a:pt x="706" y="763"/>
                    <a:pt x="705" y="766"/>
                  </a:cubicBezTo>
                  <a:cubicBezTo>
                    <a:pt x="705" y="766"/>
                    <a:pt x="704" y="768"/>
                    <a:pt x="704" y="769"/>
                  </a:cubicBezTo>
                  <a:cubicBezTo>
                    <a:pt x="704" y="769"/>
                    <a:pt x="704" y="769"/>
                    <a:pt x="702" y="770"/>
                  </a:cubicBezTo>
                  <a:cubicBezTo>
                    <a:pt x="702" y="770"/>
                    <a:pt x="699" y="772"/>
                    <a:pt x="702" y="775"/>
                  </a:cubicBezTo>
                  <a:cubicBezTo>
                    <a:pt x="707" y="782"/>
                    <a:pt x="707" y="782"/>
                    <a:pt x="707" y="782"/>
                  </a:cubicBezTo>
                  <a:cubicBezTo>
                    <a:pt x="707" y="782"/>
                    <a:pt x="709" y="788"/>
                    <a:pt x="708" y="793"/>
                  </a:cubicBezTo>
                  <a:cubicBezTo>
                    <a:pt x="708" y="793"/>
                    <a:pt x="707" y="795"/>
                    <a:pt x="706" y="796"/>
                  </a:cubicBezTo>
                  <a:close/>
                  <a:moveTo>
                    <a:pt x="452" y="787"/>
                  </a:moveTo>
                  <a:cubicBezTo>
                    <a:pt x="268" y="787"/>
                    <a:pt x="119" y="638"/>
                    <a:pt x="119" y="454"/>
                  </a:cubicBezTo>
                  <a:cubicBezTo>
                    <a:pt x="119" y="270"/>
                    <a:pt x="268" y="121"/>
                    <a:pt x="452" y="121"/>
                  </a:cubicBezTo>
                  <a:cubicBezTo>
                    <a:pt x="636" y="121"/>
                    <a:pt x="785" y="270"/>
                    <a:pt x="785" y="454"/>
                  </a:cubicBezTo>
                  <a:cubicBezTo>
                    <a:pt x="785" y="638"/>
                    <a:pt x="636" y="787"/>
                    <a:pt x="452" y="787"/>
                  </a:cubicBezTo>
                  <a:close/>
                  <a:moveTo>
                    <a:pt x="779" y="318"/>
                  </a:moveTo>
                  <a:cubicBezTo>
                    <a:pt x="776" y="310"/>
                    <a:pt x="775" y="303"/>
                    <a:pt x="778" y="296"/>
                  </a:cubicBezTo>
                  <a:cubicBezTo>
                    <a:pt x="780" y="290"/>
                    <a:pt x="785" y="285"/>
                    <a:pt x="793" y="282"/>
                  </a:cubicBezTo>
                  <a:cubicBezTo>
                    <a:pt x="798" y="280"/>
                    <a:pt x="802" y="279"/>
                    <a:pt x="806" y="279"/>
                  </a:cubicBezTo>
                  <a:cubicBezTo>
                    <a:pt x="809" y="279"/>
                    <a:pt x="812" y="280"/>
                    <a:pt x="815" y="281"/>
                  </a:cubicBezTo>
                  <a:cubicBezTo>
                    <a:pt x="817" y="283"/>
                    <a:pt x="820" y="284"/>
                    <a:pt x="822" y="286"/>
                  </a:cubicBezTo>
                  <a:cubicBezTo>
                    <a:pt x="824" y="289"/>
                    <a:pt x="827" y="293"/>
                    <a:pt x="828" y="297"/>
                  </a:cubicBezTo>
                  <a:cubicBezTo>
                    <a:pt x="832" y="305"/>
                    <a:pt x="832" y="312"/>
                    <a:pt x="829" y="318"/>
                  </a:cubicBezTo>
                  <a:cubicBezTo>
                    <a:pt x="827" y="325"/>
                    <a:pt x="822" y="330"/>
                    <a:pt x="814" y="333"/>
                  </a:cubicBezTo>
                  <a:cubicBezTo>
                    <a:pt x="806" y="336"/>
                    <a:pt x="799" y="336"/>
                    <a:pt x="793" y="333"/>
                  </a:cubicBezTo>
                  <a:cubicBezTo>
                    <a:pt x="787" y="331"/>
                    <a:pt x="782" y="325"/>
                    <a:pt x="779" y="318"/>
                  </a:cubicBezTo>
                  <a:close/>
                  <a:moveTo>
                    <a:pt x="841" y="337"/>
                  </a:moveTo>
                  <a:cubicBezTo>
                    <a:pt x="844" y="348"/>
                    <a:pt x="844" y="348"/>
                    <a:pt x="844" y="348"/>
                  </a:cubicBezTo>
                  <a:cubicBezTo>
                    <a:pt x="803" y="358"/>
                    <a:pt x="803" y="358"/>
                    <a:pt x="803" y="358"/>
                  </a:cubicBezTo>
                  <a:cubicBezTo>
                    <a:pt x="810" y="386"/>
                    <a:pt x="810" y="386"/>
                    <a:pt x="810" y="386"/>
                  </a:cubicBezTo>
                  <a:cubicBezTo>
                    <a:pt x="801" y="388"/>
                    <a:pt x="801" y="388"/>
                    <a:pt x="801" y="388"/>
                  </a:cubicBezTo>
                  <a:cubicBezTo>
                    <a:pt x="792" y="349"/>
                    <a:pt x="792" y="349"/>
                    <a:pt x="792" y="349"/>
                  </a:cubicBezTo>
                  <a:lnTo>
                    <a:pt x="841" y="337"/>
                  </a:lnTo>
                  <a:close/>
                  <a:moveTo>
                    <a:pt x="852" y="525"/>
                  </a:moveTo>
                  <a:cubicBezTo>
                    <a:pt x="816" y="528"/>
                    <a:pt x="816" y="528"/>
                    <a:pt x="816" y="528"/>
                  </a:cubicBezTo>
                  <a:cubicBezTo>
                    <a:pt x="848" y="545"/>
                    <a:pt x="848" y="545"/>
                    <a:pt x="848" y="545"/>
                  </a:cubicBezTo>
                  <a:cubicBezTo>
                    <a:pt x="845" y="562"/>
                    <a:pt x="845" y="562"/>
                    <a:pt x="845" y="562"/>
                  </a:cubicBezTo>
                  <a:cubicBezTo>
                    <a:pt x="794" y="552"/>
                    <a:pt x="794" y="552"/>
                    <a:pt x="794" y="552"/>
                  </a:cubicBezTo>
                  <a:cubicBezTo>
                    <a:pt x="796" y="541"/>
                    <a:pt x="796" y="541"/>
                    <a:pt x="796" y="541"/>
                  </a:cubicBezTo>
                  <a:cubicBezTo>
                    <a:pt x="836" y="549"/>
                    <a:pt x="836" y="549"/>
                    <a:pt x="836" y="549"/>
                  </a:cubicBezTo>
                  <a:cubicBezTo>
                    <a:pt x="798" y="530"/>
                    <a:pt x="798" y="530"/>
                    <a:pt x="798" y="530"/>
                  </a:cubicBezTo>
                  <a:cubicBezTo>
                    <a:pt x="801" y="519"/>
                    <a:pt x="801" y="519"/>
                    <a:pt x="801" y="519"/>
                  </a:cubicBezTo>
                  <a:cubicBezTo>
                    <a:pt x="843" y="516"/>
                    <a:pt x="843" y="516"/>
                    <a:pt x="843" y="516"/>
                  </a:cubicBezTo>
                  <a:cubicBezTo>
                    <a:pt x="803" y="508"/>
                    <a:pt x="803" y="508"/>
                    <a:pt x="803" y="508"/>
                  </a:cubicBezTo>
                  <a:cubicBezTo>
                    <a:pt x="805" y="498"/>
                    <a:pt x="805" y="498"/>
                    <a:pt x="805" y="498"/>
                  </a:cubicBezTo>
                  <a:cubicBezTo>
                    <a:pt x="856" y="508"/>
                    <a:pt x="856" y="508"/>
                    <a:pt x="856" y="508"/>
                  </a:cubicBezTo>
                  <a:lnTo>
                    <a:pt x="852" y="525"/>
                  </a:lnTo>
                  <a:close/>
                  <a:moveTo>
                    <a:pt x="816" y="474"/>
                  </a:moveTo>
                  <a:cubicBezTo>
                    <a:pt x="817" y="476"/>
                    <a:pt x="818" y="477"/>
                    <a:pt x="820" y="477"/>
                  </a:cubicBezTo>
                  <a:cubicBezTo>
                    <a:pt x="822" y="478"/>
                    <a:pt x="825" y="478"/>
                    <a:pt x="829" y="478"/>
                  </a:cubicBezTo>
                  <a:cubicBezTo>
                    <a:pt x="858" y="479"/>
                    <a:pt x="858" y="479"/>
                    <a:pt x="858" y="479"/>
                  </a:cubicBezTo>
                  <a:cubicBezTo>
                    <a:pt x="857" y="491"/>
                    <a:pt x="857" y="491"/>
                    <a:pt x="857" y="491"/>
                  </a:cubicBezTo>
                  <a:cubicBezTo>
                    <a:pt x="830" y="490"/>
                    <a:pt x="830" y="490"/>
                    <a:pt x="830" y="490"/>
                  </a:cubicBezTo>
                  <a:cubicBezTo>
                    <a:pt x="824" y="490"/>
                    <a:pt x="819" y="489"/>
                    <a:pt x="817" y="488"/>
                  </a:cubicBezTo>
                  <a:cubicBezTo>
                    <a:pt x="814" y="488"/>
                    <a:pt x="812" y="486"/>
                    <a:pt x="811" y="485"/>
                  </a:cubicBezTo>
                  <a:cubicBezTo>
                    <a:pt x="809" y="483"/>
                    <a:pt x="808" y="481"/>
                    <a:pt x="807" y="478"/>
                  </a:cubicBezTo>
                  <a:cubicBezTo>
                    <a:pt x="806" y="475"/>
                    <a:pt x="805" y="471"/>
                    <a:pt x="805" y="467"/>
                  </a:cubicBezTo>
                  <a:cubicBezTo>
                    <a:pt x="806" y="461"/>
                    <a:pt x="806" y="457"/>
                    <a:pt x="808" y="455"/>
                  </a:cubicBezTo>
                  <a:cubicBezTo>
                    <a:pt x="809" y="452"/>
                    <a:pt x="810" y="450"/>
                    <a:pt x="812" y="448"/>
                  </a:cubicBezTo>
                  <a:cubicBezTo>
                    <a:pt x="814" y="447"/>
                    <a:pt x="816" y="446"/>
                    <a:pt x="818" y="445"/>
                  </a:cubicBezTo>
                  <a:cubicBezTo>
                    <a:pt x="821" y="444"/>
                    <a:pt x="825" y="444"/>
                    <a:pt x="831" y="444"/>
                  </a:cubicBezTo>
                  <a:cubicBezTo>
                    <a:pt x="859" y="445"/>
                    <a:pt x="859" y="445"/>
                    <a:pt x="859" y="445"/>
                  </a:cubicBezTo>
                  <a:cubicBezTo>
                    <a:pt x="858" y="457"/>
                    <a:pt x="858" y="457"/>
                    <a:pt x="858" y="457"/>
                  </a:cubicBezTo>
                  <a:cubicBezTo>
                    <a:pt x="830" y="456"/>
                    <a:pt x="830" y="456"/>
                    <a:pt x="830" y="456"/>
                  </a:cubicBezTo>
                  <a:cubicBezTo>
                    <a:pt x="826" y="456"/>
                    <a:pt x="823" y="456"/>
                    <a:pt x="822" y="456"/>
                  </a:cubicBezTo>
                  <a:cubicBezTo>
                    <a:pt x="819" y="456"/>
                    <a:pt x="818" y="457"/>
                    <a:pt x="816" y="459"/>
                  </a:cubicBezTo>
                  <a:cubicBezTo>
                    <a:pt x="815" y="461"/>
                    <a:pt x="814" y="464"/>
                    <a:pt x="814" y="467"/>
                  </a:cubicBezTo>
                  <a:cubicBezTo>
                    <a:pt x="814" y="470"/>
                    <a:pt x="815" y="473"/>
                    <a:pt x="816" y="4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68">
              <a:extLst>
                <a:ext uri="{FF2B5EF4-FFF2-40B4-BE49-F238E27FC236}">
                  <a16:creationId xmlns:a16="http://schemas.microsoft.com/office/drawing/2014/main" id="{434E4E18-427D-4749-8268-8D82C4BD935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7558" y="4249111"/>
              <a:ext cx="41275" cy="39688"/>
            </a:xfrm>
            <a:custGeom>
              <a:avLst/>
              <a:gdLst>
                <a:gd name="T0" fmla="*/ 13 w 22"/>
                <a:gd name="T1" fmla="*/ 20 h 21"/>
                <a:gd name="T2" fmla="*/ 17 w 22"/>
                <a:gd name="T3" fmla="*/ 20 h 21"/>
                <a:gd name="T4" fmla="*/ 21 w 22"/>
                <a:gd name="T5" fmla="*/ 17 h 21"/>
                <a:gd name="T6" fmla="*/ 22 w 22"/>
                <a:gd name="T7" fmla="*/ 13 h 21"/>
                <a:gd name="T8" fmla="*/ 19 w 22"/>
                <a:gd name="T9" fmla="*/ 8 h 21"/>
                <a:gd name="T10" fmla="*/ 13 w 22"/>
                <a:gd name="T11" fmla="*/ 3 h 21"/>
                <a:gd name="T12" fmla="*/ 8 w 22"/>
                <a:gd name="T13" fmla="*/ 0 h 21"/>
                <a:gd name="T14" fmla="*/ 0 w 22"/>
                <a:gd name="T15" fmla="*/ 12 h 21"/>
                <a:gd name="T16" fmla="*/ 5 w 22"/>
                <a:gd name="T17" fmla="*/ 16 h 21"/>
                <a:gd name="T18" fmla="*/ 13 w 22"/>
                <a:gd name="T19" fmla="*/ 2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21">
                  <a:moveTo>
                    <a:pt x="13" y="20"/>
                  </a:moveTo>
                  <a:cubicBezTo>
                    <a:pt x="14" y="21"/>
                    <a:pt x="16" y="21"/>
                    <a:pt x="17" y="20"/>
                  </a:cubicBezTo>
                  <a:cubicBezTo>
                    <a:pt x="19" y="20"/>
                    <a:pt x="20" y="19"/>
                    <a:pt x="21" y="17"/>
                  </a:cubicBezTo>
                  <a:cubicBezTo>
                    <a:pt x="22" y="16"/>
                    <a:pt x="22" y="14"/>
                    <a:pt x="22" y="13"/>
                  </a:cubicBezTo>
                  <a:cubicBezTo>
                    <a:pt x="22" y="11"/>
                    <a:pt x="21" y="9"/>
                    <a:pt x="19" y="8"/>
                  </a:cubicBezTo>
                  <a:cubicBezTo>
                    <a:pt x="18" y="7"/>
                    <a:pt x="16" y="5"/>
                    <a:pt x="13" y="3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9" y="18"/>
                    <a:pt x="11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69">
              <a:extLst>
                <a:ext uri="{FF2B5EF4-FFF2-40B4-BE49-F238E27FC236}">
                  <a16:creationId xmlns:a16="http://schemas.microsoft.com/office/drawing/2014/main" id="{D700C67B-4D7A-45D5-B610-562ABFCAED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9270" y="5563561"/>
              <a:ext cx="33338" cy="52388"/>
            </a:xfrm>
            <a:custGeom>
              <a:avLst/>
              <a:gdLst>
                <a:gd name="T0" fmla="*/ 3 w 18"/>
                <a:gd name="T1" fmla="*/ 3 h 28"/>
                <a:gd name="T2" fmla="*/ 5 w 18"/>
                <a:gd name="T3" fmla="*/ 6 h 28"/>
                <a:gd name="T4" fmla="*/ 7 w 18"/>
                <a:gd name="T5" fmla="*/ 8 h 28"/>
                <a:gd name="T6" fmla="*/ 7 w 18"/>
                <a:gd name="T7" fmla="*/ 11 h 28"/>
                <a:gd name="T8" fmla="*/ 6 w 18"/>
                <a:gd name="T9" fmla="*/ 13 h 28"/>
                <a:gd name="T10" fmla="*/ 2 w 18"/>
                <a:gd name="T11" fmla="*/ 19 h 28"/>
                <a:gd name="T12" fmla="*/ 3 w 18"/>
                <a:gd name="T13" fmla="*/ 25 h 28"/>
                <a:gd name="T14" fmla="*/ 8 w 18"/>
                <a:gd name="T15" fmla="*/ 22 h 28"/>
                <a:gd name="T16" fmla="*/ 9 w 18"/>
                <a:gd name="T17" fmla="*/ 21 h 28"/>
                <a:gd name="T18" fmla="*/ 10 w 18"/>
                <a:gd name="T19" fmla="*/ 19 h 28"/>
                <a:gd name="T20" fmla="*/ 14 w 18"/>
                <a:gd name="T21" fmla="*/ 13 h 28"/>
                <a:gd name="T22" fmla="*/ 17 w 18"/>
                <a:gd name="T23" fmla="*/ 6 h 28"/>
                <a:gd name="T24" fmla="*/ 17 w 18"/>
                <a:gd name="T25" fmla="*/ 4 h 28"/>
                <a:gd name="T26" fmla="*/ 12 w 18"/>
                <a:gd name="T27" fmla="*/ 1 h 28"/>
                <a:gd name="T28" fmla="*/ 7 w 18"/>
                <a:gd name="T29" fmla="*/ 0 h 28"/>
                <a:gd name="T30" fmla="*/ 4 w 18"/>
                <a:gd name="T31" fmla="*/ 0 h 28"/>
                <a:gd name="T32" fmla="*/ 3 w 18"/>
                <a:gd name="T33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" h="28">
                  <a:moveTo>
                    <a:pt x="3" y="3"/>
                  </a:moveTo>
                  <a:cubicBezTo>
                    <a:pt x="4" y="4"/>
                    <a:pt x="5" y="6"/>
                    <a:pt x="5" y="6"/>
                  </a:cubicBezTo>
                  <a:cubicBezTo>
                    <a:pt x="6" y="8"/>
                    <a:pt x="7" y="8"/>
                    <a:pt x="7" y="8"/>
                  </a:cubicBezTo>
                  <a:cubicBezTo>
                    <a:pt x="8" y="9"/>
                    <a:pt x="7" y="11"/>
                    <a:pt x="7" y="11"/>
                  </a:cubicBezTo>
                  <a:cubicBezTo>
                    <a:pt x="6" y="12"/>
                    <a:pt x="6" y="13"/>
                    <a:pt x="6" y="13"/>
                  </a:cubicBezTo>
                  <a:cubicBezTo>
                    <a:pt x="5" y="16"/>
                    <a:pt x="2" y="19"/>
                    <a:pt x="2" y="19"/>
                  </a:cubicBezTo>
                  <a:cubicBezTo>
                    <a:pt x="0" y="21"/>
                    <a:pt x="3" y="25"/>
                    <a:pt x="3" y="25"/>
                  </a:cubicBezTo>
                  <a:cubicBezTo>
                    <a:pt x="4" y="28"/>
                    <a:pt x="8" y="22"/>
                    <a:pt x="8" y="22"/>
                  </a:cubicBezTo>
                  <a:cubicBezTo>
                    <a:pt x="8" y="21"/>
                    <a:pt x="9" y="21"/>
                    <a:pt x="9" y="21"/>
                  </a:cubicBezTo>
                  <a:cubicBezTo>
                    <a:pt x="10" y="20"/>
                    <a:pt x="10" y="19"/>
                    <a:pt x="10" y="19"/>
                  </a:cubicBezTo>
                  <a:cubicBezTo>
                    <a:pt x="12" y="16"/>
                    <a:pt x="14" y="13"/>
                    <a:pt x="14" y="13"/>
                  </a:cubicBezTo>
                  <a:cubicBezTo>
                    <a:pt x="15" y="12"/>
                    <a:pt x="17" y="6"/>
                    <a:pt x="17" y="6"/>
                  </a:cubicBezTo>
                  <a:cubicBezTo>
                    <a:pt x="18" y="6"/>
                    <a:pt x="17" y="4"/>
                    <a:pt x="17" y="4"/>
                  </a:cubicBezTo>
                  <a:cubicBezTo>
                    <a:pt x="17" y="3"/>
                    <a:pt x="12" y="1"/>
                    <a:pt x="12" y="1"/>
                  </a:cubicBezTo>
                  <a:cubicBezTo>
                    <a:pt x="11" y="1"/>
                    <a:pt x="9" y="0"/>
                    <a:pt x="7" y="0"/>
                  </a:cubicBezTo>
                  <a:cubicBezTo>
                    <a:pt x="6" y="0"/>
                    <a:pt x="4" y="0"/>
                    <a:pt x="4" y="0"/>
                  </a:cubicBezTo>
                  <a:cubicBezTo>
                    <a:pt x="1" y="1"/>
                    <a:pt x="3" y="3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70">
              <a:extLst>
                <a:ext uri="{FF2B5EF4-FFF2-40B4-BE49-F238E27FC236}">
                  <a16:creationId xmlns:a16="http://schemas.microsoft.com/office/drawing/2014/main" id="{BDF63ECB-E04D-4D9E-83A7-219A2ADA24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7745" y="4565023"/>
              <a:ext cx="68263" cy="63500"/>
            </a:xfrm>
            <a:custGeom>
              <a:avLst/>
              <a:gdLst>
                <a:gd name="T0" fmla="*/ 25 w 37"/>
                <a:gd name="T1" fmla="*/ 32 h 34"/>
                <a:gd name="T2" fmla="*/ 35 w 37"/>
                <a:gd name="T3" fmla="*/ 23 h 34"/>
                <a:gd name="T4" fmla="*/ 35 w 37"/>
                <a:gd name="T5" fmla="*/ 10 h 34"/>
                <a:gd name="T6" fmla="*/ 27 w 37"/>
                <a:gd name="T7" fmla="*/ 2 h 34"/>
                <a:gd name="T8" fmla="*/ 13 w 37"/>
                <a:gd name="T9" fmla="*/ 3 h 34"/>
                <a:gd name="T10" fmla="*/ 2 w 37"/>
                <a:gd name="T11" fmla="*/ 12 h 34"/>
                <a:gd name="T12" fmla="*/ 2 w 37"/>
                <a:gd name="T13" fmla="*/ 24 h 34"/>
                <a:gd name="T14" fmla="*/ 11 w 37"/>
                <a:gd name="T15" fmla="*/ 33 h 34"/>
                <a:gd name="T16" fmla="*/ 25 w 37"/>
                <a:gd name="T17" fmla="*/ 3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34">
                  <a:moveTo>
                    <a:pt x="25" y="32"/>
                  </a:moveTo>
                  <a:cubicBezTo>
                    <a:pt x="30" y="29"/>
                    <a:pt x="34" y="26"/>
                    <a:pt x="35" y="23"/>
                  </a:cubicBezTo>
                  <a:cubicBezTo>
                    <a:pt x="37" y="19"/>
                    <a:pt x="37" y="15"/>
                    <a:pt x="35" y="10"/>
                  </a:cubicBezTo>
                  <a:cubicBezTo>
                    <a:pt x="33" y="6"/>
                    <a:pt x="31" y="3"/>
                    <a:pt x="27" y="2"/>
                  </a:cubicBezTo>
                  <a:cubicBezTo>
                    <a:pt x="23" y="0"/>
                    <a:pt x="18" y="0"/>
                    <a:pt x="13" y="3"/>
                  </a:cubicBezTo>
                  <a:cubicBezTo>
                    <a:pt x="7" y="5"/>
                    <a:pt x="4" y="8"/>
                    <a:pt x="2" y="12"/>
                  </a:cubicBezTo>
                  <a:cubicBezTo>
                    <a:pt x="0" y="16"/>
                    <a:pt x="0" y="20"/>
                    <a:pt x="2" y="24"/>
                  </a:cubicBezTo>
                  <a:cubicBezTo>
                    <a:pt x="4" y="28"/>
                    <a:pt x="7" y="31"/>
                    <a:pt x="11" y="33"/>
                  </a:cubicBezTo>
                  <a:cubicBezTo>
                    <a:pt x="14" y="34"/>
                    <a:pt x="19" y="34"/>
                    <a:pt x="25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id="{F0B970F3-899F-4B6A-8544-6BEE66DCD1E8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C070401-592E-44D7-984E-F9FA8BBF29EA}"/>
              </a:ext>
            </a:extLst>
          </p:cNvPr>
          <p:cNvSpPr/>
          <p:nvPr userDrawn="1"/>
        </p:nvSpPr>
        <p:spPr>
          <a:xfrm>
            <a:off x="0" y="0"/>
            <a:ext cx="12192000" cy="114046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FEF23FB8-F858-4EF4-9A4C-8B27C02D45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6F7494B1-89CC-4440-9787-AE3C0855C8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53" name="文本占位符 52">
            <a:extLst>
              <a:ext uri="{FF2B5EF4-FFF2-40B4-BE49-F238E27FC236}">
                <a16:creationId xmlns:a16="http://schemas.microsoft.com/office/drawing/2014/main" id="{170122F7-E3E5-48F7-83C3-31548943A3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42552" y="2204791"/>
            <a:ext cx="2706708" cy="2336718"/>
          </a:xfrm>
        </p:spPr>
        <p:txBody>
          <a:bodyPr lIns="0" anchor="ctr" anchorCtr="0">
            <a:noAutofit/>
          </a:bodyPr>
          <a:lstStyle>
            <a:lvl1pPr marL="0" indent="0" algn="l">
              <a:buNone/>
              <a:defRPr sz="16800">
                <a:gradFill>
                  <a:gsLst>
                    <a:gs pos="0">
                      <a:schemeClr val="accent1">
                        <a:alpha val="90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27" name="标题 26">
            <a:extLst>
              <a:ext uri="{FF2B5EF4-FFF2-40B4-BE49-F238E27FC236}">
                <a16:creationId xmlns:a16="http://schemas.microsoft.com/office/drawing/2014/main" id="{1CA0DE95-F720-474E-97A3-DACAD6C3A7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552" y="3689995"/>
            <a:ext cx="4012560" cy="552357"/>
          </a:xfrm>
        </p:spPr>
        <p:txBody>
          <a:bodyPr lIns="0">
            <a:noAutofit/>
          </a:bodyPr>
          <a:lstStyle>
            <a:lvl1pPr algn="l">
              <a:defRPr sz="54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章节题目</a:t>
            </a:r>
          </a:p>
        </p:txBody>
      </p:sp>
      <p:pic>
        <p:nvPicPr>
          <p:cNvPr id="56" name="图片 55">
            <a:extLst>
              <a:ext uri="{FF2B5EF4-FFF2-40B4-BE49-F238E27FC236}">
                <a16:creationId xmlns:a16="http://schemas.microsoft.com/office/drawing/2014/main" id="{A5B702B5-21F7-4463-8119-20EDC12691B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401" y="611569"/>
            <a:ext cx="1747519" cy="417129"/>
          </a:xfrm>
          <a:prstGeom prst="rect">
            <a:avLst/>
          </a:prstGeom>
        </p:spPr>
      </p:pic>
      <p:sp>
        <p:nvSpPr>
          <p:cNvPr id="58" name="文本占位符 57">
            <a:extLst>
              <a:ext uri="{FF2B5EF4-FFF2-40B4-BE49-F238E27FC236}">
                <a16:creationId xmlns:a16="http://schemas.microsoft.com/office/drawing/2014/main" id="{B7188D90-168E-4649-910B-8A6A3BD06B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42552" y="4305568"/>
            <a:ext cx="4012560" cy="471882"/>
          </a:xfrm>
        </p:spPr>
        <p:txBody>
          <a:bodyPr lIns="0">
            <a:noAutofit/>
          </a:bodyPr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插入章节描述或者英文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D5F2F7C-B6BB-4975-90FC-43129AC459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30441" y="715440"/>
            <a:ext cx="4188460" cy="287835"/>
          </a:xfrm>
        </p:spPr>
        <p:txBody>
          <a:bodyPr rIns="0" bIns="0" anchor="b" anchorCtr="0">
            <a:normAutofit/>
          </a:bodyPr>
          <a:lstStyle>
            <a:lvl1pPr marL="0" indent="0" algn="r">
              <a:buNone/>
              <a:defRPr sz="1600" b="0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这里可以输入你的课题题目</a:t>
            </a:r>
          </a:p>
        </p:txBody>
      </p:sp>
    </p:spTree>
    <p:extLst>
      <p:ext uri="{BB962C8B-B14F-4D97-AF65-F5344CB8AC3E}">
        <p14:creationId xmlns:p14="http://schemas.microsoft.com/office/powerpoint/2010/main" val="1149512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C0EB142D-9574-4384-A5E6-34C00A42B34F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custGeom>
            <a:avLst/>
            <a:gdLst>
              <a:gd name="connsiteX0" fmla="*/ 373694 w 12192000"/>
              <a:gd name="connsiteY0" fmla="*/ 254634 h 6857999"/>
              <a:gd name="connsiteX1" fmla="*/ 289383 w 12192000"/>
              <a:gd name="connsiteY1" fmla="*/ 338945 h 6857999"/>
              <a:gd name="connsiteX2" fmla="*/ 289383 w 12192000"/>
              <a:gd name="connsiteY2" fmla="*/ 6519056 h 6857999"/>
              <a:gd name="connsiteX3" fmla="*/ 373694 w 12192000"/>
              <a:gd name="connsiteY3" fmla="*/ 6603367 h 6857999"/>
              <a:gd name="connsiteX4" fmla="*/ 11818307 w 12192000"/>
              <a:gd name="connsiteY4" fmla="*/ 6603367 h 6857999"/>
              <a:gd name="connsiteX5" fmla="*/ 11902618 w 12192000"/>
              <a:gd name="connsiteY5" fmla="*/ 6519056 h 6857999"/>
              <a:gd name="connsiteX6" fmla="*/ 11902618 w 12192000"/>
              <a:gd name="connsiteY6" fmla="*/ 338945 h 6857999"/>
              <a:gd name="connsiteX7" fmla="*/ 11818307 w 12192000"/>
              <a:gd name="connsiteY7" fmla="*/ 254634 h 6857999"/>
              <a:gd name="connsiteX8" fmla="*/ 0 w 12192000"/>
              <a:gd name="connsiteY8" fmla="*/ 0 h 6857999"/>
              <a:gd name="connsiteX9" fmla="*/ 12192000 w 12192000"/>
              <a:gd name="connsiteY9" fmla="*/ 0 h 6857999"/>
              <a:gd name="connsiteX10" fmla="*/ 12192000 w 12192000"/>
              <a:gd name="connsiteY10" fmla="*/ 6857999 h 6857999"/>
              <a:gd name="connsiteX11" fmla="*/ 0 w 12192000"/>
              <a:gd name="connsiteY11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7999">
                <a:moveTo>
                  <a:pt x="373694" y="254634"/>
                </a:moveTo>
                <a:cubicBezTo>
                  <a:pt x="327130" y="254634"/>
                  <a:pt x="289383" y="292381"/>
                  <a:pt x="289383" y="338945"/>
                </a:cubicBezTo>
                <a:lnTo>
                  <a:pt x="289383" y="6519056"/>
                </a:lnTo>
                <a:cubicBezTo>
                  <a:pt x="289383" y="6565620"/>
                  <a:pt x="327130" y="6603367"/>
                  <a:pt x="373694" y="6603367"/>
                </a:cubicBezTo>
                <a:lnTo>
                  <a:pt x="11818307" y="6603367"/>
                </a:lnTo>
                <a:cubicBezTo>
                  <a:pt x="11864871" y="6603367"/>
                  <a:pt x="11902618" y="6565620"/>
                  <a:pt x="11902618" y="6519056"/>
                </a:cubicBezTo>
                <a:lnTo>
                  <a:pt x="11902618" y="338945"/>
                </a:lnTo>
                <a:cubicBezTo>
                  <a:pt x="11902618" y="292381"/>
                  <a:pt x="11864871" y="254634"/>
                  <a:pt x="11818307" y="254634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19665FE-503E-4460-BDD1-6DCF431D60E5}"/>
              </a:ext>
            </a:extLst>
          </p:cNvPr>
          <p:cNvSpPr/>
          <p:nvPr userDrawn="1"/>
        </p:nvSpPr>
        <p:spPr>
          <a:xfrm>
            <a:off x="289383" y="254634"/>
            <a:ext cx="11613235" cy="6348733"/>
          </a:xfrm>
          <a:prstGeom prst="roundRect">
            <a:avLst>
              <a:gd name="adj" fmla="val 1328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76200" sx="101000" sy="101000" algn="ctr" rotWithShape="0">
              <a:prstClr val="black">
                <a:alpha val="3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429AF2EF-D536-42D3-86A7-16327B81A270}"/>
              </a:ext>
            </a:extLst>
          </p:cNvPr>
          <p:cNvGrpSpPr/>
          <p:nvPr userDrawn="1"/>
        </p:nvGrpSpPr>
        <p:grpSpPr>
          <a:xfrm>
            <a:off x="8817557" y="0"/>
            <a:ext cx="6882359" cy="6858000"/>
            <a:chOff x="4804858" y="3977648"/>
            <a:chExt cx="1793875" cy="1787526"/>
          </a:xfrm>
          <a:solidFill>
            <a:schemeClr val="bg1">
              <a:lumMod val="85000"/>
              <a:alpha val="40000"/>
            </a:schemeClr>
          </a:solidFill>
        </p:grpSpPr>
        <p:sp>
          <p:nvSpPr>
            <p:cNvPr id="42" name="Rectangle 51">
              <a:extLst>
                <a:ext uri="{FF2B5EF4-FFF2-40B4-BE49-F238E27FC236}">
                  <a16:creationId xmlns:a16="http://schemas.microsoft.com/office/drawing/2014/main" id="{6713D310-EEAB-4462-AE9C-747C64BF35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7383" y="4693611"/>
              <a:ext cx="7938" cy="15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52">
              <a:extLst>
                <a:ext uri="{FF2B5EF4-FFF2-40B4-BE49-F238E27FC236}">
                  <a16:creationId xmlns:a16="http://schemas.microsoft.com/office/drawing/2014/main" id="{FDF2ACF9-F5B5-4A65-9F62-CA1334D7F0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7608" y="4339598"/>
              <a:ext cx="917575" cy="1074738"/>
            </a:xfrm>
            <a:custGeom>
              <a:avLst/>
              <a:gdLst>
                <a:gd name="T0" fmla="*/ 342 w 495"/>
                <a:gd name="T1" fmla="*/ 490 h 581"/>
                <a:gd name="T2" fmla="*/ 267 w 495"/>
                <a:gd name="T3" fmla="*/ 393 h 581"/>
                <a:gd name="T4" fmla="*/ 155 w 495"/>
                <a:gd name="T5" fmla="*/ 426 h 581"/>
                <a:gd name="T6" fmla="*/ 159 w 495"/>
                <a:gd name="T7" fmla="*/ 351 h 581"/>
                <a:gd name="T8" fmla="*/ 108 w 495"/>
                <a:gd name="T9" fmla="*/ 266 h 581"/>
                <a:gd name="T10" fmla="*/ 118 w 495"/>
                <a:gd name="T11" fmla="*/ 114 h 581"/>
                <a:gd name="T12" fmla="*/ 157 w 495"/>
                <a:gd name="T13" fmla="*/ 118 h 581"/>
                <a:gd name="T14" fmla="*/ 168 w 495"/>
                <a:gd name="T15" fmla="*/ 129 h 581"/>
                <a:gd name="T16" fmla="*/ 173 w 495"/>
                <a:gd name="T17" fmla="*/ 168 h 581"/>
                <a:gd name="T18" fmla="*/ 68 w 495"/>
                <a:gd name="T19" fmla="*/ 266 h 581"/>
                <a:gd name="T20" fmla="*/ 153 w 495"/>
                <a:gd name="T21" fmla="*/ 111 h 581"/>
                <a:gd name="T22" fmla="*/ 142 w 495"/>
                <a:gd name="T23" fmla="*/ 149 h 581"/>
                <a:gd name="T24" fmla="*/ 181 w 495"/>
                <a:gd name="T25" fmla="*/ 133 h 581"/>
                <a:gd name="T26" fmla="*/ 182 w 495"/>
                <a:gd name="T27" fmla="*/ 47 h 581"/>
                <a:gd name="T28" fmla="*/ 197 w 495"/>
                <a:gd name="T29" fmla="*/ 282 h 581"/>
                <a:gd name="T30" fmla="*/ 199 w 495"/>
                <a:gd name="T31" fmla="*/ 136 h 581"/>
                <a:gd name="T32" fmla="*/ 201 w 495"/>
                <a:gd name="T33" fmla="*/ 5 h 581"/>
                <a:gd name="T34" fmla="*/ 212 w 495"/>
                <a:gd name="T35" fmla="*/ 61 h 581"/>
                <a:gd name="T36" fmla="*/ 256 w 495"/>
                <a:gd name="T37" fmla="*/ 145 h 581"/>
                <a:gd name="T38" fmla="*/ 279 w 495"/>
                <a:gd name="T39" fmla="*/ 84 h 581"/>
                <a:gd name="T40" fmla="*/ 358 w 495"/>
                <a:gd name="T41" fmla="*/ 54 h 581"/>
                <a:gd name="T42" fmla="*/ 412 w 495"/>
                <a:gd name="T43" fmla="*/ 93 h 581"/>
                <a:gd name="T44" fmla="*/ 431 w 495"/>
                <a:gd name="T45" fmla="*/ 95 h 581"/>
                <a:gd name="T46" fmla="*/ 463 w 495"/>
                <a:gd name="T47" fmla="*/ 155 h 581"/>
                <a:gd name="T48" fmla="*/ 222 w 495"/>
                <a:gd name="T49" fmla="*/ 279 h 581"/>
                <a:gd name="T50" fmla="*/ 350 w 495"/>
                <a:gd name="T51" fmla="*/ 257 h 581"/>
                <a:gd name="T52" fmla="*/ 398 w 495"/>
                <a:gd name="T53" fmla="*/ 210 h 581"/>
                <a:gd name="T54" fmla="*/ 407 w 495"/>
                <a:gd name="T55" fmla="*/ 219 h 581"/>
                <a:gd name="T56" fmla="*/ 412 w 495"/>
                <a:gd name="T57" fmla="*/ 451 h 581"/>
                <a:gd name="T58" fmla="*/ 406 w 495"/>
                <a:gd name="T59" fmla="*/ 320 h 581"/>
                <a:gd name="T60" fmla="*/ 469 w 495"/>
                <a:gd name="T61" fmla="*/ 184 h 581"/>
                <a:gd name="T62" fmla="*/ 460 w 495"/>
                <a:gd name="T63" fmla="*/ 233 h 581"/>
                <a:gd name="T64" fmla="*/ 384 w 495"/>
                <a:gd name="T65" fmla="*/ 222 h 581"/>
                <a:gd name="T66" fmla="*/ 421 w 495"/>
                <a:gd name="T67" fmla="*/ 188 h 581"/>
                <a:gd name="T68" fmla="*/ 364 w 495"/>
                <a:gd name="T69" fmla="*/ 225 h 581"/>
                <a:gd name="T70" fmla="*/ 361 w 495"/>
                <a:gd name="T71" fmla="*/ 188 h 581"/>
                <a:gd name="T72" fmla="*/ 387 w 495"/>
                <a:gd name="T73" fmla="*/ 356 h 581"/>
                <a:gd name="T74" fmla="*/ 220 w 495"/>
                <a:gd name="T75" fmla="*/ 351 h 581"/>
                <a:gd name="T76" fmla="*/ 236 w 495"/>
                <a:gd name="T77" fmla="*/ 315 h 581"/>
                <a:gd name="T78" fmla="*/ 207 w 495"/>
                <a:gd name="T79" fmla="*/ 171 h 581"/>
                <a:gd name="T80" fmla="*/ 239 w 495"/>
                <a:gd name="T81" fmla="*/ 166 h 581"/>
                <a:gd name="T82" fmla="*/ 252 w 495"/>
                <a:gd name="T83" fmla="*/ 158 h 581"/>
                <a:gd name="T84" fmla="*/ 270 w 495"/>
                <a:gd name="T85" fmla="*/ 130 h 581"/>
                <a:gd name="T86" fmla="*/ 279 w 495"/>
                <a:gd name="T87" fmla="*/ 100 h 581"/>
                <a:gd name="T88" fmla="*/ 394 w 495"/>
                <a:gd name="T89" fmla="*/ 130 h 581"/>
                <a:gd name="T90" fmla="*/ 438 w 495"/>
                <a:gd name="T91" fmla="*/ 100 h 581"/>
                <a:gd name="T92" fmla="*/ 439 w 495"/>
                <a:gd name="T93" fmla="*/ 153 h 581"/>
                <a:gd name="T94" fmla="*/ 457 w 495"/>
                <a:gd name="T95" fmla="*/ 159 h 581"/>
                <a:gd name="T96" fmla="*/ 475 w 495"/>
                <a:gd name="T97" fmla="*/ 100 h 581"/>
                <a:gd name="T98" fmla="*/ 456 w 495"/>
                <a:gd name="T99" fmla="*/ 80 h 581"/>
                <a:gd name="T100" fmla="*/ 344 w 495"/>
                <a:gd name="T101" fmla="*/ 34 h 581"/>
                <a:gd name="T102" fmla="*/ 207 w 495"/>
                <a:gd name="T103" fmla="*/ 0 h 581"/>
                <a:gd name="T104" fmla="*/ 173 w 495"/>
                <a:gd name="T105" fmla="*/ 7 h 581"/>
                <a:gd name="T106" fmla="*/ 144 w 495"/>
                <a:gd name="T107" fmla="*/ 23 h 581"/>
                <a:gd name="T108" fmla="*/ 122 w 495"/>
                <a:gd name="T109" fmla="*/ 51 h 581"/>
                <a:gd name="T110" fmla="*/ 149 w 495"/>
                <a:gd name="T111" fmla="*/ 82 h 581"/>
                <a:gd name="T112" fmla="*/ 59 w 495"/>
                <a:gd name="T113" fmla="*/ 98 h 581"/>
                <a:gd name="T114" fmla="*/ 108 w 495"/>
                <a:gd name="T115" fmla="*/ 286 h 581"/>
                <a:gd name="T116" fmla="*/ 153 w 495"/>
                <a:gd name="T117" fmla="*/ 307 h 581"/>
                <a:gd name="T118" fmla="*/ 103 w 495"/>
                <a:gd name="T119" fmla="*/ 418 h 581"/>
                <a:gd name="T120" fmla="*/ 495 w 495"/>
                <a:gd name="T121" fmla="*/ 512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5" h="581">
                  <a:moveTo>
                    <a:pt x="370" y="368"/>
                  </a:moveTo>
                  <a:cubicBezTo>
                    <a:pt x="334" y="361"/>
                    <a:pt x="334" y="361"/>
                    <a:pt x="334" y="361"/>
                  </a:cubicBezTo>
                  <a:cubicBezTo>
                    <a:pt x="290" y="370"/>
                    <a:pt x="290" y="370"/>
                    <a:pt x="290" y="370"/>
                  </a:cubicBezTo>
                  <a:cubicBezTo>
                    <a:pt x="299" y="361"/>
                    <a:pt x="299" y="361"/>
                    <a:pt x="299" y="361"/>
                  </a:cubicBezTo>
                  <a:cubicBezTo>
                    <a:pt x="338" y="349"/>
                    <a:pt x="338" y="349"/>
                    <a:pt x="338" y="349"/>
                  </a:cubicBezTo>
                  <a:cubicBezTo>
                    <a:pt x="377" y="362"/>
                    <a:pt x="377" y="362"/>
                    <a:pt x="377" y="362"/>
                  </a:cubicBezTo>
                  <a:lnTo>
                    <a:pt x="370" y="368"/>
                  </a:lnTo>
                  <a:close/>
                  <a:moveTo>
                    <a:pt x="342" y="490"/>
                  </a:moveTo>
                  <a:cubicBezTo>
                    <a:pt x="338" y="469"/>
                    <a:pt x="338" y="469"/>
                    <a:pt x="338" y="469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65" y="420"/>
                    <a:pt x="365" y="420"/>
                    <a:pt x="365" y="420"/>
                  </a:cubicBezTo>
                  <a:cubicBezTo>
                    <a:pt x="376" y="493"/>
                    <a:pt x="376" y="493"/>
                    <a:pt x="376" y="493"/>
                  </a:cubicBezTo>
                  <a:cubicBezTo>
                    <a:pt x="365" y="492"/>
                    <a:pt x="354" y="491"/>
                    <a:pt x="342" y="490"/>
                  </a:cubicBezTo>
                  <a:close/>
                  <a:moveTo>
                    <a:pt x="267" y="393"/>
                  </a:moveTo>
                  <a:cubicBezTo>
                    <a:pt x="300" y="401"/>
                    <a:pt x="300" y="401"/>
                    <a:pt x="300" y="401"/>
                  </a:cubicBezTo>
                  <a:cubicBezTo>
                    <a:pt x="345" y="384"/>
                    <a:pt x="345" y="384"/>
                    <a:pt x="345" y="384"/>
                  </a:cubicBezTo>
                  <a:cubicBezTo>
                    <a:pt x="370" y="396"/>
                    <a:pt x="370" y="396"/>
                    <a:pt x="370" y="396"/>
                  </a:cubicBezTo>
                  <a:cubicBezTo>
                    <a:pt x="345" y="392"/>
                    <a:pt x="345" y="392"/>
                    <a:pt x="345" y="392"/>
                  </a:cubicBezTo>
                  <a:cubicBezTo>
                    <a:pt x="299" y="409"/>
                    <a:pt x="299" y="409"/>
                    <a:pt x="299" y="409"/>
                  </a:cubicBezTo>
                  <a:lnTo>
                    <a:pt x="267" y="393"/>
                  </a:lnTo>
                  <a:close/>
                  <a:moveTo>
                    <a:pt x="172" y="472"/>
                  </a:moveTo>
                  <a:cubicBezTo>
                    <a:pt x="155" y="426"/>
                    <a:pt x="155" y="426"/>
                    <a:pt x="155" y="426"/>
                  </a:cubicBezTo>
                  <a:cubicBezTo>
                    <a:pt x="132" y="419"/>
                    <a:pt x="132" y="419"/>
                    <a:pt x="132" y="419"/>
                  </a:cubicBezTo>
                  <a:cubicBezTo>
                    <a:pt x="171" y="407"/>
                    <a:pt x="171" y="407"/>
                    <a:pt x="171" y="407"/>
                  </a:cubicBezTo>
                  <a:cubicBezTo>
                    <a:pt x="186" y="457"/>
                    <a:pt x="186" y="457"/>
                    <a:pt x="186" y="457"/>
                  </a:cubicBezTo>
                  <a:cubicBezTo>
                    <a:pt x="278" y="443"/>
                    <a:pt x="278" y="443"/>
                    <a:pt x="278" y="443"/>
                  </a:cubicBezTo>
                  <a:lnTo>
                    <a:pt x="172" y="472"/>
                  </a:lnTo>
                  <a:close/>
                  <a:moveTo>
                    <a:pt x="155" y="326"/>
                  </a:moveTo>
                  <a:cubicBezTo>
                    <a:pt x="159" y="326"/>
                    <a:pt x="159" y="326"/>
                    <a:pt x="159" y="326"/>
                  </a:cubicBezTo>
                  <a:cubicBezTo>
                    <a:pt x="159" y="351"/>
                    <a:pt x="159" y="351"/>
                    <a:pt x="159" y="351"/>
                  </a:cubicBezTo>
                  <a:cubicBezTo>
                    <a:pt x="155" y="351"/>
                    <a:pt x="155" y="351"/>
                    <a:pt x="155" y="351"/>
                  </a:cubicBezTo>
                  <a:lnTo>
                    <a:pt x="155" y="326"/>
                  </a:lnTo>
                  <a:close/>
                  <a:moveTo>
                    <a:pt x="164" y="326"/>
                  </a:moveTo>
                  <a:cubicBezTo>
                    <a:pt x="187" y="326"/>
                    <a:pt x="187" y="326"/>
                    <a:pt x="187" y="326"/>
                  </a:cubicBezTo>
                  <a:cubicBezTo>
                    <a:pt x="187" y="351"/>
                    <a:pt x="187" y="351"/>
                    <a:pt x="187" y="351"/>
                  </a:cubicBezTo>
                  <a:cubicBezTo>
                    <a:pt x="164" y="351"/>
                    <a:pt x="164" y="351"/>
                    <a:pt x="164" y="351"/>
                  </a:cubicBezTo>
                  <a:lnTo>
                    <a:pt x="164" y="326"/>
                  </a:lnTo>
                  <a:close/>
                  <a:moveTo>
                    <a:pt x="108" y="266"/>
                  </a:moveTo>
                  <a:cubicBezTo>
                    <a:pt x="108" y="266"/>
                    <a:pt x="108" y="266"/>
                    <a:pt x="108" y="266"/>
                  </a:cubicBezTo>
                  <a:cubicBezTo>
                    <a:pt x="79" y="266"/>
                    <a:pt x="79" y="266"/>
                    <a:pt x="79" y="266"/>
                  </a:cubicBezTo>
                  <a:cubicBezTo>
                    <a:pt x="79" y="100"/>
                    <a:pt x="79" y="100"/>
                    <a:pt x="79" y="100"/>
                  </a:cubicBezTo>
                  <a:cubicBezTo>
                    <a:pt x="110" y="100"/>
                    <a:pt x="110" y="100"/>
                    <a:pt x="110" y="100"/>
                  </a:cubicBezTo>
                  <a:cubicBezTo>
                    <a:pt x="110" y="98"/>
                    <a:pt x="110" y="98"/>
                    <a:pt x="110" y="98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9" y="99"/>
                    <a:pt x="149" y="100"/>
                    <a:pt x="150" y="101"/>
                  </a:cubicBezTo>
                  <a:cubicBezTo>
                    <a:pt x="118" y="114"/>
                    <a:pt x="118" y="114"/>
                    <a:pt x="118" y="114"/>
                  </a:cubicBezTo>
                  <a:cubicBezTo>
                    <a:pt x="117" y="112"/>
                    <a:pt x="117" y="112"/>
                    <a:pt x="117" y="112"/>
                  </a:cubicBezTo>
                  <a:cubicBezTo>
                    <a:pt x="117" y="112"/>
                    <a:pt x="117" y="112"/>
                    <a:pt x="117" y="112"/>
                  </a:cubicBezTo>
                  <a:cubicBezTo>
                    <a:pt x="113" y="114"/>
                    <a:pt x="113" y="114"/>
                    <a:pt x="113" y="114"/>
                  </a:cubicBezTo>
                  <a:cubicBezTo>
                    <a:pt x="120" y="132"/>
                    <a:pt x="120" y="132"/>
                    <a:pt x="120" y="132"/>
                  </a:cubicBezTo>
                  <a:cubicBezTo>
                    <a:pt x="124" y="130"/>
                    <a:pt x="124" y="130"/>
                    <a:pt x="124" y="130"/>
                  </a:cubicBezTo>
                  <a:cubicBezTo>
                    <a:pt x="123" y="128"/>
                    <a:pt x="123" y="128"/>
                    <a:pt x="123" y="128"/>
                  </a:cubicBezTo>
                  <a:cubicBezTo>
                    <a:pt x="155" y="115"/>
                    <a:pt x="155" y="115"/>
                    <a:pt x="155" y="115"/>
                  </a:cubicBezTo>
                  <a:cubicBezTo>
                    <a:pt x="156" y="116"/>
                    <a:pt x="157" y="117"/>
                    <a:pt x="157" y="118"/>
                  </a:cubicBezTo>
                  <a:cubicBezTo>
                    <a:pt x="134" y="142"/>
                    <a:pt x="134" y="142"/>
                    <a:pt x="134" y="142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29" y="144"/>
                    <a:pt x="129" y="144"/>
                    <a:pt x="129" y="144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46" y="155"/>
                    <a:pt x="146" y="155"/>
                    <a:pt x="146" y="155"/>
                  </a:cubicBezTo>
                  <a:cubicBezTo>
                    <a:pt x="144" y="153"/>
                    <a:pt x="144" y="153"/>
                    <a:pt x="144" y="153"/>
                  </a:cubicBezTo>
                  <a:cubicBezTo>
                    <a:pt x="168" y="129"/>
                    <a:pt x="168" y="129"/>
                    <a:pt x="168" y="129"/>
                  </a:cubicBezTo>
                  <a:cubicBezTo>
                    <a:pt x="169" y="130"/>
                    <a:pt x="170" y="131"/>
                    <a:pt x="171" y="131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57" y="162"/>
                    <a:pt x="157" y="162"/>
                    <a:pt x="157" y="162"/>
                  </a:cubicBezTo>
                  <a:cubicBezTo>
                    <a:pt x="157" y="162"/>
                    <a:pt x="157" y="162"/>
                    <a:pt x="157" y="162"/>
                  </a:cubicBezTo>
                  <a:cubicBezTo>
                    <a:pt x="155" y="166"/>
                    <a:pt x="155" y="166"/>
                    <a:pt x="155" y="166"/>
                  </a:cubicBezTo>
                  <a:cubicBezTo>
                    <a:pt x="173" y="173"/>
                    <a:pt x="173" y="173"/>
                    <a:pt x="173" y="173"/>
                  </a:cubicBezTo>
                  <a:cubicBezTo>
                    <a:pt x="175" y="169"/>
                    <a:pt x="175" y="169"/>
                    <a:pt x="175" y="169"/>
                  </a:cubicBezTo>
                  <a:cubicBezTo>
                    <a:pt x="173" y="168"/>
                    <a:pt x="173" y="168"/>
                    <a:pt x="173" y="168"/>
                  </a:cubicBezTo>
                  <a:cubicBezTo>
                    <a:pt x="185" y="137"/>
                    <a:pt x="185" y="137"/>
                    <a:pt x="185" y="137"/>
                  </a:cubicBezTo>
                  <a:cubicBezTo>
                    <a:pt x="187" y="137"/>
                    <a:pt x="188" y="138"/>
                    <a:pt x="190" y="138"/>
                  </a:cubicBezTo>
                  <a:cubicBezTo>
                    <a:pt x="190" y="171"/>
                    <a:pt x="190" y="171"/>
                    <a:pt x="190" y="171"/>
                  </a:cubicBezTo>
                  <a:cubicBezTo>
                    <a:pt x="187" y="171"/>
                    <a:pt x="187" y="171"/>
                    <a:pt x="187" y="171"/>
                  </a:cubicBezTo>
                  <a:cubicBezTo>
                    <a:pt x="187" y="266"/>
                    <a:pt x="187" y="266"/>
                    <a:pt x="187" y="266"/>
                  </a:cubicBezTo>
                  <a:lnTo>
                    <a:pt x="108" y="266"/>
                  </a:lnTo>
                  <a:close/>
                  <a:moveTo>
                    <a:pt x="74" y="266"/>
                  </a:moveTo>
                  <a:cubicBezTo>
                    <a:pt x="68" y="266"/>
                    <a:pt x="68" y="266"/>
                    <a:pt x="68" y="266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74" y="100"/>
                    <a:pt x="74" y="100"/>
                    <a:pt x="74" y="100"/>
                  </a:cubicBezTo>
                  <a:lnTo>
                    <a:pt x="74" y="266"/>
                  </a:lnTo>
                  <a:close/>
                  <a:moveTo>
                    <a:pt x="153" y="111"/>
                  </a:moveTo>
                  <a:cubicBezTo>
                    <a:pt x="153" y="112"/>
                    <a:pt x="154" y="112"/>
                    <a:pt x="154" y="113"/>
                  </a:cubicBezTo>
                  <a:cubicBezTo>
                    <a:pt x="125" y="125"/>
                    <a:pt x="125" y="125"/>
                    <a:pt x="125" y="125"/>
                  </a:cubicBezTo>
                  <a:cubicBezTo>
                    <a:pt x="124" y="123"/>
                    <a:pt x="124" y="123"/>
                    <a:pt x="124" y="123"/>
                  </a:cubicBezTo>
                  <a:lnTo>
                    <a:pt x="153" y="111"/>
                  </a:lnTo>
                  <a:close/>
                  <a:moveTo>
                    <a:pt x="122" y="57"/>
                  </a:moveTo>
                  <a:cubicBezTo>
                    <a:pt x="123" y="55"/>
                    <a:pt x="123" y="55"/>
                    <a:pt x="123" y="55"/>
                  </a:cubicBezTo>
                  <a:cubicBezTo>
                    <a:pt x="156" y="69"/>
                    <a:pt x="156" y="69"/>
                    <a:pt x="156" y="69"/>
                  </a:cubicBezTo>
                  <a:cubicBezTo>
                    <a:pt x="155" y="70"/>
                    <a:pt x="155" y="70"/>
                    <a:pt x="155" y="70"/>
                  </a:cubicBezTo>
                  <a:lnTo>
                    <a:pt x="122" y="57"/>
                  </a:lnTo>
                  <a:close/>
                  <a:moveTo>
                    <a:pt x="166" y="124"/>
                  </a:moveTo>
                  <a:cubicBezTo>
                    <a:pt x="166" y="125"/>
                    <a:pt x="167" y="125"/>
                    <a:pt x="168" y="126"/>
                  </a:cubicBezTo>
                  <a:cubicBezTo>
                    <a:pt x="142" y="149"/>
                    <a:pt x="142" y="149"/>
                    <a:pt x="142" y="149"/>
                  </a:cubicBezTo>
                  <a:cubicBezTo>
                    <a:pt x="141" y="148"/>
                    <a:pt x="141" y="148"/>
                    <a:pt x="141" y="148"/>
                  </a:cubicBezTo>
                  <a:lnTo>
                    <a:pt x="166" y="124"/>
                  </a:lnTo>
                  <a:close/>
                  <a:moveTo>
                    <a:pt x="140" y="29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68" y="54"/>
                    <a:pt x="168" y="54"/>
                    <a:pt x="168" y="54"/>
                  </a:cubicBezTo>
                  <a:cubicBezTo>
                    <a:pt x="166" y="56"/>
                    <a:pt x="166" y="56"/>
                    <a:pt x="166" y="56"/>
                  </a:cubicBezTo>
                  <a:lnTo>
                    <a:pt x="140" y="29"/>
                  </a:lnTo>
                  <a:close/>
                  <a:moveTo>
                    <a:pt x="181" y="133"/>
                  </a:moveTo>
                  <a:cubicBezTo>
                    <a:pt x="182" y="133"/>
                    <a:pt x="182" y="134"/>
                    <a:pt x="183" y="134"/>
                  </a:cubicBezTo>
                  <a:cubicBezTo>
                    <a:pt x="170" y="166"/>
                    <a:pt x="170" y="166"/>
                    <a:pt x="170" y="166"/>
                  </a:cubicBezTo>
                  <a:cubicBezTo>
                    <a:pt x="168" y="165"/>
                    <a:pt x="168" y="165"/>
                    <a:pt x="168" y="165"/>
                  </a:cubicBezTo>
                  <a:lnTo>
                    <a:pt x="181" y="133"/>
                  </a:lnTo>
                  <a:close/>
                  <a:moveTo>
                    <a:pt x="167" y="10"/>
                  </a:moveTo>
                  <a:cubicBezTo>
                    <a:pt x="171" y="17"/>
                    <a:pt x="171" y="17"/>
                    <a:pt x="171" y="17"/>
                  </a:cubicBezTo>
                  <a:cubicBezTo>
                    <a:pt x="185" y="46"/>
                    <a:pt x="185" y="46"/>
                    <a:pt x="185" y="46"/>
                  </a:cubicBezTo>
                  <a:cubicBezTo>
                    <a:pt x="184" y="46"/>
                    <a:pt x="183" y="47"/>
                    <a:pt x="182" y="47"/>
                  </a:cubicBezTo>
                  <a:lnTo>
                    <a:pt x="167" y="10"/>
                  </a:lnTo>
                  <a:close/>
                  <a:moveTo>
                    <a:pt x="197" y="323"/>
                  </a:moveTo>
                  <a:cubicBezTo>
                    <a:pt x="197" y="323"/>
                    <a:pt x="197" y="323"/>
                    <a:pt x="197" y="323"/>
                  </a:cubicBezTo>
                  <a:cubicBezTo>
                    <a:pt x="201" y="328"/>
                    <a:pt x="201" y="328"/>
                    <a:pt x="201" y="328"/>
                  </a:cubicBezTo>
                  <a:cubicBezTo>
                    <a:pt x="201" y="351"/>
                    <a:pt x="201" y="351"/>
                    <a:pt x="201" y="351"/>
                  </a:cubicBezTo>
                  <a:cubicBezTo>
                    <a:pt x="197" y="351"/>
                    <a:pt x="197" y="351"/>
                    <a:pt x="197" y="351"/>
                  </a:cubicBezTo>
                  <a:lnTo>
                    <a:pt x="197" y="323"/>
                  </a:lnTo>
                  <a:close/>
                  <a:moveTo>
                    <a:pt x="197" y="282"/>
                  </a:moveTo>
                  <a:cubicBezTo>
                    <a:pt x="197" y="282"/>
                    <a:pt x="197" y="282"/>
                    <a:pt x="197" y="282"/>
                  </a:cubicBezTo>
                  <a:cubicBezTo>
                    <a:pt x="201" y="287"/>
                    <a:pt x="201" y="287"/>
                    <a:pt x="201" y="287"/>
                  </a:cubicBezTo>
                  <a:cubicBezTo>
                    <a:pt x="201" y="307"/>
                    <a:pt x="201" y="307"/>
                    <a:pt x="201" y="307"/>
                  </a:cubicBezTo>
                  <a:cubicBezTo>
                    <a:pt x="197" y="307"/>
                    <a:pt x="197" y="307"/>
                    <a:pt x="197" y="307"/>
                  </a:cubicBezTo>
                  <a:lnTo>
                    <a:pt x="197" y="282"/>
                  </a:lnTo>
                  <a:close/>
                  <a:moveTo>
                    <a:pt x="197" y="171"/>
                  </a:moveTo>
                  <a:cubicBezTo>
                    <a:pt x="199" y="171"/>
                    <a:pt x="199" y="171"/>
                    <a:pt x="199" y="171"/>
                  </a:cubicBezTo>
                  <a:cubicBezTo>
                    <a:pt x="199" y="136"/>
                    <a:pt x="199" y="136"/>
                    <a:pt x="199" y="136"/>
                  </a:cubicBezTo>
                  <a:cubicBezTo>
                    <a:pt x="200" y="136"/>
                    <a:pt x="201" y="136"/>
                    <a:pt x="201" y="136"/>
                  </a:cubicBezTo>
                  <a:cubicBezTo>
                    <a:pt x="201" y="171"/>
                    <a:pt x="201" y="171"/>
                    <a:pt x="201" y="171"/>
                  </a:cubicBezTo>
                  <a:cubicBezTo>
                    <a:pt x="201" y="171"/>
                    <a:pt x="201" y="171"/>
                    <a:pt x="201" y="171"/>
                  </a:cubicBezTo>
                  <a:cubicBezTo>
                    <a:pt x="201" y="267"/>
                    <a:pt x="201" y="267"/>
                    <a:pt x="201" y="267"/>
                  </a:cubicBezTo>
                  <a:cubicBezTo>
                    <a:pt x="197" y="267"/>
                    <a:pt x="197" y="267"/>
                    <a:pt x="197" y="267"/>
                  </a:cubicBezTo>
                  <a:lnTo>
                    <a:pt x="197" y="171"/>
                  </a:lnTo>
                  <a:close/>
                  <a:moveTo>
                    <a:pt x="199" y="5"/>
                  </a:moveTo>
                  <a:cubicBezTo>
                    <a:pt x="201" y="5"/>
                    <a:pt x="201" y="5"/>
                    <a:pt x="201" y="5"/>
                  </a:cubicBezTo>
                  <a:cubicBezTo>
                    <a:pt x="201" y="45"/>
                    <a:pt x="201" y="45"/>
                    <a:pt x="201" y="45"/>
                  </a:cubicBezTo>
                  <a:cubicBezTo>
                    <a:pt x="201" y="45"/>
                    <a:pt x="200" y="45"/>
                    <a:pt x="199" y="44"/>
                  </a:cubicBezTo>
                  <a:lnTo>
                    <a:pt x="199" y="5"/>
                  </a:lnTo>
                  <a:close/>
                  <a:moveTo>
                    <a:pt x="212" y="61"/>
                  </a:moveTo>
                  <a:cubicBezTo>
                    <a:pt x="217" y="61"/>
                    <a:pt x="222" y="66"/>
                    <a:pt x="222" y="71"/>
                  </a:cubicBezTo>
                  <a:cubicBezTo>
                    <a:pt x="222" y="77"/>
                    <a:pt x="217" y="81"/>
                    <a:pt x="212" y="81"/>
                  </a:cubicBezTo>
                  <a:cubicBezTo>
                    <a:pt x="206" y="81"/>
                    <a:pt x="202" y="77"/>
                    <a:pt x="202" y="71"/>
                  </a:cubicBezTo>
                  <a:cubicBezTo>
                    <a:pt x="202" y="66"/>
                    <a:pt x="206" y="61"/>
                    <a:pt x="212" y="61"/>
                  </a:cubicBezTo>
                  <a:close/>
                  <a:moveTo>
                    <a:pt x="231" y="164"/>
                  </a:moveTo>
                  <a:cubicBezTo>
                    <a:pt x="230" y="164"/>
                    <a:pt x="230" y="164"/>
                    <a:pt x="230" y="164"/>
                  </a:cubicBezTo>
                  <a:cubicBezTo>
                    <a:pt x="217" y="131"/>
                    <a:pt x="217" y="131"/>
                    <a:pt x="217" y="131"/>
                  </a:cubicBezTo>
                  <a:cubicBezTo>
                    <a:pt x="220" y="130"/>
                    <a:pt x="220" y="130"/>
                    <a:pt x="220" y="130"/>
                  </a:cubicBezTo>
                  <a:lnTo>
                    <a:pt x="231" y="164"/>
                  </a:lnTo>
                  <a:close/>
                  <a:moveTo>
                    <a:pt x="233" y="119"/>
                  </a:moveTo>
                  <a:cubicBezTo>
                    <a:pt x="258" y="143"/>
                    <a:pt x="258" y="143"/>
                    <a:pt x="258" y="143"/>
                  </a:cubicBezTo>
                  <a:cubicBezTo>
                    <a:pt x="256" y="145"/>
                    <a:pt x="256" y="145"/>
                    <a:pt x="256" y="145"/>
                  </a:cubicBezTo>
                  <a:cubicBezTo>
                    <a:pt x="231" y="120"/>
                    <a:pt x="231" y="120"/>
                    <a:pt x="231" y="120"/>
                  </a:cubicBezTo>
                  <a:cubicBezTo>
                    <a:pt x="232" y="120"/>
                    <a:pt x="232" y="119"/>
                    <a:pt x="233" y="119"/>
                  </a:cubicBezTo>
                  <a:close/>
                  <a:moveTo>
                    <a:pt x="241" y="103"/>
                  </a:moveTo>
                  <a:cubicBezTo>
                    <a:pt x="273" y="116"/>
                    <a:pt x="273" y="116"/>
                    <a:pt x="273" y="116"/>
                  </a:cubicBezTo>
                  <a:cubicBezTo>
                    <a:pt x="272" y="118"/>
                    <a:pt x="272" y="118"/>
                    <a:pt x="272" y="118"/>
                  </a:cubicBezTo>
                  <a:cubicBezTo>
                    <a:pt x="240" y="104"/>
                    <a:pt x="240" y="104"/>
                    <a:pt x="240" y="104"/>
                  </a:cubicBezTo>
                  <a:cubicBezTo>
                    <a:pt x="240" y="104"/>
                    <a:pt x="241" y="103"/>
                    <a:pt x="241" y="103"/>
                  </a:cubicBezTo>
                  <a:close/>
                  <a:moveTo>
                    <a:pt x="279" y="84"/>
                  </a:moveTo>
                  <a:cubicBezTo>
                    <a:pt x="375" y="84"/>
                    <a:pt x="375" y="84"/>
                    <a:pt x="375" y="84"/>
                  </a:cubicBezTo>
                  <a:cubicBezTo>
                    <a:pt x="375" y="88"/>
                    <a:pt x="375" y="88"/>
                    <a:pt x="375" y="88"/>
                  </a:cubicBezTo>
                  <a:cubicBezTo>
                    <a:pt x="279" y="88"/>
                    <a:pt x="279" y="88"/>
                    <a:pt x="279" y="88"/>
                  </a:cubicBezTo>
                  <a:lnTo>
                    <a:pt x="279" y="84"/>
                  </a:lnTo>
                  <a:close/>
                  <a:moveTo>
                    <a:pt x="359" y="55"/>
                  </a:moveTo>
                  <a:cubicBezTo>
                    <a:pt x="362" y="80"/>
                    <a:pt x="362" y="80"/>
                    <a:pt x="362" y="80"/>
                  </a:cubicBezTo>
                  <a:cubicBezTo>
                    <a:pt x="360" y="80"/>
                    <a:pt x="360" y="80"/>
                    <a:pt x="360" y="80"/>
                  </a:cubicBezTo>
                  <a:cubicBezTo>
                    <a:pt x="358" y="54"/>
                    <a:pt x="358" y="54"/>
                    <a:pt x="358" y="54"/>
                  </a:cubicBezTo>
                  <a:lnTo>
                    <a:pt x="359" y="55"/>
                  </a:lnTo>
                  <a:close/>
                  <a:moveTo>
                    <a:pt x="370" y="67"/>
                  </a:moveTo>
                  <a:cubicBezTo>
                    <a:pt x="397" y="83"/>
                    <a:pt x="397" y="83"/>
                    <a:pt x="397" y="83"/>
                  </a:cubicBezTo>
                  <a:cubicBezTo>
                    <a:pt x="397" y="85"/>
                    <a:pt x="397" y="85"/>
                    <a:pt x="397" y="85"/>
                  </a:cubicBezTo>
                  <a:cubicBezTo>
                    <a:pt x="370" y="72"/>
                    <a:pt x="370" y="72"/>
                    <a:pt x="370" y="72"/>
                  </a:cubicBezTo>
                  <a:lnTo>
                    <a:pt x="370" y="67"/>
                  </a:lnTo>
                  <a:close/>
                  <a:moveTo>
                    <a:pt x="411" y="89"/>
                  </a:moveTo>
                  <a:cubicBezTo>
                    <a:pt x="412" y="93"/>
                    <a:pt x="412" y="93"/>
                    <a:pt x="412" y="93"/>
                  </a:cubicBezTo>
                  <a:cubicBezTo>
                    <a:pt x="382" y="99"/>
                    <a:pt x="382" y="99"/>
                    <a:pt x="382" y="99"/>
                  </a:cubicBezTo>
                  <a:cubicBezTo>
                    <a:pt x="378" y="97"/>
                    <a:pt x="378" y="97"/>
                    <a:pt x="378" y="97"/>
                  </a:cubicBezTo>
                  <a:lnTo>
                    <a:pt x="411" y="89"/>
                  </a:lnTo>
                  <a:close/>
                  <a:moveTo>
                    <a:pt x="431" y="95"/>
                  </a:moveTo>
                  <a:cubicBezTo>
                    <a:pt x="403" y="130"/>
                    <a:pt x="403" y="130"/>
                    <a:pt x="403" y="130"/>
                  </a:cubicBezTo>
                  <a:cubicBezTo>
                    <a:pt x="400" y="127"/>
                    <a:pt x="400" y="127"/>
                    <a:pt x="400" y="127"/>
                  </a:cubicBezTo>
                  <a:cubicBezTo>
                    <a:pt x="428" y="91"/>
                    <a:pt x="428" y="91"/>
                    <a:pt x="428" y="91"/>
                  </a:cubicBezTo>
                  <a:lnTo>
                    <a:pt x="431" y="95"/>
                  </a:lnTo>
                  <a:close/>
                  <a:moveTo>
                    <a:pt x="447" y="98"/>
                  </a:moveTo>
                  <a:cubicBezTo>
                    <a:pt x="432" y="144"/>
                    <a:pt x="432" y="144"/>
                    <a:pt x="432" y="144"/>
                  </a:cubicBezTo>
                  <a:cubicBezTo>
                    <a:pt x="430" y="143"/>
                    <a:pt x="430" y="143"/>
                    <a:pt x="430" y="143"/>
                  </a:cubicBezTo>
                  <a:cubicBezTo>
                    <a:pt x="445" y="96"/>
                    <a:pt x="445" y="96"/>
                    <a:pt x="445" y="96"/>
                  </a:cubicBezTo>
                  <a:lnTo>
                    <a:pt x="447" y="98"/>
                  </a:lnTo>
                  <a:close/>
                  <a:moveTo>
                    <a:pt x="461" y="95"/>
                  </a:moveTo>
                  <a:cubicBezTo>
                    <a:pt x="463" y="95"/>
                    <a:pt x="463" y="95"/>
                    <a:pt x="463" y="95"/>
                  </a:cubicBezTo>
                  <a:cubicBezTo>
                    <a:pt x="463" y="155"/>
                    <a:pt x="463" y="155"/>
                    <a:pt x="463" y="155"/>
                  </a:cubicBezTo>
                  <a:cubicBezTo>
                    <a:pt x="461" y="155"/>
                    <a:pt x="461" y="155"/>
                    <a:pt x="461" y="155"/>
                  </a:cubicBezTo>
                  <a:lnTo>
                    <a:pt x="461" y="95"/>
                  </a:lnTo>
                  <a:close/>
                  <a:moveTo>
                    <a:pt x="207" y="286"/>
                  </a:moveTo>
                  <a:cubicBezTo>
                    <a:pt x="217" y="286"/>
                    <a:pt x="217" y="286"/>
                    <a:pt x="217" y="286"/>
                  </a:cubicBezTo>
                  <a:cubicBezTo>
                    <a:pt x="217" y="307"/>
                    <a:pt x="217" y="307"/>
                    <a:pt x="217" y="307"/>
                  </a:cubicBezTo>
                  <a:cubicBezTo>
                    <a:pt x="207" y="307"/>
                    <a:pt x="207" y="307"/>
                    <a:pt x="207" y="307"/>
                  </a:cubicBezTo>
                  <a:lnTo>
                    <a:pt x="207" y="286"/>
                  </a:lnTo>
                  <a:close/>
                  <a:moveTo>
                    <a:pt x="222" y="279"/>
                  </a:moveTo>
                  <a:cubicBezTo>
                    <a:pt x="226" y="276"/>
                    <a:pt x="226" y="276"/>
                    <a:pt x="226" y="276"/>
                  </a:cubicBezTo>
                  <a:cubicBezTo>
                    <a:pt x="226" y="311"/>
                    <a:pt x="226" y="311"/>
                    <a:pt x="226" y="311"/>
                  </a:cubicBezTo>
                  <a:cubicBezTo>
                    <a:pt x="222" y="309"/>
                    <a:pt x="222" y="309"/>
                    <a:pt x="222" y="309"/>
                  </a:cubicBezTo>
                  <a:lnTo>
                    <a:pt x="222" y="279"/>
                  </a:lnTo>
                  <a:close/>
                  <a:moveTo>
                    <a:pt x="345" y="260"/>
                  </a:moveTo>
                  <a:cubicBezTo>
                    <a:pt x="345" y="236"/>
                    <a:pt x="345" y="236"/>
                    <a:pt x="345" y="236"/>
                  </a:cubicBezTo>
                  <a:cubicBezTo>
                    <a:pt x="348" y="236"/>
                    <a:pt x="348" y="236"/>
                    <a:pt x="348" y="236"/>
                  </a:cubicBezTo>
                  <a:cubicBezTo>
                    <a:pt x="350" y="257"/>
                    <a:pt x="350" y="257"/>
                    <a:pt x="350" y="257"/>
                  </a:cubicBezTo>
                  <a:cubicBezTo>
                    <a:pt x="365" y="285"/>
                    <a:pt x="365" y="285"/>
                    <a:pt x="365" y="285"/>
                  </a:cubicBezTo>
                  <a:lnTo>
                    <a:pt x="345" y="260"/>
                  </a:lnTo>
                  <a:close/>
                  <a:moveTo>
                    <a:pt x="397" y="192"/>
                  </a:moveTo>
                  <a:cubicBezTo>
                    <a:pt x="397" y="182"/>
                    <a:pt x="397" y="182"/>
                    <a:pt x="397" y="182"/>
                  </a:cubicBezTo>
                  <a:cubicBezTo>
                    <a:pt x="401" y="182"/>
                    <a:pt x="401" y="182"/>
                    <a:pt x="401" y="182"/>
                  </a:cubicBezTo>
                  <a:cubicBezTo>
                    <a:pt x="409" y="190"/>
                    <a:pt x="409" y="190"/>
                    <a:pt x="409" y="190"/>
                  </a:cubicBezTo>
                  <a:cubicBezTo>
                    <a:pt x="407" y="204"/>
                    <a:pt x="407" y="204"/>
                    <a:pt x="407" y="204"/>
                  </a:cubicBezTo>
                  <a:cubicBezTo>
                    <a:pt x="398" y="210"/>
                    <a:pt x="398" y="210"/>
                    <a:pt x="398" y="210"/>
                  </a:cubicBezTo>
                  <a:cubicBezTo>
                    <a:pt x="395" y="210"/>
                    <a:pt x="395" y="210"/>
                    <a:pt x="395" y="210"/>
                  </a:cubicBezTo>
                  <a:cubicBezTo>
                    <a:pt x="395" y="203"/>
                    <a:pt x="395" y="203"/>
                    <a:pt x="395" y="203"/>
                  </a:cubicBezTo>
                  <a:cubicBezTo>
                    <a:pt x="400" y="203"/>
                    <a:pt x="400" y="203"/>
                    <a:pt x="400" y="203"/>
                  </a:cubicBezTo>
                  <a:cubicBezTo>
                    <a:pt x="400" y="201"/>
                    <a:pt x="400" y="201"/>
                    <a:pt x="400" y="201"/>
                  </a:cubicBezTo>
                  <a:cubicBezTo>
                    <a:pt x="395" y="201"/>
                    <a:pt x="395" y="201"/>
                    <a:pt x="395" y="201"/>
                  </a:cubicBezTo>
                  <a:cubicBezTo>
                    <a:pt x="395" y="192"/>
                    <a:pt x="395" y="192"/>
                    <a:pt x="395" y="192"/>
                  </a:cubicBezTo>
                  <a:lnTo>
                    <a:pt x="397" y="192"/>
                  </a:lnTo>
                  <a:close/>
                  <a:moveTo>
                    <a:pt x="407" y="219"/>
                  </a:moveTo>
                  <a:cubicBezTo>
                    <a:pt x="401" y="219"/>
                    <a:pt x="401" y="219"/>
                    <a:pt x="401" y="219"/>
                  </a:cubicBezTo>
                  <a:cubicBezTo>
                    <a:pt x="401" y="212"/>
                    <a:pt x="401" y="212"/>
                    <a:pt x="401" y="212"/>
                  </a:cubicBezTo>
                  <a:cubicBezTo>
                    <a:pt x="412" y="206"/>
                    <a:pt x="412" y="206"/>
                    <a:pt x="412" y="206"/>
                  </a:cubicBezTo>
                  <a:lnTo>
                    <a:pt x="407" y="219"/>
                  </a:lnTo>
                  <a:close/>
                  <a:moveTo>
                    <a:pt x="413" y="497"/>
                  </a:moveTo>
                  <a:cubicBezTo>
                    <a:pt x="426" y="428"/>
                    <a:pt x="426" y="428"/>
                    <a:pt x="426" y="428"/>
                  </a:cubicBezTo>
                  <a:cubicBezTo>
                    <a:pt x="423" y="403"/>
                    <a:pt x="423" y="403"/>
                    <a:pt x="423" y="403"/>
                  </a:cubicBezTo>
                  <a:cubicBezTo>
                    <a:pt x="412" y="451"/>
                    <a:pt x="412" y="451"/>
                    <a:pt x="412" y="451"/>
                  </a:cubicBezTo>
                  <a:cubicBezTo>
                    <a:pt x="406" y="451"/>
                    <a:pt x="406" y="451"/>
                    <a:pt x="406" y="451"/>
                  </a:cubicBezTo>
                  <a:cubicBezTo>
                    <a:pt x="406" y="408"/>
                    <a:pt x="406" y="408"/>
                    <a:pt x="406" y="408"/>
                  </a:cubicBezTo>
                  <a:cubicBezTo>
                    <a:pt x="424" y="395"/>
                    <a:pt x="424" y="395"/>
                    <a:pt x="424" y="395"/>
                  </a:cubicBezTo>
                  <a:cubicBezTo>
                    <a:pt x="433" y="320"/>
                    <a:pt x="433" y="320"/>
                    <a:pt x="433" y="320"/>
                  </a:cubicBezTo>
                  <a:cubicBezTo>
                    <a:pt x="398" y="400"/>
                    <a:pt x="398" y="400"/>
                    <a:pt x="398" y="400"/>
                  </a:cubicBezTo>
                  <a:cubicBezTo>
                    <a:pt x="395" y="400"/>
                    <a:pt x="395" y="400"/>
                    <a:pt x="395" y="400"/>
                  </a:cubicBezTo>
                  <a:cubicBezTo>
                    <a:pt x="395" y="351"/>
                    <a:pt x="395" y="351"/>
                    <a:pt x="395" y="351"/>
                  </a:cubicBezTo>
                  <a:cubicBezTo>
                    <a:pt x="406" y="320"/>
                    <a:pt x="406" y="320"/>
                    <a:pt x="406" y="320"/>
                  </a:cubicBezTo>
                  <a:cubicBezTo>
                    <a:pt x="385" y="302"/>
                    <a:pt x="385" y="302"/>
                    <a:pt x="385" y="302"/>
                  </a:cubicBezTo>
                  <a:cubicBezTo>
                    <a:pt x="406" y="280"/>
                    <a:pt x="406" y="280"/>
                    <a:pt x="406" y="280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04" y="301"/>
                    <a:pt x="404" y="301"/>
                    <a:pt x="404" y="301"/>
                  </a:cubicBezTo>
                  <a:cubicBezTo>
                    <a:pt x="425" y="319"/>
                    <a:pt x="425" y="319"/>
                    <a:pt x="425" y="319"/>
                  </a:cubicBezTo>
                  <a:cubicBezTo>
                    <a:pt x="456" y="296"/>
                    <a:pt x="456" y="296"/>
                    <a:pt x="456" y="296"/>
                  </a:cubicBezTo>
                  <a:cubicBezTo>
                    <a:pt x="478" y="218"/>
                    <a:pt x="478" y="218"/>
                    <a:pt x="478" y="218"/>
                  </a:cubicBezTo>
                  <a:cubicBezTo>
                    <a:pt x="469" y="184"/>
                    <a:pt x="469" y="184"/>
                    <a:pt x="469" y="184"/>
                  </a:cubicBezTo>
                  <a:cubicBezTo>
                    <a:pt x="482" y="173"/>
                    <a:pt x="482" y="173"/>
                    <a:pt x="482" y="173"/>
                  </a:cubicBezTo>
                  <a:cubicBezTo>
                    <a:pt x="486" y="167"/>
                    <a:pt x="486" y="167"/>
                    <a:pt x="486" y="167"/>
                  </a:cubicBezTo>
                  <a:cubicBezTo>
                    <a:pt x="485" y="167"/>
                    <a:pt x="485" y="167"/>
                    <a:pt x="485" y="167"/>
                  </a:cubicBezTo>
                  <a:cubicBezTo>
                    <a:pt x="485" y="167"/>
                    <a:pt x="485" y="167"/>
                    <a:pt x="485" y="167"/>
                  </a:cubicBezTo>
                  <a:cubicBezTo>
                    <a:pt x="462" y="176"/>
                    <a:pt x="462" y="176"/>
                    <a:pt x="462" y="176"/>
                  </a:cubicBezTo>
                  <a:cubicBezTo>
                    <a:pt x="457" y="226"/>
                    <a:pt x="457" y="226"/>
                    <a:pt x="457" y="226"/>
                  </a:cubicBezTo>
                  <a:cubicBezTo>
                    <a:pt x="417" y="228"/>
                    <a:pt x="417" y="228"/>
                    <a:pt x="417" y="228"/>
                  </a:cubicBezTo>
                  <a:cubicBezTo>
                    <a:pt x="460" y="233"/>
                    <a:pt x="460" y="233"/>
                    <a:pt x="460" y="233"/>
                  </a:cubicBezTo>
                  <a:cubicBezTo>
                    <a:pt x="416" y="240"/>
                    <a:pt x="416" y="240"/>
                    <a:pt x="416" y="240"/>
                  </a:cubicBezTo>
                  <a:cubicBezTo>
                    <a:pt x="421" y="255"/>
                    <a:pt x="421" y="255"/>
                    <a:pt x="421" y="255"/>
                  </a:cubicBezTo>
                  <a:cubicBezTo>
                    <a:pt x="413" y="265"/>
                    <a:pt x="413" y="265"/>
                    <a:pt x="413" y="265"/>
                  </a:cubicBezTo>
                  <a:cubicBezTo>
                    <a:pt x="394" y="257"/>
                    <a:pt x="394" y="257"/>
                    <a:pt x="394" y="257"/>
                  </a:cubicBezTo>
                  <a:cubicBezTo>
                    <a:pt x="377" y="266"/>
                    <a:pt x="377" y="266"/>
                    <a:pt x="377" y="266"/>
                  </a:cubicBezTo>
                  <a:cubicBezTo>
                    <a:pt x="368" y="256"/>
                    <a:pt x="368" y="256"/>
                    <a:pt x="368" y="256"/>
                  </a:cubicBezTo>
                  <a:cubicBezTo>
                    <a:pt x="379" y="222"/>
                    <a:pt x="379" y="222"/>
                    <a:pt x="379" y="222"/>
                  </a:cubicBezTo>
                  <a:cubicBezTo>
                    <a:pt x="384" y="222"/>
                    <a:pt x="384" y="222"/>
                    <a:pt x="384" y="222"/>
                  </a:cubicBezTo>
                  <a:cubicBezTo>
                    <a:pt x="387" y="251"/>
                    <a:pt x="387" y="251"/>
                    <a:pt x="387" y="251"/>
                  </a:cubicBezTo>
                  <a:cubicBezTo>
                    <a:pt x="394" y="230"/>
                    <a:pt x="394" y="230"/>
                    <a:pt x="394" y="230"/>
                  </a:cubicBezTo>
                  <a:cubicBezTo>
                    <a:pt x="411" y="231"/>
                    <a:pt x="411" y="231"/>
                    <a:pt x="411" y="231"/>
                  </a:cubicBezTo>
                  <a:cubicBezTo>
                    <a:pt x="404" y="228"/>
                    <a:pt x="404" y="228"/>
                    <a:pt x="404" y="228"/>
                  </a:cubicBezTo>
                  <a:cubicBezTo>
                    <a:pt x="415" y="227"/>
                    <a:pt x="415" y="227"/>
                    <a:pt x="415" y="227"/>
                  </a:cubicBezTo>
                  <a:cubicBezTo>
                    <a:pt x="412" y="220"/>
                    <a:pt x="412" y="220"/>
                    <a:pt x="412" y="220"/>
                  </a:cubicBezTo>
                  <a:cubicBezTo>
                    <a:pt x="418" y="210"/>
                    <a:pt x="418" y="210"/>
                    <a:pt x="418" y="210"/>
                  </a:cubicBezTo>
                  <a:cubicBezTo>
                    <a:pt x="421" y="188"/>
                    <a:pt x="421" y="188"/>
                    <a:pt x="421" y="188"/>
                  </a:cubicBezTo>
                  <a:cubicBezTo>
                    <a:pt x="406" y="175"/>
                    <a:pt x="406" y="175"/>
                    <a:pt x="406" y="175"/>
                  </a:cubicBezTo>
                  <a:cubicBezTo>
                    <a:pt x="394" y="176"/>
                    <a:pt x="394" y="176"/>
                    <a:pt x="394" y="176"/>
                  </a:cubicBezTo>
                  <a:cubicBezTo>
                    <a:pt x="384" y="184"/>
                    <a:pt x="384" y="184"/>
                    <a:pt x="384" y="184"/>
                  </a:cubicBezTo>
                  <a:cubicBezTo>
                    <a:pt x="381" y="122"/>
                    <a:pt x="381" y="122"/>
                    <a:pt x="381" y="122"/>
                  </a:cubicBezTo>
                  <a:cubicBezTo>
                    <a:pt x="378" y="118"/>
                    <a:pt x="378" y="118"/>
                    <a:pt x="378" y="118"/>
                  </a:cubicBezTo>
                  <a:cubicBezTo>
                    <a:pt x="375" y="221"/>
                    <a:pt x="375" y="221"/>
                    <a:pt x="375" y="221"/>
                  </a:cubicBezTo>
                  <a:cubicBezTo>
                    <a:pt x="367" y="233"/>
                    <a:pt x="367" y="233"/>
                    <a:pt x="367" y="233"/>
                  </a:cubicBezTo>
                  <a:cubicBezTo>
                    <a:pt x="367" y="233"/>
                    <a:pt x="366" y="232"/>
                    <a:pt x="364" y="225"/>
                  </a:cubicBezTo>
                  <a:cubicBezTo>
                    <a:pt x="362" y="218"/>
                    <a:pt x="365" y="200"/>
                    <a:pt x="365" y="200"/>
                  </a:cubicBezTo>
                  <a:cubicBezTo>
                    <a:pt x="373" y="120"/>
                    <a:pt x="373" y="120"/>
                    <a:pt x="373" y="120"/>
                  </a:cubicBezTo>
                  <a:cubicBezTo>
                    <a:pt x="367" y="127"/>
                    <a:pt x="367" y="127"/>
                    <a:pt x="367" y="127"/>
                  </a:cubicBezTo>
                  <a:cubicBezTo>
                    <a:pt x="363" y="176"/>
                    <a:pt x="363" y="176"/>
                    <a:pt x="363" y="176"/>
                  </a:cubicBezTo>
                  <a:cubicBezTo>
                    <a:pt x="345" y="189"/>
                    <a:pt x="345" y="189"/>
                    <a:pt x="345" y="189"/>
                  </a:cubicBezTo>
                  <a:cubicBezTo>
                    <a:pt x="340" y="215"/>
                    <a:pt x="340" y="215"/>
                    <a:pt x="340" y="215"/>
                  </a:cubicBezTo>
                  <a:cubicBezTo>
                    <a:pt x="347" y="195"/>
                    <a:pt x="347" y="195"/>
                    <a:pt x="347" y="195"/>
                  </a:cubicBezTo>
                  <a:cubicBezTo>
                    <a:pt x="361" y="188"/>
                    <a:pt x="361" y="188"/>
                    <a:pt x="361" y="188"/>
                  </a:cubicBezTo>
                  <a:cubicBezTo>
                    <a:pt x="359" y="201"/>
                    <a:pt x="359" y="201"/>
                    <a:pt x="359" y="201"/>
                  </a:cubicBezTo>
                  <a:cubicBezTo>
                    <a:pt x="350" y="207"/>
                    <a:pt x="350" y="207"/>
                    <a:pt x="350" y="207"/>
                  </a:cubicBezTo>
                  <a:cubicBezTo>
                    <a:pt x="332" y="230"/>
                    <a:pt x="332" y="230"/>
                    <a:pt x="332" y="230"/>
                  </a:cubicBezTo>
                  <a:cubicBezTo>
                    <a:pt x="330" y="270"/>
                    <a:pt x="330" y="270"/>
                    <a:pt x="330" y="270"/>
                  </a:cubicBezTo>
                  <a:cubicBezTo>
                    <a:pt x="370" y="304"/>
                    <a:pt x="370" y="304"/>
                    <a:pt x="370" y="304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394" y="351"/>
                    <a:pt x="394" y="351"/>
                    <a:pt x="394" y="351"/>
                  </a:cubicBezTo>
                  <a:cubicBezTo>
                    <a:pt x="387" y="356"/>
                    <a:pt x="387" y="356"/>
                    <a:pt x="387" y="356"/>
                  </a:cubicBezTo>
                  <a:cubicBezTo>
                    <a:pt x="350" y="337"/>
                    <a:pt x="350" y="337"/>
                    <a:pt x="350" y="337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290" y="318"/>
                    <a:pt x="290" y="318"/>
                    <a:pt x="290" y="318"/>
                  </a:cubicBezTo>
                  <a:cubicBezTo>
                    <a:pt x="253" y="336"/>
                    <a:pt x="253" y="336"/>
                    <a:pt x="253" y="336"/>
                  </a:cubicBezTo>
                  <a:cubicBezTo>
                    <a:pt x="253" y="350"/>
                    <a:pt x="253" y="350"/>
                    <a:pt x="253" y="350"/>
                  </a:cubicBezTo>
                  <a:cubicBezTo>
                    <a:pt x="253" y="367"/>
                    <a:pt x="253" y="367"/>
                    <a:pt x="253" y="367"/>
                  </a:cubicBezTo>
                  <a:cubicBezTo>
                    <a:pt x="229" y="367"/>
                    <a:pt x="229" y="367"/>
                    <a:pt x="229" y="367"/>
                  </a:cubicBezTo>
                  <a:cubicBezTo>
                    <a:pt x="220" y="351"/>
                    <a:pt x="220" y="351"/>
                    <a:pt x="220" y="351"/>
                  </a:cubicBezTo>
                  <a:cubicBezTo>
                    <a:pt x="207" y="351"/>
                    <a:pt x="207" y="351"/>
                    <a:pt x="207" y="351"/>
                  </a:cubicBezTo>
                  <a:cubicBezTo>
                    <a:pt x="207" y="326"/>
                    <a:pt x="207" y="326"/>
                    <a:pt x="207" y="326"/>
                  </a:cubicBezTo>
                  <a:cubicBezTo>
                    <a:pt x="227" y="326"/>
                    <a:pt x="227" y="326"/>
                    <a:pt x="227" y="326"/>
                  </a:cubicBezTo>
                  <a:cubicBezTo>
                    <a:pt x="227" y="326"/>
                    <a:pt x="227" y="326"/>
                    <a:pt x="227" y="326"/>
                  </a:cubicBezTo>
                  <a:cubicBezTo>
                    <a:pt x="232" y="326"/>
                    <a:pt x="235" y="323"/>
                    <a:pt x="235" y="318"/>
                  </a:cubicBezTo>
                  <a:cubicBezTo>
                    <a:pt x="235" y="318"/>
                    <a:pt x="235" y="318"/>
                    <a:pt x="235" y="318"/>
                  </a:cubicBezTo>
                  <a:cubicBezTo>
                    <a:pt x="235" y="315"/>
                    <a:pt x="235" y="315"/>
                    <a:pt x="235" y="315"/>
                  </a:cubicBezTo>
                  <a:cubicBezTo>
                    <a:pt x="236" y="315"/>
                    <a:pt x="236" y="315"/>
                    <a:pt x="236" y="315"/>
                  </a:cubicBezTo>
                  <a:cubicBezTo>
                    <a:pt x="236" y="286"/>
                    <a:pt x="236" y="286"/>
                    <a:pt x="236" y="286"/>
                  </a:cubicBezTo>
                  <a:cubicBezTo>
                    <a:pt x="236" y="286"/>
                    <a:pt x="236" y="286"/>
                    <a:pt x="236" y="286"/>
                  </a:cubicBezTo>
                  <a:cubicBezTo>
                    <a:pt x="236" y="275"/>
                    <a:pt x="236" y="275"/>
                    <a:pt x="236" y="275"/>
                  </a:cubicBezTo>
                  <a:cubicBezTo>
                    <a:pt x="236" y="275"/>
                    <a:pt x="236" y="275"/>
                    <a:pt x="236" y="274"/>
                  </a:cubicBezTo>
                  <a:cubicBezTo>
                    <a:pt x="236" y="270"/>
                    <a:pt x="232" y="266"/>
                    <a:pt x="228" y="266"/>
                  </a:cubicBezTo>
                  <a:cubicBezTo>
                    <a:pt x="227" y="266"/>
                    <a:pt x="227" y="266"/>
                    <a:pt x="227" y="266"/>
                  </a:cubicBezTo>
                  <a:cubicBezTo>
                    <a:pt x="207" y="266"/>
                    <a:pt x="207" y="266"/>
                    <a:pt x="207" y="266"/>
                  </a:cubicBezTo>
                  <a:cubicBezTo>
                    <a:pt x="207" y="171"/>
                    <a:pt x="207" y="171"/>
                    <a:pt x="207" y="171"/>
                  </a:cubicBezTo>
                  <a:cubicBezTo>
                    <a:pt x="205" y="171"/>
                    <a:pt x="205" y="171"/>
                    <a:pt x="205" y="171"/>
                  </a:cubicBezTo>
                  <a:cubicBezTo>
                    <a:pt x="205" y="138"/>
                    <a:pt x="205" y="138"/>
                    <a:pt x="205" y="138"/>
                  </a:cubicBezTo>
                  <a:cubicBezTo>
                    <a:pt x="206" y="137"/>
                    <a:pt x="208" y="137"/>
                    <a:pt x="209" y="137"/>
                  </a:cubicBezTo>
                  <a:cubicBezTo>
                    <a:pt x="221" y="168"/>
                    <a:pt x="221" y="168"/>
                    <a:pt x="221" y="168"/>
                  </a:cubicBezTo>
                  <a:cubicBezTo>
                    <a:pt x="219" y="169"/>
                    <a:pt x="219" y="169"/>
                    <a:pt x="219" y="169"/>
                  </a:cubicBezTo>
                  <a:cubicBezTo>
                    <a:pt x="219" y="169"/>
                    <a:pt x="219" y="169"/>
                    <a:pt x="219" y="169"/>
                  </a:cubicBezTo>
                  <a:cubicBezTo>
                    <a:pt x="220" y="173"/>
                    <a:pt x="220" y="173"/>
                    <a:pt x="220" y="17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37" y="162"/>
                    <a:pt x="237" y="162"/>
                    <a:pt x="237" y="162"/>
                  </a:cubicBezTo>
                  <a:cubicBezTo>
                    <a:pt x="235" y="163"/>
                    <a:pt x="235" y="163"/>
                    <a:pt x="235" y="163"/>
                  </a:cubicBezTo>
                  <a:cubicBezTo>
                    <a:pt x="223" y="131"/>
                    <a:pt x="223" y="131"/>
                    <a:pt x="223" y="131"/>
                  </a:cubicBezTo>
                  <a:cubicBezTo>
                    <a:pt x="224" y="130"/>
                    <a:pt x="225" y="129"/>
                    <a:pt x="226" y="129"/>
                  </a:cubicBezTo>
                  <a:cubicBezTo>
                    <a:pt x="250" y="153"/>
                    <a:pt x="250" y="153"/>
                    <a:pt x="250" y="153"/>
                  </a:cubicBezTo>
                  <a:cubicBezTo>
                    <a:pt x="249" y="155"/>
                    <a:pt x="249" y="155"/>
                    <a:pt x="249" y="155"/>
                  </a:cubicBezTo>
                  <a:cubicBezTo>
                    <a:pt x="249" y="155"/>
                    <a:pt x="249" y="155"/>
                    <a:pt x="249" y="155"/>
                  </a:cubicBezTo>
                  <a:cubicBezTo>
                    <a:pt x="252" y="158"/>
                    <a:pt x="252" y="158"/>
                    <a:pt x="252" y="158"/>
                  </a:cubicBezTo>
                  <a:cubicBezTo>
                    <a:pt x="265" y="144"/>
                    <a:pt x="265" y="144"/>
                    <a:pt x="265" y="144"/>
                  </a:cubicBezTo>
                  <a:cubicBezTo>
                    <a:pt x="262" y="141"/>
                    <a:pt x="262" y="141"/>
                    <a:pt x="262" y="141"/>
                  </a:cubicBezTo>
                  <a:cubicBezTo>
                    <a:pt x="261" y="142"/>
                    <a:pt x="261" y="142"/>
                    <a:pt x="261" y="142"/>
                  </a:cubicBezTo>
                  <a:cubicBezTo>
                    <a:pt x="236" y="118"/>
                    <a:pt x="236" y="118"/>
                    <a:pt x="236" y="118"/>
                  </a:cubicBezTo>
                  <a:cubicBezTo>
                    <a:pt x="237" y="117"/>
                    <a:pt x="237" y="116"/>
                    <a:pt x="238" y="115"/>
                  </a:cubicBezTo>
                  <a:cubicBezTo>
                    <a:pt x="271" y="128"/>
                    <a:pt x="271" y="128"/>
                    <a:pt x="271" y="128"/>
                  </a:cubicBezTo>
                  <a:cubicBezTo>
                    <a:pt x="270" y="130"/>
                    <a:pt x="270" y="130"/>
                    <a:pt x="270" y="130"/>
                  </a:cubicBezTo>
                  <a:cubicBezTo>
                    <a:pt x="270" y="130"/>
                    <a:pt x="270" y="130"/>
                    <a:pt x="270" y="130"/>
                  </a:cubicBezTo>
                  <a:cubicBezTo>
                    <a:pt x="274" y="132"/>
                    <a:pt x="274" y="132"/>
                    <a:pt x="274" y="132"/>
                  </a:cubicBezTo>
                  <a:cubicBezTo>
                    <a:pt x="281" y="114"/>
                    <a:pt x="281" y="114"/>
                    <a:pt x="281" y="114"/>
                  </a:cubicBezTo>
                  <a:cubicBezTo>
                    <a:pt x="277" y="112"/>
                    <a:pt x="277" y="112"/>
                    <a:pt x="277" y="112"/>
                  </a:cubicBezTo>
                  <a:cubicBezTo>
                    <a:pt x="277" y="114"/>
                    <a:pt x="277" y="114"/>
                    <a:pt x="277" y="114"/>
                  </a:cubicBezTo>
                  <a:cubicBezTo>
                    <a:pt x="244" y="101"/>
                    <a:pt x="244" y="101"/>
                    <a:pt x="244" y="101"/>
                  </a:cubicBezTo>
                  <a:cubicBezTo>
                    <a:pt x="244" y="100"/>
                    <a:pt x="244" y="99"/>
                    <a:pt x="244" y="98"/>
                  </a:cubicBezTo>
                  <a:cubicBezTo>
                    <a:pt x="279" y="98"/>
                    <a:pt x="279" y="98"/>
                    <a:pt x="279" y="98"/>
                  </a:cubicBezTo>
                  <a:cubicBezTo>
                    <a:pt x="279" y="100"/>
                    <a:pt x="279" y="100"/>
                    <a:pt x="279" y="100"/>
                  </a:cubicBezTo>
                  <a:cubicBezTo>
                    <a:pt x="368" y="100"/>
                    <a:pt x="368" y="100"/>
                    <a:pt x="368" y="100"/>
                  </a:cubicBezTo>
                  <a:cubicBezTo>
                    <a:pt x="369" y="101"/>
                    <a:pt x="369" y="103"/>
                    <a:pt x="370" y="105"/>
                  </a:cubicBezTo>
                  <a:cubicBezTo>
                    <a:pt x="371" y="109"/>
                    <a:pt x="374" y="112"/>
                    <a:pt x="375" y="112"/>
                  </a:cubicBezTo>
                  <a:cubicBezTo>
                    <a:pt x="375" y="112"/>
                    <a:pt x="375" y="112"/>
                    <a:pt x="375" y="112"/>
                  </a:cubicBezTo>
                  <a:cubicBezTo>
                    <a:pt x="375" y="112"/>
                    <a:pt x="375" y="112"/>
                    <a:pt x="375" y="112"/>
                  </a:cubicBezTo>
                  <a:cubicBezTo>
                    <a:pt x="406" y="100"/>
                    <a:pt x="406" y="100"/>
                    <a:pt x="406" y="100"/>
                  </a:cubicBezTo>
                  <a:cubicBezTo>
                    <a:pt x="416" y="100"/>
                    <a:pt x="416" y="100"/>
                    <a:pt x="416" y="10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3" y="131"/>
                    <a:pt x="395" y="134"/>
                    <a:pt x="399" y="136"/>
                  </a:cubicBezTo>
                  <a:cubicBezTo>
                    <a:pt x="403" y="139"/>
                    <a:pt x="406" y="140"/>
                    <a:pt x="407" y="139"/>
                  </a:cubicBezTo>
                  <a:cubicBezTo>
                    <a:pt x="407" y="139"/>
                    <a:pt x="407" y="139"/>
                    <a:pt x="407" y="139"/>
                  </a:cubicBezTo>
                  <a:cubicBezTo>
                    <a:pt x="438" y="100"/>
                    <a:pt x="438" y="100"/>
                    <a:pt x="438" y="100"/>
                  </a:cubicBezTo>
                  <a:cubicBezTo>
                    <a:pt x="439" y="100"/>
                    <a:pt x="439" y="100"/>
                    <a:pt x="439" y="100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2" y="149"/>
                    <a:pt x="426" y="151"/>
                    <a:pt x="430" y="153"/>
                  </a:cubicBezTo>
                  <a:cubicBezTo>
                    <a:pt x="434" y="154"/>
                    <a:pt x="438" y="155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57" y="100"/>
                    <a:pt x="457" y="100"/>
                    <a:pt x="457" y="100"/>
                  </a:cubicBezTo>
                  <a:cubicBezTo>
                    <a:pt x="457" y="100"/>
                    <a:pt x="457" y="100"/>
                    <a:pt x="457" y="100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60"/>
                    <a:pt x="461" y="161"/>
                    <a:pt x="466" y="161"/>
                  </a:cubicBezTo>
                  <a:cubicBezTo>
                    <a:pt x="471" y="161"/>
                    <a:pt x="474" y="160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00"/>
                    <a:pt x="475" y="100"/>
                    <a:pt x="475" y="100"/>
                  </a:cubicBezTo>
                  <a:cubicBezTo>
                    <a:pt x="481" y="100"/>
                    <a:pt x="481" y="100"/>
                    <a:pt x="481" y="100"/>
                  </a:cubicBezTo>
                  <a:cubicBezTo>
                    <a:pt x="481" y="88"/>
                    <a:pt x="481" y="88"/>
                    <a:pt x="481" y="88"/>
                  </a:cubicBezTo>
                  <a:cubicBezTo>
                    <a:pt x="412" y="88"/>
                    <a:pt x="412" y="88"/>
                    <a:pt x="412" y="88"/>
                  </a:cubicBezTo>
                  <a:cubicBezTo>
                    <a:pt x="412" y="84"/>
                    <a:pt x="412" y="84"/>
                    <a:pt x="412" y="84"/>
                  </a:cubicBezTo>
                  <a:cubicBezTo>
                    <a:pt x="481" y="84"/>
                    <a:pt x="481" y="84"/>
                    <a:pt x="481" y="84"/>
                  </a:cubicBezTo>
                  <a:cubicBezTo>
                    <a:pt x="481" y="80"/>
                    <a:pt x="481" y="80"/>
                    <a:pt x="481" y="80"/>
                  </a:cubicBezTo>
                  <a:cubicBezTo>
                    <a:pt x="456" y="80"/>
                    <a:pt x="456" y="80"/>
                    <a:pt x="456" y="80"/>
                  </a:cubicBezTo>
                  <a:cubicBezTo>
                    <a:pt x="456" y="80"/>
                    <a:pt x="456" y="80"/>
                    <a:pt x="456" y="80"/>
                  </a:cubicBezTo>
                  <a:cubicBezTo>
                    <a:pt x="411" y="80"/>
                    <a:pt x="411" y="80"/>
                    <a:pt x="411" y="80"/>
                  </a:cubicBezTo>
                  <a:cubicBezTo>
                    <a:pt x="404" y="79"/>
                    <a:pt x="386" y="75"/>
                    <a:pt x="374" y="63"/>
                  </a:cubicBezTo>
                  <a:cubicBezTo>
                    <a:pt x="357" y="46"/>
                    <a:pt x="357" y="34"/>
                    <a:pt x="357" y="34"/>
                  </a:cubicBezTo>
                  <a:cubicBezTo>
                    <a:pt x="354" y="34"/>
                    <a:pt x="354" y="34"/>
                    <a:pt x="354" y="34"/>
                  </a:cubicBezTo>
                  <a:cubicBezTo>
                    <a:pt x="354" y="80"/>
                    <a:pt x="354" y="80"/>
                    <a:pt x="354" y="80"/>
                  </a:cubicBezTo>
                  <a:cubicBezTo>
                    <a:pt x="350" y="80"/>
                    <a:pt x="350" y="80"/>
                    <a:pt x="350" y="80"/>
                  </a:cubicBezTo>
                  <a:cubicBezTo>
                    <a:pt x="350" y="34"/>
                    <a:pt x="350" y="34"/>
                    <a:pt x="350" y="34"/>
                  </a:cubicBezTo>
                  <a:cubicBezTo>
                    <a:pt x="344" y="34"/>
                    <a:pt x="344" y="34"/>
                    <a:pt x="344" y="34"/>
                  </a:cubicBezTo>
                  <a:cubicBezTo>
                    <a:pt x="344" y="80"/>
                    <a:pt x="344" y="80"/>
                    <a:pt x="344" y="80"/>
                  </a:cubicBezTo>
                  <a:cubicBezTo>
                    <a:pt x="279" y="80"/>
                    <a:pt x="279" y="80"/>
                    <a:pt x="279" y="80"/>
                  </a:cubicBezTo>
                  <a:cubicBezTo>
                    <a:pt x="279" y="82"/>
                    <a:pt x="279" y="82"/>
                    <a:pt x="279" y="82"/>
                  </a:cubicBezTo>
                  <a:cubicBezTo>
                    <a:pt x="244" y="82"/>
                    <a:pt x="244" y="82"/>
                    <a:pt x="244" y="82"/>
                  </a:cubicBezTo>
                  <a:cubicBezTo>
                    <a:pt x="241" y="62"/>
                    <a:pt x="225" y="46"/>
                    <a:pt x="205" y="43"/>
                  </a:cubicBezTo>
                  <a:cubicBezTo>
                    <a:pt x="205" y="4"/>
                    <a:pt x="205" y="4"/>
                    <a:pt x="205" y="4"/>
                  </a:cubicBezTo>
                  <a:cubicBezTo>
                    <a:pt x="207" y="4"/>
                    <a:pt x="207" y="4"/>
                    <a:pt x="207" y="4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187" y="0"/>
                    <a:pt x="187" y="0"/>
                    <a:pt x="187" y="0"/>
                  </a:cubicBezTo>
                  <a:cubicBezTo>
                    <a:pt x="187" y="4"/>
                    <a:pt x="187" y="4"/>
                    <a:pt x="187" y="4"/>
                  </a:cubicBezTo>
                  <a:cubicBezTo>
                    <a:pt x="190" y="4"/>
                    <a:pt x="190" y="4"/>
                    <a:pt x="190" y="4"/>
                  </a:cubicBezTo>
                  <a:cubicBezTo>
                    <a:pt x="190" y="43"/>
                    <a:pt x="190" y="43"/>
                    <a:pt x="190" y="43"/>
                  </a:cubicBezTo>
                  <a:cubicBezTo>
                    <a:pt x="188" y="43"/>
                    <a:pt x="187" y="43"/>
                    <a:pt x="186" y="43"/>
                  </a:cubicBezTo>
                  <a:cubicBezTo>
                    <a:pt x="171" y="8"/>
                    <a:pt x="171" y="8"/>
                    <a:pt x="171" y="8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2" y="3"/>
                    <a:pt x="172" y="3"/>
                    <a:pt x="172" y="3"/>
                  </a:cubicBezTo>
                  <a:cubicBezTo>
                    <a:pt x="154" y="11"/>
                    <a:pt x="154" y="11"/>
                    <a:pt x="154" y="11"/>
                  </a:cubicBezTo>
                  <a:cubicBezTo>
                    <a:pt x="155" y="15"/>
                    <a:pt x="155" y="15"/>
                    <a:pt x="155" y="15"/>
                  </a:cubicBezTo>
                  <a:cubicBezTo>
                    <a:pt x="157" y="14"/>
                    <a:pt x="157" y="14"/>
                    <a:pt x="157" y="14"/>
                  </a:cubicBezTo>
                  <a:cubicBezTo>
                    <a:pt x="172" y="49"/>
                    <a:pt x="172" y="49"/>
                    <a:pt x="172" y="49"/>
                  </a:cubicBezTo>
                  <a:cubicBezTo>
                    <a:pt x="171" y="49"/>
                    <a:pt x="170" y="50"/>
                    <a:pt x="169" y="51"/>
                  </a:cubicBezTo>
                  <a:cubicBezTo>
                    <a:pt x="142" y="24"/>
                    <a:pt x="142" y="24"/>
                    <a:pt x="142" y="24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1" y="20"/>
                    <a:pt x="141" y="20"/>
                    <a:pt x="141" y="20"/>
                  </a:cubicBezTo>
                  <a:cubicBezTo>
                    <a:pt x="127" y="34"/>
                    <a:pt x="127" y="34"/>
                    <a:pt x="127" y="34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2" y="35"/>
                    <a:pt x="132" y="35"/>
                    <a:pt x="132" y="35"/>
                  </a:cubicBezTo>
                  <a:cubicBezTo>
                    <a:pt x="158" y="61"/>
                    <a:pt x="158" y="61"/>
                    <a:pt x="158" y="61"/>
                  </a:cubicBezTo>
                  <a:cubicBezTo>
                    <a:pt x="157" y="62"/>
                    <a:pt x="157" y="63"/>
                    <a:pt x="156" y="64"/>
                  </a:cubicBezTo>
                  <a:cubicBezTo>
                    <a:pt x="122" y="51"/>
                    <a:pt x="122" y="51"/>
                    <a:pt x="122" y="51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2" y="65"/>
                    <a:pt x="112" y="65"/>
                    <a:pt x="112" y="65"/>
                  </a:cubicBezTo>
                  <a:cubicBezTo>
                    <a:pt x="116" y="66"/>
                    <a:pt x="116" y="66"/>
                    <a:pt x="116" y="66"/>
                  </a:cubicBezTo>
                  <a:cubicBezTo>
                    <a:pt x="116" y="64"/>
                    <a:pt x="116" y="64"/>
                    <a:pt x="116" y="64"/>
                  </a:cubicBezTo>
                  <a:cubicBezTo>
                    <a:pt x="150" y="78"/>
                    <a:pt x="150" y="78"/>
                    <a:pt x="150" y="78"/>
                  </a:cubicBezTo>
                  <a:cubicBezTo>
                    <a:pt x="150" y="79"/>
                    <a:pt x="149" y="81"/>
                    <a:pt x="149" y="82"/>
                  </a:cubicBezTo>
                  <a:cubicBezTo>
                    <a:pt x="110" y="82"/>
                    <a:pt x="110" y="82"/>
                    <a:pt x="110" y="82"/>
                  </a:cubicBezTo>
                  <a:cubicBezTo>
                    <a:pt x="110" y="80"/>
                    <a:pt x="110" y="80"/>
                    <a:pt x="110" y="80"/>
                  </a:cubicBezTo>
                  <a:cubicBezTo>
                    <a:pt x="68" y="80"/>
                    <a:pt x="68" y="80"/>
                    <a:pt x="68" y="80"/>
                  </a:cubicBezTo>
                  <a:cubicBezTo>
                    <a:pt x="68" y="80"/>
                    <a:pt x="68" y="80"/>
                    <a:pt x="67" y="80"/>
                  </a:cubicBezTo>
                  <a:cubicBezTo>
                    <a:pt x="63" y="80"/>
                    <a:pt x="59" y="84"/>
                    <a:pt x="59" y="89"/>
                  </a:cubicBezTo>
                  <a:cubicBezTo>
                    <a:pt x="59" y="89"/>
                    <a:pt x="59" y="89"/>
                    <a:pt x="59" y="89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77"/>
                    <a:pt x="59" y="277"/>
                    <a:pt x="59" y="277"/>
                  </a:cubicBezTo>
                  <a:cubicBezTo>
                    <a:pt x="59" y="277"/>
                    <a:pt x="59" y="277"/>
                    <a:pt x="59" y="277"/>
                  </a:cubicBezTo>
                  <a:cubicBezTo>
                    <a:pt x="59" y="282"/>
                    <a:pt x="63" y="286"/>
                    <a:pt x="67" y="286"/>
                  </a:cubicBezTo>
                  <a:cubicBezTo>
                    <a:pt x="68" y="286"/>
                    <a:pt x="68" y="286"/>
                    <a:pt x="68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7" y="286"/>
                    <a:pt x="187" y="286"/>
                    <a:pt x="187" y="286"/>
                  </a:cubicBezTo>
                  <a:cubicBezTo>
                    <a:pt x="187" y="307"/>
                    <a:pt x="187" y="307"/>
                    <a:pt x="187" y="307"/>
                  </a:cubicBezTo>
                  <a:cubicBezTo>
                    <a:pt x="185" y="307"/>
                    <a:pt x="185" y="307"/>
                    <a:pt x="185" y="307"/>
                  </a:cubicBezTo>
                  <a:cubicBezTo>
                    <a:pt x="185" y="307"/>
                    <a:pt x="185" y="307"/>
                    <a:pt x="185" y="307"/>
                  </a:cubicBezTo>
                  <a:cubicBezTo>
                    <a:pt x="153" y="307"/>
                    <a:pt x="153" y="307"/>
                    <a:pt x="153" y="307"/>
                  </a:cubicBezTo>
                  <a:cubicBezTo>
                    <a:pt x="153" y="307"/>
                    <a:pt x="153" y="307"/>
                    <a:pt x="153" y="307"/>
                  </a:cubicBezTo>
                  <a:cubicBezTo>
                    <a:pt x="148" y="307"/>
                    <a:pt x="145" y="310"/>
                    <a:pt x="145" y="315"/>
                  </a:cubicBezTo>
                  <a:cubicBezTo>
                    <a:pt x="145" y="315"/>
                    <a:pt x="145" y="315"/>
                    <a:pt x="145" y="315"/>
                  </a:cubicBezTo>
                  <a:cubicBezTo>
                    <a:pt x="145" y="326"/>
                    <a:pt x="145" y="326"/>
                    <a:pt x="145" y="326"/>
                  </a:cubicBezTo>
                  <a:cubicBezTo>
                    <a:pt x="145" y="326"/>
                    <a:pt x="145" y="326"/>
                    <a:pt x="145" y="326"/>
                  </a:cubicBezTo>
                  <a:cubicBezTo>
                    <a:pt x="145" y="351"/>
                    <a:pt x="145" y="351"/>
                    <a:pt x="145" y="351"/>
                  </a:cubicBezTo>
                  <a:cubicBezTo>
                    <a:pt x="86" y="351"/>
                    <a:pt x="86" y="351"/>
                    <a:pt x="86" y="351"/>
                  </a:cubicBezTo>
                  <a:cubicBezTo>
                    <a:pt x="87" y="400"/>
                    <a:pt x="87" y="400"/>
                    <a:pt x="87" y="400"/>
                  </a:cubicBezTo>
                  <a:cubicBezTo>
                    <a:pt x="103" y="418"/>
                    <a:pt x="103" y="418"/>
                    <a:pt x="103" y="418"/>
                  </a:cubicBezTo>
                  <a:cubicBezTo>
                    <a:pt x="103" y="451"/>
                    <a:pt x="103" y="451"/>
                    <a:pt x="103" y="451"/>
                  </a:cubicBezTo>
                  <a:cubicBezTo>
                    <a:pt x="122" y="459"/>
                    <a:pt x="122" y="459"/>
                    <a:pt x="122" y="459"/>
                  </a:cubicBezTo>
                  <a:cubicBezTo>
                    <a:pt x="122" y="505"/>
                    <a:pt x="122" y="505"/>
                    <a:pt x="122" y="505"/>
                  </a:cubicBezTo>
                  <a:cubicBezTo>
                    <a:pt x="38" y="520"/>
                    <a:pt x="7" y="539"/>
                    <a:pt x="4" y="540"/>
                  </a:cubicBezTo>
                  <a:cubicBezTo>
                    <a:pt x="0" y="540"/>
                    <a:pt x="19" y="543"/>
                    <a:pt x="46" y="556"/>
                  </a:cubicBezTo>
                  <a:cubicBezTo>
                    <a:pt x="80" y="572"/>
                    <a:pt x="76" y="581"/>
                    <a:pt x="76" y="581"/>
                  </a:cubicBezTo>
                  <a:cubicBezTo>
                    <a:pt x="76" y="581"/>
                    <a:pt x="135" y="543"/>
                    <a:pt x="263" y="520"/>
                  </a:cubicBezTo>
                  <a:cubicBezTo>
                    <a:pt x="330" y="508"/>
                    <a:pt x="451" y="503"/>
                    <a:pt x="495" y="512"/>
                  </a:cubicBezTo>
                  <a:cubicBezTo>
                    <a:pt x="495" y="512"/>
                    <a:pt x="461" y="504"/>
                    <a:pt x="413" y="49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53">
              <a:extLst>
                <a:ext uri="{FF2B5EF4-FFF2-40B4-BE49-F238E27FC236}">
                  <a16:creationId xmlns:a16="http://schemas.microsoft.com/office/drawing/2014/main" id="{2028C96A-498C-4DC3-9A17-28E4317CB0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04858" y="3977648"/>
              <a:ext cx="1793875" cy="1787526"/>
            </a:xfrm>
            <a:custGeom>
              <a:avLst/>
              <a:gdLst>
                <a:gd name="T0" fmla="*/ 484 w 968"/>
                <a:gd name="T1" fmla="*/ 953 h 967"/>
                <a:gd name="T2" fmla="*/ 14 w 968"/>
                <a:gd name="T3" fmla="*/ 482 h 967"/>
                <a:gd name="T4" fmla="*/ 484 w 968"/>
                <a:gd name="T5" fmla="*/ 12 h 967"/>
                <a:gd name="T6" fmla="*/ 954 w 968"/>
                <a:gd name="T7" fmla="*/ 482 h 967"/>
                <a:gd name="T8" fmla="*/ 484 w 968"/>
                <a:gd name="T9" fmla="*/ 953 h 967"/>
                <a:gd name="T10" fmla="*/ 484 w 968"/>
                <a:gd name="T11" fmla="*/ 0 h 967"/>
                <a:gd name="T12" fmla="*/ 0 w 968"/>
                <a:gd name="T13" fmla="*/ 483 h 967"/>
                <a:gd name="T14" fmla="*/ 484 w 968"/>
                <a:gd name="T15" fmla="*/ 967 h 967"/>
                <a:gd name="T16" fmla="*/ 968 w 968"/>
                <a:gd name="T17" fmla="*/ 483 h 967"/>
                <a:gd name="T18" fmla="*/ 484 w 968"/>
                <a:gd name="T19" fmla="*/ 0 h 9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8" h="967">
                  <a:moveTo>
                    <a:pt x="484" y="953"/>
                  </a:moveTo>
                  <a:cubicBezTo>
                    <a:pt x="224" y="953"/>
                    <a:pt x="14" y="742"/>
                    <a:pt x="14" y="482"/>
                  </a:cubicBezTo>
                  <a:cubicBezTo>
                    <a:pt x="14" y="223"/>
                    <a:pt x="224" y="12"/>
                    <a:pt x="484" y="12"/>
                  </a:cubicBezTo>
                  <a:cubicBezTo>
                    <a:pt x="744" y="12"/>
                    <a:pt x="954" y="223"/>
                    <a:pt x="954" y="482"/>
                  </a:cubicBezTo>
                  <a:cubicBezTo>
                    <a:pt x="954" y="742"/>
                    <a:pt x="744" y="953"/>
                    <a:pt x="484" y="953"/>
                  </a:cubicBezTo>
                  <a:close/>
                  <a:moveTo>
                    <a:pt x="484" y="0"/>
                  </a:moveTo>
                  <a:cubicBezTo>
                    <a:pt x="217" y="0"/>
                    <a:pt x="0" y="216"/>
                    <a:pt x="0" y="483"/>
                  </a:cubicBezTo>
                  <a:cubicBezTo>
                    <a:pt x="0" y="750"/>
                    <a:pt x="217" y="967"/>
                    <a:pt x="484" y="967"/>
                  </a:cubicBezTo>
                  <a:cubicBezTo>
                    <a:pt x="751" y="967"/>
                    <a:pt x="968" y="750"/>
                    <a:pt x="968" y="483"/>
                  </a:cubicBezTo>
                  <a:cubicBezTo>
                    <a:pt x="968" y="216"/>
                    <a:pt x="751" y="0"/>
                    <a:pt x="48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54">
              <a:extLst>
                <a:ext uri="{FF2B5EF4-FFF2-40B4-BE49-F238E27FC236}">
                  <a16:creationId xmlns:a16="http://schemas.microsoft.com/office/drawing/2014/main" id="{734A2889-6417-4A17-B2CB-D074F35E74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8058" y="4552323"/>
              <a:ext cx="65088" cy="60325"/>
            </a:xfrm>
            <a:custGeom>
              <a:avLst/>
              <a:gdLst>
                <a:gd name="T0" fmla="*/ 23 w 35"/>
                <a:gd name="T1" fmla="*/ 3 h 32"/>
                <a:gd name="T2" fmla="*/ 10 w 35"/>
                <a:gd name="T3" fmla="*/ 1 h 32"/>
                <a:gd name="T4" fmla="*/ 2 w 35"/>
                <a:gd name="T5" fmla="*/ 9 h 32"/>
                <a:gd name="T6" fmla="*/ 1 w 35"/>
                <a:gd name="T7" fmla="*/ 20 h 32"/>
                <a:gd name="T8" fmla="*/ 11 w 35"/>
                <a:gd name="T9" fmla="*/ 29 h 32"/>
                <a:gd name="T10" fmla="*/ 25 w 35"/>
                <a:gd name="T11" fmla="*/ 31 h 32"/>
                <a:gd name="T12" fmla="*/ 33 w 35"/>
                <a:gd name="T13" fmla="*/ 23 h 32"/>
                <a:gd name="T14" fmla="*/ 33 w 35"/>
                <a:gd name="T15" fmla="*/ 12 h 32"/>
                <a:gd name="T16" fmla="*/ 23 w 35"/>
                <a:gd name="T17" fmla="*/ 3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" h="32">
                  <a:moveTo>
                    <a:pt x="23" y="3"/>
                  </a:moveTo>
                  <a:cubicBezTo>
                    <a:pt x="18" y="0"/>
                    <a:pt x="13" y="0"/>
                    <a:pt x="10" y="1"/>
                  </a:cubicBezTo>
                  <a:cubicBezTo>
                    <a:pt x="6" y="2"/>
                    <a:pt x="3" y="5"/>
                    <a:pt x="2" y="9"/>
                  </a:cubicBezTo>
                  <a:cubicBezTo>
                    <a:pt x="0" y="13"/>
                    <a:pt x="0" y="17"/>
                    <a:pt x="1" y="20"/>
                  </a:cubicBezTo>
                  <a:cubicBezTo>
                    <a:pt x="3" y="24"/>
                    <a:pt x="6" y="27"/>
                    <a:pt x="11" y="29"/>
                  </a:cubicBezTo>
                  <a:cubicBezTo>
                    <a:pt x="16" y="31"/>
                    <a:pt x="21" y="32"/>
                    <a:pt x="25" y="31"/>
                  </a:cubicBezTo>
                  <a:cubicBezTo>
                    <a:pt x="28" y="29"/>
                    <a:pt x="31" y="27"/>
                    <a:pt x="33" y="23"/>
                  </a:cubicBezTo>
                  <a:cubicBezTo>
                    <a:pt x="35" y="19"/>
                    <a:pt x="35" y="15"/>
                    <a:pt x="33" y="12"/>
                  </a:cubicBezTo>
                  <a:cubicBezTo>
                    <a:pt x="32" y="8"/>
                    <a:pt x="28" y="5"/>
                    <a:pt x="2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55">
              <a:extLst>
                <a:ext uri="{FF2B5EF4-FFF2-40B4-BE49-F238E27FC236}">
                  <a16:creationId xmlns:a16="http://schemas.microsoft.com/office/drawing/2014/main" id="{CE3D9E6B-856B-4ACD-9720-4C8030A123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1145" y="5347661"/>
              <a:ext cx="41275" cy="74613"/>
            </a:xfrm>
            <a:custGeom>
              <a:avLst/>
              <a:gdLst>
                <a:gd name="T0" fmla="*/ 22 w 22"/>
                <a:gd name="T1" fmla="*/ 0 h 40"/>
                <a:gd name="T2" fmla="*/ 22 w 22"/>
                <a:gd name="T3" fmla="*/ 40 h 40"/>
                <a:gd name="T4" fmla="*/ 11 w 22"/>
                <a:gd name="T5" fmla="*/ 40 h 40"/>
                <a:gd name="T6" fmla="*/ 11 w 22"/>
                <a:gd name="T7" fmla="*/ 14 h 40"/>
                <a:gd name="T8" fmla="*/ 6 w 22"/>
                <a:gd name="T9" fmla="*/ 17 h 40"/>
                <a:gd name="T10" fmla="*/ 0 w 22"/>
                <a:gd name="T11" fmla="*/ 19 h 40"/>
                <a:gd name="T12" fmla="*/ 0 w 22"/>
                <a:gd name="T13" fmla="*/ 11 h 40"/>
                <a:gd name="T14" fmla="*/ 8 w 22"/>
                <a:gd name="T15" fmla="*/ 6 h 40"/>
                <a:gd name="T16" fmla="*/ 13 w 22"/>
                <a:gd name="T17" fmla="*/ 0 h 40"/>
                <a:gd name="T18" fmla="*/ 22 w 22"/>
                <a:gd name="T1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40">
                  <a:moveTo>
                    <a:pt x="22" y="0"/>
                  </a:moveTo>
                  <a:cubicBezTo>
                    <a:pt x="22" y="40"/>
                    <a:pt x="22" y="40"/>
                    <a:pt x="22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9" y="15"/>
                    <a:pt x="8" y="16"/>
                    <a:pt x="6" y="17"/>
                  </a:cubicBezTo>
                  <a:cubicBezTo>
                    <a:pt x="4" y="18"/>
                    <a:pt x="2" y="19"/>
                    <a:pt x="0" y="19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4" y="10"/>
                    <a:pt x="6" y="8"/>
                    <a:pt x="8" y="6"/>
                  </a:cubicBezTo>
                  <a:cubicBezTo>
                    <a:pt x="10" y="5"/>
                    <a:pt x="12" y="3"/>
                    <a:pt x="13" y="0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56">
              <a:extLst>
                <a:ext uri="{FF2B5EF4-FFF2-40B4-BE49-F238E27FC236}">
                  <a16:creationId xmlns:a16="http://schemas.microsoft.com/office/drawing/2014/main" id="{1DE7746A-6B89-42A1-AF1B-D2A6E02FE2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39883" y="5347661"/>
              <a:ext cx="60325" cy="74613"/>
            </a:xfrm>
            <a:custGeom>
              <a:avLst/>
              <a:gdLst>
                <a:gd name="T0" fmla="*/ 21 w 32"/>
                <a:gd name="T1" fmla="*/ 14 h 40"/>
                <a:gd name="T2" fmla="*/ 19 w 32"/>
                <a:gd name="T3" fmla="*/ 9 h 40"/>
                <a:gd name="T4" fmla="*/ 15 w 32"/>
                <a:gd name="T5" fmla="*/ 7 h 40"/>
                <a:gd name="T6" fmla="*/ 12 w 32"/>
                <a:gd name="T7" fmla="*/ 9 h 40"/>
                <a:gd name="T8" fmla="*/ 10 w 32"/>
                <a:gd name="T9" fmla="*/ 13 h 40"/>
                <a:gd name="T10" fmla="*/ 12 w 32"/>
                <a:gd name="T11" fmla="*/ 18 h 40"/>
                <a:gd name="T12" fmla="*/ 15 w 32"/>
                <a:gd name="T13" fmla="*/ 20 h 40"/>
                <a:gd name="T14" fmla="*/ 19 w 32"/>
                <a:gd name="T15" fmla="*/ 18 h 40"/>
                <a:gd name="T16" fmla="*/ 21 w 32"/>
                <a:gd name="T17" fmla="*/ 14 h 40"/>
                <a:gd name="T18" fmla="*/ 1 w 32"/>
                <a:gd name="T19" fmla="*/ 31 h 40"/>
                <a:gd name="T20" fmla="*/ 12 w 32"/>
                <a:gd name="T21" fmla="*/ 30 h 40"/>
                <a:gd name="T22" fmla="*/ 13 w 32"/>
                <a:gd name="T23" fmla="*/ 33 h 40"/>
                <a:gd name="T24" fmla="*/ 15 w 32"/>
                <a:gd name="T25" fmla="*/ 34 h 40"/>
                <a:gd name="T26" fmla="*/ 20 w 32"/>
                <a:gd name="T27" fmla="*/ 31 h 40"/>
                <a:gd name="T28" fmla="*/ 21 w 32"/>
                <a:gd name="T29" fmla="*/ 23 h 40"/>
                <a:gd name="T30" fmla="*/ 17 w 32"/>
                <a:gd name="T31" fmla="*/ 26 h 40"/>
                <a:gd name="T32" fmla="*/ 13 w 32"/>
                <a:gd name="T33" fmla="*/ 27 h 40"/>
                <a:gd name="T34" fmla="*/ 4 w 32"/>
                <a:gd name="T35" fmla="*/ 23 h 40"/>
                <a:gd name="T36" fmla="*/ 0 w 32"/>
                <a:gd name="T37" fmla="*/ 14 h 40"/>
                <a:gd name="T38" fmla="*/ 2 w 32"/>
                <a:gd name="T39" fmla="*/ 7 h 40"/>
                <a:gd name="T40" fmla="*/ 7 w 32"/>
                <a:gd name="T41" fmla="*/ 2 h 40"/>
                <a:gd name="T42" fmla="*/ 15 w 32"/>
                <a:gd name="T43" fmla="*/ 0 h 40"/>
                <a:gd name="T44" fmla="*/ 24 w 32"/>
                <a:gd name="T45" fmla="*/ 2 h 40"/>
                <a:gd name="T46" fmla="*/ 30 w 32"/>
                <a:gd name="T47" fmla="*/ 9 h 40"/>
                <a:gd name="T48" fmla="*/ 32 w 32"/>
                <a:gd name="T49" fmla="*/ 20 h 40"/>
                <a:gd name="T50" fmla="*/ 28 w 32"/>
                <a:gd name="T51" fmla="*/ 35 h 40"/>
                <a:gd name="T52" fmla="*/ 15 w 32"/>
                <a:gd name="T53" fmla="*/ 40 h 40"/>
                <a:gd name="T54" fmla="*/ 8 w 32"/>
                <a:gd name="T55" fmla="*/ 39 h 40"/>
                <a:gd name="T56" fmla="*/ 4 w 32"/>
                <a:gd name="T57" fmla="*/ 36 h 40"/>
                <a:gd name="T58" fmla="*/ 1 w 32"/>
                <a:gd name="T59" fmla="*/ 3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2" h="40">
                  <a:moveTo>
                    <a:pt x="21" y="14"/>
                  </a:moveTo>
                  <a:cubicBezTo>
                    <a:pt x="21" y="12"/>
                    <a:pt x="20" y="10"/>
                    <a:pt x="19" y="9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4" y="7"/>
                    <a:pt x="13" y="8"/>
                    <a:pt x="12" y="9"/>
                  </a:cubicBezTo>
                  <a:cubicBezTo>
                    <a:pt x="11" y="10"/>
                    <a:pt x="10" y="11"/>
                    <a:pt x="10" y="13"/>
                  </a:cubicBezTo>
                  <a:cubicBezTo>
                    <a:pt x="10" y="16"/>
                    <a:pt x="11" y="17"/>
                    <a:pt x="12" y="18"/>
                  </a:cubicBezTo>
                  <a:cubicBezTo>
                    <a:pt x="13" y="20"/>
                    <a:pt x="14" y="20"/>
                    <a:pt x="15" y="20"/>
                  </a:cubicBezTo>
                  <a:cubicBezTo>
                    <a:pt x="17" y="20"/>
                    <a:pt x="18" y="20"/>
                    <a:pt x="19" y="18"/>
                  </a:cubicBezTo>
                  <a:cubicBezTo>
                    <a:pt x="20" y="17"/>
                    <a:pt x="21" y="16"/>
                    <a:pt x="21" y="14"/>
                  </a:cubicBezTo>
                  <a:close/>
                  <a:moveTo>
                    <a:pt x="1" y="31"/>
                  </a:moveTo>
                  <a:cubicBezTo>
                    <a:pt x="12" y="30"/>
                    <a:pt x="12" y="30"/>
                    <a:pt x="12" y="30"/>
                  </a:cubicBezTo>
                  <a:cubicBezTo>
                    <a:pt x="12" y="31"/>
                    <a:pt x="12" y="32"/>
                    <a:pt x="13" y="33"/>
                  </a:cubicBezTo>
                  <a:cubicBezTo>
                    <a:pt x="14" y="33"/>
                    <a:pt x="15" y="34"/>
                    <a:pt x="15" y="34"/>
                  </a:cubicBezTo>
                  <a:cubicBezTo>
                    <a:pt x="17" y="34"/>
                    <a:pt x="19" y="33"/>
                    <a:pt x="20" y="31"/>
                  </a:cubicBezTo>
                  <a:cubicBezTo>
                    <a:pt x="20" y="30"/>
                    <a:pt x="21" y="27"/>
                    <a:pt x="21" y="23"/>
                  </a:cubicBezTo>
                  <a:cubicBezTo>
                    <a:pt x="20" y="24"/>
                    <a:pt x="19" y="25"/>
                    <a:pt x="17" y="26"/>
                  </a:cubicBezTo>
                  <a:cubicBezTo>
                    <a:pt x="16" y="26"/>
                    <a:pt x="14" y="27"/>
                    <a:pt x="13" y="27"/>
                  </a:cubicBezTo>
                  <a:cubicBezTo>
                    <a:pt x="9" y="27"/>
                    <a:pt x="6" y="26"/>
                    <a:pt x="4" y="23"/>
                  </a:cubicBezTo>
                  <a:cubicBezTo>
                    <a:pt x="1" y="21"/>
                    <a:pt x="0" y="17"/>
                    <a:pt x="0" y="14"/>
                  </a:cubicBezTo>
                  <a:cubicBezTo>
                    <a:pt x="0" y="11"/>
                    <a:pt x="1" y="9"/>
                    <a:pt x="2" y="7"/>
                  </a:cubicBezTo>
                  <a:cubicBezTo>
                    <a:pt x="3" y="5"/>
                    <a:pt x="5" y="3"/>
                    <a:pt x="7" y="2"/>
                  </a:cubicBezTo>
                  <a:cubicBezTo>
                    <a:pt x="9" y="1"/>
                    <a:pt x="12" y="0"/>
                    <a:pt x="15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7" y="4"/>
                    <a:pt x="29" y="6"/>
                    <a:pt x="30" y="9"/>
                  </a:cubicBezTo>
                  <a:cubicBezTo>
                    <a:pt x="31" y="11"/>
                    <a:pt x="32" y="15"/>
                    <a:pt x="32" y="20"/>
                  </a:cubicBezTo>
                  <a:cubicBezTo>
                    <a:pt x="32" y="27"/>
                    <a:pt x="31" y="32"/>
                    <a:pt x="28" y="35"/>
                  </a:cubicBezTo>
                  <a:cubicBezTo>
                    <a:pt x="25" y="39"/>
                    <a:pt x="21" y="40"/>
                    <a:pt x="15" y="40"/>
                  </a:cubicBezTo>
                  <a:cubicBezTo>
                    <a:pt x="12" y="40"/>
                    <a:pt x="10" y="40"/>
                    <a:pt x="8" y="39"/>
                  </a:cubicBezTo>
                  <a:cubicBezTo>
                    <a:pt x="6" y="38"/>
                    <a:pt x="5" y="37"/>
                    <a:pt x="4" y="36"/>
                  </a:cubicBezTo>
                  <a:cubicBezTo>
                    <a:pt x="2" y="35"/>
                    <a:pt x="2" y="33"/>
                    <a:pt x="1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57">
              <a:extLst>
                <a:ext uri="{FF2B5EF4-FFF2-40B4-BE49-F238E27FC236}">
                  <a16:creationId xmlns:a16="http://schemas.microsoft.com/office/drawing/2014/main" id="{F790BB2D-DB9B-40EB-9248-310A17DE67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4970" y="5349248"/>
              <a:ext cx="60325" cy="73025"/>
            </a:xfrm>
            <a:custGeom>
              <a:avLst/>
              <a:gdLst>
                <a:gd name="T0" fmla="*/ 4 w 32"/>
                <a:gd name="T1" fmla="*/ 0 h 39"/>
                <a:gd name="T2" fmla="*/ 30 w 32"/>
                <a:gd name="T3" fmla="*/ 0 h 39"/>
                <a:gd name="T4" fmla="*/ 30 w 32"/>
                <a:gd name="T5" fmla="*/ 8 h 39"/>
                <a:gd name="T6" fmla="*/ 13 w 32"/>
                <a:gd name="T7" fmla="*/ 8 h 39"/>
                <a:gd name="T8" fmla="*/ 12 w 32"/>
                <a:gd name="T9" fmla="*/ 14 h 39"/>
                <a:gd name="T10" fmla="*/ 15 w 32"/>
                <a:gd name="T11" fmla="*/ 13 h 39"/>
                <a:gd name="T12" fmla="*/ 19 w 32"/>
                <a:gd name="T13" fmla="*/ 13 h 39"/>
                <a:gd name="T14" fmla="*/ 28 w 32"/>
                <a:gd name="T15" fmla="*/ 16 h 39"/>
                <a:gd name="T16" fmla="*/ 32 w 32"/>
                <a:gd name="T17" fmla="*/ 25 h 39"/>
                <a:gd name="T18" fmla="*/ 30 w 32"/>
                <a:gd name="T19" fmla="*/ 32 h 39"/>
                <a:gd name="T20" fmla="*/ 25 w 32"/>
                <a:gd name="T21" fmla="*/ 37 h 39"/>
                <a:gd name="T22" fmla="*/ 16 w 32"/>
                <a:gd name="T23" fmla="*/ 39 h 39"/>
                <a:gd name="T24" fmla="*/ 9 w 32"/>
                <a:gd name="T25" fmla="*/ 39 h 39"/>
                <a:gd name="T26" fmla="*/ 5 w 32"/>
                <a:gd name="T27" fmla="*/ 36 h 39"/>
                <a:gd name="T28" fmla="*/ 2 w 32"/>
                <a:gd name="T29" fmla="*/ 33 h 39"/>
                <a:gd name="T30" fmla="*/ 0 w 32"/>
                <a:gd name="T31" fmla="*/ 29 h 39"/>
                <a:gd name="T32" fmla="*/ 11 w 32"/>
                <a:gd name="T33" fmla="*/ 27 h 39"/>
                <a:gd name="T34" fmla="*/ 12 w 32"/>
                <a:gd name="T35" fmla="*/ 31 h 39"/>
                <a:gd name="T36" fmla="*/ 16 w 32"/>
                <a:gd name="T37" fmla="*/ 33 h 39"/>
                <a:gd name="T38" fmla="*/ 20 w 32"/>
                <a:gd name="T39" fmla="*/ 31 h 39"/>
                <a:gd name="T40" fmla="*/ 21 w 32"/>
                <a:gd name="T41" fmla="*/ 26 h 39"/>
                <a:gd name="T42" fmla="*/ 20 w 32"/>
                <a:gd name="T43" fmla="*/ 21 h 39"/>
                <a:gd name="T44" fmla="*/ 16 w 32"/>
                <a:gd name="T45" fmla="*/ 19 h 39"/>
                <a:gd name="T46" fmla="*/ 13 w 32"/>
                <a:gd name="T47" fmla="*/ 20 h 39"/>
                <a:gd name="T48" fmla="*/ 10 w 32"/>
                <a:gd name="T49" fmla="*/ 22 h 39"/>
                <a:gd name="T50" fmla="*/ 1 w 32"/>
                <a:gd name="T51" fmla="*/ 21 h 39"/>
                <a:gd name="T52" fmla="*/ 4 w 32"/>
                <a:gd name="T5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" h="39">
                  <a:moveTo>
                    <a:pt x="4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3" y="14"/>
                    <a:pt x="14" y="13"/>
                    <a:pt x="15" y="13"/>
                  </a:cubicBezTo>
                  <a:cubicBezTo>
                    <a:pt x="17" y="13"/>
                    <a:pt x="18" y="13"/>
                    <a:pt x="19" y="13"/>
                  </a:cubicBezTo>
                  <a:cubicBezTo>
                    <a:pt x="23" y="13"/>
                    <a:pt x="26" y="14"/>
                    <a:pt x="28" y="16"/>
                  </a:cubicBezTo>
                  <a:cubicBezTo>
                    <a:pt x="31" y="18"/>
                    <a:pt x="32" y="21"/>
                    <a:pt x="32" y="25"/>
                  </a:cubicBezTo>
                  <a:cubicBezTo>
                    <a:pt x="32" y="27"/>
                    <a:pt x="31" y="30"/>
                    <a:pt x="30" y="32"/>
                  </a:cubicBezTo>
                  <a:cubicBezTo>
                    <a:pt x="29" y="35"/>
                    <a:pt x="27" y="36"/>
                    <a:pt x="25" y="37"/>
                  </a:cubicBezTo>
                  <a:cubicBezTo>
                    <a:pt x="22" y="39"/>
                    <a:pt x="20" y="39"/>
                    <a:pt x="16" y="39"/>
                  </a:cubicBezTo>
                  <a:cubicBezTo>
                    <a:pt x="13" y="39"/>
                    <a:pt x="11" y="39"/>
                    <a:pt x="9" y="39"/>
                  </a:cubicBezTo>
                  <a:cubicBezTo>
                    <a:pt x="8" y="38"/>
                    <a:pt x="6" y="37"/>
                    <a:pt x="5" y="36"/>
                  </a:cubicBezTo>
                  <a:cubicBezTo>
                    <a:pt x="4" y="35"/>
                    <a:pt x="2" y="34"/>
                    <a:pt x="2" y="33"/>
                  </a:cubicBezTo>
                  <a:cubicBezTo>
                    <a:pt x="1" y="32"/>
                    <a:pt x="0" y="30"/>
                    <a:pt x="0" y="29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9"/>
                    <a:pt x="11" y="30"/>
                    <a:pt x="12" y="31"/>
                  </a:cubicBezTo>
                  <a:cubicBezTo>
                    <a:pt x="13" y="32"/>
                    <a:pt x="15" y="33"/>
                    <a:pt x="16" y="33"/>
                  </a:cubicBezTo>
                  <a:cubicBezTo>
                    <a:pt x="17" y="33"/>
                    <a:pt x="19" y="32"/>
                    <a:pt x="20" y="31"/>
                  </a:cubicBezTo>
                  <a:cubicBezTo>
                    <a:pt x="21" y="30"/>
                    <a:pt x="21" y="28"/>
                    <a:pt x="21" y="26"/>
                  </a:cubicBezTo>
                  <a:cubicBezTo>
                    <a:pt x="21" y="24"/>
                    <a:pt x="21" y="22"/>
                    <a:pt x="20" y="21"/>
                  </a:cubicBezTo>
                  <a:cubicBezTo>
                    <a:pt x="19" y="20"/>
                    <a:pt x="17" y="19"/>
                    <a:pt x="16" y="19"/>
                  </a:cubicBezTo>
                  <a:cubicBezTo>
                    <a:pt x="15" y="19"/>
                    <a:pt x="14" y="20"/>
                    <a:pt x="13" y="20"/>
                  </a:cubicBezTo>
                  <a:cubicBezTo>
                    <a:pt x="12" y="20"/>
                    <a:pt x="11" y="21"/>
                    <a:pt x="10" y="22"/>
                  </a:cubicBezTo>
                  <a:cubicBezTo>
                    <a:pt x="1" y="21"/>
                    <a:pt x="1" y="21"/>
                    <a:pt x="1" y="21"/>
                  </a:cubicBez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58">
              <a:extLst>
                <a:ext uri="{FF2B5EF4-FFF2-40B4-BE49-F238E27FC236}">
                  <a16:creationId xmlns:a16="http://schemas.microsoft.com/office/drawing/2014/main" id="{FC881B05-F5FE-4E93-9EE5-329CEA0529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0058" y="5347661"/>
              <a:ext cx="57150" cy="74613"/>
            </a:xfrm>
            <a:custGeom>
              <a:avLst/>
              <a:gdLst>
                <a:gd name="T0" fmla="*/ 10 w 31"/>
                <a:gd name="T1" fmla="*/ 12 h 40"/>
                <a:gd name="T2" fmla="*/ 0 w 31"/>
                <a:gd name="T3" fmla="*/ 10 h 40"/>
                <a:gd name="T4" fmla="*/ 5 w 31"/>
                <a:gd name="T5" fmla="*/ 3 h 40"/>
                <a:gd name="T6" fmla="*/ 15 w 31"/>
                <a:gd name="T7" fmla="*/ 0 h 40"/>
                <a:gd name="T8" fmla="*/ 26 w 31"/>
                <a:gd name="T9" fmla="*/ 3 h 40"/>
                <a:gd name="T10" fmla="*/ 30 w 31"/>
                <a:gd name="T11" fmla="*/ 10 h 40"/>
                <a:gd name="T12" fmla="*/ 28 w 31"/>
                <a:gd name="T13" fmla="*/ 15 h 40"/>
                <a:gd name="T14" fmla="*/ 24 w 31"/>
                <a:gd name="T15" fmla="*/ 18 h 40"/>
                <a:gd name="T16" fmla="*/ 27 w 31"/>
                <a:gd name="T17" fmla="*/ 20 h 40"/>
                <a:gd name="T18" fmla="*/ 30 w 31"/>
                <a:gd name="T19" fmla="*/ 23 h 40"/>
                <a:gd name="T20" fmla="*/ 31 w 31"/>
                <a:gd name="T21" fmla="*/ 27 h 40"/>
                <a:gd name="T22" fmla="*/ 30 w 31"/>
                <a:gd name="T23" fmla="*/ 34 h 40"/>
                <a:gd name="T24" fmla="*/ 25 w 31"/>
                <a:gd name="T25" fmla="*/ 39 h 40"/>
                <a:gd name="T26" fmla="*/ 16 w 31"/>
                <a:gd name="T27" fmla="*/ 40 h 40"/>
                <a:gd name="T28" fmla="*/ 8 w 31"/>
                <a:gd name="T29" fmla="*/ 39 h 40"/>
                <a:gd name="T30" fmla="*/ 3 w 31"/>
                <a:gd name="T31" fmla="*/ 35 h 40"/>
                <a:gd name="T32" fmla="*/ 0 w 31"/>
                <a:gd name="T33" fmla="*/ 29 h 40"/>
                <a:gd name="T34" fmla="*/ 10 w 31"/>
                <a:gd name="T35" fmla="*/ 28 h 40"/>
                <a:gd name="T36" fmla="*/ 12 w 31"/>
                <a:gd name="T37" fmla="*/ 32 h 40"/>
                <a:gd name="T38" fmla="*/ 16 w 31"/>
                <a:gd name="T39" fmla="*/ 34 h 40"/>
                <a:gd name="T40" fmla="*/ 19 w 31"/>
                <a:gd name="T41" fmla="*/ 32 h 40"/>
                <a:gd name="T42" fmla="*/ 21 w 31"/>
                <a:gd name="T43" fmla="*/ 28 h 40"/>
                <a:gd name="T44" fmla="*/ 19 w 31"/>
                <a:gd name="T45" fmla="*/ 24 h 40"/>
                <a:gd name="T46" fmla="*/ 15 w 31"/>
                <a:gd name="T47" fmla="*/ 22 h 40"/>
                <a:gd name="T48" fmla="*/ 12 w 31"/>
                <a:gd name="T49" fmla="*/ 23 h 40"/>
                <a:gd name="T50" fmla="*/ 13 w 31"/>
                <a:gd name="T51" fmla="*/ 15 h 40"/>
                <a:gd name="T52" fmla="*/ 14 w 31"/>
                <a:gd name="T53" fmla="*/ 15 h 40"/>
                <a:gd name="T54" fmla="*/ 17 w 31"/>
                <a:gd name="T55" fmla="*/ 14 h 40"/>
                <a:gd name="T56" fmla="*/ 19 w 31"/>
                <a:gd name="T57" fmla="*/ 11 h 40"/>
                <a:gd name="T58" fmla="*/ 18 w 31"/>
                <a:gd name="T59" fmla="*/ 8 h 40"/>
                <a:gd name="T60" fmla="*/ 15 w 31"/>
                <a:gd name="T61" fmla="*/ 7 h 40"/>
                <a:gd name="T62" fmla="*/ 12 w 31"/>
                <a:gd name="T63" fmla="*/ 8 h 40"/>
                <a:gd name="T64" fmla="*/ 10 w 31"/>
                <a:gd name="T65" fmla="*/ 1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1" h="40">
                  <a:moveTo>
                    <a:pt x="10" y="12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1" y="7"/>
                    <a:pt x="3" y="5"/>
                    <a:pt x="5" y="3"/>
                  </a:cubicBezTo>
                  <a:cubicBezTo>
                    <a:pt x="7" y="1"/>
                    <a:pt x="11" y="0"/>
                    <a:pt x="15" y="0"/>
                  </a:cubicBezTo>
                  <a:cubicBezTo>
                    <a:pt x="20" y="0"/>
                    <a:pt x="24" y="1"/>
                    <a:pt x="26" y="3"/>
                  </a:cubicBezTo>
                  <a:cubicBezTo>
                    <a:pt x="28" y="5"/>
                    <a:pt x="30" y="7"/>
                    <a:pt x="30" y="10"/>
                  </a:cubicBezTo>
                  <a:cubicBezTo>
                    <a:pt x="30" y="12"/>
                    <a:pt x="29" y="13"/>
                    <a:pt x="28" y="15"/>
                  </a:cubicBezTo>
                  <a:cubicBezTo>
                    <a:pt x="27" y="16"/>
                    <a:pt x="26" y="17"/>
                    <a:pt x="24" y="18"/>
                  </a:cubicBezTo>
                  <a:cubicBezTo>
                    <a:pt x="25" y="19"/>
                    <a:pt x="27" y="19"/>
                    <a:pt x="27" y="20"/>
                  </a:cubicBezTo>
                  <a:cubicBezTo>
                    <a:pt x="29" y="20"/>
                    <a:pt x="30" y="21"/>
                    <a:pt x="30" y="23"/>
                  </a:cubicBezTo>
                  <a:cubicBezTo>
                    <a:pt x="31" y="24"/>
                    <a:pt x="31" y="26"/>
                    <a:pt x="31" y="27"/>
                  </a:cubicBezTo>
                  <a:cubicBezTo>
                    <a:pt x="31" y="30"/>
                    <a:pt x="31" y="32"/>
                    <a:pt x="30" y="34"/>
                  </a:cubicBezTo>
                  <a:cubicBezTo>
                    <a:pt x="29" y="36"/>
                    <a:pt x="27" y="38"/>
                    <a:pt x="25" y="39"/>
                  </a:cubicBezTo>
                  <a:cubicBezTo>
                    <a:pt x="22" y="40"/>
                    <a:pt x="19" y="40"/>
                    <a:pt x="16" y="40"/>
                  </a:cubicBezTo>
                  <a:cubicBezTo>
                    <a:pt x="12" y="40"/>
                    <a:pt x="10" y="40"/>
                    <a:pt x="8" y="39"/>
                  </a:cubicBezTo>
                  <a:cubicBezTo>
                    <a:pt x="6" y="38"/>
                    <a:pt x="4" y="37"/>
                    <a:pt x="3" y="35"/>
                  </a:cubicBezTo>
                  <a:cubicBezTo>
                    <a:pt x="1" y="34"/>
                    <a:pt x="0" y="32"/>
                    <a:pt x="0" y="29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1" y="30"/>
                    <a:pt x="11" y="32"/>
                    <a:pt x="12" y="32"/>
                  </a:cubicBezTo>
                  <a:cubicBezTo>
                    <a:pt x="13" y="33"/>
                    <a:pt x="14" y="34"/>
                    <a:pt x="16" y="34"/>
                  </a:cubicBezTo>
                  <a:cubicBezTo>
                    <a:pt x="17" y="34"/>
                    <a:pt x="18" y="33"/>
                    <a:pt x="19" y="32"/>
                  </a:cubicBezTo>
                  <a:cubicBezTo>
                    <a:pt x="20" y="31"/>
                    <a:pt x="21" y="30"/>
                    <a:pt x="21" y="28"/>
                  </a:cubicBezTo>
                  <a:cubicBezTo>
                    <a:pt x="21" y="26"/>
                    <a:pt x="20" y="25"/>
                    <a:pt x="19" y="24"/>
                  </a:cubicBezTo>
                  <a:cubicBezTo>
                    <a:pt x="18" y="23"/>
                    <a:pt x="17" y="22"/>
                    <a:pt x="15" y="22"/>
                  </a:cubicBezTo>
                  <a:cubicBezTo>
                    <a:pt x="15" y="22"/>
                    <a:pt x="14" y="23"/>
                    <a:pt x="12" y="23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5"/>
                    <a:pt x="14" y="15"/>
                    <a:pt x="14" y="15"/>
                  </a:cubicBezTo>
                  <a:cubicBezTo>
                    <a:pt x="15" y="15"/>
                    <a:pt x="17" y="15"/>
                    <a:pt x="17" y="14"/>
                  </a:cubicBezTo>
                  <a:cubicBezTo>
                    <a:pt x="18" y="13"/>
                    <a:pt x="19" y="12"/>
                    <a:pt x="19" y="11"/>
                  </a:cubicBezTo>
                  <a:cubicBezTo>
                    <a:pt x="19" y="10"/>
                    <a:pt x="18" y="9"/>
                    <a:pt x="18" y="8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4" y="7"/>
                    <a:pt x="13" y="7"/>
                    <a:pt x="12" y="8"/>
                  </a:cubicBezTo>
                  <a:cubicBezTo>
                    <a:pt x="11" y="9"/>
                    <a:pt x="11" y="10"/>
                    <a:pt x="1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59">
              <a:extLst>
                <a:ext uri="{FF2B5EF4-FFF2-40B4-BE49-F238E27FC236}">
                  <a16:creationId xmlns:a16="http://schemas.microsoft.com/office/drawing/2014/main" id="{1F3EE822-4F13-4995-8B88-14F3355DC4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7933" y="5415923"/>
              <a:ext cx="17463" cy="9525"/>
            </a:xfrm>
            <a:custGeom>
              <a:avLst/>
              <a:gdLst>
                <a:gd name="T0" fmla="*/ 0 w 11"/>
                <a:gd name="T1" fmla="*/ 6 h 6"/>
                <a:gd name="T2" fmla="*/ 5 w 11"/>
                <a:gd name="T3" fmla="*/ 5 h 6"/>
                <a:gd name="T4" fmla="*/ 11 w 11"/>
                <a:gd name="T5" fmla="*/ 2 h 6"/>
                <a:gd name="T6" fmla="*/ 8 w 11"/>
                <a:gd name="T7" fmla="*/ 1 h 6"/>
                <a:gd name="T8" fmla="*/ 4 w 11"/>
                <a:gd name="T9" fmla="*/ 0 h 6"/>
                <a:gd name="T10" fmla="*/ 0 w 11"/>
                <a:gd name="T11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6">
                  <a:moveTo>
                    <a:pt x="0" y="6"/>
                  </a:moveTo>
                  <a:lnTo>
                    <a:pt x="5" y="5"/>
                  </a:lnTo>
                  <a:lnTo>
                    <a:pt x="11" y="2"/>
                  </a:lnTo>
                  <a:lnTo>
                    <a:pt x="8" y="1"/>
                  </a:lnTo>
                  <a:lnTo>
                    <a:pt x="4" y="0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60">
              <a:extLst>
                <a:ext uri="{FF2B5EF4-FFF2-40B4-BE49-F238E27FC236}">
                  <a16:creationId xmlns:a16="http://schemas.microsoft.com/office/drawing/2014/main" id="{6B861C13-21B3-4954-83ED-2A8A0932E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7945" y="4187198"/>
              <a:ext cx="44450" cy="34925"/>
            </a:xfrm>
            <a:custGeom>
              <a:avLst/>
              <a:gdLst>
                <a:gd name="T0" fmla="*/ 22 w 24"/>
                <a:gd name="T1" fmla="*/ 11 h 19"/>
                <a:gd name="T2" fmla="*/ 24 w 24"/>
                <a:gd name="T3" fmla="*/ 8 h 19"/>
                <a:gd name="T4" fmla="*/ 24 w 24"/>
                <a:gd name="T5" fmla="*/ 4 h 19"/>
                <a:gd name="T6" fmla="*/ 21 w 24"/>
                <a:gd name="T7" fmla="*/ 0 h 19"/>
                <a:gd name="T8" fmla="*/ 16 w 24"/>
                <a:gd name="T9" fmla="*/ 0 h 19"/>
                <a:gd name="T10" fmla="*/ 8 w 24"/>
                <a:gd name="T11" fmla="*/ 4 h 19"/>
                <a:gd name="T12" fmla="*/ 0 w 24"/>
                <a:gd name="T13" fmla="*/ 7 h 19"/>
                <a:gd name="T14" fmla="*/ 5 w 24"/>
                <a:gd name="T15" fmla="*/ 19 h 19"/>
                <a:gd name="T16" fmla="*/ 13 w 24"/>
                <a:gd name="T17" fmla="*/ 16 h 19"/>
                <a:gd name="T18" fmla="*/ 22 w 24"/>
                <a:gd name="T19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9">
                  <a:moveTo>
                    <a:pt x="22" y="11"/>
                  </a:moveTo>
                  <a:cubicBezTo>
                    <a:pt x="23" y="10"/>
                    <a:pt x="24" y="9"/>
                    <a:pt x="24" y="8"/>
                  </a:cubicBezTo>
                  <a:cubicBezTo>
                    <a:pt x="24" y="6"/>
                    <a:pt x="24" y="5"/>
                    <a:pt x="24" y="4"/>
                  </a:cubicBezTo>
                  <a:cubicBezTo>
                    <a:pt x="23" y="2"/>
                    <a:pt x="22" y="1"/>
                    <a:pt x="21" y="0"/>
                  </a:cubicBezTo>
                  <a:cubicBezTo>
                    <a:pt x="19" y="0"/>
                    <a:pt x="18" y="0"/>
                    <a:pt x="16" y="0"/>
                  </a:cubicBezTo>
                  <a:cubicBezTo>
                    <a:pt x="15" y="1"/>
                    <a:pt x="12" y="2"/>
                    <a:pt x="8" y="4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8" y="13"/>
                    <a:pt x="21" y="12"/>
                    <a:pt x="22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Freeform 61">
              <a:extLst>
                <a:ext uri="{FF2B5EF4-FFF2-40B4-BE49-F238E27FC236}">
                  <a16:creationId xmlns:a16="http://schemas.microsoft.com/office/drawing/2014/main" id="{F31CE27D-48F1-4F7C-9F65-82597B1E2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7108" y="4461836"/>
              <a:ext cx="36513" cy="46038"/>
            </a:xfrm>
            <a:custGeom>
              <a:avLst/>
              <a:gdLst>
                <a:gd name="T0" fmla="*/ 10 w 20"/>
                <a:gd name="T1" fmla="*/ 23 h 25"/>
                <a:gd name="T2" fmla="*/ 13 w 20"/>
                <a:gd name="T3" fmla="*/ 25 h 25"/>
                <a:gd name="T4" fmla="*/ 17 w 20"/>
                <a:gd name="T5" fmla="*/ 24 h 25"/>
                <a:gd name="T6" fmla="*/ 20 w 20"/>
                <a:gd name="T7" fmla="*/ 20 h 25"/>
                <a:gd name="T8" fmla="*/ 20 w 20"/>
                <a:gd name="T9" fmla="*/ 15 h 25"/>
                <a:gd name="T10" fmla="*/ 15 w 20"/>
                <a:gd name="T11" fmla="*/ 8 h 25"/>
                <a:gd name="T12" fmla="*/ 11 w 20"/>
                <a:gd name="T13" fmla="*/ 0 h 25"/>
                <a:gd name="T14" fmla="*/ 0 w 20"/>
                <a:gd name="T15" fmla="*/ 7 h 25"/>
                <a:gd name="T16" fmla="*/ 4 w 20"/>
                <a:gd name="T17" fmla="*/ 14 h 25"/>
                <a:gd name="T18" fmla="*/ 10 w 20"/>
                <a:gd name="T19" fmla="*/ 2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25">
                  <a:moveTo>
                    <a:pt x="10" y="23"/>
                  </a:moveTo>
                  <a:cubicBezTo>
                    <a:pt x="11" y="24"/>
                    <a:pt x="12" y="24"/>
                    <a:pt x="13" y="25"/>
                  </a:cubicBezTo>
                  <a:cubicBezTo>
                    <a:pt x="15" y="25"/>
                    <a:pt x="16" y="24"/>
                    <a:pt x="17" y="24"/>
                  </a:cubicBezTo>
                  <a:cubicBezTo>
                    <a:pt x="19" y="23"/>
                    <a:pt x="20" y="21"/>
                    <a:pt x="20" y="20"/>
                  </a:cubicBezTo>
                  <a:cubicBezTo>
                    <a:pt x="20" y="19"/>
                    <a:pt x="20" y="17"/>
                    <a:pt x="20" y="15"/>
                  </a:cubicBezTo>
                  <a:cubicBezTo>
                    <a:pt x="19" y="14"/>
                    <a:pt x="18" y="12"/>
                    <a:pt x="15" y="8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7" y="19"/>
                    <a:pt x="9" y="22"/>
                    <a:pt x="10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62">
              <a:extLst>
                <a:ext uri="{FF2B5EF4-FFF2-40B4-BE49-F238E27FC236}">
                  <a16:creationId xmlns:a16="http://schemas.microsoft.com/office/drawing/2014/main" id="{E749DC76-AF97-475D-9287-67CD093949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5358" y="4642811"/>
              <a:ext cx="39688" cy="28575"/>
            </a:xfrm>
            <a:custGeom>
              <a:avLst/>
              <a:gdLst>
                <a:gd name="T0" fmla="*/ 25 w 25"/>
                <a:gd name="T1" fmla="*/ 0 h 18"/>
                <a:gd name="T2" fmla="*/ 0 w 25"/>
                <a:gd name="T3" fmla="*/ 3 h 18"/>
                <a:gd name="T4" fmla="*/ 19 w 25"/>
                <a:gd name="T5" fmla="*/ 18 h 18"/>
                <a:gd name="T6" fmla="*/ 25 w 25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8">
                  <a:moveTo>
                    <a:pt x="25" y="0"/>
                  </a:moveTo>
                  <a:lnTo>
                    <a:pt x="0" y="3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63">
              <a:extLst>
                <a:ext uri="{FF2B5EF4-FFF2-40B4-BE49-F238E27FC236}">
                  <a16:creationId xmlns:a16="http://schemas.microsoft.com/office/drawing/2014/main" id="{D7544BF4-7F78-4262-86C9-07FC6EA0E8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4820" y="5565148"/>
              <a:ext cx="38100" cy="61913"/>
            </a:xfrm>
            <a:custGeom>
              <a:avLst/>
              <a:gdLst>
                <a:gd name="T0" fmla="*/ 7 w 21"/>
                <a:gd name="T1" fmla="*/ 10 h 33"/>
                <a:gd name="T2" fmla="*/ 4 w 21"/>
                <a:gd name="T3" fmla="*/ 12 h 33"/>
                <a:gd name="T4" fmla="*/ 2 w 21"/>
                <a:gd name="T5" fmla="*/ 15 h 33"/>
                <a:gd name="T6" fmla="*/ 1 w 21"/>
                <a:gd name="T7" fmla="*/ 19 h 33"/>
                <a:gd name="T8" fmla="*/ 0 w 21"/>
                <a:gd name="T9" fmla="*/ 23 h 33"/>
                <a:gd name="T10" fmla="*/ 2 w 21"/>
                <a:gd name="T11" fmla="*/ 26 h 33"/>
                <a:gd name="T12" fmla="*/ 9 w 21"/>
                <a:gd name="T13" fmla="*/ 32 h 33"/>
                <a:gd name="T14" fmla="*/ 12 w 21"/>
                <a:gd name="T15" fmla="*/ 33 h 33"/>
                <a:gd name="T16" fmla="*/ 15 w 21"/>
                <a:gd name="T17" fmla="*/ 33 h 33"/>
                <a:gd name="T18" fmla="*/ 19 w 21"/>
                <a:gd name="T19" fmla="*/ 29 h 33"/>
                <a:gd name="T20" fmla="*/ 20 w 21"/>
                <a:gd name="T21" fmla="*/ 26 h 33"/>
                <a:gd name="T22" fmla="*/ 21 w 21"/>
                <a:gd name="T23" fmla="*/ 24 h 33"/>
                <a:gd name="T24" fmla="*/ 20 w 21"/>
                <a:gd name="T25" fmla="*/ 20 h 33"/>
                <a:gd name="T26" fmla="*/ 14 w 21"/>
                <a:gd name="T27" fmla="*/ 16 h 33"/>
                <a:gd name="T28" fmla="*/ 14 w 21"/>
                <a:gd name="T29" fmla="*/ 11 h 33"/>
                <a:gd name="T30" fmla="*/ 17 w 21"/>
                <a:gd name="T31" fmla="*/ 11 h 33"/>
                <a:gd name="T32" fmla="*/ 18 w 21"/>
                <a:gd name="T33" fmla="*/ 8 h 33"/>
                <a:gd name="T34" fmla="*/ 18 w 21"/>
                <a:gd name="T35" fmla="*/ 5 h 33"/>
                <a:gd name="T36" fmla="*/ 18 w 21"/>
                <a:gd name="T37" fmla="*/ 2 h 33"/>
                <a:gd name="T38" fmla="*/ 15 w 21"/>
                <a:gd name="T39" fmla="*/ 2 h 33"/>
                <a:gd name="T40" fmla="*/ 10 w 21"/>
                <a:gd name="T41" fmla="*/ 8 h 33"/>
                <a:gd name="T42" fmla="*/ 9 w 21"/>
                <a:gd name="T43" fmla="*/ 9 h 33"/>
                <a:gd name="T44" fmla="*/ 7 w 21"/>
                <a:gd name="T45" fmla="*/ 1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33">
                  <a:moveTo>
                    <a:pt x="7" y="10"/>
                  </a:moveTo>
                  <a:cubicBezTo>
                    <a:pt x="5" y="10"/>
                    <a:pt x="4" y="12"/>
                    <a:pt x="4" y="12"/>
                  </a:cubicBezTo>
                  <a:cubicBezTo>
                    <a:pt x="1" y="14"/>
                    <a:pt x="2" y="15"/>
                    <a:pt x="2" y="15"/>
                  </a:cubicBezTo>
                  <a:cubicBezTo>
                    <a:pt x="2" y="16"/>
                    <a:pt x="1" y="19"/>
                    <a:pt x="1" y="19"/>
                  </a:cubicBezTo>
                  <a:cubicBezTo>
                    <a:pt x="0" y="20"/>
                    <a:pt x="0" y="23"/>
                    <a:pt x="0" y="23"/>
                  </a:cubicBezTo>
                  <a:cubicBezTo>
                    <a:pt x="0" y="24"/>
                    <a:pt x="2" y="26"/>
                    <a:pt x="2" y="26"/>
                  </a:cubicBezTo>
                  <a:cubicBezTo>
                    <a:pt x="3" y="29"/>
                    <a:pt x="9" y="32"/>
                    <a:pt x="9" y="32"/>
                  </a:cubicBezTo>
                  <a:cubicBezTo>
                    <a:pt x="10" y="33"/>
                    <a:pt x="11" y="33"/>
                    <a:pt x="12" y="33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9" y="33"/>
                    <a:pt x="19" y="29"/>
                    <a:pt x="19" y="29"/>
                  </a:cubicBezTo>
                  <a:cubicBezTo>
                    <a:pt x="18" y="28"/>
                    <a:pt x="20" y="26"/>
                    <a:pt x="20" y="26"/>
                  </a:cubicBezTo>
                  <a:cubicBezTo>
                    <a:pt x="21" y="25"/>
                    <a:pt x="21" y="24"/>
                    <a:pt x="21" y="24"/>
                  </a:cubicBezTo>
                  <a:cubicBezTo>
                    <a:pt x="20" y="23"/>
                    <a:pt x="20" y="20"/>
                    <a:pt x="20" y="20"/>
                  </a:cubicBezTo>
                  <a:cubicBezTo>
                    <a:pt x="18" y="19"/>
                    <a:pt x="14" y="16"/>
                    <a:pt x="14" y="16"/>
                  </a:cubicBezTo>
                  <a:cubicBezTo>
                    <a:pt x="11" y="12"/>
                    <a:pt x="14" y="11"/>
                    <a:pt x="14" y="11"/>
                  </a:cubicBezTo>
                  <a:cubicBezTo>
                    <a:pt x="16" y="12"/>
                    <a:pt x="17" y="11"/>
                    <a:pt x="17" y="11"/>
                  </a:cubicBezTo>
                  <a:cubicBezTo>
                    <a:pt x="19" y="11"/>
                    <a:pt x="18" y="8"/>
                    <a:pt x="18" y="8"/>
                  </a:cubicBezTo>
                  <a:cubicBezTo>
                    <a:pt x="18" y="6"/>
                    <a:pt x="18" y="5"/>
                    <a:pt x="18" y="5"/>
                  </a:cubicBezTo>
                  <a:cubicBezTo>
                    <a:pt x="19" y="2"/>
                    <a:pt x="18" y="2"/>
                    <a:pt x="18" y="2"/>
                  </a:cubicBezTo>
                  <a:cubicBezTo>
                    <a:pt x="16" y="0"/>
                    <a:pt x="15" y="2"/>
                    <a:pt x="15" y="2"/>
                  </a:cubicBezTo>
                  <a:cubicBezTo>
                    <a:pt x="14" y="4"/>
                    <a:pt x="10" y="8"/>
                    <a:pt x="10" y="8"/>
                  </a:cubicBezTo>
                  <a:cubicBezTo>
                    <a:pt x="9" y="8"/>
                    <a:pt x="9" y="9"/>
                    <a:pt x="9" y="9"/>
                  </a:cubicBezTo>
                  <a:cubicBezTo>
                    <a:pt x="8" y="10"/>
                    <a:pt x="7" y="10"/>
                    <a:pt x="7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64">
              <a:extLst>
                <a:ext uri="{FF2B5EF4-FFF2-40B4-BE49-F238E27FC236}">
                  <a16:creationId xmlns:a16="http://schemas.microsoft.com/office/drawing/2014/main" id="{78920277-B1AA-4CF0-AAC7-39542AB82D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7633" y="5504823"/>
              <a:ext cx="7938" cy="20638"/>
            </a:xfrm>
            <a:custGeom>
              <a:avLst/>
              <a:gdLst>
                <a:gd name="T0" fmla="*/ 0 w 4"/>
                <a:gd name="T1" fmla="*/ 0 h 11"/>
                <a:gd name="T2" fmla="*/ 2 w 4"/>
                <a:gd name="T3" fmla="*/ 5 h 11"/>
                <a:gd name="T4" fmla="*/ 2 w 4"/>
                <a:gd name="T5" fmla="*/ 7 h 11"/>
                <a:gd name="T6" fmla="*/ 3 w 4"/>
                <a:gd name="T7" fmla="*/ 10 h 11"/>
                <a:gd name="T8" fmla="*/ 4 w 4"/>
                <a:gd name="T9" fmla="*/ 9 h 11"/>
                <a:gd name="T10" fmla="*/ 3 w 4"/>
                <a:gd name="T11" fmla="*/ 3 h 11"/>
                <a:gd name="T12" fmla="*/ 3 w 4"/>
                <a:gd name="T13" fmla="*/ 0 h 11"/>
                <a:gd name="T14" fmla="*/ 0 w 4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11">
                  <a:moveTo>
                    <a:pt x="0" y="0"/>
                  </a:moveTo>
                  <a:cubicBezTo>
                    <a:pt x="1" y="3"/>
                    <a:pt x="2" y="4"/>
                    <a:pt x="2" y="5"/>
                  </a:cubicBezTo>
                  <a:cubicBezTo>
                    <a:pt x="2" y="6"/>
                    <a:pt x="2" y="7"/>
                    <a:pt x="2" y="7"/>
                  </a:cubicBezTo>
                  <a:cubicBezTo>
                    <a:pt x="4" y="9"/>
                    <a:pt x="3" y="8"/>
                    <a:pt x="3" y="10"/>
                  </a:cubicBezTo>
                  <a:cubicBezTo>
                    <a:pt x="4" y="11"/>
                    <a:pt x="4" y="10"/>
                    <a:pt x="4" y="9"/>
                  </a:cubicBezTo>
                  <a:cubicBezTo>
                    <a:pt x="4" y="8"/>
                    <a:pt x="4" y="5"/>
                    <a:pt x="3" y="3"/>
                  </a:cubicBezTo>
                  <a:cubicBezTo>
                    <a:pt x="3" y="2"/>
                    <a:pt x="3" y="1"/>
                    <a:pt x="3" y="0"/>
                  </a:cubicBezTo>
                  <a:cubicBezTo>
                    <a:pt x="2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65">
              <a:extLst>
                <a:ext uri="{FF2B5EF4-FFF2-40B4-BE49-F238E27FC236}">
                  <a16:creationId xmlns:a16="http://schemas.microsoft.com/office/drawing/2014/main" id="{A54BCB52-20FB-411B-B5C3-5114FD578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4295" y="5517523"/>
              <a:ext cx="33338" cy="12700"/>
            </a:xfrm>
            <a:custGeom>
              <a:avLst/>
              <a:gdLst>
                <a:gd name="T0" fmla="*/ 0 w 18"/>
                <a:gd name="T1" fmla="*/ 7 h 7"/>
                <a:gd name="T2" fmla="*/ 5 w 18"/>
                <a:gd name="T3" fmla="*/ 6 h 7"/>
                <a:gd name="T4" fmla="*/ 17 w 18"/>
                <a:gd name="T5" fmla="*/ 3 h 7"/>
                <a:gd name="T6" fmla="*/ 18 w 18"/>
                <a:gd name="T7" fmla="*/ 2 h 7"/>
                <a:gd name="T8" fmla="*/ 18 w 18"/>
                <a:gd name="T9" fmla="*/ 2 h 7"/>
                <a:gd name="T10" fmla="*/ 17 w 18"/>
                <a:gd name="T11" fmla="*/ 0 h 7"/>
                <a:gd name="T12" fmla="*/ 0 w 18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7">
                  <a:moveTo>
                    <a:pt x="0" y="7"/>
                  </a:moveTo>
                  <a:cubicBezTo>
                    <a:pt x="1" y="7"/>
                    <a:pt x="3" y="6"/>
                    <a:pt x="5" y="6"/>
                  </a:cubicBezTo>
                  <a:cubicBezTo>
                    <a:pt x="9" y="6"/>
                    <a:pt x="15" y="5"/>
                    <a:pt x="17" y="3"/>
                  </a:cubicBezTo>
                  <a:cubicBezTo>
                    <a:pt x="18" y="3"/>
                    <a:pt x="18" y="3"/>
                    <a:pt x="18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1"/>
                    <a:pt x="17" y="1"/>
                    <a:pt x="17" y="0"/>
                  </a:cubicBezTo>
                  <a:cubicBezTo>
                    <a:pt x="12" y="4"/>
                    <a:pt x="3" y="5"/>
                    <a:pt x="0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66">
              <a:extLst>
                <a:ext uri="{FF2B5EF4-FFF2-40B4-BE49-F238E27FC236}">
                  <a16:creationId xmlns:a16="http://schemas.microsoft.com/office/drawing/2014/main" id="{8C9E9751-5F90-468C-ADA3-17EB4C042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9433" y="4149098"/>
              <a:ext cx="63500" cy="68263"/>
            </a:xfrm>
            <a:custGeom>
              <a:avLst/>
              <a:gdLst>
                <a:gd name="T0" fmla="*/ 12 w 34"/>
                <a:gd name="T1" fmla="*/ 36 h 37"/>
                <a:gd name="T2" fmla="*/ 24 w 34"/>
                <a:gd name="T3" fmla="*/ 35 h 37"/>
                <a:gd name="T4" fmla="*/ 32 w 34"/>
                <a:gd name="T5" fmla="*/ 23 h 37"/>
                <a:gd name="T6" fmla="*/ 32 w 34"/>
                <a:gd name="T7" fmla="*/ 9 h 37"/>
                <a:gd name="T8" fmla="*/ 22 w 34"/>
                <a:gd name="T9" fmla="*/ 2 h 37"/>
                <a:gd name="T10" fmla="*/ 10 w 34"/>
                <a:gd name="T11" fmla="*/ 3 h 37"/>
                <a:gd name="T12" fmla="*/ 2 w 34"/>
                <a:gd name="T13" fmla="*/ 15 h 37"/>
                <a:gd name="T14" fmla="*/ 3 w 34"/>
                <a:gd name="T15" fmla="*/ 29 h 37"/>
                <a:gd name="T16" fmla="*/ 12 w 34"/>
                <a:gd name="T17" fmla="*/ 3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12" y="36"/>
                  </a:moveTo>
                  <a:cubicBezTo>
                    <a:pt x="17" y="37"/>
                    <a:pt x="21" y="37"/>
                    <a:pt x="24" y="35"/>
                  </a:cubicBezTo>
                  <a:cubicBezTo>
                    <a:pt x="28" y="33"/>
                    <a:pt x="31" y="29"/>
                    <a:pt x="32" y="23"/>
                  </a:cubicBezTo>
                  <a:cubicBezTo>
                    <a:pt x="34" y="17"/>
                    <a:pt x="34" y="12"/>
                    <a:pt x="32" y="9"/>
                  </a:cubicBezTo>
                  <a:cubicBezTo>
                    <a:pt x="30" y="5"/>
                    <a:pt x="26" y="3"/>
                    <a:pt x="22" y="2"/>
                  </a:cubicBezTo>
                  <a:cubicBezTo>
                    <a:pt x="17" y="0"/>
                    <a:pt x="13" y="1"/>
                    <a:pt x="10" y="3"/>
                  </a:cubicBezTo>
                  <a:cubicBezTo>
                    <a:pt x="6" y="5"/>
                    <a:pt x="3" y="9"/>
                    <a:pt x="2" y="15"/>
                  </a:cubicBezTo>
                  <a:cubicBezTo>
                    <a:pt x="0" y="20"/>
                    <a:pt x="1" y="25"/>
                    <a:pt x="3" y="29"/>
                  </a:cubicBezTo>
                  <a:cubicBezTo>
                    <a:pt x="5" y="33"/>
                    <a:pt x="8" y="35"/>
                    <a:pt x="12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Freeform 67">
              <a:extLst>
                <a:ext uri="{FF2B5EF4-FFF2-40B4-BE49-F238E27FC236}">
                  <a16:creationId xmlns:a16="http://schemas.microsoft.com/office/drawing/2014/main" id="{3BDF1643-2E89-451C-8DBB-3384B4FDA5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2008" y="4030036"/>
              <a:ext cx="1677988" cy="1673225"/>
            </a:xfrm>
            <a:custGeom>
              <a:avLst/>
              <a:gdLst>
                <a:gd name="T0" fmla="*/ 812 w 905"/>
                <a:gd name="T1" fmla="*/ 404 h 905"/>
                <a:gd name="T2" fmla="*/ 774 w 905"/>
                <a:gd name="T3" fmla="*/ 279 h 905"/>
                <a:gd name="T4" fmla="*/ 779 w 905"/>
                <a:gd name="T5" fmla="*/ 210 h 905"/>
                <a:gd name="T6" fmla="*/ 721 w 905"/>
                <a:gd name="T7" fmla="*/ 187 h 905"/>
                <a:gd name="T8" fmla="*/ 685 w 905"/>
                <a:gd name="T9" fmla="*/ 149 h 905"/>
                <a:gd name="T10" fmla="*/ 617 w 905"/>
                <a:gd name="T11" fmla="*/ 113 h 905"/>
                <a:gd name="T12" fmla="*/ 564 w 905"/>
                <a:gd name="T13" fmla="*/ 108 h 905"/>
                <a:gd name="T14" fmla="*/ 460 w 905"/>
                <a:gd name="T15" fmla="*/ 45 h 905"/>
                <a:gd name="T16" fmla="*/ 375 w 905"/>
                <a:gd name="T17" fmla="*/ 52 h 905"/>
                <a:gd name="T18" fmla="*/ 348 w 905"/>
                <a:gd name="T19" fmla="*/ 78 h 905"/>
                <a:gd name="T20" fmla="*/ 362 w 905"/>
                <a:gd name="T21" fmla="*/ 92 h 905"/>
                <a:gd name="T22" fmla="*/ 312 w 905"/>
                <a:gd name="T23" fmla="*/ 104 h 905"/>
                <a:gd name="T24" fmla="*/ 250 w 905"/>
                <a:gd name="T25" fmla="*/ 96 h 905"/>
                <a:gd name="T26" fmla="*/ 175 w 905"/>
                <a:gd name="T27" fmla="*/ 151 h 905"/>
                <a:gd name="T28" fmla="*/ 121 w 905"/>
                <a:gd name="T29" fmla="*/ 211 h 905"/>
                <a:gd name="T30" fmla="*/ 120 w 905"/>
                <a:gd name="T31" fmla="*/ 281 h 905"/>
                <a:gd name="T32" fmla="*/ 132 w 905"/>
                <a:gd name="T33" fmla="*/ 289 h 905"/>
                <a:gd name="T34" fmla="*/ 95 w 905"/>
                <a:gd name="T35" fmla="*/ 410 h 905"/>
                <a:gd name="T36" fmla="*/ 41 w 905"/>
                <a:gd name="T37" fmla="*/ 453 h 905"/>
                <a:gd name="T38" fmla="*/ 51 w 905"/>
                <a:gd name="T39" fmla="*/ 518 h 905"/>
                <a:gd name="T40" fmla="*/ 101 w 905"/>
                <a:gd name="T41" fmla="*/ 526 h 905"/>
                <a:gd name="T42" fmla="*/ 238 w 905"/>
                <a:gd name="T43" fmla="*/ 764 h 905"/>
                <a:gd name="T44" fmla="*/ 218 w 905"/>
                <a:gd name="T45" fmla="*/ 741 h 905"/>
                <a:gd name="T46" fmla="*/ 196 w 905"/>
                <a:gd name="T47" fmla="*/ 742 h 905"/>
                <a:gd name="T48" fmla="*/ 289 w 905"/>
                <a:gd name="T49" fmla="*/ 829 h 905"/>
                <a:gd name="T50" fmla="*/ 284 w 905"/>
                <a:gd name="T51" fmla="*/ 801 h 905"/>
                <a:gd name="T52" fmla="*/ 309 w 905"/>
                <a:gd name="T53" fmla="*/ 811 h 905"/>
                <a:gd name="T54" fmla="*/ 317 w 905"/>
                <a:gd name="T55" fmla="*/ 787 h 905"/>
                <a:gd name="T56" fmla="*/ 310 w 905"/>
                <a:gd name="T57" fmla="*/ 842 h 905"/>
                <a:gd name="T58" fmla="*/ 352 w 905"/>
                <a:gd name="T59" fmla="*/ 858 h 905"/>
                <a:gd name="T60" fmla="*/ 420 w 905"/>
                <a:gd name="T61" fmla="*/ 807 h 905"/>
                <a:gd name="T62" fmla="*/ 413 w 905"/>
                <a:gd name="T63" fmla="*/ 875 h 905"/>
                <a:gd name="T64" fmla="*/ 399 w 905"/>
                <a:gd name="T65" fmla="*/ 866 h 905"/>
                <a:gd name="T66" fmla="*/ 430 w 905"/>
                <a:gd name="T67" fmla="*/ 858 h 905"/>
                <a:gd name="T68" fmla="*/ 479 w 905"/>
                <a:gd name="T69" fmla="*/ 856 h 905"/>
                <a:gd name="T70" fmla="*/ 477 w 905"/>
                <a:gd name="T71" fmla="*/ 831 h 905"/>
                <a:gd name="T72" fmla="*/ 529 w 905"/>
                <a:gd name="T73" fmla="*/ 866 h 905"/>
                <a:gd name="T74" fmla="*/ 486 w 905"/>
                <a:gd name="T75" fmla="*/ 850 h 905"/>
                <a:gd name="T76" fmla="*/ 516 w 905"/>
                <a:gd name="T77" fmla="*/ 820 h 905"/>
                <a:gd name="T78" fmla="*/ 599 w 905"/>
                <a:gd name="T79" fmla="*/ 840 h 905"/>
                <a:gd name="T80" fmla="*/ 588 w 905"/>
                <a:gd name="T81" fmla="*/ 834 h 905"/>
                <a:gd name="T82" fmla="*/ 584 w 905"/>
                <a:gd name="T83" fmla="*/ 805 h 905"/>
                <a:gd name="T84" fmla="*/ 599 w 905"/>
                <a:gd name="T85" fmla="*/ 796 h 905"/>
                <a:gd name="T86" fmla="*/ 616 w 905"/>
                <a:gd name="T87" fmla="*/ 825 h 905"/>
                <a:gd name="T88" fmla="*/ 655 w 905"/>
                <a:gd name="T89" fmla="*/ 793 h 905"/>
                <a:gd name="T90" fmla="*/ 654 w 905"/>
                <a:gd name="T91" fmla="*/ 760 h 905"/>
                <a:gd name="T92" fmla="*/ 663 w 905"/>
                <a:gd name="T93" fmla="*/ 752 h 905"/>
                <a:gd name="T94" fmla="*/ 668 w 905"/>
                <a:gd name="T95" fmla="*/ 737 h 905"/>
                <a:gd name="T96" fmla="*/ 676 w 905"/>
                <a:gd name="T97" fmla="*/ 737 h 905"/>
                <a:gd name="T98" fmla="*/ 677 w 905"/>
                <a:gd name="T99" fmla="*/ 721 h 905"/>
                <a:gd name="T100" fmla="*/ 691 w 905"/>
                <a:gd name="T101" fmla="*/ 738 h 905"/>
                <a:gd name="T102" fmla="*/ 665 w 905"/>
                <a:gd name="T103" fmla="*/ 771 h 905"/>
                <a:gd name="T104" fmla="*/ 688 w 905"/>
                <a:gd name="T105" fmla="*/ 807 h 905"/>
                <a:gd name="T106" fmla="*/ 679 w 905"/>
                <a:gd name="T107" fmla="*/ 769 h 905"/>
                <a:gd name="T108" fmla="*/ 705 w 905"/>
                <a:gd name="T109" fmla="*/ 766 h 905"/>
                <a:gd name="T110" fmla="*/ 778 w 905"/>
                <a:gd name="T111" fmla="*/ 296 h 905"/>
                <a:gd name="T112" fmla="*/ 810 w 905"/>
                <a:gd name="T113" fmla="*/ 386 h 905"/>
                <a:gd name="T114" fmla="*/ 843 w 905"/>
                <a:gd name="T115" fmla="*/ 516 h 905"/>
                <a:gd name="T116" fmla="*/ 807 w 905"/>
                <a:gd name="T117" fmla="*/ 478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05" h="905">
                  <a:moveTo>
                    <a:pt x="453" y="0"/>
                  </a:moveTo>
                  <a:cubicBezTo>
                    <a:pt x="203" y="0"/>
                    <a:pt x="0" y="203"/>
                    <a:pt x="0" y="453"/>
                  </a:cubicBezTo>
                  <a:cubicBezTo>
                    <a:pt x="0" y="702"/>
                    <a:pt x="203" y="905"/>
                    <a:pt x="453" y="905"/>
                  </a:cubicBezTo>
                  <a:cubicBezTo>
                    <a:pt x="703" y="905"/>
                    <a:pt x="905" y="702"/>
                    <a:pt x="905" y="453"/>
                  </a:cubicBezTo>
                  <a:cubicBezTo>
                    <a:pt x="905" y="203"/>
                    <a:pt x="703" y="0"/>
                    <a:pt x="453" y="0"/>
                  </a:cubicBezTo>
                  <a:close/>
                  <a:moveTo>
                    <a:pt x="858" y="430"/>
                  </a:moveTo>
                  <a:cubicBezTo>
                    <a:pt x="849" y="431"/>
                    <a:pt x="849" y="431"/>
                    <a:pt x="849" y="431"/>
                  </a:cubicBezTo>
                  <a:cubicBezTo>
                    <a:pt x="846" y="400"/>
                    <a:pt x="846" y="400"/>
                    <a:pt x="846" y="400"/>
                  </a:cubicBezTo>
                  <a:cubicBezTo>
                    <a:pt x="835" y="401"/>
                    <a:pt x="835" y="401"/>
                    <a:pt x="835" y="401"/>
                  </a:cubicBezTo>
                  <a:cubicBezTo>
                    <a:pt x="838" y="430"/>
                    <a:pt x="838" y="430"/>
                    <a:pt x="838" y="430"/>
                  </a:cubicBezTo>
                  <a:cubicBezTo>
                    <a:pt x="829" y="431"/>
                    <a:pt x="829" y="431"/>
                    <a:pt x="829" y="431"/>
                  </a:cubicBezTo>
                  <a:cubicBezTo>
                    <a:pt x="826" y="402"/>
                    <a:pt x="826" y="402"/>
                    <a:pt x="826" y="402"/>
                  </a:cubicBezTo>
                  <a:cubicBezTo>
                    <a:pt x="812" y="404"/>
                    <a:pt x="812" y="404"/>
                    <a:pt x="812" y="404"/>
                  </a:cubicBezTo>
                  <a:cubicBezTo>
                    <a:pt x="816" y="435"/>
                    <a:pt x="816" y="435"/>
                    <a:pt x="816" y="435"/>
                  </a:cubicBezTo>
                  <a:cubicBezTo>
                    <a:pt x="807" y="436"/>
                    <a:pt x="807" y="436"/>
                    <a:pt x="807" y="436"/>
                  </a:cubicBezTo>
                  <a:cubicBezTo>
                    <a:pt x="802" y="393"/>
                    <a:pt x="802" y="393"/>
                    <a:pt x="802" y="393"/>
                  </a:cubicBezTo>
                  <a:cubicBezTo>
                    <a:pt x="854" y="388"/>
                    <a:pt x="854" y="388"/>
                    <a:pt x="854" y="388"/>
                  </a:cubicBezTo>
                  <a:lnTo>
                    <a:pt x="858" y="430"/>
                  </a:lnTo>
                  <a:close/>
                  <a:moveTo>
                    <a:pt x="799" y="241"/>
                  </a:moveTo>
                  <a:cubicBezTo>
                    <a:pt x="802" y="246"/>
                    <a:pt x="804" y="250"/>
                    <a:pt x="804" y="253"/>
                  </a:cubicBezTo>
                  <a:cubicBezTo>
                    <a:pt x="805" y="256"/>
                    <a:pt x="805" y="258"/>
                    <a:pt x="804" y="261"/>
                  </a:cubicBezTo>
                  <a:cubicBezTo>
                    <a:pt x="803" y="264"/>
                    <a:pt x="801" y="266"/>
                    <a:pt x="798" y="267"/>
                  </a:cubicBezTo>
                  <a:cubicBezTo>
                    <a:pt x="795" y="269"/>
                    <a:pt x="791" y="270"/>
                    <a:pt x="788" y="269"/>
                  </a:cubicBezTo>
                  <a:cubicBezTo>
                    <a:pt x="784" y="268"/>
                    <a:pt x="781" y="266"/>
                    <a:pt x="778" y="262"/>
                  </a:cubicBezTo>
                  <a:cubicBezTo>
                    <a:pt x="778" y="265"/>
                    <a:pt x="778" y="267"/>
                    <a:pt x="778" y="269"/>
                  </a:cubicBezTo>
                  <a:cubicBezTo>
                    <a:pt x="777" y="272"/>
                    <a:pt x="776" y="275"/>
                    <a:pt x="774" y="279"/>
                  </a:cubicBezTo>
                  <a:cubicBezTo>
                    <a:pt x="769" y="291"/>
                    <a:pt x="769" y="291"/>
                    <a:pt x="769" y="291"/>
                  </a:cubicBezTo>
                  <a:cubicBezTo>
                    <a:pt x="762" y="279"/>
                    <a:pt x="762" y="279"/>
                    <a:pt x="762" y="279"/>
                  </a:cubicBezTo>
                  <a:cubicBezTo>
                    <a:pt x="767" y="266"/>
                    <a:pt x="767" y="266"/>
                    <a:pt x="767" y="266"/>
                  </a:cubicBezTo>
                  <a:cubicBezTo>
                    <a:pt x="769" y="261"/>
                    <a:pt x="770" y="258"/>
                    <a:pt x="770" y="257"/>
                  </a:cubicBezTo>
                  <a:cubicBezTo>
                    <a:pt x="771" y="255"/>
                    <a:pt x="771" y="254"/>
                    <a:pt x="770" y="253"/>
                  </a:cubicBezTo>
                  <a:cubicBezTo>
                    <a:pt x="770" y="252"/>
                    <a:pt x="769" y="250"/>
                    <a:pt x="768" y="248"/>
                  </a:cubicBezTo>
                  <a:cubicBezTo>
                    <a:pt x="766" y="246"/>
                    <a:pt x="766" y="246"/>
                    <a:pt x="766" y="246"/>
                  </a:cubicBezTo>
                  <a:cubicBezTo>
                    <a:pt x="748" y="257"/>
                    <a:pt x="748" y="257"/>
                    <a:pt x="748" y="257"/>
                  </a:cubicBezTo>
                  <a:cubicBezTo>
                    <a:pt x="742" y="247"/>
                    <a:pt x="742" y="247"/>
                    <a:pt x="742" y="247"/>
                  </a:cubicBezTo>
                  <a:cubicBezTo>
                    <a:pt x="786" y="220"/>
                    <a:pt x="786" y="220"/>
                    <a:pt x="786" y="220"/>
                  </a:cubicBezTo>
                  <a:lnTo>
                    <a:pt x="799" y="241"/>
                  </a:lnTo>
                  <a:close/>
                  <a:moveTo>
                    <a:pt x="750" y="176"/>
                  </a:moveTo>
                  <a:cubicBezTo>
                    <a:pt x="779" y="210"/>
                    <a:pt x="779" y="210"/>
                    <a:pt x="779" y="210"/>
                  </a:cubicBezTo>
                  <a:cubicBezTo>
                    <a:pt x="772" y="216"/>
                    <a:pt x="772" y="216"/>
                    <a:pt x="772" y="216"/>
                  </a:cubicBezTo>
                  <a:cubicBezTo>
                    <a:pt x="761" y="203"/>
                    <a:pt x="761" y="203"/>
                    <a:pt x="761" y="203"/>
                  </a:cubicBezTo>
                  <a:cubicBezTo>
                    <a:pt x="728" y="230"/>
                    <a:pt x="728" y="230"/>
                    <a:pt x="728" y="230"/>
                  </a:cubicBezTo>
                  <a:cubicBezTo>
                    <a:pt x="721" y="221"/>
                    <a:pt x="721" y="221"/>
                    <a:pt x="721" y="221"/>
                  </a:cubicBezTo>
                  <a:cubicBezTo>
                    <a:pt x="754" y="194"/>
                    <a:pt x="754" y="194"/>
                    <a:pt x="754" y="194"/>
                  </a:cubicBezTo>
                  <a:cubicBezTo>
                    <a:pt x="744" y="181"/>
                    <a:pt x="744" y="181"/>
                    <a:pt x="744" y="181"/>
                  </a:cubicBezTo>
                  <a:lnTo>
                    <a:pt x="750" y="176"/>
                  </a:lnTo>
                  <a:close/>
                  <a:moveTo>
                    <a:pt x="742" y="167"/>
                  </a:moveTo>
                  <a:cubicBezTo>
                    <a:pt x="736" y="174"/>
                    <a:pt x="736" y="174"/>
                    <a:pt x="736" y="174"/>
                  </a:cubicBezTo>
                  <a:cubicBezTo>
                    <a:pt x="714" y="153"/>
                    <a:pt x="714" y="153"/>
                    <a:pt x="714" y="153"/>
                  </a:cubicBezTo>
                  <a:cubicBezTo>
                    <a:pt x="706" y="162"/>
                    <a:pt x="706" y="162"/>
                    <a:pt x="706" y="162"/>
                  </a:cubicBezTo>
                  <a:cubicBezTo>
                    <a:pt x="727" y="181"/>
                    <a:pt x="727" y="181"/>
                    <a:pt x="727" y="181"/>
                  </a:cubicBezTo>
                  <a:cubicBezTo>
                    <a:pt x="721" y="187"/>
                    <a:pt x="721" y="187"/>
                    <a:pt x="721" y="187"/>
                  </a:cubicBezTo>
                  <a:cubicBezTo>
                    <a:pt x="700" y="168"/>
                    <a:pt x="700" y="168"/>
                    <a:pt x="700" y="168"/>
                  </a:cubicBezTo>
                  <a:cubicBezTo>
                    <a:pt x="691" y="178"/>
                    <a:pt x="691" y="178"/>
                    <a:pt x="691" y="178"/>
                  </a:cubicBezTo>
                  <a:cubicBezTo>
                    <a:pt x="714" y="200"/>
                    <a:pt x="714" y="200"/>
                    <a:pt x="714" y="200"/>
                  </a:cubicBezTo>
                  <a:cubicBezTo>
                    <a:pt x="708" y="206"/>
                    <a:pt x="708" y="206"/>
                    <a:pt x="708" y="206"/>
                  </a:cubicBezTo>
                  <a:cubicBezTo>
                    <a:pt x="677" y="177"/>
                    <a:pt x="677" y="177"/>
                    <a:pt x="677" y="177"/>
                  </a:cubicBezTo>
                  <a:cubicBezTo>
                    <a:pt x="711" y="139"/>
                    <a:pt x="711" y="139"/>
                    <a:pt x="711" y="139"/>
                  </a:cubicBezTo>
                  <a:lnTo>
                    <a:pt x="742" y="167"/>
                  </a:lnTo>
                  <a:close/>
                  <a:moveTo>
                    <a:pt x="665" y="105"/>
                  </a:moveTo>
                  <a:cubicBezTo>
                    <a:pt x="680" y="116"/>
                    <a:pt x="680" y="116"/>
                    <a:pt x="680" y="116"/>
                  </a:cubicBezTo>
                  <a:cubicBezTo>
                    <a:pt x="686" y="120"/>
                    <a:pt x="689" y="122"/>
                    <a:pt x="691" y="124"/>
                  </a:cubicBezTo>
                  <a:cubicBezTo>
                    <a:pt x="693" y="127"/>
                    <a:pt x="694" y="130"/>
                    <a:pt x="695" y="133"/>
                  </a:cubicBezTo>
                  <a:cubicBezTo>
                    <a:pt x="695" y="136"/>
                    <a:pt x="694" y="140"/>
                    <a:pt x="692" y="143"/>
                  </a:cubicBezTo>
                  <a:cubicBezTo>
                    <a:pt x="690" y="146"/>
                    <a:pt x="688" y="148"/>
                    <a:pt x="685" y="149"/>
                  </a:cubicBezTo>
                  <a:cubicBezTo>
                    <a:pt x="683" y="150"/>
                    <a:pt x="681" y="150"/>
                    <a:pt x="679" y="150"/>
                  </a:cubicBezTo>
                  <a:cubicBezTo>
                    <a:pt x="676" y="150"/>
                    <a:pt x="674" y="149"/>
                    <a:pt x="672" y="149"/>
                  </a:cubicBezTo>
                  <a:cubicBezTo>
                    <a:pt x="670" y="148"/>
                    <a:pt x="666" y="145"/>
                    <a:pt x="662" y="143"/>
                  </a:cubicBezTo>
                  <a:cubicBezTo>
                    <a:pt x="656" y="138"/>
                    <a:pt x="656" y="138"/>
                    <a:pt x="656" y="138"/>
                  </a:cubicBezTo>
                  <a:cubicBezTo>
                    <a:pt x="645" y="154"/>
                    <a:pt x="645" y="154"/>
                    <a:pt x="645" y="154"/>
                  </a:cubicBezTo>
                  <a:cubicBezTo>
                    <a:pt x="635" y="148"/>
                    <a:pt x="635" y="148"/>
                    <a:pt x="635" y="148"/>
                  </a:cubicBezTo>
                  <a:lnTo>
                    <a:pt x="665" y="105"/>
                  </a:lnTo>
                  <a:close/>
                  <a:moveTo>
                    <a:pt x="632" y="87"/>
                  </a:moveTo>
                  <a:cubicBezTo>
                    <a:pt x="629" y="95"/>
                    <a:pt x="629" y="95"/>
                    <a:pt x="629" y="95"/>
                  </a:cubicBezTo>
                  <a:cubicBezTo>
                    <a:pt x="603" y="84"/>
                    <a:pt x="603" y="84"/>
                    <a:pt x="603" y="84"/>
                  </a:cubicBezTo>
                  <a:cubicBezTo>
                    <a:pt x="598" y="95"/>
                    <a:pt x="598" y="95"/>
                    <a:pt x="598" y="95"/>
                  </a:cubicBezTo>
                  <a:cubicBezTo>
                    <a:pt x="620" y="105"/>
                    <a:pt x="620" y="105"/>
                    <a:pt x="620" y="105"/>
                  </a:cubicBezTo>
                  <a:cubicBezTo>
                    <a:pt x="617" y="113"/>
                    <a:pt x="617" y="113"/>
                    <a:pt x="617" y="113"/>
                  </a:cubicBezTo>
                  <a:cubicBezTo>
                    <a:pt x="595" y="103"/>
                    <a:pt x="595" y="103"/>
                    <a:pt x="595" y="103"/>
                  </a:cubicBezTo>
                  <a:cubicBezTo>
                    <a:pt x="586" y="123"/>
                    <a:pt x="586" y="123"/>
                    <a:pt x="586" y="123"/>
                  </a:cubicBezTo>
                  <a:cubicBezTo>
                    <a:pt x="576" y="119"/>
                    <a:pt x="576" y="119"/>
                    <a:pt x="576" y="119"/>
                  </a:cubicBezTo>
                  <a:cubicBezTo>
                    <a:pt x="596" y="71"/>
                    <a:pt x="596" y="71"/>
                    <a:pt x="596" y="71"/>
                  </a:cubicBezTo>
                  <a:lnTo>
                    <a:pt x="632" y="87"/>
                  </a:lnTo>
                  <a:close/>
                  <a:moveTo>
                    <a:pt x="523" y="77"/>
                  </a:moveTo>
                  <a:cubicBezTo>
                    <a:pt x="525" y="72"/>
                    <a:pt x="527" y="68"/>
                    <a:pt x="529" y="65"/>
                  </a:cubicBezTo>
                  <a:cubicBezTo>
                    <a:pt x="531" y="63"/>
                    <a:pt x="534" y="61"/>
                    <a:pt x="536" y="59"/>
                  </a:cubicBezTo>
                  <a:cubicBezTo>
                    <a:pt x="539" y="58"/>
                    <a:pt x="542" y="57"/>
                    <a:pt x="545" y="57"/>
                  </a:cubicBezTo>
                  <a:cubicBezTo>
                    <a:pt x="548" y="56"/>
                    <a:pt x="553" y="57"/>
                    <a:pt x="557" y="58"/>
                  </a:cubicBezTo>
                  <a:cubicBezTo>
                    <a:pt x="565" y="60"/>
                    <a:pt x="571" y="64"/>
                    <a:pt x="575" y="70"/>
                  </a:cubicBezTo>
                  <a:cubicBezTo>
                    <a:pt x="578" y="76"/>
                    <a:pt x="579" y="83"/>
                    <a:pt x="577" y="91"/>
                  </a:cubicBezTo>
                  <a:cubicBezTo>
                    <a:pt x="575" y="99"/>
                    <a:pt x="570" y="105"/>
                    <a:pt x="564" y="108"/>
                  </a:cubicBezTo>
                  <a:cubicBezTo>
                    <a:pt x="558" y="111"/>
                    <a:pt x="551" y="112"/>
                    <a:pt x="543" y="110"/>
                  </a:cubicBezTo>
                  <a:cubicBezTo>
                    <a:pt x="535" y="108"/>
                    <a:pt x="529" y="104"/>
                    <a:pt x="526" y="98"/>
                  </a:cubicBezTo>
                  <a:cubicBezTo>
                    <a:pt x="522" y="92"/>
                    <a:pt x="521" y="85"/>
                    <a:pt x="523" y="77"/>
                  </a:cubicBezTo>
                  <a:close/>
                  <a:moveTo>
                    <a:pt x="460" y="45"/>
                  </a:moveTo>
                  <a:cubicBezTo>
                    <a:pt x="473" y="66"/>
                    <a:pt x="473" y="66"/>
                    <a:pt x="473" y="66"/>
                  </a:cubicBezTo>
                  <a:cubicBezTo>
                    <a:pt x="487" y="46"/>
                    <a:pt x="487" y="46"/>
                    <a:pt x="487" y="46"/>
                  </a:cubicBezTo>
                  <a:cubicBezTo>
                    <a:pt x="500" y="47"/>
                    <a:pt x="500" y="47"/>
                    <a:pt x="500" y="47"/>
                  </a:cubicBezTo>
                  <a:cubicBezTo>
                    <a:pt x="477" y="76"/>
                    <a:pt x="477" y="76"/>
                    <a:pt x="477" y="76"/>
                  </a:cubicBezTo>
                  <a:cubicBezTo>
                    <a:pt x="476" y="97"/>
                    <a:pt x="476" y="97"/>
                    <a:pt x="476" y="97"/>
                  </a:cubicBezTo>
                  <a:cubicBezTo>
                    <a:pt x="465" y="97"/>
                    <a:pt x="465" y="97"/>
                    <a:pt x="465" y="97"/>
                  </a:cubicBezTo>
                  <a:cubicBezTo>
                    <a:pt x="466" y="75"/>
                    <a:pt x="466" y="75"/>
                    <a:pt x="466" y="75"/>
                  </a:cubicBezTo>
                  <a:cubicBezTo>
                    <a:pt x="447" y="44"/>
                    <a:pt x="447" y="44"/>
                    <a:pt x="447" y="44"/>
                  </a:cubicBezTo>
                  <a:lnTo>
                    <a:pt x="460" y="45"/>
                  </a:lnTo>
                  <a:close/>
                  <a:moveTo>
                    <a:pt x="441" y="44"/>
                  </a:moveTo>
                  <a:cubicBezTo>
                    <a:pt x="442" y="53"/>
                    <a:pt x="442" y="53"/>
                    <a:pt x="442" y="53"/>
                  </a:cubicBezTo>
                  <a:cubicBezTo>
                    <a:pt x="425" y="54"/>
                    <a:pt x="425" y="54"/>
                    <a:pt x="425" y="54"/>
                  </a:cubicBezTo>
                  <a:cubicBezTo>
                    <a:pt x="428" y="97"/>
                    <a:pt x="428" y="97"/>
                    <a:pt x="428" y="97"/>
                  </a:cubicBezTo>
                  <a:cubicBezTo>
                    <a:pt x="417" y="98"/>
                    <a:pt x="417" y="98"/>
                    <a:pt x="417" y="98"/>
                  </a:cubicBezTo>
                  <a:cubicBezTo>
                    <a:pt x="413" y="55"/>
                    <a:pt x="413" y="55"/>
                    <a:pt x="413" y="55"/>
                  </a:cubicBezTo>
                  <a:cubicBezTo>
                    <a:pt x="397" y="56"/>
                    <a:pt x="397" y="56"/>
                    <a:pt x="397" y="56"/>
                  </a:cubicBezTo>
                  <a:cubicBezTo>
                    <a:pt x="396" y="48"/>
                    <a:pt x="396" y="48"/>
                    <a:pt x="396" y="48"/>
                  </a:cubicBezTo>
                  <a:lnTo>
                    <a:pt x="441" y="44"/>
                  </a:lnTo>
                  <a:close/>
                  <a:moveTo>
                    <a:pt x="386" y="50"/>
                  </a:moveTo>
                  <a:cubicBezTo>
                    <a:pt x="395" y="101"/>
                    <a:pt x="395" y="101"/>
                    <a:pt x="395" y="101"/>
                  </a:cubicBezTo>
                  <a:cubicBezTo>
                    <a:pt x="384" y="103"/>
                    <a:pt x="384" y="103"/>
                    <a:pt x="384" y="103"/>
                  </a:cubicBezTo>
                  <a:cubicBezTo>
                    <a:pt x="375" y="52"/>
                    <a:pt x="375" y="52"/>
                    <a:pt x="375" y="52"/>
                  </a:cubicBezTo>
                  <a:lnTo>
                    <a:pt x="386" y="50"/>
                  </a:lnTo>
                  <a:close/>
                  <a:moveTo>
                    <a:pt x="324" y="70"/>
                  </a:moveTo>
                  <a:cubicBezTo>
                    <a:pt x="325" y="68"/>
                    <a:pt x="327" y="65"/>
                    <a:pt x="330" y="63"/>
                  </a:cubicBezTo>
                  <a:cubicBezTo>
                    <a:pt x="333" y="61"/>
                    <a:pt x="336" y="60"/>
                    <a:pt x="340" y="59"/>
                  </a:cubicBezTo>
                  <a:cubicBezTo>
                    <a:pt x="347" y="57"/>
                    <a:pt x="353" y="57"/>
                    <a:pt x="357" y="59"/>
                  </a:cubicBezTo>
                  <a:cubicBezTo>
                    <a:pt x="361" y="60"/>
                    <a:pt x="364" y="63"/>
                    <a:pt x="365" y="68"/>
                  </a:cubicBezTo>
                  <a:cubicBezTo>
                    <a:pt x="354" y="71"/>
                    <a:pt x="354" y="71"/>
                    <a:pt x="354" y="71"/>
                  </a:cubicBezTo>
                  <a:cubicBezTo>
                    <a:pt x="353" y="69"/>
                    <a:pt x="352" y="67"/>
                    <a:pt x="350" y="67"/>
                  </a:cubicBezTo>
                  <a:cubicBezTo>
                    <a:pt x="348" y="66"/>
                    <a:pt x="345" y="66"/>
                    <a:pt x="342" y="67"/>
                  </a:cubicBezTo>
                  <a:cubicBezTo>
                    <a:pt x="339" y="68"/>
                    <a:pt x="337" y="69"/>
                    <a:pt x="335" y="71"/>
                  </a:cubicBezTo>
                  <a:cubicBezTo>
                    <a:pt x="334" y="72"/>
                    <a:pt x="334" y="73"/>
                    <a:pt x="334" y="74"/>
                  </a:cubicBezTo>
                  <a:cubicBezTo>
                    <a:pt x="335" y="76"/>
                    <a:pt x="336" y="76"/>
                    <a:pt x="337" y="77"/>
                  </a:cubicBezTo>
                  <a:cubicBezTo>
                    <a:pt x="339" y="78"/>
                    <a:pt x="342" y="78"/>
                    <a:pt x="348" y="78"/>
                  </a:cubicBezTo>
                  <a:cubicBezTo>
                    <a:pt x="354" y="77"/>
                    <a:pt x="358" y="77"/>
                    <a:pt x="361" y="78"/>
                  </a:cubicBezTo>
                  <a:cubicBezTo>
                    <a:pt x="364" y="79"/>
                    <a:pt x="366" y="80"/>
                    <a:pt x="368" y="81"/>
                  </a:cubicBezTo>
                  <a:cubicBezTo>
                    <a:pt x="370" y="83"/>
                    <a:pt x="372" y="86"/>
                    <a:pt x="373" y="89"/>
                  </a:cubicBezTo>
                  <a:cubicBezTo>
                    <a:pt x="373" y="92"/>
                    <a:pt x="373" y="95"/>
                    <a:pt x="372" y="98"/>
                  </a:cubicBezTo>
                  <a:cubicBezTo>
                    <a:pt x="371" y="101"/>
                    <a:pt x="369" y="103"/>
                    <a:pt x="366" y="105"/>
                  </a:cubicBezTo>
                  <a:cubicBezTo>
                    <a:pt x="364" y="107"/>
                    <a:pt x="360" y="109"/>
                    <a:pt x="355" y="110"/>
                  </a:cubicBezTo>
                  <a:cubicBezTo>
                    <a:pt x="348" y="112"/>
                    <a:pt x="342" y="112"/>
                    <a:pt x="338" y="110"/>
                  </a:cubicBezTo>
                  <a:cubicBezTo>
                    <a:pt x="333" y="108"/>
                    <a:pt x="330" y="105"/>
                    <a:pt x="328" y="100"/>
                  </a:cubicBezTo>
                  <a:cubicBezTo>
                    <a:pt x="338" y="96"/>
                    <a:pt x="338" y="96"/>
                    <a:pt x="338" y="96"/>
                  </a:cubicBezTo>
                  <a:cubicBezTo>
                    <a:pt x="340" y="99"/>
                    <a:pt x="342" y="101"/>
                    <a:pt x="344" y="102"/>
                  </a:cubicBezTo>
                  <a:cubicBezTo>
                    <a:pt x="346" y="103"/>
                    <a:pt x="349" y="103"/>
                    <a:pt x="353" y="102"/>
                  </a:cubicBezTo>
                  <a:cubicBezTo>
                    <a:pt x="356" y="101"/>
                    <a:pt x="359" y="99"/>
                    <a:pt x="360" y="97"/>
                  </a:cubicBezTo>
                  <a:cubicBezTo>
                    <a:pt x="362" y="96"/>
                    <a:pt x="362" y="94"/>
                    <a:pt x="362" y="92"/>
                  </a:cubicBezTo>
                  <a:cubicBezTo>
                    <a:pt x="361" y="91"/>
                    <a:pt x="361" y="90"/>
                    <a:pt x="360" y="89"/>
                  </a:cubicBezTo>
                  <a:cubicBezTo>
                    <a:pt x="359" y="89"/>
                    <a:pt x="357" y="88"/>
                    <a:pt x="355" y="88"/>
                  </a:cubicBezTo>
                  <a:cubicBezTo>
                    <a:pt x="354" y="88"/>
                    <a:pt x="351" y="88"/>
                    <a:pt x="346" y="88"/>
                  </a:cubicBezTo>
                  <a:cubicBezTo>
                    <a:pt x="339" y="89"/>
                    <a:pt x="335" y="88"/>
                    <a:pt x="332" y="87"/>
                  </a:cubicBezTo>
                  <a:cubicBezTo>
                    <a:pt x="328" y="85"/>
                    <a:pt x="325" y="82"/>
                    <a:pt x="324" y="78"/>
                  </a:cubicBezTo>
                  <a:cubicBezTo>
                    <a:pt x="323" y="76"/>
                    <a:pt x="323" y="73"/>
                    <a:pt x="324" y="70"/>
                  </a:cubicBezTo>
                  <a:close/>
                  <a:moveTo>
                    <a:pt x="286" y="79"/>
                  </a:moveTo>
                  <a:cubicBezTo>
                    <a:pt x="292" y="77"/>
                    <a:pt x="296" y="75"/>
                    <a:pt x="299" y="75"/>
                  </a:cubicBezTo>
                  <a:cubicBezTo>
                    <a:pt x="302" y="75"/>
                    <a:pt x="304" y="75"/>
                    <a:pt x="307" y="77"/>
                  </a:cubicBezTo>
                  <a:cubicBezTo>
                    <a:pt x="309" y="78"/>
                    <a:pt x="311" y="80"/>
                    <a:pt x="312" y="83"/>
                  </a:cubicBezTo>
                  <a:cubicBezTo>
                    <a:pt x="314" y="87"/>
                    <a:pt x="314" y="90"/>
                    <a:pt x="313" y="94"/>
                  </a:cubicBezTo>
                  <a:cubicBezTo>
                    <a:pt x="311" y="97"/>
                    <a:pt x="309" y="100"/>
                    <a:pt x="304" y="102"/>
                  </a:cubicBezTo>
                  <a:cubicBezTo>
                    <a:pt x="307" y="103"/>
                    <a:pt x="310" y="103"/>
                    <a:pt x="312" y="104"/>
                  </a:cubicBezTo>
                  <a:cubicBezTo>
                    <a:pt x="314" y="105"/>
                    <a:pt x="317" y="106"/>
                    <a:pt x="321" y="109"/>
                  </a:cubicBezTo>
                  <a:cubicBezTo>
                    <a:pt x="331" y="115"/>
                    <a:pt x="331" y="115"/>
                    <a:pt x="331" y="115"/>
                  </a:cubicBezTo>
                  <a:cubicBezTo>
                    <a:pt x="319" y="121"/>
                    <a:pt x="319" y="121"/>
                    <a:pt x="319" y="121"/>
                  </a:cubicBezTo>
                  <a:cubicBezTo>
                    <a:pt x="307" y="114"/>
                    <a:pt x="307" y="114"/>
                    <a:pt x="307" y="114"/>
                  </a:cubicBezTo>
                  <a:cubicBezTo>
                    <a:pt x="302" y="112"/>
                    <a:pt x="300" y="110"/>
                    <a:pt x="298" y="109"/>
                  </a:cubicBezTo>
                  <a:cubicBezTo>
                    <a:pt x="297" y="109"/>
                    <a:pt x="295" y="109"/>
                    <a:pt x="294" y="109"/>
                  </a:cubicBezTo>
                  <a:cubicBezTo>
                    <a:pt x="293" y="109"/>
                    <a:pt x="291" y="110"/>
                    <a:pt x="289" y="111"/>
                  </a:cubicBezTo>
                  <a:cubicBezTo>
                    <a:pt x="286" y="112"/>
                    <a:pt x="286" y="112"/>
                    <a:pt x="286" y="112"/>
                  </a:cubicBezTo>
                  <a:cubicBezTo>
                    <a:pt x="295" y="131"/>
                    <a:pt x="295" y="131"/>
                    <a:pt x="295" y="131"/>
                  </a:cubicBezTo>
                  <a:cubicBezTo>
                    <a:pt x="285" y="136"/>
                    <a:pt x="285" y="136"/>
                    <a:pt x="285" y="136"/>
                  </a:cubicBezTo>
                  <a:cubicBezTo>
                    <a:pt x="264" y="89"/>
                    <a:pt x="264" y="89"/>
                    <a:pt x="264" y="89"/>
                  </a:cubicBezTo>
                  <a:lnTo>
                    <a:pt x="286" y="79"/>
                  </a:lnTo>
                  <a:close/>
                  <a:moveTo>
                    <a:pt x="250" y="96"/>
                  </a:moveTo>
                  <a:cubicBezTo>
                    <a:pt x="255" y="104"/>
                    <a:pt x="255" y="104"/>
                    <a:pt x="255" y="104"/>
                  </a:cubicBezTo>
                  <a:cubicBezTo>
                    <a:pt x="229" y="120"/>
                    <a:pt x="229" y="120"/>
                    <a:pt x="229" y="120"/>
                  </a:cubicBezTo>
                  <a:cubicBezTo>
                    <a:pt x="235" y="130"/>
                    <a:pt x="235" y="130"/>
                    <a:pt x="235" y="130"/>
                  </a:cubicBezTo>
                  <a:cubicBezTo>
                    <a:pt x="259" y="115"/>
                    <a:pt x="259" y="115"/>
                    <a:pt x="259" y="115"/>
                  </a:cubicBezTo>
                  <a:cubicBezTo>
                    <a:pt x="264" y="122"/>
                    <a:pt x="264" y="122"/>
                    <a:pt x="264" y="122"/>
                  </a:cubicBezTo>
                  <a:cubicBezTo>
                    <a:pt x="240" y="137"/>
                    <a:pt x="240" y="137"/>
                    <a:pt x="240" y="137"/>
                  </a:cubicBezTo>
                  <a:cubicBezTo>
                    <a:pt x="247" y="149"/>
                    <a:pt x="247" y="149"/>
                    <a:pt x="247" y="149"/>
                  </a:cubicBezTo>
                  <a:cubicBezTo>
                    <a:pt x="274" y="132"/>
                    <a:pt x="274" y="132"/>
                    <a:pt x="274" y="132"/>
                  </a:cubicBezTo>
                  <a:cubicBezTo>
                    <a:pt x="278" y="139"/>
                    <a:pt x="278" y="139"/>
                    <a:pt x="278" y="139"/>
                  </a:cubicBezTo>
                  <a:cubicBezTo>
                    <a:pt x="242" y="162"/>
                    <a:pt x="242" y="162"/>
                    <a:pt x="242" y="162"/>
                  </a:cubicBezTo>
                  <a:cubicBezTo>
                    <a:pt x="214" y="119"/>
                    <a:pt x="214" y="119"/>
                    <a:pt x="214" y="119"/>
                  </a:cubicBezTo>
                  <a:lnTo>
                    <a:pt x="250" y="96"/>
                  </a:lnTo>
                  <a:close/>
                  <a:moveTo>
                    <a:pt x="175" y="151"/>
                  </a:moveTo>
                  <a:cubicBezTo>
                    <a:pt x="210" y="171"/>
                    <a:pt x="210" y="171"/>
                    <a:pt x="210" y="171"/>
                  </a:cubicBezTo>
                  <a:cubicBezTo>
                    <a:pt x="196" y="133"/>
                    <a:pt x="196" y="133"/>
                    <a:pt x="196" y="133"/>
                  </a:cubicBezTo>
                  <a:cubicBezTo>
                    <a:pt x="206" y="125"/>
                    <a:pt x="206" y="125"/>
                    <a:pt x="206" y="125"/>
                  </a:cubicBezTo>
                  <a:cubicBezTo>
                    <a:pt x="223" y="177"/>
                    <a:pt x="223" y="177"/>
                    <a:pt x="223" y="177"/>
                  </a:cubicBezTo>
                  <a:cubicBezTo>
                    <a:pt x="214" y="185"/>
                    <a:pt x="214" y="185"/>
                    <a:pt x="214" y="185"/>
                  </a:cubicBezTo>
                  <a:cubicBezTo>
                    <a:pt x="165" y="159"/>
                    <a:pt x="165" y="159"/>
                    <a:pt x="165" y="159"/>
                  </a:cubicBezTo>
                  <a:lnTo>
                    <a:pt x="175" y="151"/>
                  </a:lnTo>
                  <a:close/>
                  <a:moveTo>
                    <a:pt x="160" y="165"/>
                  </a:moveTo>
                  <a:cubicBezTo>
                    <a:pt x="197" y="201"/>
                    <a:pt x="197" y="201"/>
                    <a:pt x="197" y="201"/>
                  </a:cubicBezTo>
                  <a:cubicBezTo>
                    <a:pt x="189" y="209"/>
                    <a:pt x="189" y="209"/>
                    <a:pt x="189" y="209"/>
                  </a:cubicBezTo>
                  <a:cubicBezTo>
                    <a:pt x="152" y="174"/>
                    <a:pt x="152" y="174"/>
                    <a:pt x="152" y="174"/>
                  </a:cubicBezTo>
                  <a:lnTo>
                    <a:pt x="160" y="165"/>
                  </a:lnTo>
                  <a:close/>
                  <a:moveTo>
                    <a:pt x="121" y="211"/>
                  </a:moveTo>
                  <a:cubicBezTo>
                    <a:pt x="163" y="214"/>
                    <a:pt x="163" y="214"/>
                    <a:pt x="163" y="214"/>
                  </a:cubicBezTo>
                  <a:cubicBezTo>
                    <a:pt x="135" y="193"/>
                    <a:pt x="135" y="193"/>
                    <a:pt x="135" y="193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82" y="216"/>
                    <a:pt x="182" y="216"/>
                    <a:pt x="182" y="216"/>
                  </a:cubicBezTo>
                  <a:cubicBezTo>
                    <a:pt x="175" y="225"/>
                    <a:pt x="175" y="225"/>
                    <a:pt x="175" y="225"/>
                  </a:cubicBezTo>
                  <a:cubicBezTo>
                    <a:pt x="134" y="222"/>
                    <a:pt x="134" y="222"/>
                    <a:pt x="134" y="222"/>
                  </a:cubicBezTo>
                  <a:cubicBezTo>
                    <a:pt x="161" y="243"/>
                    <a:pt x="161" y="243"/>
                    <a:pt x="161" y="243"/>
                  </a:cubicBezTo>
                  <a:cubicBezTo>
                    <a:pt x="155" y="252"/>
                    <a:pt x="155" y="252"/>
                    <a:pt x="155" y="252"/>
                  </a:cubicBezTo>
                  <a:cubicBezTo>
                    <a:pt x="114" y="220"/>
                    <a:pt x="114" y="220"/>
                    <a:pt x="114" y="220"/>
                  </a:cubicBezTo>
                  <a:lnTo>
                    <a:pt x="121" y="211"/>
                  </a:lnTo>
                  <a:close/>
                  <a:moveTo>
                    <a:pt x="88" y="264"/>
                  </a:moveTo>
                  <a:cubicBezTo>
                    <a:pt x="112" y="278"/>
                    <a:pt x="112" y="278"/>
                    <a:pt x="112" y="278"/>
                  </a:cubicBezTo>
                  <a:cubicBezTo>
                    <a:pt x="116" y="280"/>
                    <a:pt x="119" y="281"/>
                    <a:pt x="120" y="281"/>
                  </a:cubicBezTo>
                  <a:cubicBezTo>
                    <a:pt x="122" y="282"/>
                    <a:pt x="124" y="282"/>
                    <a:pt x="126" y="281"/>
                  </a:cubicBezTo>
                  <a:cubicBezTo>
                    <a:pt x="128" y="280"/>
                    <a:pt x="130" y="278"/>
                    <a:pt x="132" y="275"/>
                  </a:cubicBezTo>
                  <a:cubicBezTo>
                    <a:pt x="133" y="272"/>
                    <a:pt x="134" y="270"/>
                    <a:pt x="134" y="268"/>
                  </a:cubicBezTo>
                  <a:cubicBezTo>
                    <a:pt x="134" y="266"/>
                    <a:pt x="133" y="264"/>
                    <a:pt x="131" y="263"/>
                  </a:cubicBezTo>
                  <a:cubicBezTo>
                    <a:pt x="130" y="262"/>
                    <a:pt x="127" y="260"/>
                    <a:pt x="124" y="258"/>
                  </a:cubicBezTo>
                  <a:cubicBezTo>
                    <a:pt x="99" y="244"/>
                    <a:pt x="99" y="244"/>
                    <a:pt x="99" y="244"/>
                  </a:cubicBezTo>
                  <a:cubicBezTo>
                    <a:pt x="104" y="234"/>
                    <a:pt x="104" y="234"/>
                    <a:pt x="104" y="234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34" y="251"/>
                    <a:pt x="137" y="253"/>
                    <a:pt x="139" y="255"/>
                  </a:cubicBezTo>
                  <a:cubicBezTo>
                    <a:pt x="141" y="257"/>
                    <a:pt x="142" y="259"/>
                    <a:pt x="143" y="261"/>
                  </a:cubicBezTo>
                  <a:cubicBezTo>
                    <a:pt x="144" y="263"/>
                    <a:pt x="144" y="266"/>
                    <a:pt x="144" y="269"/>
                  </a:cubicBezTo>
                  <a:cubicBezTo>
                    <a:pt x="143" y="272"/>
                    <a:pt x="142" y="275"/>
                    <a:pt x="140" y="279"/>
                  </a:cubicBezTo>
                  <a:cubicBezTo>
                    <a:pt x="137" y="284"/>
                    <a:pt x="134" y="287"/>
                    <a:pt x="132" y="289"/>
                  </a:cubicBezTo>
                  <a:cubicBezTo>
                    <a:pt x="130" y="291"/>
                    <a:pt x="127" y="292"/>
                    <a:pt x="125" y="293"/>
                  </a:cubicBezTo>
                  <a:cubicBezTo>
                    <a:pt x="123" y="293"/>
                    <a:pt x="120" y="293"/>
                    <a:pt x="118" y="293"/>
                  </a:cubicBezTo>
                  <a:cubicBezTo>
                    <a:pt x="115" y="292"/>
                    <a:pt x="111" y="290"/>
                    <a:pt x="106" y="287"/>
                  </a:cubicBezTo>
                  <a:cubicBezTo>
                    <a:pt x="82" y="274"/>
                    <a:pt x="82" y="274"/>
                    <a:pt x="82" y="274"/>
                  </a:cubicBezTo>
                  <a:lnTo>
                    <a:pt x="88" y="264"/>
                  </a:lnTo>
                  <a:close/>
                  <a:moveTo>
                    <a:pt x="45" y="402"/>
                  </a:moveTo>
                  <a:cubicBezTo>
                    <a:pt x="82" y="384"/>
                    <a:pt x="82" y="384"/>
                    <a:pt x="82" y="384"/>
                  </a:cubicBezTo>
                  <a:cubicBezTo>
                    <a:pt x="48" y="379"/>
                    <a:pt x="48" y="379"/>
                    <a:pt x="48" y="379"/>
                  </a:cubicBezTo>
                  <a:cubicBezTo>
                    <a:pt x="50" y="368"/>
                    <a:pt x="50" y="368"/>
                    <a:pt x="50" y="368"/>
                  </a:cubicBezTo>
                  <a:cubicBezTo>
                    <a:pt x="101" y="376"/>
                    <a:pt x="101" y="376"/>
                    <a:pt x="101" y="376"/>
                  </a:cubicBezTo>
                  <a:cubicBezTo>
                    <a:pt x="99" y="387"/>
                    <a:pt x="99" y="387"/>
                    <a:pt x="99" y="387"/>
                  </a:cubicBezTo>
                  <a:cubicBezTo>
                    <a:pt x="62" y="405"/>
                    <a:pt x="62" y="405"/>
                    <a:pt x="62" y="405"/>
                  </a:cubicBezTo>
                  <a:cubicBezTo>
                    <a:pt x="95" y="410"/>
                    <a:pt x="95" y="410"/>
                    <a:pt x="95" y="410"/>
                  </a:cubicBezTo>
                  <a:cubicBezTo>
                    <a:pt x="94" y="421"/>
                    <a:pt x="94" y="421"/>
                    <a:pt x="94" y="421"/>
                  </a:cubicBezTo>
                  <a:cubicBezTo>
                    <a:pt x="43" y="413"/>
                    <a:pt x="43" y="413"/>
                    <a:pt x="43" y="413"/>
                  </a:cubicBezTo>
                  <a:lnTo>
                    <a:pt x="45" y="402"/>
                  </a:lnTo>
                  <a:close/>
                  <a:moveTo>
                    <a:pt x="42" y="427"/>
                  </a:moveTo>
                  <a:cubicBezTo>
                    <a:pt x="94" y="430"/>
                    <a:pt x="94" y="430"/>
                    <a:pt x="94" y="430"/>
                  </a:cubicBezTo>
                  <a:cubicBezTo>
                    <a:pt x="93" y="441"/>
                    <a:pt x="93" y="441"/>
                    <a:pt x="93" y="441"/>
                  </a:cubicBezTo>
                  <a:cubicBezTo>
                    <a:pt x="42" y="439"/>
                    <a:pt x="42" y="439"/>
                    <a:pt x="42" y="439"/>
                  </a:cubicBezTo>
                  <a:lnTo>
                    <a:pt x="42" y="427"/>
                  </a:lnTo>
                  <a:close/>
                  <a:moveTo>
                    <a:pt x="43" y="487"/>
                  </a:moveTo>
                  <a:cubicBezTo>
                    <a:pt x="63" y="486"/>
                    <a:pt x="63" y="486"/>
                    <a:pt x="63" y="486"/>
                  </a:cubicBezTo>
                  <a:cubicBezTo>
                    <a:pt x="62" y="464"/>
                    <a:pt x="62" y="464"/>
                    <a:pt x="62" y="464"/>
                  </a:cubicBezTo>
                  <a:cubicBezTo>
                    <a:pt x="42" y="465"/>
                    <a:pt x="42" y="465"/>
                    <a:pt x="42" y="465"/>
                  </a:cubicBezTo>
                  <a:cubicBezTo>
                    <a:pt x="41" y="453"/>
                    <a:pt x="41" y="453"/>
                    <a:pt x="41" y="453"/>
                  </a:cubicBezTo>
                  <a:cubicBezTo>
                    <a:pt x="92" y="450"/>
                    <a:pt x="92" y="450"/>
                    <a:pt x="92" y="450"/>
                  </a:cubicBezTo>
                  <a:cubicBezTo>
                    <a:pt x="93" y="462"/>
                    <a:pt x="93" y="462"/>
                    <a:pt x="93" y="462"/>
                  </a:cubicBezTo>
                  <a:cubicBezTo>
                    <a:pt x="71" y="463"/>
                    <a:pt x="71" y="463"/>
                    <a:pt x="71" y="463"/>
                  </a:cubicBezTo>
                  <a:cubicBezTo>
                    <a:pt x="72" y="486"/>
                    <a:pt x="72" y="486"/>
                    <a:pt x="72" y="486"/>
                  </a:cubicBezTo>
                  <a:cubicBezTo>
                    <a:pt x="94" y="484"/>
                    <a:pt x="94" y="484"/>
                    <a:pt x="94" y="484"/>
                  </a:cubicBezTo>
                  <a:cubicBezTo>
                    <a:pt x="95" y="496"/>
                    <a:pt x="95" y="496"/>
                    <a:pt x="95" y="496"/>
                  </a:cubicBezTo>
                  <a:cubicBezTo>
                    <a:pt x="43" y="499"/>
                    <a:pt x="43" y="499"/>
                    <a:pt x="43" y="499"/>
                  </a:cubicBezTo>
                  <a:lnTo>
                    <a:pt x="43" y="487"/>
                  </a:lnTo>
                  <a:close/>
                  <a:moveTo>
                    <a:pt x="98" y="546"/>
                  </a:moveTo>
                  <a:cubicBezTo>
                    <a:pt x="95" y="551"/>
                    <a:pt x="89" y="555"/>
                    <a:pt x="81" y="557"/>
                  </a:cubicBezTo>
                  <a:cubicBezTo>
                    <a:pt x="73" y="559"/>
                    <a:pt x="66" y="558"/>
                    <a:pt x="60" y="554"/>
                  </a:cubicBezTo>
                  <a:cubicBezTo>
                    <a:pt x="54" y="550"/>
                    <a:pt x="51" y="544"/>
                    <a:pt x="49" y="536"/>
                  </a:cubicBezTo>
                  <a:cubicBezTo>
                    <a:pt x="48" y="529"/>
                    <a:pt x="48" y="523"/>
                    <a:pt x="51" y="518"/>
                  </a:cubicBezTo>
                  <a:cubicBezTo>
                    <a:pt x="53" y="515"/>
                    <a:pt x="55" y="513"/>
                    <a:pt x="59" y="511"/>
                  </a:cubicBezTo>
                  <a:cubicBezTo>
                    <a:pt x="64" y="521"/>
                    <a:pt x="64" y="521"/>
                    <a:pt x="64" y="521"/>
                  </a:cubicBezTo>
                  <a:cubicBezTo>
                    <a:pt x="61" y="523"/>
                    <a:pt x="60" y="524"/>
                    <a:pt x="58" y="527"/>
                  </a:cubicBezTo>
                  <a:cubicBezTo>
                    <a:pt x="57" y="529"/>
                    <a:pt x="57" y="532"/>
                    <a:pt x="58" y="535"/>
                  </a:cubicBezTo>
                  <a:cubicBezTo>
                    <a:pt x="59" y="539"/>
                    <a:pt x="61" y="542"/>
                    <a:pt x="64" y="544"/>
                  </a:cubicBezTo>
                  <a:cubicBezTo>
                    <a:pt x="67" y="546"/>
                    <a:pt x="72" y="547"/>
                    <a:pt x="78" y="545"/>
                  </a:cubicBezTo>
                  <a:cubicBezTo>
                    <a:pt x="84" y="544"/>
                    <a:pt x="89" y="542"/>
                    <a:pt x="91" y="539"/>
                  </a:cubicBezTo>
                  <a:cubicBezTo>
                    <a:pt x="93" y="536"/>
                    <a:pt x="94" y="532"/>
                    <a:pt x="93" y="528"/>
                  </a:cubicBezTo>
                  <a:cubicBezTo>
                    <a:pt x="92" y="525"/>
                    <a:pt x="91" y="522"/>
                    <a:pt x="89" y="521"/>
                  </a:cubicBezTo>
                  <a:cubicBezTo>
                    <a:pt x="86" y="519"/>
                    <a:pt x="83" y="518"/>
                    <a:pt x="79" y="518"/>
                  </a:cubicBezTo>
                  <a:cubicBezTo>
                    <a:pt x="80" y="506"/>
                    <a:pt x="80" y="506"/>
                    <a:pt x="80" y="506"/>
                  </a:cubicBezTo>
                  <a:cubicBezTo>
                    <a:pt x="86" y="507"/>
                    <a:pt x="91" y="509"/>
                    <a:pt x="94" y="512"/>
                  </a:cubicBezTo>
                  <a:cubicBezTo>
                    <a:pt x="98" y="515"/>
                    <a:pt x="100" y="520"/>
                    <a:pt x="101" y="526"/>
                  </a:cubicBezTo>
                  <a:cubicBezTo>
                    <a:pt x="103" y="533"/>
                    <a:pt x="102" y="540"/>
                    <a:pt x="98" y="546"/>
                  </a:cubicBezTo>
                  <a:close/>
                  <a:moveTo>
                    <a:pt x="115" y="330"/>
                  </a:moveTo>
                  <a:cubicBezTo>
                    <a:pt x="102" y="331"/>
                    <a:pt x="102" y="331"/>
                    <a:pt x="102" y="331"/>
                  </a:cubicBezTo>
                  <a:cubicBezTo>
                    <a:pt x="95" y="353"/>
                    <a:pt x="95" y="353"/>
                    <a:pt x="95" y="353"/>
                  </a:cubicBezTo>
                  <a:cubicBezTo>
                    <a:pt x="105" y="361"/>
                    <a:pt x="105" y="361"/>
                    <a:pt x="105" y="361"/>
                  </a:cubicBezTo>
                  <a:cubicBezTo>
                    <a:pt x="101" y="373"/>
                    <a:pt x="101" y="373"/>
                    <a:pt x="101" y="373"/>
                  </a:cubicBezTo>
                  <a:cubicBezTo>
                    <a:pt x="59" y="336"/>
                    <a:pt x="59" y="336"/>
                    <a:pt x="59" y="336"/>
                  </a:cubicBezTo>
                  <a:cubicBezTo>
                    <a:pt x="62" y="324"/>
                    <a:pt x="62" y="324"/>
                    <a:pt x="62" y="324"/>
                  </a:cubicBezTo>
                  <a:cubicBezTo>
                    <a:pt x="118" y="318"/>
                    <a:pt x="118" y="318"/>
                    <a:pt x="118" y="318"/>
                  </a:cubicBezTo>
                  <a:lnTo>
                    <a:pt x="115" y="330"/>
                  </a:lnTo>
                  <a:close/>
                  <a:moveTo>
                    <a:pt x="252" y="762"/>
                  </a:moveTo>
                  <a:cubicBezTo>
                    <a:pt x="252" y="763"/>
                    <a:pt x="251" y="764"/>
                    <a:pt x="250" y="764"/>
                  </a:cubicBezTo>
                  <a:cubicBezTo>
                    <a:pt x="248" y="765"/>
                    <a:pt x="239" y="763"/>
                    <a:pt x="238" y="764"/>
                  </a:cubicBezTo>
                  <a:cubicBezTo>
                    <a:pt x="233" y="764"/>
                    <a:pt x="232" y="764"/>
                    <a:pt x="231" y="766"/>
                  </a:cubicBezTo>
                  <a:cubicBezTo>
                    <a:pt x="231" y="767"/>
                    <a:pt x="231" y="770"/>
                    <a:pt x="229" y="770"/>
                  </a:cubicBezTo>
                  <a:cubicBezTo>
                    <a:pt x="227" y="769"/>
                    <a:pt x="222" y="768"/>
                    <a:pt x="219" y="768"/>
                  </a:cubicBezTo>
                  <a:cubicBezTo>
                    <a:pt x="218" y="768"/>
                    <a:pt x="217" y="768"/>
                    <a:pt x="216" y="768"/>
                  </a:cubicBezTo>
                  <a:cubicBezTo>
                    <a:pt x="205" y="781"/>
                    <a:pt x="197" y="792"/>
                    <a:pt x="185" y="804"/>
                  </a:cubicBezTo>
                  <a:cubicBezTo>
                    <a:pt x="185" y="804"/>
                    <a:pt x="183" y="805"/>
                    <a:pt x="183" y="805"/>
                  </a:cubicBezTo>
                  <a:cubicBezTo>
                    <a:pt x="191" y="792"/>
                    <a:pt x="199" y="779"/>
                    <a:pt x="208" y="766"/>
                  </a:cubicBezTo>
                  <a:cubicBezTo>
                    <a:pt x="209" y="764"/>
                    <a:pt x="208" y="763"/>
                    <a:pt x="208" y="763"/>
                  </a:cubicBezTo>
                  <a:cubicBezTo>
                    <a:pt x="207" y="761"/>
                    <a:pt x="210" y="758"/>
                    <a:pt x="212" y="758"/>
                  </a:cubicBezTo>
                  <a:cubicBezTo>
                    <a:pt x="212" y="758"/>
                    <a:pt x="213" y="758"/>
                    <a:pt x="214" y="758"/>
                  </a:cubicBezTo>
                  <a:cubicBezTo>
                    <a:pt x="219" y="750"/>
                    <a:pt x="219" y="750"/>
                    <a:pt x="221" y="747"/>
                  </a:cubicBezTo>
                  <a:cubicBezTo>
                    <a:pt x="219" y="746"/>
                    <a:pt x="211" y="743"/>
                    <a:pt x="213" y="741"/>
                  </a:cubicBezTo>
                  <a:cubicBezTo>
                    <a:pt x="214" y="741"/>
                    <a:pt x="216" y="741"/>
                    <a:pt x="218" y="741"/>
                  </a:cubicBezTo>
                  <a:cubicBezTo>
                    <a:pt x="220" y="742"/>
                    <a:pt x="222" y="742"/>
                    <a:pt x="223" y="743"/>
                  </a:cubicBezTo>
                  <a:cubicBezTo>
                    <a:pt x="227" y="739"/>
                    <a:pt x="229" y="736"/>
                    <a:pt x="231" y="731"/>
                  </a:cubicBezTo>
                  <a:cubicBezTo>
                    <a:pt x="231" y="730"/>
                    <a:pt x="234" y="726"/>
                    <a:pt x="233" y="726"/>
                  </a:cubicBezTo>
                  <a:cubicBezTo>
                    <a:pt x="233" y="724"/>
                    <a:pt x="233" y="724"/>
                    <a:pt x="233" y="723"/>
                  </a:cubicBezTo>
                  <a:cubicBezTo>
                    <a:pt x="237" y="725"/>
                    <a:pt x="239" y="727"/>
                    <a:pt x="239" y="731"/>
                  </a:cubicBezTo>
                  <a:cubicBezTo>
                    <a:pt x="239" y="731"/>
                    <a:pt x="239" y="734"/>
                    <a:pt x="239" y="735"/>
                  </a:cubicBezTo>
                  <a:cubicBezTo>
                    <a:pt x="236" y="738"/>
                    <a:pt x="234" y="742"/>
                    <a:pt x="231" y="745"/>
                  </a:cubicBezTo>
                  <a:cubicBezTo>
                    <a:pt x="232" y="746"/>
                    <a:pt x="233" y="746"/>
                    <a:pt x="234" y="746"/>
                  </a:cubicBezTo>
                  <a:cubicBezTo>
                    <a:pt x="237" y="748"/>
                    <a:pt x="239" y="748"/>
                    <a:pt x="242" y="750"/>
                  </a:cubicBezTo>
                  <a:cubicBezTo>
                    <a:pt x="243" y="749"/>
                    <a:pt x="244" y="750"/>
                    <a:pt x="244" y="749"/>
                  </a:cubicBezTo>
                  <a:cubicBezTo>
                    <a:pt x="252" y="753"/>
                    <a:pt x="253" y="761"/>
                    <a:pt x="252" y="762"/>
                  </a:cubicBezTo>
                  <a:close/>
                  <a:moveTo>
                    <a:pt x="189" y="735"/>
                  </a:moveTo>
                  <a:cubicBezTo>
                    <a:pt x="192" y="737"/>
                    <a:pt x="195" y="739"/>
                    <a:pt x="196" y="742"/>
                  </a:cubicBezTo>
                  <a:cubicBezTo>
                    <a:pt x="197" y="743"/>
                    <a:pt x="201" y="748"/>
                    <a:pt x="203" y="754"/>
                  </a:cubicBezTo>
                  <a:cubicBezTo>
                    <a:pt x="204" y="757"/>
                    <a:pt x="205" y="758"/>
                    <a:pt x="204" y="761"/>
                  </a:cubicBezTo>
                  <a:cubicBezTo>
                    <a:pt x="199" y="758"/>
                    <a:pt x="200" y="757"/>
                    <a:pt x="198" y="752"/>
                  </a:cubicBezTo>
                  <a:cubicBezTo>
                    <a:pt x="198" y="750"/>
                    <a:pt x="197" y="748"/>
                    <a:pt x="193" y="744"/>
                  </a:cubicBezTo>
                  <a:cubicBezTo>
                    <a:pt x="193" y="742"/>
                    <a:pt x="189" y="738"/>
                    <a:pt x="189" y="735"/>
                  </a:cubicBezTo>
                  <a:close/>
                  <a:moveTo>
                    <a:pt x="262" y="820"/>
                  </a:moveTo>
                  <a:cubicBezTo>
                    <a:pt x="262" y="818"/>
                    <a:pt x="260" y="817"/>
                    <a:pt x="260" y="815"/>
                  </a:cubicBezTo>
                  <a:cubicBezTo>
                    <a:pt x="266" y="807"/>
                    <a:pt x="274" y="789"/>
                    <a:pt x="281" y="779"/>
                  </a:cubicBezTo>
                  <a:cubicBezTo>
                    <a:pt x="282" y="777"/>
                    <a:pt x="283" y="776"/>
                    <a:pt x="284" y="776"/>
                  </a:cubicBezTo>
                  <a:cubicBezTo>
                    <a:pt x="284" y="777"/>
                    <a:pt x="285" y="777"/>
                    <a:pt x="283" y="781"/>
                  </a:cubicBezTo>
                  <a:cubicBezTo>
                    <a:pt x="283" y="782"/>
                    <a:pt x="263" y="819"/>
                    <a:pt x="265" y="821"/>
                  </a:cubicBezTo>
                  <a:cubicBezTo>
                    <a:pt x="263" y="821"/>
                    <a:pt x="263" y="821"/>
                    <a:pt x="262" y="820"/>
                  </a:cubicBezTo>
                  <a:close/>
                  <a:moveTo>
                    <a:pt x="289" y="829"/>
                  </a:moveTo>
                  <a:cubicBezTo>
                    <a:pt x="288" y="830"/>
                    <a:pt x="288" y="830"/>
                    <a:pt x="287" y="830"/>
                  </a:cubicBezTo>
                  <a:cubicBezTo>
                    <a:pt x="286" y="830"/>
                    <a:pt x="284" y="829"/>
                    <a:pt x="282" y="828"/>
                  </a:cubicBezTo>
                  <a:cubicBezTo>
                    <a:pt x="280" y="826"/>
                    <a:pt x="275" y="818"/>
                    <a:pt x="276" y="816"/>
                  </a:cubicBezTo>
                  <a:cubicBezTo>
                    <a:pt x="276" y="816"/>
                    <a:pt x="276" y="816"/>
                    <a:pt x="276" y="816"/>
                  </a:cubicBezTo>
                  <a:cubicBezTo>
                    <a:pt x="278" y="822"/>
                    <a:pt x="286" y="820"/>
                    <a:pt x="294" y="818"/>
                  </a:cubicBezTo>
                  <a:cubicBezTo>
                    <a:pt x="300" y="816"/>
                    <a:pt x="305" y="813"/>
                    <a:pt x="305" y="812"/>
                  </a:cubicBezTo>
                  <a:cubicBezTo>
                    <a:pt x="305" y="811"/>
                    <a:pt x="305" y="810"/>
                    <a:pt x="304" y="809"/>
                  </a:cubicBezTo>
                  <a:cubicBezTo>
                    <a:pt x="304" y="810"/>
                    <a:pt x="301" y="811"/>
                    <a:pt x="297" y="812"/>
                  </a:cubicBezTo>
                  <a:cubicBezTo>
                    <a:pt x="288" y="814"/>
                    <a:pt x="275" y="816"/>
                    <a:pt x="273" y="815"/>
                  </a:cubicBezTo>
                  <a:cubicBezTo>
                    <a:pt x="270" y="814"/>
                    <a:pt x="270" y="813"/>
                    <a:pt x="273" y="809"/>
                  </a:cubicBezTo>
                  <a:cubicBezTo>
                    <a:pt x="279" y="807"/>
                    <a:pt x="290" y="805"/>
                    <a:pt x="297" y="802"/>
                  </a:cubicBezTo>
                  <a:cubicBezTo>
                    <a:pt x="297" y="801"/>
                    <a:pt x="299" y="801"/>
                    <a:pt x="298" y="799"/>
                  </a:cubicBezTo>
                  <a:cubicBezTo>
                    <a:pt x="295" y="800"/>
                    <a:pt x="286" y="801"/>
                    <a:pt x="284" y="801"/>
                  </a:cubicBezTo>
                  <a:cubicBezTo>
                    <a:pt x="281" y="798"/>
                    <a:pt x="283" y="795"/>
                    <a:pt x="284" y="792"/>
                  </a:cubicBezTo>
                  <a:cubicBezTo>
                    <a:pt x="285" y="792"/>
                    <a:pt x="284" y="792"/>
                    <a:pt x="285" y="792"/>
                  </a:cubicBezTo>
                  <a:cubicBezTo>
                    <a:pt x="287" y="794"/>
                    <a:pt x="294" y="792"/>
                    <a:pt x="295" y="791"/>
                  </a:cubicBezTo>
                  <a:cubicBezTo>
                    <a:pt x="294" y="789"/>
                    <a:pt x="292" y="784"/>
                    <a:pt x="293" y="785"/>
                  </a:cubicBezTo>
                  <a:cubicBezTo>
                    <a:pt x="295" y="786"/>
                    <a:pt x="295" y="787"/>
                    <a:pt x="298" y="787"/>
                  </a:cubicBezTo>
                  <a:cubicBezTo>
                    <a:pt x="298" y="787"/>
                    <a:pt x="299" y="787"/>
                    <a:pt x="298" y="787"/>
                  </a:cubicBezTo>
                  <a:cubicBezTo>
                    <a:pt x="297" y="786"/>
                    <a:pt x="295" y="785"/>
                    <a:pt x="295" y="784"/>
                  </a:cubicBezTo>
                  <a:cubicBezTo>
                    <a:pt x="296" y="782"/>
                    <a:pt x="298" y="782"/>
                    <a:pt x="299" y="783"/>
                  </a:cubicBezTo>
                  <a:cubicBezTo>
                    <a:pt x="301" y="784"/>
                    <a:pt x="308" y="789"/>
                    <a:pt x="308" y="789"/>
                  </a:cubicBezTo>
                  <a:cubicBezTo>
                    <a:pt x="309" y="790"/>
                    <a:pt x="309" y="790"/>
                    <a:pt x="309" y="790"/>
                  </a:cubicBezTo>
                  <a:cubicBezTo>
                    <a:pt x="310" y="791"/>
                    <a:pt x="310" y="792"/>
                    <a:pt x="310" y="793"/>
                  </a:cubicBezTo>
                  <a:cubicBezTo>
                    <a:pt x="310" y="796"/>
                    <a:pt x="308" y="797"/>
                    <a:pt x="305" y="797"/>
                  </a:cubicBezTo>
                  <a:cubicBezTo>
                    <a:pt x="306" y="802"/>
                    <a:pt x="306" y="806"/>
                    <a:pt x="309" y="811"/>
                  </a:cubicBezTo>
                  <a:cubicBezTo>
                    <a:pt x="311" y="809"/>
                    <a:pt x="313" y="809"/>
                    <a:pt x="313" y="808"/>
                  </a:cubicBezTo>
                  <a:cubicBezTo>
                    <a:pt x="316" y="810"/>
                    <a:pt x="317" y="811"/>
                    <a:pt x="317" y="814"/>
                  </a:cubicBezTo>
                  <a:cubicBezTo>
                    <a:pt x="315" y="818"/>
                    <a:pt x="310" y="817"/>
                    <a:pt x="309" y="819"/>
                  </a:cubicBezTo>
                  <a:cubicBezTo>
                    <a:pt x="308" y="823"/>
                    <a:pt x="309" y="831"/>
                    <a:pt x="307" y="834"/>
                  </a:cubicBezTo>
                  <a:cubicBezTo>
                    <a:pt x="307" y="835"/>
                    <a:pt x="306" y="835"/>
                    <a:pt x="305" y="834"/>
                  </a:cubicBezTo>
                  <a:cubicBezTo>
                    <a:pt x="304" y="831"/>
                    <a:pt x="305" y="824"/>
                    <a:pt x="305" y="820"/>
                  </a:cubicBezTo>
                  <a:cubicBezTo>
                    <a:pt x="303" y="821"/>
                    <a:pt x="299" y="823"/>
                    <a:pt x="295" y="823"/>
                  </a:cubicBezTo>
                  <a:cubicBezTo>
                    <a:pt x="295" y="824"/>
                    <a:pt x="295" y="824"/>
                    <a:pt x="295" y="825"/>
                  </a:cubicBezTo>
                  <a:cubicBezTo>
                    <a:pt x="297" y="826"/>
                    <a:pt x="297" y="827"/>
                    <a:pt x="298" y="828"/>
                  </a:cubicBezTo>
                  <a:cubicBezTo>
                    <a:pt x="298" y="829"/>
                    <a:pt x="296" y="830"/>
                    <a:pt x="296" y="831"/>
                  </a:cubicBezTo>
                  <a:cubicBezTo>
                    <a:pt x="295" y="831"/>
                    <a:pt x="293" y="830"/>
                    <a:pt x="291" y="829"/>
                  </a:cubicBezTo>
                  <a:cubicBezTo>
                    <a:pt x="290" y="829"/>
                    <a:pt x="289" y="829"/>
                    <a:pt x="289" y="829"/>
                  </a:cubicBezTo>
                  <a:close/>
                  <a:moveTo>
                    <a:pt x="317" y="787"/>
                  </a:moveTo>
                  <a:cubicBezTo>
                    <a:pt x="317" y="785"/>
                    <a:pt x="319" y="786"/>
                    <a:pt x="320" y="786"/>
                  </a:cubicBezTo>
                  <a:cubicBezTo>
                    <a:pt x="323" y="788"/>
                    <a:pt x="325" y="789"/>
                    <a:pt x="326" y="794"/>
                  </a:cubicBezTo>
                  <a:cubicBezTo>
                    <a:pt x="326" y="795"/>
                    <a:pt x="326" y="796"/>
                    <a:pt x="325" y="798"/>
                  </a:cubicBezTo>
                  <a:cubicBezTo>
                    <a:pt x="323" y="798"/>
                    <a:pt x="319" y="798"/>
                    <a:pt x="319" y="795"/>
                  </a:cubicBezTo>
                  <a:cubicBezTo>
                    <a:pt x="318" y="793"/>
                    <a:pt x="316" y="788"/>
                    <a:pt x="317" y="787"/>
                  </a:cubicBezTo>
                  <a:close/>
                  <a:moveTo>
                    <a:pt x="341" y="802"/>
                  </a:moveTo>
                  <a:cubicBezTo>
                    <a:pt x="334" y="803"/>
                    <a:pt x="319" y="845"/>
                    <a:pt x="312" y="854"/>
                  </a:cubicBezTo>
                  <a:cubicBezTo>
                    <a:pt x="308" y="861"/>
                    <a:pt x="306" y="861"/>
                    <a:pt x="303" y="858"/>
                  </a:cubicBezTo>
                  <a:cubicBezTo>
                    <a:pt x="299" y="854"/>
                    <a:pt x="294" y="836"/>
                    <a:pt x="295" y="832"/>
                  </a:cubicBezTo>
                  <a:cubicBezTo>
                    <a:pt x="296" y="833"/>
                    <a:pt x="297" y="836"/>
                    <a:pt x="297" y="837"/>
                  </a:cubicBezTo>
                  <a:cubicBezTo>
                    <a:pt x="298" y="836"/>
                    <a:pt x="297" y="836"/>
                    <a:pt x="298" y="835"/>
                  </a:cubicBezTo>
                  <a:cubicBezTo>
                    <a:pt x="299" y="838"/>
                    <a:pt x="303" y="846"/>
                    <a:pt x="304" y="847"/>
                  </a:cubicBezTo>
                  <a:cubicBezTo>
                    <a:pt x="307" y="849"/>
                    <a:pt x="308" y="844"/>
                    <a:pt x="310" y="842"/>
                  </a:cubicBezTo>
                  <a:cubicBezTo>
                    <a:pt x="314" y="834"/>
                    <a:pt x="325" y="807"/>
                    <a:pt x="329" y="799"/>
                  </a:cubicBezTo>
                  <a:cubicBezTo>
                    <a:pt x="332" y="794"/>
                    <a:pt x="334" y="789"/>
                    <a:pt x="331" y="786"/>
                  </a:cubicBezTo>
                  <a:cubicBezTo>
                    <a:pt x="320" y="780"/>
                    <a:pt x="306" y="784"/>
                    <a:pt x="296" y="778"/>
                  </a:cubicBezTo>
                  <a:cubicBezTo>
                    <a:pt x="296" y="778"/>
                    <a:pt x="296" y="778"/>
                    <a:pt x="296" y="778"/>
                  </a:cubicBezTo>
                  <a:cubicBezTo>
                    <a:pt x="302" y="776"/>
                    <a:pt x="328" y="782"/>
                    <a:pt x="328" y="782"/>
                  </a:cubicBezTo>
                  <a:cubicBezTo>
                    <a:pt x="336" y="784"/>
                    <a:pt x="346" y="792"/>
                    <a:pt x="341" y="802"/>
                  </a:cubicBezTo>
                  <a:close/>
                  <a:moveTo>
                    <a:pt x="365" y="858"/>
                  </a:moveTo>
                  <a:cubicBezTo>
                    <a:pt x="365" y="858"/>
                    <a:pt x="363" y="859"/>
                    <a:pt x="362" y="859"/>
                  </a:cubicBezTo>
                  <a:cubicBezTo>
                    <a:pt x="362" y="859"/>
                    <a:pt x="362" y="860"/>
                    <a:pt x="360" y="861"/>
                  </a:cubicBezTo>
                  <a:cubicBezTo>
                    <a:pt x="360" y="861"/>
                    <a:pt x="358" y="862"/>
                    <a:pt x="356" y="861"/>
                  </a:cubicBezTo>
                  <a:cubicBezTo>
                    <a:pt x="356" y="861"/>
                    <a:pt x="355" y="860"/>
                    <a:pt x="354" y="860"/>
                  </a:cubicBezTo>
                  <a:cubicBezTo>
                    <a:pt x="354" y="860"/>
                    <a:pt x="352" y="859"/>
                    <a:pt x="351" y="859"/>
                  </a:cubicBezTo>
                  <a:cubicBezTo>
                    <a:pt x="351" y="859"/>
                    <a:pt x="349" y="859"/>
                    <a:pt x="352" y="858"/>
                  </a:cubicBezTo>
                  <a:cubicBezTo>
                    <a:pt x="352" y="858"/>
                    <a:pt x="352" y="857"/>
                    <a:pt x="353" y="857"/>
                  </a:cubicBezTo>
                  <a:cubicBezTo>
                    <a:pt x="353" y="857"/>
                    <a:pt x="354" y="857"/>
                    <a:pt x="354" y="857"/>
                  </a:cubicBezTo>
                  <a:cubicBezTo>
                    <a:pt x="354" y="857"/>
                    <a:pt x="354" y="856"/>
                    <a:pt x="355" y="857"/>
                  </a:cubicBezTo>
                  <a:cubicBezTo>
                    <a:pt x="355" y="857"/>
                    <a:pt x="356" y="858"/>
                    <a:pt x="357" y="855"/>
                  </a:cubicBezTo>
                  <a:cubicBezTo>
                    <a:pt x="357" y="855"/>
                    <a:pt x="357" y="855"/>
                    <a:pt x="358" y="855"/>
                  </a:cubicBezTo>
                  <a:cubicBezTo>
                    <a:pt x="358" y="855"/>
                    <a:pt x="362" y="853"/>
                    <a:pt x="371" y="847"/>
                  </a:cubicBezTo>
                  <a:cubicBezTo>
                    <a:pt x="371" y="847"/>
                    <a:pt x="379" y="842"/>
                    <a:pt x="384" y="837"/>
                  </a:cubicBezTo>
                  <a:cubicBezTo>
                    <a:pt x="384" y="837"/>
                    <a:pt x="388" y="834"/>
                    <a:pt x="393" y="830"/>
                  </a:cubicBezTo>
                  <a:cubicBezTo>
                    <a:pt x="393" y="830"/>
                    <a:pt x="406" y="820"/>
                    <a:pt x="408" y="817"/>
                  </a:cubicBezTo>
                  <a:cubicBezTo>
                    <a:pt x="408" y="817"/>
                    <a:pt x="399" y="812"/>
                    <a:pt x="400" y="808"/>
                  </a:cubicBezTo>
                  <a:cubicBezTo>
                    <a:pt x="400" y="808"/>
                    <a:pt x="401" y="806"/>
                    <a:pt x="402" y="808"/>
                  </a:cubicBezTo>
                  <a:cubicBezTo>
                    <a:pt x="402" y="808"/>
                    <a:pt x="406" y="811"/>
                    <a:pt x="413" y="810"/>
                  </a:cubicBezTo>
                  <a:cubicBezTo>
                    <a:pt x="413" y="810"/>
                    <a:pt x="416" y="810"/>
                    <a:pt x="420" y="807"/>
                  </a:cubicBezTo>
                  <a:cubicBezTo>
                    <a:pt x="420" y="807"/>
                    <a:pt x="425" y="806"/>
                    <a:pt x="427" y="815"/>
                  </a:cubicBezTo>
                  <a:cubicBezTo>
                    <a:pt x="427" y="815"/>
                    <a:pt x="427" y="819"/>
                    <a:pt x="425" y="818"/>
                  </a:cubicBezTo>
                  <a:cubicBezTo>
                    <a:pt x="425" y="818"/>
                    <a:pt x="422" y="818"/>
                    <a:pt x="419" y="819"/>
                  </a:cubicBezTo>
                  <a:cubicBezTo>
                    <a:pt x="419" y="819"/>
                    <a:pt x="418" y="818"/>
                    <a:pt x="416" y="820"/>
                  </a:cubicBezTo>
                  <a:cubicBezTo>
                    <a:pt x="416" y="820"/>
                    <a:pt x="410" y="826"/>
                    <a:pt x="397" y="834"/>
                  </a:cubicBezTo>
                  <a:cubicBezTo>
                    <a:pt x="397" y="834"/>
                    <a:pt x="390" y="839"/>
                    <a:pt x="381" y="848"/>
                  </a:cubicBezTo>
                  <a:cubicBezTo>
                    <a:pt x="381" y="848"/>
                    <a:pt x="374" y="854"/>
                    <a:pt x="365" y="858"/>
                  </a:cubicBezTo>
                  <a:close/>
                  <a:moveTo>
                    <a:pt x="430" y="858"/>
                  </a:moveTo>
                  <a:cubicBezTo>
                    <a:pt x="430" y="858"/>
                    <a:pt x="430" y="859"/>
                    <a:pt x="430" y="860"/>
                  </a:cubicBezTo>
                  <a:cubicBezTo>
                    <a:pt x="430" y="860"/>
                    <a:pt x="430" y="862"/>
                    <a:pt x="427" y="862"/>
                  </a:cubicBezTo>
                  <a:cubicBezTo>
                    <a:pt x="427" y="862"/>
                    <a:pt x="420" y="864"/>
                    <a:pt x="419" y="866"/>
                  </a:cubicBezTo>
                  <a:cubicBezTo>
                    <a:pt x="419" y="866"/>
                    <a:pt x="415" y="869"/>
                    <a:pt x="416" y="872"/>
                  </a:cubicBezTo>
                  <a:cubicBezTo>
                    <a:pt x="416" y="872"/>
                    <a:pt x="416" y="874"/>
                    <a:pt x="413" y="875"/>
                  </a:cubicBezTo>
                  <a:cubicBezTo>
                    <a:pt x="413" y="875"/>
                    <a:pt x="411" y="875"/>
                    <a:pt x="409" y="875"/>
                  </a:cubicBezTo>
                  <a:cubicBezTo>
                    <a:pt x="409" y="875"/>
                    <a:pt x="407" y="873"/>
                    <a:pt x="404" y="875"/>
                  </a:cubicBezTo>
                  <a:cubicBezTo>
                    <a:pt x="404" y="875"/>
                    <a:pt x="404" y="876"/>
                    <a:pt x="402" y="875"/>
                  </a:cubicBezTo>
                  <a:cubicBezTo>
                    <a:pt x="402" y="875"/>
                    <a:pt x="402" y="874"/>
                    <a:pt x="401" y="874"/>
                  </a:cubicBezTo>
                  <a:cubicBezTo>
                    <a:pt x="401" y="874"/>
                    <a:pt x="400" y="873"/>
                    <a:pt x="400" y="872"/>
                  </a:cubicBezTo>
                  <a:cubicBezTo>
                    <a:pt x="400" y="872"/>
                    <a:pt x="400" y="870"/>
                    <a:pt x="398" y="869"/>
                  </a:cubicBezTo>
                  <a:cubicBezTo>
                    <a:pt x="398" y="869"/>
                    <a:pt x="397" y="869"/>
                    <a:pt x="397" y="867"/>
                  </a:cubicBezTo>
                  <a:cubicBezTo>
                    <a:pt x="397" y="867"/>
                    <a:pt x="396" y="861"/>
                    <a:pt x="395" y="858"/>
                  </a:cubicBezTo>
                  <a:cubicBezTo>
                    <a:pt x="395" y="858"/>
                    <a:pt x="394" y="855"/>
                    <a:pt x="391" y="854"/>
                  </a:cubicBezTo>
                  <a:cubicBezTo>
                    <a:pt x="391" y="854"/>
                    <a:pt x="387" y="848"/>
                    <a:pt x="389" y="848"/>
                  </a:cubicBezTo>
                  <a:cubicBezTo>
                    <a:pt x="389" y="848"/>
                    <a:pt x="393" y="848"/>
                    <a:pt x="396" y="854"/>
                  </a:cubicBezTo>
                  <a:cubicBezTo>
                    <a:pt x="396" y="854"/>
                    <a:pt x="396" y="856"/>
                    <a:pt x="396" y="858"/>
                  </a:cubicBezTo>
                  <a:cubicBezTo>
                    <a:pt x="396" y="858"/>
                    <a:pt x="397" y="859"/>
                    <a:pt x="399" y="866"/>
                  </a:cubicBezTo>
                  <a:cubicBezTo>
                    <a:pt x="399" y="866"/>
                    <a:pt x="400" y="867"/>
                    <a:pt x="400" y="865"/>
                  </a:cubicBezTo>
                  <a:cubicBezTo>
                    <a:pt x="402" y="863"/>
                    <a:pt x="402" y="863"/>
                    <a:pt x="402" y="863"/>
                  </a:cubicBezTo>
                  <a:cubicBezTo>
                    <a:pt x="402" y="863"/>
                    <a:pt x="403" y="861"/>
                    <a:pt x="404" y="862"/>
                  </a:cubicBezTo>
                  <a:cubicBezTo>
                    <a:pt x="404" y="862"/>
                    <a:pt x="404" y="863"/>
                    <a:pt x="405" y="862"/>
                  </a:cubicBezTo>
                  <a:cubicBezTo>
                    <a:pt x="405" y="862"/>
                    <a:pt x="408" y="860"/>
                    <a:pt x="410" y="858"/>
                  </a:cubicBezTo>
                  <a:cubicBezTo>
                    <a:pt x="410" y="858"/>
                    <a:pt x="413" y="856"/>
                    <a:pt x="412" y="855"/>
                  </a:cubicBezTo>
                  <a:cubicBezTo>
                    <a:pt x="412" y="855"/>
                    <a:pt x="409" y="851"/>
                    <a:pt x="408" y="850"/>
                  </a:cubicBezTo>
                  <a:cubicBezTo>
                    <a:pt x="408" y="850"/>
                    <a:pt x="405" y="848"/>
                    <a:pt x="407" y="848"/>
                  </a:cubicBezTo>
                  <a:cubicBezTo>
                    <a:pt x="407" y="848"/>
                    <a:pt x="408" y="848"/>
                    <a:pt x="411" y="849"/>
                  </a:cubicBezTo>
                  <a:cubicBezTo>
                    <a:pt x="411" y="849"/>
                    <a:pt x="417" y="850"/>
                    <a:pt x="419" y="848"/>
                  </a:cubicBezTo>
                  <a:cubicBezTo>
                    <a:pt x="419" y="848"/>
                    <a:pt x="419" y="846"/>
                    <a:pt x="421" y="847"/>
                  </a:cubicBezTo>
                  <a:cubicBezTo>
                    <a:pt x="421" y="847"/>
                    <a:pt x="424" y="850"/>
                    <a:pt x="425" y="850"/>
                  </a:cubicBezTo>
                  <a:cubicBezTo>
                    <a:pt x="425" y="850"/>
                    <a:pt x="431" y="852"/>
                    <a:pt x="430" y="858"/>
                  </a:cubicBezTo>
                  <a:close/>
                  <a:moveTo>
                    <a:pt x="485" y="876"/>
                  </a:moveTo>
                  <a:cubicBezTo>
                    <a:pt x="485" y="876"/>
                    <a:pt x="485" y="878"/>
                    <a:pt x="483" y="877"/>
                  </a:cubicBezTo>
                  <a:cubicBezTo>
                    <a:pt x="483" y="877"/>
                    <a:pt x="477" y="874"/>
                    <a:pt x="475" y="866"/>
                  </a:cubicBezTo>
                  <a:cubicBezTo>
                    <a:pt x="475" y="866"/>
                    <a:pt x="473" y="857"/>
                    <a:pt x="473" y="856"/>
                  </a:cubicBezTo>
                  <a:cubicBezTo>
                    <a:pt x="473" y="856"/>
                    <a:pt x="473" y="856"/>
                    <a:pt x="473" y="854"/>
                  </a:cubicBezTo>
                  <a:cubicBezTo>
                    <a:pt x="472" y="848"/>
                    <a:pt x="472" y="848"/>
                    <a:pt x="472" y="848"/>
                  </a:cubicBezTo>
                  <a:cubicBezTo>
                    <a:pt x="472" y="848"/>
                    <a:pt x="472" y="848"/>
                    <a:pt x="473" y="847"/>
                  </a:cubicBezTo>
                  <a:cubicBezTo>
                    <a:pt x="473" y="847"/>
                    <a:pt x="472" y="846"/>
                    <a:pt x="473" y="845"/>
                  </a:cubicBezTo>
                  <a:cubicBezTo>
                    <a:pt x="473" y="845"/>
                    <a:pt x="473" y="845"/>
                    <a:pt x="473" y="845"/>
                  </a:cubicBezTo>
                  <a:cubicBezTo>
                    <a:pt x="473" y="845"/>
                    <a:pt x="473" y="842"/>
                    <a:pt x="474" y="843"/>
                  </a:cubicBezTo>
                  <a:cubicBezTo>
                    <a:pt x="474" y="843"/>
                    <a:pt x="475" y="844"/>
                    <a:pt x="474" y="846"/>
                  </a:cubicBezTo>
                  <a:cubicBezTo>
                    <a:pt x="474" y="846"/>
                    <a:pt x="473" y="848"/>
                    <a:pt x="477" y="855"/>
                  </a:cubicBezTo>
                  <a:cubicBezTo>
                    <a:pt x="477" y="855"/>
                    <a:pt x="478" y="856"/>
                    <a:pt x="479" y="856"/>
                  </a:cubicBezTo>
                  <a:cubicBezTo>
                    <a:pt x="479" y="856"/>
                    <a:pt x="480" y="857"/>
                    <a:pt x="481" y="860"/>
                  </a:cubicBezTo>
                  <a:cubicBezTo>
                    <a:pt x="481" y="860"/>
                    <a:pt x="481" y="862"/>
                    <a:pt x="481" y="862"/>
                  </a:cubicBezTo>
                  <a:cubicBezTo>
                    <a:pt x="481" y="862"/>
                    <a:pt x="480" y="864"/>
                    <a:pt x="482" y="863"/>
                  </a:cubicBezTo>
                  <a:cubicBezTo>
                    <a:pt x="482" y="863"/>
                    <a:pt x="483" y="863"/>
                    <a:pt x="483" y="864"/>
                  </a:cubicBezTo>
                  <a:cubicBezTo>
                    <a:pt x="483" y="864"/>
                    <a:pt x="483" y="867"/>
                    <a:pt x="483" y="868"/>
                  </a:cubicBezTo>
                  <a:cubicBezTo>
                    <a:pt x="483" y="868"/>
                    <a:pt x="484" y="869"/>
                    <a:pt x="484" y="870"/>
                  </a:cubicBezTo>
                  <a:cubicBezTo>
                    <a:pt x="484" y="870"/>
                    <a:pt x="484" y="871"/>
                    <a:pt x="484" y="871"/>
                  </a:cubicBezTo>
                  <a:cubicBezTo>
                    <a:pt x="484" y="871"/>
                    <a:pt x="485" y="871"/>
                    <a:pt x="485" y="871"/>
                  </a:cubicBezTo>
                  <a:cubicBezTo>
                    <a:pt x="485" y="871"/>
                    <a:pt x="486" y="876"/>
                    <a:pt x="485" y="876"/>
                  </a:cubicBezTo>
                  <a:close/>
                  <a:moveTo>
                    <a:pt x="482" y="834"/>
                  </a:moveTo>
                  <a:cubicBezTo>
                    <a:pt x="482" y="834"/>
                    <a:pt x="481" y="833"/>
                    <a:pt x="480" y="833"/>
                  </a:cubicBezTo>
                  <a:cubicBezTo>
                    <a:pt x="480" y="833"/>
                    <a:pt x="479" y="833"/>
                    <a:pt x="478" y="833"/>
                  </a:cubicBezTo>
                  <a:cubicBezTo>
                    <a:pt x="478" y="833"/>
                    <a:pt x="476" y="833"/>
                    <a:pt x="477" y="831"/>
                  </a:cubicBezTo>
                  <a:cubicBezTo>
                    <a:pt x="477" y="831"/>
                    <a:pt x="479" y="827"/>
                    <a:pt x="478" y="823"/>
                  </a:cubicBezTo>
                  <a:cubicBezTo>
                    <a:pt x="478" y="823"/>
                    <a:pt x="478" y="822"/>
                    <a:pt x="479" y="821"/>
                  </a:cubicBezTo>
                  <a:cubicBezTo>
                    <a:pt x="479" y="821"/>
                    <a:pt x="479" y="820"/>
                    <a:pt x="480" y="821"/>
                  </a:cubicBezTo>
                  <a:cubicBezTo>
                    <a:pt x="480" y="821"/>
                    <a:pt x="485" y="828"/>
                    <a:pt x="485" y="832"/>
                  </a:cubicBezTo>
                  <a:cubicBezTo>
                    <a:pt x="485" y="832"/>
                    <a:pt x="486" y="835"/>
                    <a:pt x="482" y="834"/>
                  </a:cubicBezTo>
                  <a:close/>
                  <a:moveTo>
                    <a:pt x="540" y="838"/>
                  </a:moveTo>
                  <a:cubicBezTo>
                    <a:pt x="540" y="838"/>
                    <a:pt x="539" y="842"/>
                    <a:pt x="537" y="843"/>
                  </a:cubicBezTo>
                  <a:cubicBezTo>
                    <a:pt x="537" y="843"/>
                    <a:pt x="536" y="844"/>
                    <a:pt x="536" y="846"/>
                  </a:cubicBezTo>
                  <a:cubicBezTo>
                    <a:pt x="536" y="846"/>
                    <a:pt x="533" y="852"/>
                    <a:pt x="531" y="853"/>
                  </a:cubicBezTo>
                  <a:cubicBezTo>
                    <a:pt x="531" y="853"/>
                    <a:pt x="528" y="855"/>
                    <a:pt x="529" y="857"/>
                  </a:cubicBezTo>
                  <a:cubicBezTo>
                    <a:pt x="529" y="857"/>
                    <a:pt x="533" y="860"/>
                    <a:pt x="532" y="864"/>
                  </a:cubicBezTo>
                  <a:cubicBezTo>
                    <a:pt x="532" y="864"/>
                    <a:pt x="532" y="865"/>
                    <a:pt x="531" y="865"/>
                  </a:cubicBezTo>
                  <a:cubicBezTo>
                    <a:pt x="531" y="865"/>
                    <a:pt x="530" y="866"/>
                    <a:pt x="529" y="866"/>
                  </a:cubicBezTo>
                  <a:cubicBezTo>
                    <a:pt x="529" y="866"/>
                    <a:pt x="528" y="866"/>
                    <a:pt x="528" y="866"/>
                  </a:cubicBezTo>
                  <a:cubicBezTo>
                    <a:pt x="528" y="866"/>
                    <a:pt x="524" y="868"/>
                    <a:pt x="522" y="868"/>
                  </a:cubicBezTo>
                  <a:cubicBezTo>
                    <a:pt x="522" y="868"/>
                    <a:pt x="520" y="868"/>
                    <a:pt x="517" y="868"/>
                  </a:cubicBezTo>
                  <a:cubicBezTo>
                    <a:pt x="517" y="868"/>
                    <a:pt x="517" y="867"/>
                    <a:pt x="516" y="868"/>
                  </a:cubicBezTo>
                  <a:cubicBezTo>
                    <a:pt x="516" y="868"/>
                    <a:pt x="512" y="873"/>
                    <a:pt x="507" y="869"/>
                  </a:cubicBezTo>
                  <a:cubicBezTo>
                    <a:pt x="507" y="869"/>
                    <a:pt x="506" y="868"/>
                    <a:pt x="505" y="867"/>
                  </a:cubicBezTo>
                  <a:cubicBezTo>
                    <a:pt x="504" y="867"/>
                    <a:pt x="503" y="866"/>
                    <a:pt x="502" y="866"/>
                  </a:cubicBezTo>
                  <a:cubicBezTo>
                    <a:pt x="502" y="866"/>
                    <a:pt x="496" y="862"/>
                    <a:pt x="494" y="861"/>
                  </a:cubicBezTo>
                  <a:cubicBezTo>
                    <a:pt x="494" y="861"/>
                    <a:pt x="490" y="858"/>
                    <a:pt x="490" y="856"/>
                  </a:cubicBezTo>
                  <a:cubicBezTo>
                    <a:pt x="490" y="856"/>
                    <a:pt x="489" y="853"/>
                    <a:pt x="487" y="853"/>
                  </a:cubicBezTo>
                  <a:cubicBezTo>
                    <a:pt x="487" y="853"/>
                    <a:pt x="486" y="853"/>
                    <a:pt x="486" y="851"/>
                  </a:cubicBezTo>
                  <a:cubicBezTo>
                    <a:pt x="486" y="851"/>
                    <a:pt x="486" y="851"/>
                    <a:pt x="486" y="851"/>
                  </a:cubicBezTo>
                  <a:cubicBezTo>
                    <a:pt x="486" y="851"/>
                    <a:pt x="486" y="851"/>
                    <a:pt x="486" y="850"/>
                  </a:cubicBezTo>
                  <a:cubicBezTo>
                    <a:pt x="486" y="850"/>
                    <a:pt x="485" y="849"/>
                    <a:pt x="487" y="846"/>
                  </a:cubicBezTo>
                  <a:cubicBezTo>
                    <a:pt x="487" y="846"/>
                    <a:pt x="489" y="844"/>
                    <a:pt x="491" y="843"/>
                  </a:cubicBezTo>
                  <a:cubicBezTo>
                    <a:pt x="491" y="843"/>
                    <a:pt x="495" y="839"/>
                    <a:pt x="498" y="837"/>
                  </a:cubicBezTo>
                  <a:cubicBezTo>
                    <a:pt x="498" y="837"/>
                    <a:pt x="499" y="836"/>
                    <a:pt x="500" y="835"/>
                  </a:cubicBezTo>
                  <a:cubicBezTo>
                    <a:pt x="501" y="834"/>
                    <a:pt x="502" y="833"/>
                    <a:pt x="502" y="833"/>
                  </a:cubicBezTo>
                  <a:cubicBezTo>
                    <a:pt x="502" y="833"/>
                    <a:pt x="504" y="831"/>
                    <a:pt x="506" y="830"/>
                  </a:cubicBezTo>
                  <a:cubicBezTo>
                    <a:pt x="506" y="830"/>
                    <a:pt x="509" y="829"/>
                    <a:pt x="509" y="828"/>
                  </a:cubicBezTo>
                  <a:cubicBezTo>
                    <a:pt x="509" y="828"/>
                    <a:pt x="509" y="825"/>
                    <a:pt x="509" y="824"/>
                  </a:cubicBezTo>
                  <a:cubicBezTo>
                    <a:pt x="507" y="809"/>
                    <a:pt x="507" y="809"/>
                    <a:pt x="507" y="809"/>
                  </a:cubicBezTo>
                  <a:cubicBezTo>
                    <a:pt x="507" y="809"/>
                    <a:pt x="507" y="808"/>
                    <a:pt x="508" y="809"/>
                  </a:cubicBezTo>
                  <a:cubicBezTo>
                    <a:pt x="508" y="809"/>
                    <a:pt x="509" y="809"/>
                    <a:pt x="510" y="809"/>
                  </a:cubicBezTo>
                  <a:cubicBezTo>
                    <a:pt x="510" y="809"/>
                    <a:pt x="512" y="808"/>
                    <a:pt x="513" y="812"/>
                  </a:cubicBezTo>
                  <a:cubicBezTo>
                    <a:pt x="513" y="812"/>
                    <a:pt x="515" y="816"/>
                    <a:pt x="516" y="820"/>
                  </a:cubicBezTo>
                  <a:cubicBezTo>
                    <a:pt x="516" y="820"/>
                    <a:pt x="516" y="825"/>
                    <a:pt x="516" y="826"/>
                  </a:cubicBezTo>
                  <a:cubicBezTo>
                    <a:pt x="516" y="826"/>
                    <a:pt x="516" y="828"/>
                    <a:pt x="518" y="828"/>
                  </a:cubicBezTo>
                  <a:cubicBezTo>
                    <a:pt x="518" y="828"/>
                    <a:pt x="520" y="828"/>
                    <a:pt x="523" y="828"/>
                  </a:cubicBezTo>
                  <a:cubicBezTo>
                    <a:pt x="527" y="829"/>
                    <a:pt x="531" y="829"/>
                    <a:pt x="533" y="829"/>
                  </a:cubicBezTo>
                  <a:cubicBezTo>
                    <a:pt x="533" y="829"/>
                    <a:pt x="537" y="830"/>
                    <a:pt x="541" y="835"/>
                  </a:cubicBezTo>
                  <a:cubicBezTo>
                    <a:pt x="541" y="835"/>
                    <a:pt x="542" y="835"/>
                    <a:pt x="540" y="838"/>
                  </a:cubicBezTo>
                  <a:close/>
                  <a:moveTo>
                    <a:pt x="604" y="809"/>
                  </a:moveTo>
                  <a:cubicBezTo>
                    <a:pt x="604" y="809"/>
                    <a:pt x="603" y="809"/>
                    <a:pt x="603" y="811"/>
                  </a:cubicBezTo>
                  <a:cubicBezTo>
                    <a:pt x="603" y="811"/>
                    <a:pt x="602" y="814"/>
                    <a:pt x="603" y="816"/>
                  </a:cubicBezTo>
                  <a:cubicBezTo>
                    <a:pt x="603" y="816"/>
                    <a:pt x="603" y="818"/>
                    <a:pt x="602" y="821"/>
                  </a:cubicBezTo>
                  <a:cubicBezTo>
                    <a:pt x="602" y="821"/>
                    <a:pt x="598" y="826"/>
                    <a:pt x="601" y="831"/>
                  </a:cubicBezTo>
                  <a:cubicBezTo>
                    <a:pt x="601" y="831"/>
                    <a:pt x="604" y="834"/>
                    <a:pt x="601" y="836"/>
                  </a:cubicBezTo>
                  <a:cubicBezTo>
                    <a:pt x="601" y="836"/>
                    <a:pt x="600" y="837"/>
                    <a:pt x="599" y="840"/>
                  </a:cubicBezTo>
                  <a:cubicBezTo>
                    <a:pt x="599" y="840"/>
                    <a:pt x="599" y="842"/>
                    <a:pt x="599" y="842"/>
                  </a:cubicBezTo>
                  <a:cubicBezTo>
                    <a:pt x="599" y="842"/>
                    <a:pt x="598" y="844"/>
                    <a:pt x="598" y="845"/>
                  </a:cubicBezTo>
                  <a:cubicBezTo>
                    <a:pt x="598" y="845"/>
                    <a:pt x="598" y="847"/>
                    <a:pt x="595" y="848"/>
                  </a:cubicBezTo>
                  <a:cubicBezTo>
                    <a:pt x="595" y="848"/>
                    <a:pt x="593" y="850"/>
                    <a:pt x="592" y="851"/>
                  </a:cubicBezTo>
                  <a:cubicBezTo>
                    <a:pt x="592" y="851"/>
                    <a:pt x="591" y="853"/>
                    <a:pt x="590" y="853"/>
                  </a:cubicBezTo>
                  <a:cubicBezTo>
                    <a:pt x="590" y="853"/>
                    <a:pt x="590" y="853"/>
                    <a:pt x="590" y="854"/>
                  </a:cubicBezTo>
                  <a:cubicBezTo>
                    <a:pt x="590" y="854"/>
                    <a:pt x="589" y="856"/>
                    <a:pt x="586" y="857"/>
                  </a:cubicBezTo>
                  <a:cubicBezTo>
                    <a:pt x="586" y="857"/>
                    <a:pt x="586" y="850"/>
                    <a:pt x="586" y="848"/>
                  </a:cubicBezTo>
                  <a:cubicBezTo>
                    <a:pt x="586" y="848"/>
                    <a:pt x="586" y="845"/>
                    <a:pt x="586" y="843"/>
                  </a:cubicBezTo>
                  <a:cubicBezTo>
                    <a:pt x="586" y="843"/>
                    <a:pt x="586" y="840"/>
                    <a:pt x="588" y="840"/>
                  </a:cubicBezTo>
                  <a:cubicBezTo>
                    <a:pt x="588" y="840"/>
                    <a:pt x="588" y="841"/>
                    <a:pt x="588" y="840"/>
                  </a:cubicBezTo>
                  <a:cubicBezTo>
                    <a:pt x="588" y="840"/>
                    <a:pt x="590" y="836"/>
                    <a:pt x="590" y="835"/>
                  </a:cubicBezTo>
                  <a:cubicBezTo>
                    <a:pt x="590" y="835"/>
                    <a:pt x="588" y="834"/>
                    <a:pt x="588" y="834"/>
                  </a:cubicBezTo>
                  <a:cubicBezTo>
                    <a:pt x="588" y="834"/>
                    <a:pt x="587" y="833"/>
                    <a:pt x="587" y="832"/>
                  </a:cubicBezTo>
                  <a:cubicBezTo>
                    <a:pt x="587" y="832"/>
                    <a:pt x="587" y="832"/>
                    <a:pt x="586" y="831"/>
                  </a:cubicBezTo>
                  <a:cubicBezTo>
                    <a:pt x="586" y="831"/>
                    <a:pt x="584" y="830"/>
                    <a:pt x="584" y="831"/>
                  </a:cubicBezTo>
                  <a:cubicBezTo>
                    <a:pt x="584" y="831"/>
                    <a:pt x="584" y="831"/>
                    <a:pt x="582" y="831"/>
                  </a:cubicBezTo>
                  <a:cubicBezTo>
                    <a:pt x="582" y="831"/>
                    <a:pt x="573" y="829"/>
                    <a:pt x="577" y="827"/>
                  </a:cubicBezTo>
                  <a:cubicBezTo>
                    <a:pt x="577" y="827"/>
                    <a:pt x="582" y="827"/>
                    <a:pt x="585" y="822"/>
                  </a:cubicBezTo>
                  <a:cubicBezTo>
                    <a:pt x="585" y="822"/>
                    <a:pt x="586" y="822"/>
                    <a:pt x="587" y="814"/>
                  </a:cubicBezTo>
                  <a:cubicBezTo>
                    <a:pt x="587" y="814"/>
                    <a:pt x="587" y="813"/>
                    <a:pt x="586" y="813"/>
                  </a:cubicBezTo>
                  <a:cubicBezTo>
                    <a:pt x="586" y="813"/>
                    <a:pt x="585" y="812"/>
                    <a:pt x="586" y="812"/>
                  </a:cubicBezTo>
                  <a:cubicBezTo>
                    <a:pt x="586" y="812"/>
                    <a:pt x="586" y="811"/>
                    <a:pt x="585" y="810"/>
                  </a:cubicBezTo>
                  <a:cubicBezTo>
                    <a:pt x="585" y="810"/>
                    <a:pt x="584" y="809"/>
                    <a:pt x="585" y="808"/>
                  </a:cubicBezTo>
                  <a:cubicBezTo>
                    <a:pt x="585" y="808"/>
                    <a:pt x="585" y="807"/>
                    <a:pt x="584" y="806"/>
                  </a:cubicBezTo>
                  <a:cubicBezTo>
                    <a:pt x="584" y="806"/>
                    <a:pt x="584" y="806"/>
                    <a:pt x="584" y="805"/>
                  </a:cubicBezTo>
                  <a:cubicBezTo>
                    <a:pt x="584" y="805"/>
                    <a:pt x="584" y="805"/>
                    <a:pt x="583" y="803"/>
                  </a:cubicBezTo>
                  <a:cubicBezTo>
                    <a:pt x="583" y="803"/>
                    <a:pt x="583" y="803"/>
                    <a:pt x="584" y="802"/>
                  </a:cubicBezTo>
                  <a:cubicBezTo>
                    <a:pt x="584" y="802"/>
                    <a:pt x="585" y="803"/>
                    <a:pt x="584" y="801"/>
                  </a:cubicBezTo>
                  <a:cubicBezTo>
                    <a:pt x="584" y="801"/>
                    <a:pt x="583" y="800"/>
                    <a:pt x="582" y="799"/>
                  </a:cubicBezTo>
                  <a:cubicBezTo>
                    <a:pt x="581" y="798"/>
                    <a:pt x="581" y="798"/>
                    <a:pt x="581" y="798"/>
                  </a:cubicBezTo>
                  <a:cubicBezTo>
                    <a:pt x="577" y="791"/>
                    <a:pt x="577" y="791"/>
                    <a:pt x="577" y="791"/>
                  </a:cubicBezTo>
                  <a:cubicBezTo>
                    <a:pt x="577" y="791"/>
                    <a:pt x="574" y="788"/>
                    <a:pt x="578" y="789"/>
                  </a:cubicBezTo>
                  <a:cubicBezTo>
                    <a:pt x="578" y="789"/>
                    <a:pt x="581" y="788"/>
                    <a:pt x="584" y="789"/>
                  </a:cubicBezTo>
                  <a:cubicBezTo>
                    <a:pt x="584" y="789"/>
                    <a:pt x="587" y="789"/>
                    <a:pt x="589" y="789"/>
                  </a:cubicBezTo>
                  <a:cubicBezTo>
                    <a:pt x="589" y="789"/>
                    <a:pt x="590" y="788"/>
                    <a:pt x="591" y="792"/>
                  </a:cubicBezTo>
                  <a:cubicBezTo>
                    <a:pt x="591" y="792"/>
                    <a:pt x="593" y="795"/>
                    <a:pt x="593" y="795"/>
                  </a:cubicBezTo>
                  <a:cubicBezTo>
                    <a:pt x="593" y="795"/>
                    <a:pt x="598" y="796"/>
                    <a:pt x="599" y="797"/>
                  </a:cubicBezTo>
                  <a:cubicBezTo>
                    <a:pt x="599" y="797"/>
                    <a:pt x="599" y="797"/>
                    <a:pt x="599" y="796"/>
                  </a:cubicBezTo>
                  <a:cubicBezTo>
                    <a:pt x="599" y="796"/>
                    <a:pt x="601" y="796"/>
                    <a:pt x="603" y="798"/>
                  </a:cubicBezTo>
                  <a:cubicBezTo>
                    <a:pt x="603" y="798"/>
                    <a:pt x="602" y="800"/>
                    <a:pt x="604" y="799"/>
                  </a:cubicBezTo>
                  <a:cubicBezTo>
                    <a:pt x="604" y="799"/>
                    <a:pt x="606" y="799"/>
                    <a:pt x="606" y="802"/>
                  </a:cubicBezTo>
                  <a:cubicBezTo>
                    <a:pt x="606" y="802"/>
                    <a:pt x="607" y="806"/>
                    <a:pt x="604" y="809"/>
                  </a:cubicBezTo>
                  <a:close/>
                  <a:moveTo>
                    <a:pt x="632" y="834"/>
                  </a:moveTo>
                  <a:cubicBezTo>
                    <a:pt x="632" y="834"/>
                    <a:pt x="631" y="837"/>
                    <a:pt x="628" y="838"/>
                  </a:cubicBezTo>
                  <a:cubicBezTo>
                    <a:pt x="628" y="838"/>
                    <a:pt x="626" y="839"/>
                    <a:pt x="624" y="839"/>
                  </a:cubicBezTo>
                  <a:cubicBezTo>
                    <a:pt x="624" y="839"/>
                    <a:pt x="622" y="839"/>
                    <a:pt x="622" y="838"/>
                  </a:cubicBezTo>
                  <a:cubicBezTo>
                    <a:pt x="622" y="838"/>
                    <a:pt x="621" y="838"/>
                    <a:pt x="620" y="839"/>
                  </a:cubicBezTo>
                  <a:cubicBezTo>
                    <a:pt x="620" y="839"/>
                    <a:pt x="619" y="839"/>
                    <a:pt x="618" y="837"/>
                  </a:cubicBezTo>
                  <a:cubicBezTo>
                    <a:pt x="618" y="837"/>
                    <a:pt x="616" y="836"/>
                    <a:pt x="616" y="834"/>
                  </a:cubicBezTo>
                  <a:cubicBezTo>
                    <a:pt x="616" y="834"/>
                    <a:pt x="616" y="831"/>
                    <a:pt x="615" y="829"/>
                  </a:cubicBezTo>
                  <a:cubicBezTo>
                    <a:pt x="615" y="829"/>
                    <a:pt x="613" y="824"/>
                    <a:pt x="616" y="825"/>
                  </a:cubicBezTo>
                  <a:cubicBezTo>
                    <a:pt x="616" y="825"/>
                    <a:pt x="617" y="825"/>
                    <a:pt x="619" y="824"/>
                  </a:cubicBezTo>
                  <a:cubicBezTo>
                    <a:pt x="619" y="824"/>
                    <a:pt x="622" y="825"/>
                    <a:pt x="626" y="826"/>
                  </a:cubicBezTo>
                  <a:cubicBezTo>
                    <a:pt x="626" y="826"/>
                    <a:pt x="629" y="828"/>
                    <a:pt x="630" y="828"/>
                  </a:cubicBezTo>
                  <a:cubicBezTo>
                    <a:pt x="630" y="828"/>
                    <a:pt x="632" y="828"/>
                    <a:pt x="632" y="831"/>
                  </a:cubicBezTo>
                  <a:cubicBezTo>
                    <a:pt x="632" y="831"/>
                    <a:pt x="632" y="832"/>
                    <a:pt x="632" y="833"/>
                  </a:cubicBezTo>
                  <a:cubicBezTo>
                    <a:pt x="632" y="833"/>
                    <a:pt x="632" y="834"/>
                    <a:pt x="632" y="834"/>
                  </a:cubicBezTo>
                  <a:close/>
                  <a:moveTo>
                    <a:pt x="667" y="773"/>
                  </a:moveTo>
                  <a:cubicBezTo>
                    <a:pt x="667" y="773"/>
                    <a:pt x="665" y="772"/>
                    <a:pt x="664" y="772"/>
                  </a:cubicBezTo>
                  <a:cubicBezTo>
                    <a:pt x="664" y="772"/>
                    <a:pt x="662" y="770"/>
                    <a:pt x="662" y="773"/>
                  </a:cubicBezTo>
                  <a:cubicBezTo>
                    <a:pt x="662" y="773"/>
                    <a:pt x="656" y="778"/>
                    <a:pt x="656" y="783"/>
                  </a:cubicBezTo>
                  <a:cubicBezTo>
                    <a:pt x="656" y="783"/>
                    <a:pt x="656" y="784"/>
                    <a:pt x="657" y="785"/>
                  </a:cubicBezTo>
                  <a:cubicBezTo>
                    <a:pt x="657" y="785"/>
                    <a:pt x="657" y="788"/>
                    <a:pt x="656" y="789"/>
                  </a:cubicBezTo>
                  <a:cubicBezTo>
                    <a:pt x="656" y="789"/>
                    <a:pt x="656" y="792"/>
                    <a:pt x="655" y="793"/>
                  </a:cubicBezTo>
                  <a:cubicBezTo>
                    <a:pt x="655" y="793"/>
                    <a:pt x="654" y="793"/>
                    <a:pt x="653" y="794"/>
                  </a:cubicBezTo>
                  <a:cubicBezTo>
                    <a:pt x="653" y="794"/>
                    <a:pt x="653" y="794"/>
                    <a:pt x="652" y="794"/>
                  </a:cubicBezTo>
                  <a:cubicBezTo>
                    <a:pt x="652" y="794"/>
                    <a:pt x="647" y="794"/>
                    <a:pt x="648" y="791"/>
                  </a:cubicBezTo>
                  <a:cubicBezTo>
                    <a:pt x="648" y="791"/>
                    <a:pt x="648" y="787"/>
                    <a:pt x="648" y="785"/>
                  </a:cubicBezTo>
                  <a:cubicBezTo>
                    <a:pt x="648" y="785"/>
                    <a:pt x="646" y="782"/>
                    <a:pt x="649" y="781"/>
                  </a:cubicBezTo>
                  <a:cubicBezTo>
                    <a:pt x="649" y="781"/>
                    <a:pt x="651" y="780"/>
                    <a:pt x="652" y="780"/>
                  </a:cubicBezTo>
                  <a:cubicBezTo>
                    <a:pt x="652" y="780"/>
                    <a:pt x="653" y="780"/>
                    <a:pt x="654" y="779"/>
                  </a:cubicBezTo>
                  <a:cubicBezTo>
                    <a:pt x="654" y="779"/>
                    <a:pt x="659" y="773"/>
                    <a:pt x="661" y="770"/>
                  </a:cubicBezTo>
                  <a:cubicBezTo>
                    <a:pt x="661" y="770"/>
                    <a:pt x="662" y="769"/>
                    <a:pt x="660" y="767"/>
                  </a:cubicBezTo>
                  <a:cubicBezTo>
                    <a:pt x="660" y="767"/>
                    <a:pt x="654" y="762"/>
                    <a:pt x="650" y="760"/>
                  </a:cubicBezTo>
                  <a:cubicBezTo>
                    <a:pt x="650" y="760"/>
                    <a:pt x="645" y="758"/>
                    <a:pt x="642" y="759"/>
                  </a:cubicBezTo>
                  <a:cubicBezTo>
                    <a:pt x="642" y="759"/>
                    <a:pt x="634" y="758"/>
                    <a:pt x="640" y="756"/>
                  </a:cubicBezTo>
                  <a:cubicBezTo>
                    <a:pt x="640" y="756"/>
                    <a:pt x="645" y="754"/>
                    <a:pt x="654" y="760"/>
                  </a:cubicBezTo>
                  <a:cubicBezTo>
                    <a:pt x="654" y="760"/>
                    <a:pt x="660" y="764"/>
                    <a:pt x="661" y="767"/>
                  </a:cubicBezTo>
                  <a:cubicBezTo>
                    <a:pt x="661" y="767"/>
                    <a:pt x="662" y="768"/>
                    <a:pt x="663" y="767"/>
                  </a:cubicBezTo>
                  <a:cubicBezTo>
                    <a:pt x="663" y="767"/>
                    <a:pt x="666" y="765"/>
                    <a:pt x="664" y="763"/>
                  </a:cubicBezTo>
                  <a:cubicBezTo>
                    <a:pt x="664" y="763"/>
                    <a:pt x="661" y="757"/>
                    <a:pt x="650" y="750"/>
                  </a:cubicBezTo>
                  <a:cubicBezTo>
                    <a:pt x="650" y="750"/>
                    <a:pt x="646" y="747"/>
                    <a:pt x="644" y="748"/>
                  </a:cubicBezTo>
                  <a:cubicBezTo>
                    <a:pt x="644" y="748"/>
                    <a:pt x="642" y="747"/>
                    <a:pt x="644" y="747"/>
                  </a:cubicBezTo>
                  <a:cubicBezTo>
                    <a:pt x="644" y="747"/>
                    <a:pt x="649" y="745"/>
                    <a:pt x="656" y="750"/>
                  </a:cubicBezTo>
                  <a:cubicBezTo>
                    <a:pt x="656" y="750"/>
                    <a:pt x="661" y="754"/>
                    <a:pt x="664" y="758"/>
                  </a:cubicBezTo>
                  <a:cubicBezTo>
                    <a:pt x="664" y="758"/>
                    <a:pt x="666" y="760"/>
                    <a:pt x="665" y="758"/>
                  </a:cubicBezTo>
                  <a:cubicBezTo>
                    <a:pt x="665" y="758"/>
                    <a:pt x="664" y="756"/>
                    <a:pt x="665" y="755"/>
                  </a:cubicBezTo>
                  <a:cubicBezTo>
                    <a:pt x="665" y="755"/>
                    <a:pt x="665" y="755"/>
                    <a:pt x="665" y="754"/>
                  </a:cubicBezTo>
                  <a:cubicBezTo>
                    <a:pt x="665" y="754"/>
                    <a:pt x="664" y="753"/>
                    <a:pt x="664" y="752"/>
                  </a:cubicBezTo>
                  <a:cubicBezTo>
                    <a:pt x="664" y="752"/>
                    <a:pt x="665" y="752"/>
                    <a:pt x="663" y="752"/>
                  </a:cubicBezTo>
                  <a:cubicBezTo>
                    <a:pt x="663" y="752"/>
                    <a:pt x="662" y="751"/>
                    <a:pt x="661" y="751"/>
                  </a:cubicBezTo>
                  <a:cubicBezTo>
                    <a:pt x="661" y="751"/>
                    <a:pt x="656" y="751"/>
                    <a:pt x="660" y="750"/>
                  </a:cubicBezTo>
                  <a:cubicBezTo>
                    <a:pt x="660" y="750"/>
                    <a:pt x="661" y="750"/>
                    <a:pt x="663" y="750"/>
                  </a:cubicBezTo>
                  <a:cubicBezTo>
                    <a:pt x="663" y="750"/>
                    <a:pt x="664" y="750"/>
                    <a:pt x="663" y="749"/>
                  </a:cubicBezTo>
                  <a:cubicBezTo>
                    <a:pt x="663" y="749"/>
                    <a:pt x="661" y="745"/>
                    <a:pt x="661" y="744"/>
                  </a:cubicBezTo>
                  <a:cubicBezTo>
                    <a:pt x="661" y="744"/>
                    <a:pt x="660" y="742"/>
                    <a:pt x="660" y="744"/>
                  </a:cubicBezTo>
                  <a:cubicBezTo>
                    <a:pt x="660" y="744"/>
                    <a:pt x="659" y="746"/>
                    <a:pt x="656" y="744"/>
                  </a:cubicBezTo>
                  <a:cubicBezTo>
                    <a:pt x="656" y="744"/>
                    <a:pt x="651" y="744"/>
                    <a:pt x="651" y="741"/>
                  </a:cubicBezTo>
                  <a:cubicBezTo>
                    <a:pt x="651" y="741"/>
                    <a:pt x="652" y="737"/>
                    <a:pt x="649" y="737"/>
                  </a:cubicBezTo>
                  <a:cubicBezTo>
                    <a:pt x="649" y="737"/>
                    <a:pt x="646" y="736"/>
                    <a:pt x="649" y="735"/>
                  </a:cubicBezTo>
                  <a:cubicBezTo>
                    <a:pt x="649" y="735"/>
                    <a:pt x="652" y="734"/>
                    <a:pt x="656" y="735"/>
                  </a:cubicBezTo>
                  <a:cubicBezTo>
                    <a:pt x="656" y="735"/>
                    <a:pt x="656" y="736"/>
                    <a:pt x="658" y="735"/>
                  </a:cubicBezTo>
                  <a:cubicBezTo>
                    <a:pt x="658" y="735"/>
                    <a:pt x="667" y="731"/>
                    <a:pt x="668" y="737"/>
                  </a:cubicBezTo>
                  <a:cubicBezTo>
                    <a:pt x="668" y="737"/>
                    <a:pt x="667" y="741"/>
                    <a:pt x="669" y="744"/>
                  </a:cubicBezTo>
                  <a:cubicBezTo>
                    <a:pt x="669" y="744"/>
                    <a:pt x="669" y="746"/>
                    <a:pt x="669" y="747"/>
                  </a:cubicBezTo>
                  <a:cubicBezTo>
                    <a:pt x="669" y="747"/>
                    <a:pt x="669" y="748"/>
                    <a:pt x="670" y="750"/>
                  </a:cubicBezTo>
                  <a:cubicBezTo>
                    <a:pt x="670" y="750"/>
                    <a:pt x="671" y="750"/>
                    <a:pt x="670" y="751"/>
                  </a:cubicBezTo>
                  <a:cubicBezTo>
                    <a:pt x="670" y="751"/>
                    <a:pt x="670" y="753"/>
                    <a:pt x="670" y="755"/>
                  </a:cubicBezTo>
                  <a:cubicBezTo>
                    <a:pt x="670" y="755"/>
                    <a:pt x="669" y="758"/>
                    <a:pt x="671" y="756"/>
                  </a:cubicBezTo>
                  <a:cubicBezTo>
                    <a:pt x="671" y="756"/>
                    <a:pt x="676" y="749"/>
                    <a:pt x="678" y="746"/>
                  </a:cubicBezTo>
                  <a:cubicBezTo>
                    <a:pt x="678" y="746"/>
                    <a:pt x="680" y="744"/>
                    <a:pt x="677" y="744"/>
                  </a:cubicBezTo>
                  <a:cubicBezTo>
                    <a:pt x="677" y="744"/>
                    <a:pt x="674" y="743"/>
                    <a:pt x="672" y="742"/>
                  </a:cubicBezTo>
                  <a:cubicBezTo>
                    <a:pt x="672" y="742"/>
                    <a:pt x="670" y="741"/>
                    <a:pt x="672" y="740"/>
                  </a:cubicBezTo>
                  <a:cubicBezTo>
                    <a:pt x="672" y="740"/>
                    <a:pt x="674" y="741"/>
                    <a:pt x="674" y="740"/>
                  </a:cubicBezTo>
                  <a:cubicBezTo>
                    <a:pt x="674" y="740"/>
                    <a:pt x="673" y="739"/>
                    <a:pt x="674" y="739"/>
                  </a:cubicBezTo>
                  <a:cubicBezTo>
                    <a:pt x="674" y="739"/>
                    <a:pt x="676" y="739"/>
                    <a:pt x="676" y="737"/>
                  </a:cubicBezTo>
                  <a:cubicBezTo>
                    <a:pt x="676" y="737"/>
                    <a:pt x="675" y="734"/>
                    <a:pt x="674" y="735"/>
                  </a:cubicBezTo>
                  <a:cubicBezTo>
                    <a:pt x="674" y="735"/>
                    <a:pt x="670" y="735"/>
                    <a:pt x="669" y="733"/>
                  </a:cubicBezTo>
                  <a:cubicBezTo>
                    <a:pt x="669" y="733"/>
                    <a:pt x="667" y="732"/>
                    <a:pt x="667" y="731"/>
                  </a:cubicBezTo>
                  <a:cubicBezTo>
                    <a:pt x="667" y="731"/>
                    <a:pt x="667" y="730"/>
                    <a:pt x="669" y="731"/>
                  </a:cubicBezTo>
                  <a:cubicBezTo>
                    <a:pt x="669" y="731"/>
                    <a:pt x="673" y="733"/>
                    <a:pt x="671" y="730"/>
                  </a:cubicBezTo>
                  <a:cubicBezTo>
                    <a:pt x="669" y="728"/>
                    <a:pt x="669" y="728"/>
                    <a:pt x="669" y="728"/>
                  </a:cubicBezTo>
                  <a:cubicBezTo>
                    <a:pt x="669" y="728"/>
                    <a:pt x="669" y="726"/>
                    <a:pt x="666" y="728"/>
                  </a:cubicBezTo>
                  <a:cubicBezTo>
                    <a:pt x="666" y="728"/>
                    <a:pt x="660" y="729"/>
                    <a:pt x="662" y="727"/>
                  </a:cubicBezTo>
                  <a:cubicBezTo>
                    <a:pt x="662" y="727"/>
                    <a:pt x="664" y="726"/>
                    <a:pt x="663" y="725"/>
                  </a:cubicBezTo>
                  <a:cubicBezTo>
                    <a:pt x="663" y="725"/>
                    <a:pt x="663" y="724"/>
                    <a:pt x="665" y="723"/>
                  </a:cubicBezTo>
                  <a:cubicBezTo>
                    <a:pt x="665" y="723"/>
                    <a:pt x="666" y="722"/>
                    <a:pt x="665" y="721"/>
                  </a:cubicBezTo>
                  <a:cubicBezTo>
                    <a:pt x="665" y="721"/>
                    <a:pt x="665" y="721"/>
                    <a:pt x="668" y="720"/>
                  </a:cubicBezTo>
                  <a:cubicBezTo>
                    <a:pt x="668" y="720"/>
                    <a:pt x="676" y="717"/>
                    <a:pt x="677" y="721"/>
                  </a:cubicBezTo>
                  <a:cubicBezTo>
                    <a:pt x="677" y="721"/>
                    <a:pt x="678" y="723"/>
                    <a:pt x="677" y="725"/>
                  </a:cubicBezTo>
                  <a:cubicBezTo>
                    <a:pt x="677" y="725"/>
                    <a:pt x="676" y="725"/>
                    <a:pt x="677" y="729"/>
                  </a:cubicBezTo>
                  <a:cubicBezTo>
                    <a:pt x="677" y="729"/>
                    <a:pt x="677" y="731"/>
                    <a:pt x="679" y="732"/>
                  </a:cubicBezTo>
                  <a:cubicBezTo>
                    <a:pt x="679" y="732"/>
                    <a:pt x="680" y="734"/>
                    <a:pt x="681" y="736"/>
                  </a:cubicBezTo>
                  <a:cubicBezTo>
                    <a:pt x="681" y="736"/>
                    <a:pt x="683" y="739"/>
                    <a:pt x="683" y="740"/>
                  </a:cubicBezTo>
                  <a:cubicBezTo>
                    <a:pt x="683" y="740"/>
                    <a:pt x="683" y="742"/>
                    <a:pt x="684" y="741"/>
                  </a:cubicBezTo>
                  <a:cubicBezTo>
                    <a:pt x="684" y="741"/>
                    <a:pt x="692" y="731"/>
                    <a:pt x="698" y="734"/>
                  </a:cubicBezTo>
                  <a:cubicBezTo>
                    <a:pt x="698" y="734"/>
                    <a:pt x="701" y="733"/>
                    <a:pt x="697" y="738"/>
                  </a:cubicBezTo>
                  <a:cubicBezTo>
                    <a:pt x="697" y="738"/>
                    <a:pt x="696" y="740"/>
                    <a:pt x="695" y="740"/>
                  </a:cubicBezTo>
                  <a:cubicBezTo>
                    <a:pt x="688" y="743"/>
                    <a:pt x="688" y="743"/>
                    <a:pt x="688" y="743"/>
                  </a:cubicBezTo>
                  <a:cubicBezTo>
                    <a:pt x="688" y="743"/>
                    <a:pt x="686" y="744"/>
                    <a:pt x="689" y="742"/>
                  </a:cubicBezTo>
                  <a:cubicBezTo>
                    <a:pt x="689" y="742"/>
                    <a:pt x="692" y="739"/>
                    <a:pt x="692" y="738"/>
                  </a:cubicBezTo>
                  <a:cubicBezTo>
                    <a:pt x="692" y="738"/>
                    <a:pt x="692" y="736"/>
                    <a:pt x="691" y="738"/>
                  </a:cubicBezTo>
                  <a:cubicBezTo>
                    <a:pt x="691" y="738"/>
                    <a:pt x="687" y="741"/>
                    <a:pt x="686" y="742"/>
                  </a:cubicBezTo>
                  <a:cubicBezTo>
                    <a:pt x="686" y="742"/>
                    <a:pt x="684" y="743"/>
                    <a:pt x="685" y="745"/>
                  </a:cubicBezTo>
                  <a:cubicBezTo>
                    <a:pt x="685" y="745"/>
                    <a:pt x="685" y="746"/>
                    <a:pt x="685" y="746"/>
                  </a:cubicBezTo>
                  <a:cubicBezTo>
                    <a:pt x="685" y="746"/>
                    <a:pt x="685" y="747"/>
                    <a:pt x="685" y="747"/>
                  </a:cubicBezTo>
                  <a:cubicBezTo>
                    <a:pt x="685" y="747"/>
                    <a:pt x="687" y="751"/>
                    <a:pt x="684" y="751"/>
                  </a:cubicBezTo>
                  <a:cubicBezTo>
                    <a:pt x="684" y="751"/>
                    <a:pt x="681" y="751"/>
                    <a:pt x="680" y="749"/>
                  </a:cubicBezTo>
                  <a:cubicBezTo>
                    <a:pt x="680" y="749"/>
                    <a:pt x="679" y="747"/>
                    <a:pt x="678" y="750"/>
                  </a:cubicBezTo>
                  <a:cubicBezTo>
                    <a:pt x="678" y="750"/>
                    <a:pt x="675" y="755"/>
                    <a:pt x="673" y="757"/>
                  </a:cubicBezTo>
                  <a:cubicBezTo>
                    <a:pt x="673" y="757"/>
                    <a:pt x="668" y="762"/>
                    <a:pt x="669" y="763"/>
                  </a:cubicBezTo>
                  <a:cubicBezTo>
                    <a:pt x="669" y="763"/>
                    <a:pt x="671" y="765"/>
                    <a:pt x="670" y="765"/>
                  </a:cubicBezTo>
                  <a:cubicBezTo>
                    <a:pt x="670" y="765"/>
                    <a:pt x="669" y="766"/>
                    <a:pt x="667" y="765"/>
                  </a:cubicBezTo>
                  <a:cubicBezTo>
                    <a:pt x="667" y="765"/>
                    <a:pt x="667" y="765"/>
                    <a:pt x="666" y="767"/>
                  </a:cubicBezTo>
                  <a:cubicBezTo>
                    <a:pt x="666" y="767"/>
                    <a:pt x="663" y="770"/>
                    <a:pt x="665" y="771"/>
                  </a:cubicBezTo>
                  <a:cubicBezTo>
                    <a:pt x="665" y="771"/>
                    <a:pt x="666" y="771"/>
                    <a:pt x="667" y="772"/>
                  </a:cubicBezTo>
                  <a:cubicBezTo>
                    <a:pt x="667" y="772"/>
                    <a:pt x="669" y="772"/>
                    <a:pt x="667" y="773"/>
                  </a:cubicBezTo>
                  <a:close/>
                  <a:moveTo>
                    <a:pt x="706" y="796"/>
                  </a:moveTo>
                  <a:cubicBezTo>
                    <a:pt x="706" y="796"/>
                    <a:pt x="706" y="797"/>
                    <a:pt x="706" y="799"/>
                  </a:cubicBezTo>
                  <a:cubicBezTo>
                    <a:pt x="706" y="799"/>
                    <a:pt x="706" y="800"/>
                    <a:pt x="705" y="801"/>
                  </a:cubicBezTo>
                  <a:cubicBezTo>
                    <a:pt x="695" y="808"/>
                    <a:pt x="695" y="808"/>
                    <a:pt x="695" y="808"/>
                  </a:cubicBezTo>
                  <a:cubicBezTo>
                    <a:pt x="695" y="808"/>
                    <a:pt x="694" y="807"/>
                    <a:pt x="693" y="809"/>
                  </a:cubicBezTo>
                  <a:cubicBezTo>
                    <a:pt x="693" y="809"/>
                    <a:pt x="693" y="808"/>
                    <a:pt x="692" y="808"/>
                  </a:cubicBezTo>
                  <a:cubicBezTo>
                    <a:pt x="692" y="808"/>
                    <a:pt x="692" y="808"/>
                    <a:pt x="692" y="809"/>
                  </a:cubicBezTo>
                  <a:cubicBezTo>
                    <a:pt x="692" y="809"/>
                    <a:pt x="690" y="808"/>
                    <a:pt x="690" y="809"/>
                  </a:cubicBezTo>
                  <a:cubicBezTo>
                    <a:pt x="684" y="810"/>
                    <a:pt x="684" y="810"/>
                    <a:pt x="684" y="810"/>
                  </a:cubicBezTo>
                  <a:cubicBezTo>
                    <a:pt x="684" y="810"/>
                    <a:pt x="682" y="810"/>
                    <a:pt x="685" y="809"/>
                  </a:cubicBezTo>
                  <a:cubicBezTo>
                    <a:pt x="685" y="809"/>
                    <a:pt x="692" y="807"/>
                    <a:pt x="688" y="807"/>
                  </a:cubicBezTo>
                  <a:cubicBezTo>
                    <a:pt x="688" y="807"/>
                    <a:pt x="686" y="806"/>
                    <a:pt x="688" y="806"/>
                  </a:cubicBezTo>
                  <a:cubicBezTo>
                    <a:pt x="688" y="806"/>
                    <a:pt x="695" y="801"/>
                    <a:pt x="697" y="796"/>
                  </a:cubicBezTo>
                  <a:cubicBezTo>
                    <a:pt x="697" y="796"/>
                    <a:pt x="704" y="785"/>
                    <a:pt x="695" y="779"/>
                  </a:cubicBezTo>
                  <a:cubicBezTo>
                    <a:pt x="695" y="779"/>
                    <a:pt x="691" y="779"/>
                    <a:pt x="688" y="784"/>
                  </a:cubicBezTo>
                  <a:cubicBezTo>
                    <a:pt x="688" y="784"/>
                    <a:pt x="686" y="789"/>
                    <a:pt x="683" y="790"/>
                  </a:cubicBezTo>
                  <a:cubicBezTo>
                    <a:pt x="683" y="790"/>
                    <a:pt x="678" y="789"/>
                    <a:pt x="675" y="787"/>
                  </a:cubicBezTo>
                  <a:cubicBezTo>
                    <a:pt x="675" y="787"/>
                    <a:pt x="672" y="786"/>
                    <a:pt x="675" y="786"/>
                  </a:cubicBezTo>
                  <a:cubicBezTo>
                    <a:pt x="675" y="786"/>
                    <a:pt x="676" y="786"/>
                    <a:pt x="678" y="784"/>
                  </a:cubicBezTo>
                  <a:cubicBezTo>
                    <a:pt x="678" y="784"/>
                    <a:pt x="681" y="783"/>
                    <a:pt x="681" y="782"/>
                  </a:cubicBezTo>
                  <a:cubicBezTo>
                    <a:pt x="681" y="782"/>
                    <a:pt x="683" y="779"/>
                    <a:pt x="685" y="777"/>
                  </a:cubicBezTo>
                  <a:cubicBezTo>
                    <a:pt x="685" y="777"/>
                    <a:pt x="688" y="775"/>
                    <a:pt x="689" y="773"/>
                  </a:cubicBezTo>
                  <a:cubicBezTo>
                    <a:pt x="689" y="773"/>
                    <a:pt x="689" y="771"/>
                    <a:pt x="687" y="772"/>
                  </a:cubicBezTo>
                  <a:cubicBezTo>
                    <a:pt x="687" y="772"/>
                    <a:pt x="683" y="776"/>
                    <a:pt x="679" y="769"/>
                  </a:cubicBezTo>
                  <a:cubicBezTo>
                    <a:pt x="679" y="769"/>
                    <a:pt x="679" y="761"/>
                    <a:pt x="678" y="764"/>
                  </a:cubicBezTo>
                  <a:cubicBezTo>
                    <a:pt x="678" y="764"/>
                    <a:pt x="676" y="769"/>
                    <a:pt x="673" y="770"/>
                  </a:cubicBezTo>
                  <a:cubicBezTo>
                    <a:pt x="673" y="770"/>
                    <a:pt x="671" y="771"/>
                    <a:pt x="669" y="770"/>
                  </a:cubicBezTo>
                  <a:cubicBezTo>
                    <a:pt x="669" y="770"/>
                    <a:pt x="666" y="769"/>
                    <a:pt x="669" y="769"/>
                  </a:cubicBezTo>
                  <a:cubicBezTo>
                    <a:pt x="669" y="769"/>
                    <a:pt x="672" y="768"/>
                    <a:pt x="674" y="764"/>
                  </a:cubicBezTo>
                  <a:cubicBezTo>
                    <a:pt x="674" y="764"/>
                    <a:pt x="676" y="761"/>
                    <a:pt x="676" y="759"/>
                  </a:cubicBezTo>
                  <a:cubicBezTo>
                    <a:pt x="676" y="759"/>
                    <a:pt x="675" y="758"/>
                    <a:pt x="678" y="757"/>
                  </a:cubicBezTo>
                  <a:cubicBezTo>
                    <a:pt x="678" y="757"/>
                    <a:pt x="684" y="752"/>
                    <a:pt x="688" y="755"/>
                  </a:cubicBezTo>
                  <a:cubicBezTo>
                    <a:pt x="688" y="755"/>
                    <a:pt x="689" y="757"/>
                    <a:pt x="688" y="760"/>
                  </a:cubicBezTo>
                  <a:cubicBezTo>
                    <a:pt x="688" y="760"/>
                    <a:pt x="687" y="762"/>
                    <a:pt x="690" y="765"/>
                  </a:cubicBezTo>
                  <a:cubicBezTo>
                    <a:pt x="690" y="765"/>
                    <a:pt x="694" y="767"/>
                    <a:pt x="695" y="766"/>
                  </a:cubicBezTo>
                  <a:cubicBezTo>
                    <a:pt x="695" y="766"/>
                    <a:pt x="700" y="762"/>
                    <a:pt x="702" y="763"/>
                  </a:cubicBezTo>
                  <a:cubicBezTo>
                    <a:pt x="702" y="763"/>
                    <a:pt x="706" y="763"/>
                    <a:pt x="705" y="766"/>
                  </a:cubicBezTo>
                  <a:cubicBezTo>
                    <a:pt x="705" y="766"/>
                    <a:pt x="704" y="768"/>
                    <a:pt x="704" y="769"/>
                  </a:cubicBezTo>
                  <a:cubicBezTo>
                    <a:pt x="704" y="769"/>
                    <a:pt x="704" y="769"/>
                    <a:pt x="702" y="770"/>
                  </a:cubicBezTo>
                  <a:cubicBezTo>
                    <a:pt x="702" y="770"/>
                    <a:pt x="699" y="772"/>
                    <a:pt x="702" y="775"/>
                  </a:cubicBezTo>
                  <a:cubicBezTo>
                    <a:pt x="707" y="782"/>
                    <a:pt x="707" y="782"/>
                    <a:pt x="707" y="782"/>
                  </a:cubicBezTo>
                  <a:cubicBezTo>
                    <a:pt x="707" y="782"/>
                    <a:pt x="709" y="788"/>
                    <a:pt x="708" y="793"/>
                  </a:cubicBezTo>
                  <a:cubicBezTo>
                    <a:pt x="708" y="793"/>
                    <a:pt x="707" y="795"/>
                    <a:pt x="706" y="796"/>
                  </a:cubicBezTo>
                  <a:close/>
                  <a:moveTo>
                    <a:pt x="452" y="787"/>
                  </a:moveTo>
                  <a:cubicBezTo>
                    <a:pt x="268" y="787"/>
                    <a:pt x="119" y="638"/>
                    <a:pt x="119" y="454"/>
                  </a:cubicBezTo>
                  <a:cubicBezTo>
                    <a:pt x="119" y="270"/>
                    <a:pt x="268" y="121"/>
                    <a:pt x="452" y="121"/>
                  </a:cubicBezTo>
                  <a:cubicBezTo>
                    <a:pt x="636" y="121"/>
                    <a:pt x="785" y="270"/>
                    <a:pt x="785" y="454"/>
                  </a:cubicBezTo>
                  <a:cubicBezTo>
                    <a:pt x="785" y="638"/>
                    <a:pt x="636" y="787"/>
                    <a:pt x="452" y="787"/>
                  </a:cubicBezTo>
                  <a:close/>
                  <a:moveTo>
                    <a:pt x="779" y="318"/>
                  </a:moveTo>
                  <a:cubicBezTo>
                    <a:pt x="776" y="310"/>
                    <a:pt x="775" y="303"/>
                    <a:pt x="778" y="296"/>
                  </a:cubicBezTo>
                  <a:cubicBezTo>
                    <a:pt x="780" y="290"/>
                    <a:pt x="785" y="285"/>
                    <a:pt x="793" y="282"/>
                  </a:cubicBezTo>
                  <a:cubicBezTo>
                    <a:pt x="798" y="280"/>
                    <a:pt x="802" y="279"/>
                    <a:pt x="806" y="279"/>
                  </a:cubicBezTo>
                  <a:cubicBezTo>
                    <a:pt x="809" y="279"/>
                    <a:pt x="812" y="280"/>
                    <a:pt x="815" y="281"/>
                  </a:cubicBezTo>
                  <a:cubicBezTo>
                    <a:pt x="817" y="283"/>
                    <a:pt x="820" y="284"/>
                    <a:pt x="822" y="286"/>
                  </a:cubicBezTo>
                  <a:cubicBezTo>
                    <a:pt x="824" y="289"/>
                    <a:pt x="827" y="293"/>
                    <a:pt x="828" y="297"/>
                  </a:cubicBezTo>
                  <a:cubicBezTo>
                    <a:pt x="832" y="305"/>
                    <a:pt x="832" y="312"/>
                    <a:pt x="829" y="318"/>
                  </a:cubicBezTo>
                  <a:cubicBezTo>
                    <a:pt x="827" y="325"/>
                    <a:pt x="822" y="330"/>
                    <a:pt x="814" y="333"/>
                  </a:cubicBezTo>
                  <a:cubicBezTo>
                    <a:pt x="806" y="336"/>
                    <a:pt x="799" y="336"/>
                    <a:pt x="793" y="333"/>
                  </a:cubicBezTo>
                  <a:cubicBezTo>
                    <a:pt x="787" y="331"/>
                    <a:pt x="782" y="325"/>
                    <a:pt x="779" y="318"/>
                  </a:cubicBezTo>
                  <a:close/>
                  <a:moveTo>
                    <a:pt x="841" y="337"/>
                  </a:moveTo>
                  <a:cubicBezTo>
                    <a:pt x="844" y="348"/>
                    <a:pt x="844" y="348"/>
                    <a:pt x="844" y="348"/>
                  </a:cubicBezTo>
                  <a:cubicBezTo>
                    <a:pt x="803" y="358"/>
                    <a:pt x="803" y="358"/>
                    <a:pt x="803" y="358"/>
                  </a:cubicBezTo>
                  <a:cubicBezTo>
                    <a:pt x="810" y="386"/>
                    <a:pt x="810" y="386"/>
                    <a:pt x="810" y="386"/>
                  </a:cubicBezTo>
                  <a:cubicBezTo>
                    <a:pt x="801" y="388"/>
                    <a:pt x="801" y="388"/>
                    <a:pt x="801" y="388"/>
                  </a:cubicBezTo>
                  <a:cubicBezTo>
                    <a:pt x="792" y="349"/>
                    <a:pt x="792" y="349"/>
                    <a:pt x="792" y="349"/>
                  </a:cubicBezTo>
                  <a:lnTo>
                    <a:pt x="841" y="337"/>
                  </a:lnTo>
                  <a:close/>
                  <a:moveTo>
                    <a:pt x="852" y="525"/>
                  </a:moveTo>
                  <a:cubicBezTo>
                    <a:pt x="816" y="528"/>
                    <a:pt x="816" y="528"/>
                    <a:pt x="816" y="528"/>
                  </a:cubicBezTo>
                  <a:cubicBezTo>
                    <a:pt x="848" y="545"/>
                    <a:pt x="848" y="545"/>
                    <a:pt x="848" y="545"/>
                  </a:cubicBezTo>
                  <a:cubicBezTo>
                    <a:pt x="845" y="562"/>
                    <a:pt x="845" y="562"/>
                    <a:pt x="845" y="562"/>
                  </a:cubicBezTo>
                  <a:cubicBezTo>
                    <a:pt x="794" y="552"/>
                    <a:pt x="794" y="552"/>
                    <a:pt x="794" y="552"/>
                  </a:cubicBezTo>
                  <a:cubicBezTo>
                    <a:pt x="796" y="541"/>
                    <a:pt x="796" y="541"/>
                    <a:pt x="796" y="541"/>
                  </a:cubicBezTo>
                  <a:cubicBezTo>
                    <a:pt x="836" y="549"/>
                    <a:pt x="836" y="549"/>
                    <a:pt x="836" y="549"/>
                  </a:cubicBezTo>
                  <a:cubicBezTo>
                    <a:pt x="798" y="530"/>
                    <a:pt x="798" y="530"/>
                    <a:pt x="798" y="530"/>
                  </a:cubicBezTo>
                  <a:cubicBezTo>
                    <a:pt x="801" y="519"/>
                    <a:pt x="801" y="519"/>
                    <a:pt x="801" y="519"/>
                  </a:cubicBezTo>
                  <a:cubicBezTo>
                    <a:pt x="843" y="516"/>
                    <a:pt x="843" y="516"/>
                    <a:pt x="843" y="516"/>
                  </a:cubicBezTo>
                  <a:cubicBezTo>
                    <a:pt x="803" y="508"/>
                    <a:pt x="803" y="508"/>
                    <a:pt x="803" y="508"/>
                  </a:cubicBezTo>
                  <a:cubicBezTo>
                    <a:pt x="805" y="498"/>
                    <a:pt x="805" y="498"/>
                    <a:pt x="805" y="498"/>
                  </a:cubicBezTo>
                  <a:cubicBezTo>
                    <a:pt x="856" y="508"/>
                    <a:pt x="856" y="508"/>
                    <a:pt x="856" y="508"/>
                  </a:cubicBezTo>
                  <a:lnTo>
                    <a:pt x="852" y="525"/>
                  </a:lnTo>
                  <a:close/>
                  <a:moveTo>
                    <a:pt x="816" y="474"/>
                  </a:moveTo>
                  <a:cubicBezTo>
                    <a:pt x="817" y="476"/>
                    <a:pt x="818" y="477"/>
                    <a:pt x="820" y="477"/>
                  </a:cubicBezTo>
                  <a:cubicBezTo>
                    <a:pt x="822" y="478"/>
                    <a:pt x="825" y="478"/>
                    <a:pt x="829" y="478"/>
                  </a:cubicBezTo>
                  <a:cubicBezTo>
                    <a:pt x="858" y="479"/>
                    <a:pt x="858" y="479"/>
                    <a:pt x="858" y="479"/>
                  </a:cubicBezTo>
                  <a:cubicBezTo>
                    <a:pt x="857" y="491"/>
                    <a:pt x="857" y="491"/>
                    <a:pt x="857" y="491"/>
                  </a:cubicBezTo>
                  <a:cubicBezTo>
                    <a:pt x="830" y="490"/>
                    <a:pt x="830" y="490"/>
                    <a:pt x="830" y="490"/>
                  </a:cubicBezTo>
                  <a:cubicBezTo>
                    <a:pt x="824" y="490"/>
                    <a:pt x="819" y="489"/>
                    <a:pt x="817" y="488"/>
                  </a:cubicBezTo>
                  <a:cubicBezTo>
                    <a:pt x="814" y="488"/>
                    <a:pt x="812" y="486"/>
                    <a:pt x="811" y="485"/>
                  </a:cubicBezTo>
                  <a:cubicBezTo>
                    <a:pt x="809" y="483"/>
                    <a:pt x="808" y="481"/>
                    <a:pt x="807" y="478"/>
                  </a:cubicBezTo>
                  <a:cubicBezTo>
                    <a:pt x="806" y="475"/>
                    <a:pt x="805" y="471"/>
                    <a:pt x="805" y="467"/>
                  </a:cubicBezTo>
                  <a:cubicBezTo>
                    <a:pt x="806" y="461"/>
                    <a:pt x="806" y="457"/>
                    <a:pt x="808" y="455"/>
                  </a:cubicBezTo>
                  <a:cubicBezTo>
                    <a:pt x="809" y="452"/>
                    <a:pt x="810" y="450"/>
                    <a:pt x="812" y="448"/>
                  </a:cubicBezTo>
                  <a:cubicBezTo>
                    <a:pt x="814" y="447"/>
                    <a:pt x="816" y="446"/>
                    <a:pt x="818" y="445"/>
                  </a:cubicBezTo>
                  <a:cubicBezTo>
                    <a:pt x="821" y="444"/>
                    <a:pt x="825" y="444"/>
                    <a:pt x="831" y="444"/>
                  </a:cubicBezTo>
                  <a:cubicBezTo>
                    <a:pt x="859" y="445"/>
                    <a:pt x="859" y="445"/>
                    <a:pt x="859" y="445"/>
                  </a:cubicBezTo>
                  <a:cubicBezTo>
                    <a:pt x="858" y="457"/>
                    <a:pt x="858" y="457"/>
                    <a:pt x="858" y="457"/>
                  </a:cubicBezTo>
                  <a:cubicBezTo>
                    <a:pt x="830" y="456"/>
                    <a:pt x="830" y="456"/>
                    <a:pt x="830" y="456"/>
                  </a:cubicBezTo>
                  <a:cubicBezTo>
                    <a:pt x="826" y="456"/>
                    <a:pt x="823" y="456"/>
                    <a:pt x="822" y="456"/>
                  </a:cubicBezTo>
                  <a:cubicBezTo>
                    <a:pt x="819" y="456"/>
                    <a:pt x="818" y="457"/>
                    <a:pt x="816" y="459"/>
                  </a:cubicBezTo>
                  <a:cubicBezTo>
                    <a:pt x="815" y="461"/>
                    <a:pt x="814" y="464"/>
                    <a:pt x="814" y="467"/>
                  </a:cubicBezTo>
                  <a:cubicBezTo>
                    <a:pt x="814" y="470"/>
                    <a:pt x="815" y="473"/>
                    <a:pt x="816" y="4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68">
              <a:extLst>
                <a:ext uri="{FF2B5EF4-FFF2-40B4-BE49-F238E27FC236}">
                  <a16:creationId xmlns:a16="http://schemas.microsoft.com/office/drawing/2014/main" id="{015BF771-E8FB-492E-9FB3-3B6694E64A6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7558" y="4249111"/>
              <a:ext cx="41275" cy="39688"/>
            </a:xfrm>
            <a:custGeom>
              <a:avLst/>
              <a:gdLst>
                <a:gd name="T0" fmla="*/ 13 w 22"/>
                <a:gd name="T1" fmla="*/ 20 h 21"/>
                <a:gd name="T2" fmla="*/ 17 w 22"/>
                <a:gd name="T3" fmla="*/ 20 h 21"/>
                <a:gd name="T4" fmla="*/ 21 w 22"/>
                <a:gd name="T5" fmla="*/ 17 h 21"/>
                <a:gd name="T6" fmla="*/ 22 w 22"/>
                <a:gd name="T7" fmla="*/ 13 h 21"/>
                <a:gd name="T8" fmla="*/ 19 w 22"/>
                <a:gd name="T9" fmla="*/ 8 h 21"/>
                <a:gd name="T10" fmla="*/ 13 w 22"/>
                <a:gd name="T11" fmla="*/ 3 h 21"/>
                <a:gd name="T12" fmla="*/ 8 w 22"/>
                <a:gd name="T13" fmla="*/ 0 h 21"/>
                <a:gd name="T14" fmla="*/ 0 w 22"/>
                <a:gd name="T15" fmla="*/ 12 h 21"/>
                <a:gd name="T16" fmla="*/ 5 w 22"/>
                <a:gd name="T17" fmla="*/ 16 h 21"/>
                <a:gd name="T18" fmla="*/ 13 w 22"/>
                <a:gd name="T19" fmla="*/ 2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21">
                  <a:moveTo>
                    <a:pt x="13" y="20"/>
                  </a:moveTo>
                  <a:cubicBezTo>
                    <a:pt x="14" y="21"/>
                    <a:pt x="16" y="21"/>
                    <a:pt x="17" y="20"/>
                  </a:cubicBezTo>
                  <a:cubicBezTo>
                    <a:pt x="19" y="20"/>
                    <a:pt x="20" y="19"/>
                    <a:pt x="21" y="17"/>
                  </a:cubicBezTo>
                  <a:cubicBezTo>
                    <a:pt x="22" y="16"/>
                    <a:pt x="22" y="14"/>
                    <a:pt x="22" y="13"/>
                  </a:cubicBezTo>
                  <a:cubicBezTo>
                    <a:pt x="22" y="11"/>
                    <a:pt x="21" y="9"/>
                    <a:pt x="19" y="8"/>
                  </a:cubicBezTo>
                  <a:cubicBezTo>
                    <a:pt x="18" y="7"/>
                    <a:pt x="16" y="5"/>
                    <a:pt x="13" y="3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9" y="18"/>
                    <a:pt x="11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Freeform 69">
              <a:extLst>
                <a:ext uri="{FF2B5EF4-FFF2-40B4-BE49-F238E27FC236}">
                  <a16:creationId xmlns:a16="http://schemas.microsoft.com/office/drawing/2014/main" id="{D1FAA13E-7209-4451-89BD-CA978A6CA0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9270" y="5563561"/>
              <a:ext cx="33338" cy="52388"/>
            </a:xfrm>
            <a:custGeom>
              <a:avLst/>
              <a:gdLst>
                <a:gd name="T0" fmla="*/ 3 w 18"/>
                <a:gd name="T1" fmla="*/ 3 h 28"/>
                <a:gd name="T2" fmla="*/ 5 w 18"/>
                <a:gd name="T3" fmla="*/ 6 h 28"/>
                <a:gd name="T4" fmla="*/ 7 w 18"/>
                <a:gd name="T5" fmla="*/ 8 h 28"/>
                <a:gd name="T6" fmla="*/ 7 w 18"/>
                <a:gd name="T7" fmla="*/ 11 h 28"/>
                <a:gd name="T8" fmla="*/ 6 w 18"/>
                <a:gd name="T9" fmla="*/ 13 h 28"/>
                <a:gd name="T10" fmla="*/ 2 w 18"/>
                <a:gd name="T11" fmla="*/ 19 h 28"/>
                <a:gd name="T12" fmla="*/ 3 w 18"/>
                <a:gd name="T13" fmla="*/ 25 h 28"/>
                <a:gd name="T14" fmla="*/ 8 w 18"/>
                <a:gd name="T15" fmla="*/ 22 h 28"/>
                <a:gd name="T16" fmla="*/ 9 w 18"/>
                <a:gd name="T17" fmla="*/ 21 h 28"/>
                <a:gd name="T18" fmla="*/ 10 w 18"/>
                <a:gd name="T19" fmla="*/ 19 h 28"/>
                <a:gd name="T20" fmla="*/ 14 w 18"/>
                <a:gd name="T21" fmla="*/ 13 h 28"/>
                <a:gd name="T22" fmla="*/ 17 w 18"/>
                <a:gd name="T23" fmla="*/ 6 h 28"/>
                <a:gd name="T24" fmla="*/ 17 w 18"/>
                <a:gd name="T25" fmla="*/ 4 h 28"/>
                <a:gd name="T26" fmla="*/ 12 w 18"/>
                <a:gd name="T27" fmla="*/ 1 h 28"/>
                <a:gd name="T28" fmla="*/ 7 w 18"/>
                <a:gd name="T29" fmla="*/ 0 h 28"/>
                <a:gd name="T30" fmla="*/ 4 w 18"/>
                <a:gd name="T31" fmla="*/ 0 h 28"/>
                <a:gd name="T32" fmla="*/ 3 w 18"/>
                <a:gd name="T33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" h="28">
                  <a:moveTo>
                    <a:pt x="3" y="3"/>
                  </a:moveTo>
                  <a:cubicBezTo>
                    <a:pt x="4" y="4"/>
                    <a:pt x="5" y="6"/>
                    <a:pt x="5" y="6"/>
                  </a:cubicBezTo>
                  <a:cubicBezTo>
                    <a:pt x="6" y="8"/>
                    <a:pt x="7" y="8"/>
                    <a:pt x="7" y="8"/>
                  </a:cubicBezTo>
                  <a:cubicBezTo>
                    <a:pt x="8" y="9"/>
                    <a:pt x="7" y="11"/>
                    <a:pt x="7" y="11"/>
                  </a:cubicBezTo>
                  <a:cubicBezTo>
                    <a:pt x="6" y="12"/>
                    <a:pt x="6" y="13"/>
                    <a:pt x="6" y="13"/>
                  </a:cubicBezTo>
                  <a:cubicBezTo>
                    <a:pt x="5" y="16"/>
                    <a:pt x="2" y="19"/>
                    <a:pt x="2" y="19"/>
                  </a:cubicBezTo>
                  <a:cubicBezTo>
                    <a:pt x="0" y="21"/>
                    <a:pt x="3" y="25"/>
                    <a:pt x="3" y="25"/>
                  </a:cubicBezTo>
                  <a:cubicBezTo>
                    <a:pt x="4" y="28"/>
                    <a:pt x="8" y="22"/>
                    <a:pt x="8" y="22"/>
                  </a:cubicBezTo>
                  <a:cubicBezTo>
                    <a:pt x="8" y="21"/>
                    <a:pt x="9" y="21"/>
                    <a:pt x="9" y="21"/>
                  </a:cubicBezTo>
                  <a:cubicBezTo>
                    <a:pt x="10" y="20"/>
                    <a:pt x="10" y="19"/>
                    <a:pt x="10" y="19"/>
                  </a:cubicBezTo>
                  <a:cubicBezTo>
                    <a:pt x="12" y="16"/>
                    <a:pt x="14" y="13"/>
                    <a:pt x="14" y="13"/>
                  </a:cubicBezTo>
                  <a:cubicBezTo>
                    <a:pt x="15" y="12"/>
                    <a:pt x="17" y="6"/>
                    <a:pt x="17" y="6"/>
                  </a:cubicBezTo>
                  <a:cubicBezTo>
                    <a:pt x="18" y="6"/>
                    <a:pt x="17" y="4"/>
                    <a:pt x="17" y="4"/>
                  </a:cubicBezTo>
                  <a:cubicBezTo>
                    <a:pt x="17" y="3"/>
                    <a:pt x="12" y="1"/>
                    <a:pt x="12" y="1"/>
                  </a:cubicBezTo>
                  <a:cubicBezTo>
                    <a:pt x="11" y="1"/>
                    <a:pt x="9" y="0"/>
                    <a:pt x="7" y="0"/>
                  </a:cubicBezTo>
                  <a:cubicBezTo>
                    <a:pt x="6" y="0"/>
                    <a:pt x="4" y="0"/>
                    <a:pt x="4" y="0"/>
                  </a:cubicBezTo>
                  <a:cubicBezTo>
                    <a:pt x="1" y="1"/>
                    <a:pt x="3" y="3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70">
              <a:extLst>
                <a:ext uri="{FF2B5EF4-FFF2-40B4-BE49-F238E27FC236}">
                  <a16:creationId xmlns:a16="http://schemas.microsoft.com/office/drawing/2014/main" id="{8E2E4C7D-FFF9-4617-8DFA-F21FDED366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7745" y="4565023"/>
              <a:ext cx="68263" cy="63500"/>
            </a:xfrm>
            <a:custGeom>
              <a:avLst/>
              <a:gdLst>
                <a:gd name="T0" fmla="*/ 25 w 37"/>
                <a:gd name="T1" fmla="*/ 32 h 34"/>
                <a:gd name="T2" fmla="*/ 35 w 37"/>
                <a:gd name="T3" fmla="*/ 23 h 34"/>
                <a:gd name="T4" fmla="*/ 35 w 37"/>
                <a:gd name="T5" fmla="*/ 10 h 34"/>
                <a:gd name="T6" fmla="*/ 27 w 37"/>
                <a:gd name="T7" fmla="*/ 2 h 34"/>
                <a:gd name="T8" fmla="*/ 13 w 37"/>
                <a:gd name="T9" fmla="*/ 3 h 34"/>
                <a:gd name="T10" fmla="*/ 2 w 37"/>
                <a:gd name="T11" fmla="*/ 12 h 34"/>
                <a:gd name="T12" fmla="*/ 2 w 37"/>
                <a:gd name="T13" fmla="*/ 24 h 34"/>
                <a:gd name="T14" fmla="*/ 11 w 37"/>
                <a:gd name="T15" fmla="*/ 33 h 34"/>
                <a:gd name="T16" fmla="*/ 25 w 37"/>
                <a:gd name="T17" fmla="*/ 3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34">
                  <a:moveTo>
                    <a:pt x="25" y="32"/>
                  </a:moveTo>
                  <a:cubicBezTo>
                    <a:pt x="30" y="29"/>
                    <a:pt x="34" y="26"/>
                    <a:pt x="35" y="23"/>
                  </a:cubicBezTo>
                  <a:cubicBezTo>
                    <a:pt x="37" y="19"/>
                    <a:pt x="37" y="15"/>
                    <a:pt x="35" y="10"/>
                  </a:cubicBezTo>
                  <a:cubicBezTo>
                    <a:pt x="33" y="6"/>
                    <a:pt x="31" y="3"/>
                    <a:pt x="27" y="2"/>
                  </a:cubicBezTo>
                  <a:cubicBezTo>
                    <a:pt x="23" y="0"/>
                    <a:pt x="18" y="0"/>
                    <a:pt x="13" y="3"/>
                  </a:cubicBezTo>
                  <a:cubicBezTo>
                    <a:pt x="7" y="5"/>
                    <a:pt x="4" y="8"/>
                    <a:pt x="2" y="12"/>
                  </a:cubicBezTo>
                  <a:cubicBezTo>
                    <a:pt x="0" y="16"/>
                    <a:pt x="0" y="20"/>
                    <a:pt x="2" y="24"/>
                  </a:cubicBezTo>
                  <a:cubicBezTo>
                    <a:pt x="4" y="28"/>
                    <a:pt x="7" y="31"/>
                    <a:pt x="11" y="33"/>
                  </a:cubicBezTo>
                  <a:cubicBezTo>
                    <a:pt x="14" y="34"/>
                    <a:pt x="19" y="34"/>
                    <a:pt x="25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6ADBFEBD-5E77-4378-BA2D-B0541D3F26E0}"/>
              </a:ext>
            </a:extLst>
          </p:cNvPr>
          <p:cNvGrpSpPr/>
          <p:nvPr userDrawn="1"/>
        </p:nvGrpSpPr>
        <p:grpSpPr>
          <a:xfrm>
            <a:off x="-3520096" y="0"/>
            <a:ext cx="6882359" cy="6858000"/>
            <a:chOff x="4804858" y="3977648"/>
            <a:chExt cx="1793875" cy="1787526"/>
          </a:xfrm>
          <a:solidFill>
            <a:schemeClr val="bg1">
              <a:lumMod val="85000"/>
              <a:alpha val="40000"/>
            </a:schemeClr>
          </a:solidFill>
        </p:grpSpPr>
        <p:sp>
          <p:nvSpPr>
            <p:cNvPr id="63" name="Rectangle 51">
              <a:extLst>
                <a:ext uri="{FF2B5EF4-FFF2-40B4-BE49-F238E27FC236}">
                  <a16:creationId xmlns:a16="http://schemas.microsoft.com/office/drawing/2014/main" id="{6B7E4719-139E-4E9A-A3D6-93F5E30A9C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7383" y="4693611"/>
              <a:ext cx="7938" cy="15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Freeform 52">
              <a:extLst>
                <a:ext uri="{FF2B5EF4-FFF2-40B4-BE49-F238E27FC236}">
                  <a16:creationId xmlns:a16="http://schemas.microsoft.com/office/drawing/2014/main" id="{68F124EC-6F9B-4B28-9F3F-4F9963C512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7608" y="4339598"/>
              <a:ext cx="917575" cy="1074738"/>
            </a:xfrm>
            <a:custGeom>
              <a:avLst/>
              <a:gdLst>
                <a:gd name="T0" fmla="*/ 342 w 495"/>
                <a:gd name="T1" fmla="*/ 490 h 581"/>
                <a:gd name="T2" fmla="*/ 267 w 495"/>
                <a:gd name="T3" fmla="*/ 393 h 581"/>
                <a:gd name="T4" fmla="*/ 155 w 495"/>
                <a:gd name="T5" fmla="*/ 426 h 581"/>
                <a:gd name="T6" fmla="*/ 159 w 495"/>
                <a:gd name="T7" fmla="*/ 351 h 581"/>
                <a:gd name="T8" fmla="*/ 108 w 495"/>
                <a:gd name="T9" fmla="*/ 266 h 581"/>
                <a:gd name="T10" fmla="*/ 118 w 495"/>
                <a:gd name="T11" fmla="*/ 114 h 581"/>
                <a:gd name="T12" fmla="*/ 157 w 495"/>
                <a:gd name="T13" fmla="*/ 118 h 581"/>
                <a:gd name="T14" fmla="*/ 168 w 495"/>
                <a:gd name="T15" fmla="*/ 129 h 581"/>
                <a:gd name="T16" fmla="*/ 173 w 495"/>
                <a:gd name="T17" fmla="*/ 168 h 581"/>
                <a:gd name="T18" fmla="*/ 68 w 495"/>
                <a:gd name="T19" fmla="*/ 266 h 581"/>
                <a:gd name="T20" fmla="*/ 153 w 495"/>
                <a:gd name="T21" fmla="*/ 111 h 581"/>
                <a:gd name="T22" fmla="*/ 142 w 495"/>
                <a:gd name="T23" fmla="*/ 149 h 581"/>
                <a:gd name="T24" fmla="*/ 181 w 495"/>
                <a:gd name="T25" fmla="*/ 133 h 581"/>
                <a:gd name="T26" fmla="*/ 182 w 495"/>
                <a:gd name="T27" fmla="*/ 47 h 581"/>
                <a:gd name="T28" fmla="*/ 197 w 495"/>
                <a:gd name="T29" fmla="*/ 282 h 581"/>
                <a:gd name="T30" fmla="*/ 199 w 495"/>
                <a:gd name="T31" fmla="*/ 136 h 581"/>
                <a:gd name="T32" fmla="*/ 201 w 495"/>
                <a:gd name="T33" fmla="*/ 5 h 581"/>
                <a:gd name="T34" fmla="*/ 212 w 495"/>
                <a:gd name="T35" fmla="*/ 61 h 581"/>
                <a:gd name="T36" fmla="*/ 256 w 495"/>
                <a:gd name="T37" fmla="*/ 145 h 581"/>
                <a:gd name="T38" fmla="*/ 279 w 495"/>
                <a:gd name="T39" fmla="*/ 84 h 581"/>
                <a:gd name="T40" fmla="*/ 358 w 495"/>
                <a:gd name="T41" fmla="*/ 54 h 581"/>
                <a:gd name="T42" fmla="*/ 412 w 495"/>
                <a:gd name="T43" fmla="*/ 93 h 581"/>
                <a:gd name="T44" fmla="*/ 431 w 495"/>
                <a:gd name="T45" fmla="*/ 95 h 581"/>
                <a:gd name="T46" fmla="*/ 463 w 495"/>
                <a:gd name="T47" fmla="*/ 155 h 581"/>
                <a:gd name="T48" fmla="*/ 222 w 495"/>
                <a:gd name="T49" fmla="*/ 279 h 581"/>
                <a:gd name="T50" fmla="*/ 350 w 495"/>
                <a:gd name="T51" fmla="*/ 257 h 581"/>
                <a:gd name="T52" fmla="*/ 398 w 495"/>
                <a:gd name="T53" fmla="*/ 210 h 581"/>
                <a:gd name="T54" fmla="*/ 407 w 495"/>
                <a:gd name="T55" fmla="*/ 219 h 581"/>
                <a:gd name="T56" fmla="*/ 412 w 495"/>
                <a:gd name="T57" fmla="*/ 451 h 581"/>
                <a:gd name="T58" fmla="*/ 406 w 495"/>
                <a:gd name="T59" fmla="*/ 320 h 581"/>
                <a:gd name="T60" fmla="*/ 469 w 495"/>
                <a:gd name="T61" fmla="*/ 184 h 581"/>
                <a:gd name="T62" fmla="*/ 460 w 495"/>
                <a:gd name="T63" fmla="*/ 233 h 581"/>
                <a:gd name="T64" fmla="*/ 384 w 495"/>
                <a:gd name="T65" fmla="*/ 222 h 581"/>
                <a:gd name="T66" fmla="*/ 421 w 495"/>
                <a:gd name="T67" fmla="*/ 188 h 581"/>
                <a:gd name="T68" fmla="*/ 364 w 495"/>
                <a:gd name="T69" fmla="*/ 225 h 581"/>
                <a:gd name="T70" fmla="*/ 361 w 495"/>
                <a:gd name="T71" fmla="*/ 188 h 581"/>
                <a:gd name="T72" fmla="*/ 387 w 495"/>
                <a:gd name="T73" fmla="*/ 356 h 581"/>
                <a:gd name="T74" fmla="*/ 220 w 495"/>
                <a:gd name="T75" fmla="*/ 351 h 581"/>
                <a:gd name="T76" fmla="*/ 236 w 495"/>
                <a:gd name="T77" fmla="*/ 315 h 581"/>
                <a:gd name="T78" fmla="*/ 207 w 495"/>
                <a:gd name="T79" fmla="*/ 171 h 581"/>
                <a:gd name="T80" fmla="*/ 239 w 495"/>
                <a:gd name="T81" fmla="*/ 166 h 581"/>
                <a:gd name="T82" fmla="*/ 252 w 495"/>
                <a:gd name="T83" fmla="*/ 158 h 581"/>
                <a:gd name="T84" fmla="*/ 270 w 495"/>
                <a:gd name="T85" fmla="*/ 130 h 581"/>
                <a:gd name="T86" fmla="*/ 279 w 495"/>
                <a:gd name="T87" fmla="*/ 100 h 581"/>
                <a:gd name="T88" fmla="*/ 394 w 495"/>
                <a:gd name="T89" fmla="*/ 130 h 581"/>
                <a:gd name="T90" fmla="*/ 438 w 495"/>
                <a:gd name="T91" fmla="*/ 100 h 581"/>
                <a:gd name="T92" fmla="*/ 439 w 495"/>
                <a:gd name="T93" fmla="*/ 153 h 581"/>
                <a:gd name="T94" fmla="*/ 457 w 495"/>
                <a:gd name="T95" fmla="*/ 159 h 581"/>
                <a:gd name="T96" fmla="*/ 475 w 495"/>
                <a:gd name="T97" fmla="*/ 100 h 581"/>
                <a:gd name="T98" fmla="*/ 456 w 495"/>
                <a:gd name="T99" fmla="*/ 80 h 581"/>
                <a:gd name="T100" fmla="*/ 344 w 495"/>
                <a:gd name="T101" fmla="*/ 34 h 581"/>
                <a:gd name="T102" fmla="*/ 207 w 495"/>
                <a:gd name="T103" fmla="*/ 0 h 581"/>
                <a:gd name="T104" fmla="*/ 173 w 495"/>
                <a:gd name="T105" fmla="*/ 7 h 581"/>
                <a:gd name="T106" fmla="*/ 144 w 495"/>
                <a:gd name="T107" fmla="*/ 23 h 581"/>
                <a:gd name="T108" fmla="*/ 122 w 495"/>
                <a:gd name="T109" fmla="*/ 51 h 581"/>
                <a:gd name="T110" fmla="*/ 149 w 495"/>
                <a:gd name="T111" fmla="*/ 82 h 581"/>
                <a:gd name="T112" fmla="*/ 59 w 495"/>
                <a:gd name="T113" fmla="*/ 98 h 581"/>
                <a:gd name="T114" fmla="*/ 108 w 495"/>
                <a:gd name="T115" fmla="*/ 286 h 581"/>
                <a:gd name="T116" fmla="*/ 153 w 495"/>
                <a:gd name="T117" fmla="*/ 307 h 581"/>
                <a:gd name="T118" fmla="*/ 103 w 495"/>
                <a:gd name="T119" fmla="*/ 418 h 581"/>
                <a:gd name="T120" fmla="*/ 495 w 495"/>
                <a:gd name="T121" fmla="*/ 512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5" h="581">
                  <a:moveTo>
                    <a:pt x="370" y="368"/>
                  </a:moveTo>
                  <a:cubicBezTo>
                    <a:pt x="334" y="361"/>
                    <a:pt x="334" y="361"/>
                    <a:pt x="334" y="361"/>
                  </a:cubicBezTo>
                  <a:cubicBezTo>
                    <a:pt x="290" y="370"/>
                    <a:pt x="290" y="370"/>
                    <a:pt x="290" y="370"/>
                  </a:cubicBezTo>
                  <a:cubicBezTo>
                    <a:pt x="299" y="361"/>
                    <a:pt x="299" y="361"/>
                    <a:pt x="299" y="361"/>
                  </a:cubicBezTo>
                  <a:cubicBezTo>
                    <a:pt x="338" y="349"/>
                    <a:pt x="338" y="349"/>
                    <a:pt x="338" y="349"/>
                  </a:cubicBezTo>
                  <a:cubicBezTo>
                    <a:pt x="377" y="362"/>
                    <a:pt x="377" y="362"/>
                    <a:pt x="377" y="362"/>
                  </a:cubicBezTo>
                  <a:lnTo>
                    <a:pt x="370" y="368"/>
                  </a:lnTo>
                  <a:close/>
                  <a:moveTo>
                    <a:pt x="342" y="490"/>
                  </a:moveTo>
                  <a:cubicBezTo>
                    <a:pt x="338" y="469"/>
                    <a:pt x="338" y="469"/>
                    <a:pt x="338" y="469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65" y="420"/>
                    <a:pt x="365" y="420"/>
                    <a:pt x="365" y="420"/>
                  </a:cubicBezTo>
                  <a:cubicBezTo>
                    <a:pt x="376" y="493"/>
                    <a:pt x="376" y="493"/>
                    <a:pt x="376" y="493"/>
                  </a:cubicBezTo>
                  <a:cubicBezTo>
                    <a:pt x="365" y="492"/>
                    <a:pt x="354" y="491"/>
                    <a:pt x="342" y="490"/>
                  </a:cubicBezTo>
                  <a:close/>
                  <a:moveTo>
                    <a:pt x="267" y="393"/>
                  </a:moveTo>
                  <a:cubicBezTo>
                    <a:pt x="300" y="401"/>
                    <a:pt x="300" y="401"/>
                    <a:pt x="300" y="401"/>
                  </a:cubicBezTo>
                  <a:cubicBezTo>
                    <a:pt x="345" y="384"/>
                    <a:pt x="345" y="384"/>
                    <a:pt x="345" y="384"/>
                  </a:cubicBezTo>
                  <a:cubicBezTo>
                    <a:pt x="370" y="396"/>
                    <a:pt x="370" y="396"/>
                    <a:pt x="370" y="396"/>
                  </a:cubicBezTo>
                  <a:cubicBezTo>
                    <a:pt x="345" y="392"/>
                    <a:pt x="345" y="392"/>
                    <a:pt x="345" y="392"/>
                  </a:cubicBezTo>
                  <a:cubicBezTo>
                    <a:pt x="299" y="409"/>
                    <a:pt x="299" y="409"/>
                    <a:pt x="299" y="409"/>
                  </a:cubicBezTo>
                  <a:lnTo>
                    <a:pt x="267" y="393"/>
                  </a:lnTo>
                  <a:close/>
                  <a:moveTo>
                    <a:pt x="172" y="472"/>
                  </a:moveTo>
                  <a:cubicBezTo>
                    <a:pt x="155" y="426"/>
                    <a:pt x="155" y="426"/>
                    <a:pt x="155" y="426"/>
                  </a:cubicBezTo>
                  <a:cubicBezTo>
                    <a:pt x="132" y="419"/>
                    <a:pt x="132" y="419"/>
                    <a:pt x="132" y="419"/>
                  </a:cubicBezTo>
                  <a:cubicBezTo>
                    <a:pt x="171" y="407"/>
                    <a:pt x="171" y="407"/>
                    <a:pt x="171" y="407"/>
                  </a:cubicBezTo>
                  <a:cubicBezTo>
                    <a:pt x="186" y="457"/>
                    <a:pt x="186" y="457"/>
                    <a:pt x="186" y="457"/>
                  </a:cubicBezTo>
                  <a:cubicBezTo>
                    <a:pt x="278" y="443"/>
                    <a:pt x="278" y="443"/>
                    <a:pt x="278" y="443"/>
                  </a:cubicBezTo>
                  <a:lnTo>
                    <a:pt x="172" y="472"/>
                  </a:lnTo>
                  <a:close/>
                  <a:moveTo>
                    <a:pt x="155" y="326"/>
                  </a:moveTo>
                  <a:cubicBezTo>
                    <a:pt x="159" y="326"/>
                    <a:pt x="159" y="326"/>
                    <a:pt x="159" y="326"/>
                  </a:cubicBezTo>
                  <a:cubicBezTo>
                    <a:pt x="159" y="351"/>
                    <a:pt x="159" y="351"/>
                    <a:pt x="159" y="351"/>
                  </a:cubicBezTo>
                  <a:cubicBezTo>
                    <a:pt x="155" y="351"/>
                    <a:pt x="155" y="351"/>
                    <a:pt x="155" y="351"/>
                  </a:cubicBezTo>
                  <a:lnTo>
                    <a:pt x="155" y="326"/>
                  </a:lnTo>
                  <a:close/>
                  <a:moveTo>
                    <a:pt x="164" y="326"/>
                  </a:moveTo>
                  <a:cubicBezTo>
                    <a:pt x="187" y="326"/>
                    <a:pt x="187" y="326"/>
                    <a:pt x="187" y="326"/>
                  </a:cubicBezTo>
                  <a:cubicBezTo>
                    <a:pt x="187" y="351"/>
                    <a:pt x="187" y="351"/>
                    <a:pt x="187" y="351"/>
                  </a:cubicBezTo>
                  <a:cubicBezTo>
                    <a:pt x="164" y="351"/>
                    <a:pt x="164" y="351"/>
                    <a:pt x="164" y="351"/>
                  </a:cubicBezTo>
                  <a:lnTo>
                    <a:pt x="164" y="326"/>
                  </a:lnTo>
                  <a:close/>
                  <a:moveTo>
                    <a:pt x="108" y="266"/>
                  </a:moveTo>
                  <a:cubicBezTo>
                    <a:pt x="108" y="266"/>
                    <a:pt x="108" y="266"/>
                    <a:pt x="108" y="266"/>
                  </a:cubicBezTo>
                  <a:cubicBezTo>
                    <a:pt x="79" y="266"/>
                    <a:pt x="79" y="266"/>
                    <a:pt x="79" y="266"/>
                  </a:cubicBezTo>
                  <a:cubicBezTo>
                    <a:pt x="79" y="100"/>
                    <a:pt x="79" y="100"/>
                    <a:pt x="79" y="100"/>
                  </a:cubicBezTo>
                  <a:cubicBezTo>
                    <a:pt x="110" y="100"/>
                    <a:pt x="110" y="100"/>
                    <a:pt x="110" y="100"/>
                  </a:cubicBezTo>
                  <a:cubicBezTo>
                    <a:pt x="110" y="98"/>
                    <a:pt x="110" y="98"/>
                    <a:pt x="110" y="98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9" y="99"/>
                    <a:pt x="149" y="100"/>
                    <a:pt x="150" y="101"/>
                  </a:cubicBezTo>
                  <a:cubicBezTo>
                    <a:pt x="118" y="114"/>
                    <a:pt x="118" y="114"/>
                    <a:pt x="118" y="114"/>
                  </a:cubicBezTo>
                  <a:cubicBezTo>
                    <a:pt x="117" y="112"/>
                    <a:pt x="117" y="112"/>
                    <a:pt x="117" y="112"/>
                  </a:cubicBezTo>
                  <a:cubicBezTo>
                    <a:pt x="117" y="112"/>
                    <a:pt x="117" y="112"/>
                    <a:pt x="117" y="112"/>
                  </a:cubicBezTo>
                  <a:cubicBezTo>
                    <a:pt x="113" y="114"/>
                    <a:pt x="113" y="114"/>
                    <a:pt x="113" y="114"/>
                  </a:cubicBezTo>
                  <a:cubicBezTo>
                    <a:pt x="120" y="132"/>
                    <a:pt x="120" y="132"/>
                    <a:pt x="120" y="132"/>
                  </a:cubicBezTo>
                  <a:cubicBezTo>
                    <a:pt x="124" y="130"/>
                    <a:pt x="124" y="130"/>
                    <a:pt x="124" y="130"/>
                  </a:cubicBezTo>
                  <a:cubicBezTo>
                    <a:pt x="123" y="128"/>
                    <a:pt x="123" y="128"/>
                    <a:pt x="123" y="128"/>
                  </a:cubicBezTo>
                  <a:cubicBezTo>
                    <a:pt x="155" y="115"/>
                    <a:pt x="155" y="115"/>
                    <a:pt x="155" y="115"/>
                  </a:cubicBezTo>
                  <a:cubicBezTo>
                    <a:pt x="156" y="116"/>
                    <a:pt x="157" y="117"/>
                    <a:pt x="157" y="118"/>
                  </a:cubicBezTo>
                  <a:cubicBezTo>
                    <a:pt x="134" y="142"/>
                    <a:pt x="134" y="142"/>
                    <a:pt x="134" y="142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29" y="144"/>
                    <a:pt x="129" y="144"/>
                    <a:pt x="129" y="144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46" y="155"/>
                    <a:pt x="146" y="155"/>
                    <a:pt x="146" y="155"/>
                  </a:cubicBezTo>
                  <a:cubicBezTo>
                    <a:pt x="144" y="153"/>
                    <a:pt x="144" y="153"/>
                    <a:pt x="144" y="153"/>
                  </a:cubicBezTo>
                  <a:cubicBezTo>
                    <a:pt x="168" y="129"/>
                    <a:pt x="168" y="129"/>
                    <a:pt x="168" y="129"/>
                  </a:cubicBezTo>
                  <a:cubicBezTo>
                    <a:pt x="169" y="130"/>
                    <a:pt x="170" y="131"/>
                    <a:pt x="171" y="131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57" y="162"/>
                    <a:pt x="157" y="162"/>
                    <a:pt x="157" y="162"/>
                  </a:cubicBezTo>
                  <a:cubicBezTo>
                    <a:pt x="157" y="162"/>
                    <a:pt x="157" y="162"/>
                    <a:pt x="157" y="162"/>
                  </a:cubicBezTo>
                  <a:cubicBezTo>
                    <a:pt x="155" y="166"/>
                    <a:pt x="155" y="166"/>
                    <a:pt x="155" y="166"/>
                  </a:cubicBezTo>
                  <a:cubicBezTo>
                    <a:pt x="173" y="173"/>
                    <a:pt x="173" y="173"/>
                    <a:pt x="173" y="173"/>
                  </a:cubicBezTo>
                  <a:cubicBezTo>
                    <a:pt x="175" y="169"/>
                    <a:pt x="175" y="169"/>
                    <a:pt x="175" y="169"/>
                  </a:cubicBezTo>
                  <a:cubicBezTo>
                    <a:pt x="173" y="168"/>
                    <a:pt x="173" y="168"/>
                    <a:pt x="173" y="168"/>
                  </a:cubicBezTo>
                  <a:cubicBezTo>
                    <a:pt x="185" y="137"/>
                    <a:pt x="185" y="137"/>
                    <a:pt x="185" y="137"/>
                  </a:cubicBezTo>
                  <a:cubicBezTo>
                    <a:pt x="187" y="137"/>
                    <a:pt x="188" y="138"/>
                    <a:pt x="190" y="138"/>
                  </a:cubicBezTo>
                  <a:cubicBezTo>
                    <a:pt x="190" y="171"/>
                    <a:pt x="190" y="171"/>
                    <a:pt x="190" y="171"/>
                  </a:cubicBezTo>
                  <a:cubicBezTo>
                    <a:pt x="187" y="171"/>
                    <a:pt x="187" y="171"/>
                    <a:pt x="187" y="171"/>
                  </a:cubicBezTo>
                  <a:cubicBezTo>
                    <a:pt x="187" y="266"/>
                    <a:pt x="187" y="266"/>
                    <a:pt x="187" y="266"/>
                  </a:cubicBezTo>
                  <a:lnTo>
                    <a:pt x="108" y="266"/>
                  </a:lnTo>
                  <a:close/>
                  <a:moveTo>
                    <a:pt x="74" y="266"/>
                  </a:moveTo>
                  <a:cubicBezTo>
                    <a:pt x="68" y="266"/>
                    <a:pt x="68" y="266"/>
                    <a:pt x="68" y="266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74" y="100"/>
                    <a:pt x="74" y="100"/>
                    <a:pt x="74" y="100"/>
                  </a:cubicBezTo>
                  <a:lnTo>
                    <a:pt x="74" y="266"/>
                  </a:lnTo>
                  <a:close/>
                  <a:moveTo>
                    <a:pt x="153" y="111"/>
                  </a:moveTo>
                  <a:cubicBezTo>
                    <a:pt x="153" y="112"/>
                    <a:pt x="154" y="112"/>
                    <a:pt x="154" y="113"/>
                  </a:cubicBezTo>
                  <a:cubicBezTo>
                    <a:pt x="125" y="125"/>
                    <a:pt x="125" y="125"/>
                    <a:pt x="125" y="125"/>
                  </a:cubicBezTo>
                  <a:cubicBezTo>
                    <a:pt x="124" y="123"/>
                    <a:pt x="124" y="123"/>
                    <a:pt x="124" y="123"/>
                  </a:cubicBezTo>
                  <a:lnTo>
                    <a:pt x="153" y="111"/>
                  </a:lnTo>
                  <a:close/>
                  <a:moveTo>
                    <a:pt x="122" y="57"/>
                  </a:moveTo>
                  <a:cubicBezTo>
                    <a:pt x="123" y="55"/>
                    <a:pt x="123" y="55"/>
                    <a:pt x="123" y="55"/>
                  </a:cubicBezTo>
                  <a:cubicBezTo>
                    <a:pt x="156" y="69"/>
                    <a:pt x="156" y="69"/>
                    <a:pt x="156" y="69"/>
                  </a:cubicBezTo>
                  <a:cubicBezTo>
                    <a:pt x="155" y="70"/>
                    <a:pt x="155" y="70"/>
                    <a:pt x="155" y="70"/>
                  </a:cubicBezTo>
                  <a:lnTo>
                    <a:pt x="122" y="57"/>
                  </a:lnTo>
                  <a:close/>
                  <a:moveTo>
                    <a:pt x="166" y="124"/>
                  </a:moveTo>
                  <a:cubicBezTo>
                    <a:pt x="166" y="125"/>
                    <a:pt x="167" y="125"/>
                    <a:pt x="168" y="126"/>
                  </a:cubicBezTo>
                  <a:cubicBezTo>
                    <a:pt x="142" y="149"/>
                    <a:pt x="142" y="149"/>
                    <a:pt x="142" y="149"/>
                  </a:cubicBezTo>
                  <a:cubicBezTo>
                    <a:pt x="141" y="148"/>
                    <a:pt x="141" y="148"/>
                    <a:pt x="141" y="148"/>
                  </a:cubicBezTo>
                  <a:lnTo>
                    <a:pt x="166" y="124"/>
                  </a:lnTo>
                  <a:close/>
                  <a:moveTo>
                    <a:pt x="140" y="29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68" y="54"/>
                    <a:pt x="168" y="54"/>
                    <a:pt x="168" y="54"/>
                  </a:cubicBezTo>
                  <a:cubicBezTo>
                    <a:pt x="166" y="56"/>
                    <a:pt x="166" y="56"/>
                    <a:pt x="166" y="56"/>
                  </a:cubicBezTo>
                  <a:lnTo>
                    <a:pt x="140" y="29"/>
                  </a:lnTo>
                  <a:close/>
                  <a:moveTo>
                    <a:pt x="181" y="133"/>
                  </a:moveTo>
                  <a:cubicBezTo>
                    <a:pt x="182" y="133"/>
                    <a:pt x="182" y="134"/>
                    <a:pt x="183" y="134"/>
                  </a:cubicBezTo>
                  <a:cubicBezTo>
                    <a:pt x="170" y="166"/>
                    <a:pt x="170" y="166"/>
                    <a:pt x="170" y="166"/>
                  </a:cubicBezTo>
                  <a:cubicBezTo>
                    <a:pt x="168" y="165"/>
                    <a:pt x="168" y="165"/>
                    <a:pt x="168" y="165"/>
                  </a:cubicBezTo>
                  <a:lnTo>
                    <a:pt x="181" y="133"/>
                  </a:lnTo>
                  <a:close/>
                  <a:moveTo>
                    <a:pt x="167" y="10"/>
                  </a:moveTo>
                  <a:cubicBezTo>
                    <a:pt x="171" y="17"/>
                    <a:pt x="171" y="17"/>
                    <a:pt x="171" y="17"/>
                  </a:cubicBezTo>
                  <a:cubicBezTo>
                    <a:pt x="185" y="46"/>
                    <a:pt x="185" y="46"/>
                    <a:pt x="185" y="46"/>
                  </a:cubicBezTo>
                  <a:cubicBezTo>
                    <a:pt x="184" y="46"/>
                    <a:pt x="183" y="47"/>
                    <a:pt x="182" y="47"/>
                  </a:cubicBezTo>
                  <a:lnTo>
                    <a:pt x="167" y="10"/>
                  </a:lnTo>
                  <a:close/>
                  <a:moveTo>
                    <a:pt x="197" y="323"/>
                  </a:moveTo>
                  <a:cubicBezTo>
                    <a:pt x="197" y="323"/>
                    <a:pt x="197" y="323"/>
                    <a:pt x="197" y="323"/>
                  </a:cubicBezTo>
                  <a:cubicBezTo>
                    <a:pt x="201" y="328"/>
                    <a:pt x="201" y="328"/>
                    <a:pt x="201" y="328"/>
                  </a:cubicBezTo>
                  <a:cubicBezTo>
                    <a:pt x="201" y="351"/>
                    <a:pt x="201" y="351"/>
                    <a:pt x="201" y="351"/>
                  </a:cubicBezTo>
                  <a:cubicBezTo>
                    <a:pt x="197" y="351"/>
                    <a:pt x="197" y="351"/>
                    <a:pt x="197" y="351"/>
                  </a:cubicBezTo>
                  <a:lnTo>
                    <a:pt x="197" y="323"/>
                  </a:lnTo>
                  <a:close/>
                  <a:moveTo>
                    <a:pt x="197" y="282"/>
                  </a:moveTo>
                  <a:cubicBezTo>
                    <a:pt x="197" y="282"/>
                    <a:pt x="197" y="282"/>
                    <a:pt x="197" y="282"/>
                  </a:cubicBezTo>
                  <a:cubicBezTo>
                    <a:pt x="201" y="287"/>
                    <a:pt x="201" y="287"/>
                    <a:pt x="201" y="287"/>
                  </a:cubicBezTo>
                  <a:cubicBezTo>
                    <a:pt x="201" y="307"/>
                    <a:pt x="201" y="307"/>
                    <a:pt x="201" y="307"/>
                  </a:cubicBezTo>
                  <a:cubicBezTo>
                    <a:pt x="197" y="307"/>
                    <a:pt x="197" y="307"/>
                    <a:pt x="197" y="307"/>
                  </a:cubicBezTo>
                  <a:lnTo>
                    <a:pt x="197" y="282"/>
                  </a:lnTo>
                  <a:close/>
                  <a:moveTo>
                    <a:pt x="197" y="171"/>
                  </a:moveTo>
                  <a:cubicBezTo>
                    <a:pt x="199" y="171"/>
                    <a:pt x="199" y="171"/>
                    <a:pt x="199" y="171"/>
                  </a:cubicBezTo>
                  <a:cubicBezTo>
                    <a:pt x="199" y="136"/>
                    <a:pt x="199" y="136"/>
                    <a:pt x="199" y="136"/>
                  </a:cubicBezTo>
                  <a:cubicBezTo>
                    <a:pt x="200" y="136"/>
                    <a:pt x="201" y="136"/>
                    <a:pt x="201" y="136"/>
                  </a:cubicBezTo>
                  <a:cubicBezTo>
                    <a:pt x="201" y="171"/>
                    <a:pt x="201" y="171"/>
                    <a:pt x="201" y="171"/>
                  </a:cubicBezTo>
                  <a:cubicBezTo>
                    <a:pt x="201" y="171"/>
                    <a:pt x="201" y="171"/>
                    <a:pt x="201" y="171"/>
                  </a:cubicBezTo>
                  <a:cubicBezTo>
                    <a:pt x="201" y="267"/>
                    <a:pt x="201" y="267"/>
                    <a:pt x="201" y="267"/>
                  </a:cubicBezTo>
                  <a:cubicBezTo>
                    <a:pt x="197" y="267"/>
                    <a:pt x="197" y="267"/>
                    <a:pt x="197" y="267"/>
                  </a:cubicBezTo>
                  <a:lnTo>
                    <a:pt x="197" y="171"/>
                  </a:lnTo>
                  <a:close/>
                  <a:moveTo>
                    <a:pt x="199" y="5"/>
                  </a:moveTo>
                  <a:cubicBezTo>
                    <a:pt x="201" y="5"/>
                    <a:pt x="201" y="5"/>
                    <a:pt x="201" y="5"/>
                  </a:cubicBezTo>
                  <a:cubicBezTo>
                    <a:pt x="201" y="45"/>
                    <a:pt x="201" y="45"/>
                    <a:pt x="201" y="45"/>
                  </a:cubicBezTo>
                  <a:cubicBezTo>
                    <a:pt x="201" y="45"/>
                    <a:pt x="200" y="45"/>
                    <a:pt x="199" y="44"/>
                  </a:cubicBezTo>
                  <a:lnTo>
                    <a:pt x="199" y="5"/>
                  </a:lnTo>
                  <a:close/>
                  <a:moveTo>
                    <a:pt x="212" y="61"/>
                  </a:moveTo>
                  <a:cubicBezTo>
                    <a:pt x="217" y="61"/>
                    <a:pt x="222" y="66"/>
                    <a:pt x="222" y="71"/>
                  </a:cubicBezTo>
                  <a:cubicBezTo>
                    <a:pt x="222" y="77"/>
                    <a:pt x="217" y="81"/>
                    <a:pt x="212" y="81"/>
                  </a:cubicBezTo>
                  <a:cubicBezTo>
                    <a:pt x="206" y="81"/>
                    <a:pt x="202" y="77"/>
                    <a:pt x="202" y="71"/>
                  </a:cubicBezTo>
                  <a:cubicBezTo>
                    <a:pt x="202" y="66"/>
                    <a:pt x="206" y="61"/>
                    <a:pt x="212" y="61"/>
                  </a:cubicBezTo>
                  <a:close/>
                  <a:moveTo>
                    <a:pt x="231" y="164"/>
                  </a:moveTo>
                  <a:cubicBezTo>
                    <a:pt x="230" y="164"/>
                    <a:pt x="230" y="164"/>
                    <a:pt x="230" y="164"/>
                  </a:cubicBezTo>
                  <a:cubicBezTo>
                    <a:pt x="217" y="131"/>
                    <a:pt x="217" y="131"/>
                    <a:pt x="217" y="131"/>
                  </a:cubicBezTo>
                  <a:cubicBezTo>
                    <a:pt x="220" y="130"/>
                    <a:pt x="220" y="130"/>
                    <a:pt x="220" y="130"/>
                  </a:cubicBezTo>
                  <a:lnTo>
                    <a:pt x="231" y="164"/>
                  </a:lnTo>
                  <a:close/>
                  <a:moveTo>
                    <a:pt x="233" y="119"/>
                  </a:moveTo>
                  <a:cubicBezTo>
                    <a:pt x="258" y="143"/>
                    <a:pt x="258" y="143"/>
                    <a:pt x="258" y="143"/>
                  </a:cubicBezTo>
                  <a:cubicBezTo>
                    <a:pt x="256" y="145"/>
                    <a:pt x="256" y="145"/>
                    <a:pt x="256" y="145"/>
                  </a:cubicBezTo>
                  <a:cubicBezTo>
                    <a:pt x="231" y="120"/>
                    <a:pt x="231" y="120"/>
                    <a:pt x="231" y="120"/>
                  </a:cubicBezTo>
                  <a:cubicBezTo>
                    <a:pt x="232" y="120"/>
                    <a:pt x="232" y="119"/>
                    <a:pt x="233" y="119"/>
                  </a:cubicBezTo>
                  <a:close/>
                  <a:moveTo>
                    <a:pt x="241" y="103"/>
                  </a:moveTo>
                  <a:cubicBezTo>
                    <a:pt x="273" y="116"/>
                    <a:pt x="273" y="116"/>
                    <a:pt x="273" y="116"/>
                  </a:cubicBezTo>
                  <a:cubicBezTo>
                    <a:pt x="272" y="118"/>
                    <a:pt x="272" y="118"/>
                    <a:pt x="272" y="118"/>
                  </a:cubicBezTo>
                  <a:cubicBezTo>
                    <a:pt x="240" y="104"/>
                    <a:pt x="240" y="104"/>
                    <a:pt x="240" y="104"/>
                  </a:cubicBezTo>
                  <a:cubicBezTo>
                    <a:pt x="240" y="104"/>
                    <a:pt x="241" y="103"/>
                    <a:pt x="241" y="103"/>
                  </a:cubicBezTo>
                  <a:close/>
                  <a:moveTo>
                    <a:pt x="279" y="84"/>
                  </a:moveTo>
                  <a:cubicBezTo>
                    <a:pt x="375" y="84"/>
                    <a:pt x="375" y="84"/>
                    <a:pt x="375" y="84"/>
                  </a:cubicBezTo>
                  <a:cubicBezTo>
                    <a:pt x="375" y="88"/>
                    <a:pt x="375" y="88"/>
                    <a:pt x="375" y="88"/>
                  </a:cubicBezTo>
                  <a:cubicBezTo>
                    <a:pt x="279" y="88"/>
                    <a:pt x="279" y="88"/>
                    <a:pt x="279" y="88"/>
                  </a:cubicBezTo>
                  <a:lnTo>
                    <a:pt x="279" y="84"/>
                  </a:lnTo>
                  <a:close/>
                  <a:moveTo>
                    <a:pt x="359" y="55"/>
                  </a:moveTo>
                  <a:cubicBezTo>
                    <a:pt x="362" y="80"/>
                    <a:pt x="362" y="80"/>
                    <a:pt x="362" y="80"/>
                  </a:cubicBezTo>
                  <a:cubicBezTo>
                    <a:pt x="360" y="80"/>
                    <a:pt x="360" y="80"/>
                    <a:pt x="360" y="80"/>
                  </a:cubicBezTo>
                  <a:cubicBezTo>
                    <a:pt x="358" y="54"/>
                    <a:pt x="358" y="54"/>
                    <a:pt x="358" y="54"/>
                  </a:cubicBezTo>
                  <a:lnTo>
                    <a:pt x="359" y="55"/>
                  </a:lnTo>
                  <a:close/>
                  <a:moveTo>
                    <a:pt x="370" y="67"/>
                  </a:moveTo>
                  <a:cubicBezTo>
                    <a:pt x="397" y="83"/>
                    <a:pt x="397" y="83"/>
                    <a:pt x="397" y="83"/>
                  </a:cubicBezTo>
                  <a:cubicBezTo>
                    <a:pt x="397" y="85"/>
                    <a:pt x="397" y="85"/>
                    <a:pt x="397" y="85"/>
                  </a:cubicBezTo>
                  <a:cubicBezTo>
                    <a:pt x="370" y="72"/>
                    <a:pt x="370" y="72"/>
                    <a:pt x="370" y="72"/>
                  </a:cubicBezTo>
                  <a:lnTo>
                    <a:pt x="370" y="67"/>
                  </a:lnTo>
                  <a:close/>
                  <a:moveTo>
                    <a:pt x="411" y="89"/>
                  </a:moveTo>
                  <a:cubicBezTo>
                    <a:pt x="412" y="93"/>
                    <a:pt x="412" y="93"/>
                    <a:pt x="412" y="93"/>
                  </a:cubicBezTo>
                  <a:cubicBezTo>
                    <a:pt x="382" y="99"/>
                    <a:pt x="382" y="99"/>
                    <a:pt x="382" y="99"/>
                  </a:cubicBezTo>
                  <a:cubicBezTo>
                    <a:pt x="378" y="97"/>
                    <a:pt x="378" y="97"/>
                    <a:pt x="378" y="97"/>
                  </a:cubicBezTo>
                  <a:lnTo>
                    <a:pt x="411" y="89"/>
                  </a:lnTo>
                  <a:close/>
                  <a:moveTo>
                    <a:pt x="431" y="95"/>
                  </a:moveTo>
                  <a:cubicBezTo>
                    <a:pt x="403" y="130"/>
                    <a:pt x="403" y="130"/>
                    <a:pt x="403" y="130"/>
                  </a:cubicBezTo>
                  <a:cubicBezTo>
                    <a:pt x="400" y="127"/>
                    <a:pt x="400" y="127"/>
                    <a:pt x="400" y="127"/>
                  </a:cubicBezTo>
                  <a:cubicBezTo>
                    <a:pt x="428" y="91"/>
                    <a:pt x="428" y="91"/>
                    <a:pt x="428" y="91"/>
                  </a:cubicBezTo>
                  <a:lnTo>
                    <a:pt x="431" y="95"/>
                  </a:lnTo>
                  <a:close/>
                  <a:moveTo>
                    <a:pt x="447" y="98"/>
                  </a:moveTo>
                  <a:cubicBezTo>
                    <a:pt x="432" y="144"/>
                    <a:pt x="432" y="144"/>
                    <a:pt x="432" y="144"/>
                  </a:cubicBezTo>
                  <a:cubicBezTo>
                    <a:pt x="430" y="143"/>
                    <a:pt x="430" y="143"/>
                    <a:pt x="430" y="143"/>
                  </a:cubicBezTo>
                  <a:cubicBezTo>
                    <a:pt x="445" y="96"/>
                    <a:pt x="445" y="96"/>
                    <a:pt x="445" y="96"/>
                  </a:cubicBezTo>
                  <a:lnTo>
                    <a:pt x="447" y="98"/>
                  </a:lnTo>
                  <a:close/>
                  <a:moveTo>
                    <a:pt x="461" y="95"/>
                  </a:moveTo>
                  <a:cubicBezTo>
                    <a:pt x="463" y="95"/>
                    <a:pt x="463" y="95"/>
                    <a:pt x="463" y="95"/>
                  </a:cubicBezTo>
                  <a:cubicBezTo>
                    <a:pt x="463" y="155"/>
                    <a:pt x="463" y="155"/>
                    <a:pt x="463" y="155"/>
                  </a:cubicBezTo>
                  <a:cubicBezTo>
                    <a:pt x="461" y="155"/>
                    <a:pt x="461" y="155"/>
                    <a:pt x="461" y="155"/>
                  </a:cubicBezTo>
                  <a:lnTo>
                    <a:pt x="461" y="95"/>
                  </a:lnTo>
                  <a:close/>
                  <a:moveTo>
                    <a:pt x="207" y="286"/>
                  </a:moveTo>
                  <a:cubicBezTo>
                    <a:pt x="217" y="286"/>
                    <a:pt x="217" y="286"/>
                    <a:pt x="217" y="286"/>
                  </a:cubicBezTo>
                  <a:cubicBezTo>
                    <a:pt x="217" y="307"/>
                    <a:pt x="217" y="307"/>
                    <a:pt x="217" y="307"/>
                  </a:cubicBezTo>
                  <a:cubicBezTo>
                    <a:pt x="207" y="307"/>
                    <a:pt x="207" y="307"/>
                    <a:pt x="207" y="307"/>
                  </a:cubicBezTo>
                  <a:lnTo>
                    <a:pt x="207" y="286"/>
                  </a:lnTo>
                  <a:close/>
                  <a:moveTo>
                    <a:pt x="222" y="279"/>
                  </a:moveTo>
                  <a:cubicBezTo>
                    <a:pt x="226" y="276"/>
                    <a:pt x="226" y="276"/>
                    <a:pt x="226" y="276"/>
                  </a:cubicBezTo>
                  <a:cubicBezTo>
                    <a:pt x="226" y="311"/>
                    <a:pt x="226" y="311"/>
                    <a:pt x="226" y="311"/>
                  </a:cubicBezTo>
                  <a:cubicBezTo>
                    <a:pt x="222" y="309"/>
                    <a:pt x="222" y="309"/>
                    <a:pt x="222" y="309"/>
                  </a:cubicBezTo>
                  <a:lnTo>
                    <a:pt x="222" y="279"/>
                  </a:lnTo>
                  <a:close/>
                  <a:moveTo>
                    <a:pt x="345" y="260"/>
                  </a:moveTo>
                  <a:cubicBezTo>
                    <a:pt x="345" y="236"/>
                    <a:pt x="345" y="236"/>
                    <a:pt x="345" y="236"/>
                  </a:cubicBezTo>
                  <a:cubicBezTo>
                    <a:pt x="348" y="236"/>
                    <a:pt x="348" y="236"/>
                    <a:pt x="348" y="236"/>
                  </a:cubicBezTo>
                  <a:cubicBezTo>
                    <a:pt x="350" y="257"/>
                    <a:pt x="350" y="257"/>
                    <a:pt x="350" y="257"/>
                  </a:cubicBezTo>
                  <a:cubicBezTo>
                    <a:pt x="365" y="285"/>
                    <a:pt x="365" y="285"/>
                    <a:pt x="365" y="285"/>
                  </a:cubicBezTo>
                  <a:lnTo>
                    <a:pt x="345" y="260"/>
                  </a:lnTo>
                  <a:close/>
                  <a:moveTo>
                    <a:pt x="397" y="192"/>
                  </a:moveTo>
                  <a:cubicBezTo>
                    <a:pt x="397" y="182"/>
                    <a:pt x="397" y="182"/>
                    <a:pt x="397" y="182"/>
                  </a:cubicBezTo>
                  <a:cubicBezTo>
                    <a:pt x="401" y="182"/>
                    <a:pt x="401" y="182"/>
                    <a:pt x="401" y="182"/>
                  </a:cubicBezTo>
                  <a:cubicBezTo>
                    <a:pt x="409" y="190"/>
                    <a:pt x="409" y="190"/>
                    <a:pt x="409" y="190"/>
                  </a:cubicBezTo>
                  <a:cubicBezTo>
                    <a:pt x="407" y="204"/>
                    <a:pt x="407" y="204"/>
                    <a:pt x="407" y="204"/>
                  </a:cubicBezTo>
                  <a:cubicBezTo>
                    <a:pt x="398" y="210"/>
                    <a:pt x="398" y="210"/>
                    <a:pt x="398" y="210"/>
                  </a:cubicBezTo>
                  <a:cubicBezTo>
                    <a:pt x="395" y="210"/>
                    <a:pt x="395" y="210"/>
                    <a:pt x="395" y="210"/>
                  </a:cubicBezTo>
                  <a:cubicBezTo>
                    <a:pt x="395" y="203"/>
                    <a:pt x="395" y="203"/>
                    <a:pt x="395" y="203"/>
                  </a:cubicBezTo>
                  <a:cubicBezTo>
                    <a:pt x="400" y="203"/>
                    <a:pt x="400" y="203"/>
                    <a:pt x="400" y="203"/>
                  </a:cubicBezTo>
                  <a:cubicBezTo>
                    <a:pt x="400" y="201"/>
                    <a:pt x="400" y="201"/>
                    <a:pt x="400" y="201"/>
                  </a:cubicBezTo>
                  <a:cubicBezTo>
                    <a:pt x="395" y="201"/>
                    <a:pt x="395" y="201"/>
                    <a:pt x="395" y="201"/>
                  </a:cubicBezTo>
                  <a:cubicBezTo>
                    <a:pt x="395" y="192"/>
                    <a:pt x="395" y="192"/>
                    <a:pt x="395" y="192"/>
                  </a:cubicBezTo>
                  <a:lnTo>
                    <a:pt x="397" y="192"/>
                  </a:lnTo>
                  <a:close/>
                  <a:moveTo>
                    <a:pt x="407" y="219"/>
                  </a:moveTo>
                  <a:cubicBezTo>
                    <a:pt x="401" y="219"/>
                    <a:pt x="401" y="219"/>
                    <a:pt x="401" y="219"/>
                  </a:cubicBezTo>
                  <a:cubicBezTo>
                    <a:pt x="401" y="212"/>
                    <a:pt x="401" y="212"/>
                    <a:pt x="401" y="212"/>
                  </a:cubicBezTo>
                  <a:cubicBezTo>
                    <a:pt x="412" y="206"/>
                    <a:pt x="412" y="206"/>
                    <a:pt x="412" y="206"/>
                  </a:cubicBezTo>
                  <a:lnTo>
                    <a:pt x="407" y="219"/>
                  </a:lnTo>
                  <a:close/>
                  <a:moveTo>
                    <a:pt x="413" y="497"/>
                  </a:moveTo>
                  <a:cubicBezTo>
                    <a:pt x="426" y="428"/>
                    <a:pt x="426" y="428"/>
                    <a:pt x="426" y="428"/>
                  </a:cubicBezTo>
                  <a:cubicBezTo>
                    <a:pt x="423" y="403"/>
                    <a:pt x="423" y="403"/>
                    <a:pt x="423" y="403"/>
                  </a:cubicBezTo>
                  <a:cubicBezTo>
                    <a:pt x="412" y="451"/>
                    <a:pt x="412" y="451"/>
                    <a:pt x="412" y="451"/>
                  </a:cubicBezTo>
                  <a:cubicBezTo>
                    <a:pt x="406" y="451"/>
                    <a:pt x="406" y="451"/>
                    <a:pt x="406" y="451"/>
                  </a:cubicBezTo>
                  <a:cubicBezTo>
                    <a:pt x="406" y="408"/>
                    <a:pt x="406" y="408"/>
                    <a:pt x="406" y="408"/>
                  </a:cubicBezTo>
                  <a:cubicBezTo>
                    <a:pt x="424" y="395"/>
                    <a:pt x="424" y="395"/>
                    <a:pt x="424" y="395"/>
                  </a:cubicBezTo>
                  <a:cubicBezTo>
                    <a:pt x="433" y="320"/>
                    <a:pt x="433" y="320"/>
                    <a:pt x="433" y="320"/>
                  </a:cubicBezTo>
                  <a:cubicBezTo>
                    <a:pt x="398" y="400"/>
                    <a:pt x="398" y="400"/>
                    <a:pt x="398" y="400"/>
                  </a:cubicBezTo>
                  <a:cubicBezTo>
                    <a:pt x="395" y="400"/>
                    <a:pt x="395" y="400"/>
                    <a:pt x="395" y="400"/>
                  </a:cubicBezTo>
                  <a:cubicBezTo>
                    <a:pt x="395" y="351"/>
                    <a:pt x="395" y="351"/>
                    <a:pt x="395" y="351"/>
                  </a:cubicBezTo>
                  <a:cubicBezTo>
                    <a:pt x="406" y="320"/>
                    <a:pt x="406" y="320"/>
                    <a:pt x="406" y="320"/>
                  </a:cubicBezTo>
                  <a:cubicBezTo>
                    <a:pt x="385" y="302"/>
                    <a:pt x="385" y="302"/>
                    <a:pt x="385" y="302"/>
                  </a:cubicBezTo>
                  <a:cubicBezTo>
                    <a:pt x="406" y="280"/>
                    <a:pt x="406" y="280"/>
                    <a:pt x="406" y="280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04" y="301"/>
                    <a:pt x="404" y="301"/>
                    <a:pt x="404" y="301"/>
                  </a:cubicBezTo>
                  <a:cubicBezTo>
                    <a:pt x="425" y="319"/>
                    <a:pt x="425" y="319"/>
                    <a:pt x="425" y="319"/>
                  </a:cubicBezTo>
                  <a:cubicBezTo>
                    <a:pt x="456" y="296"/>
                    <a:pt x="456" y="296"/>
                    <a:pt x="456" y="296"/>
                  </a:cubicBezTo>
                  <a:cubicBezTo>
                    <a:pt x="478" y="218"/>
                    <a:pt x="478" y="218"/>
                    <a:pt x="478" y="218"/>
                  </a:cubicBezTo>
                  <a:cubicBezTo>
                    <a:pt x="469" y="184"/>
                    <a:pt x="469" y="184"/>
                    <a:pt x="469" y="184"/>
                  </a:cubicBezTo>
                  <a:cubicBezTo>
                    <a:pt x="482" y="173"/>
                    <a:pt x="482" y="173"/>
                    <a:pt x="482" y="173"/>
                  </a:cubicBezTo>
                  <a:cubicBezTo>
                    <a:pt x="486" y="167"/>
                    <a:pt x="486" y="167"/>
                    <a:pt x="486" y="167"/>
                  </a:cubicBezTo>
                  <a:cubicBezTo>
                    <a:pt x="485" y="167"/>
                    <a:pt x="485" y="167"/>
                    <a:pt x="485" y="167"/>
                  </a:cubicBezTo>
                  <a:cubicBezTo>
                    <a:pt x="485" y="167"/>
                    <a:pt x="485" y="167"/>
                    <a:pt x="485" y="167"/>
                  </a:cubicBezTo>
                  <a:cubicBezTo>
                    <a:pt x="462" y="176"/>
                    <a:pt x="462" y="176"/>
                    <a:pt x="462" y="176"/>
                  </a:cubicBezTo>
                  <a:cubicBezTo>
                    <a:pt x="457" y="226"/>
                    <a:pt x="457" y="226"/>
                    <a:pt x="457" y="226"/>
                  </a:cubicBezTo>
                  <a:cubicBezTo>
                    <a:pt x="417" y="228"/>
                    <a:pt x="417" y="228"/>
                    <a:pt x="417" y="228"/>
                  </a:cubicBezTo>
                  <a:cubicBezTo>
                    <a:pt x="460" y="233"/>
                    <a:pt x="460" y="233"/>
                    <a:pt x="460" y="233"/>
                  </a:cubicBezTo>
                  <a:cubicBezTo>
                    <a:pt x="416" y="240"/>
                    <a:pt x="416" y="240"/>
                    <a:pt x="416" y="240"/>
                  </a:cubicBezTo>
                  <a:cubicBezTo>
                    <a:pt x="421" y="255"/>
                    <a:pt x="421" y="255"/>
                    <a:pt x="421" y="255"/>
                  </a:cubicBezTo>
                  <a:cubicBezTo>
                    <a:pt x="413" y="265"/>
                    <a:pt x="413" y="265"/>
                    <a:pt x="413" y="265"/>
                  </a:cubicBezTo>
                  <a:cubicBezTo>
                    <a:pt x="394" y="257"/>
                    <a:pt x="394" y="257"/>
                    <a:pt x="394" y="257"/>
                  </a:cubicBezTo>
                  <a:cubicBezTo>
                    <a:pt x="377" y="266"/>
                    <a:pt x="377" y="266"/>
                    <a:pt x="377" y="266"/>
                  </a:cubicBezTo>
                  <a:cubicBezTo>
                    <a:pt x="368" y="256"/>
                    <a:pt x="368" y="256"/>
                    <a:pt x="368" y="256"/>
                  </a:cubicBezTo>
                  <a:cubicBezTo>
                    <a:pt x="379" y="222"/>
                    <a:pt x="379" y="222"/>
                    <a:pt x="379" y="222"/>
                  </a:cubicBezTo>
                  <a:cubicBezTo>
                    <a:pt x="384" y="222"/>
                    <a:pt x="384" y="222"/>
                    <a:pt x="384" y="222"/>
                  </a:cubicBezTo>
                  <a:cubicBezTo>
                    <a:pt x="387" y="251"/>
                    <a:pt x="387" y="251"/>
                    <a:pt x="387" y="251"/>
                  </a:cubicBezTo>
                  <a:cubicBezTo>
                    <a:pt x="394" y="230"/>
                    <a:pt x="394" y="230"/>
                    <a:pt x="394" y="230"/>
                  </a:cubicBezTo>
                  <a:cubicBezTo>
                    <a:pt x="411" y="231"/>
                    <a:pt x="411" y="231"/>
                    <a:pt x="411" y="231"/>
                  </a:cubicBezTo>
                  <a:cubicBezTo>
                    <a:pt x="404" y="228"/>
                    <a:pt x="404" y="228"/>
                    <a:pt x="404" y="228"/>
                  </a:cubicBezTo>
                  <a:cubicBezTo>
                    <a:pt x="415" y="227"/>
                    <a:pt x="415" y="227"/>
                    <a:pt x="415" y="227"/>
                  </a:cubicBezTo>
                  <a:cubicBezTo>
                    <a:pt x="412" y="220"/>
                    <a:pt x="412" y="220"/>
                    <a:pt x="412" y="220"/>
                  </a:cubicBezTo>
                  <a:cubicBezTo>
                    <a:pt x="418" y="210"/>
                    <a:pt x="418" y="210"/>
                    <a:pt x="418" y="210"/>
                  </a:cubicBezTo>
                  <a:cubicBezTo>
                    <a:pt x="421" y="188"/>
                    <a:pt x="421" y="188"/>
                    <a:pt x="421" y="188"/>
                  </a:cubicBezTo>
                  <a:cubicBezTo>
                    <a:pt x="406" y="175"/>
                    <a:pt x="406" y="175"/>
                    <a:pt x="406" y="175"/>
                  </a:cubicBezTo>
                  <a:cubicBezTo>
                    <a:pt x="394" y="176"/>
                    <a:pt x="394" y="176"/>
                    <a:pt x="394" y="176"/>
                  </a:cubicBezTo>
                  <a:cubicBezTo>
                    <a:pt x="384" y="184"/>
                    <a:pt x="384" y="184"/>
                    <a:pt x="384" y="184"/>
                  </a:cubicBezTo>
                  <a:cubicBezTo>
                    <a:pt x="381" y="122"/>
                    <a:pt x="381" y="122"/>
                    <a:pt x="381" y="122"/>
                  </a:cubicBezTo>
                  <a:cubicBezTo>
                    <a:pt x="378" y="118"/>
                    <a:pt x="378" y="118"/>
                    <a:pt x="378" y="118"/>
                  </a:cubicBezTo>
                  <a:cubicBezTo>
                    <a:pt x="375" y="221"/>
                    <a:pt x="375" y="221"/>
                    <a:pt x="375" y="221"/>
                  </a:cubicBezTo>
                  <a:cubicBezTo>
                    <a:pt x="367" y="233"/>
                    <a:pt x="367" y="233"/>
                    <a:pt x="367" y="233"/>
                  </a:cubicBezTo>
                  <a:cubicBezTo>
                    <a:pt x="367" y="233"/>
                    <a:pt x="366" y="232"/>
                    <a:pt x="364" y="225"/>
                  </a:cubicBezTo>
                  <a:cubicBezTo>
                    <a:pt x="362" y="218"/>
                    <a:pt x="365" y="200"/>
                    <a:pt x="365" y="200"/>
                  </a:cubicBezTo>
                  <a:cubicBezTo>
                    <a:pt x="373" y="120"/>
                    <a:pt x="373" y="120"/>
                    <a:pt x="373" y="120"/>
                  </a:cubicBezTo>
                  <a:cubicBezTo>
                    <a:pt x="367" y="127"/>
                    <a:pt x="367" y="127"/>
                    <a:pt x="367" y="127"/>
                  </a:cubicBezTo>
                  <a:cubicBezTo>
                    <a:pt x="363" y="176"/>
                    <a:pt x="363" y="176"/>
                    <a:pt x="363" y="176"/>
                  </a:cubicBezTo>
                  <a:cubicBezTo>
                    <a:pt x="345" y="189"/>
                    <a:pt x="345" y="189"/>
                    <a:pt x="345" y="189"/>
                  </a:cubicBezTo>
                  <a:cubicBezTo>
                    <a:pt x="340" y="215"/>
                    <a:pt x="340" y="215"/>
                    <a:pt x="340" y="215"/>
                  </a:cubicBezTo>
                  <a:cubicBezTo>
                    <a:pt x="347" y="195"/>
                    <a:pt x="347" y="195"/>
                    <a:pt x="347" y="195"/>
                  </a:cubicBezTo>
                  <a:cubicBezTo>
                    <a:pt x="361" y="188"/>
                    <a:pt x="361" y="188"/>
                    <a:pt x="361" y="188"/>
                  </a:cubicBezTo>
                  <a:cubicBezTo>
                    <a:pt x="359" y="201"/>
                    <a:pt x="359" y="201"/>
                    <a:pt x="359" y="201"/>
                  </a:cubicBezTo>
                  <a:cubicBezTo>
                    <a:pt x="350" y="207"/>
                    <a:pt x="350" y="207"/>
                    <a:pt x="350" y="207"/>
                  </a:cubicBezTo>
                  <a:cubicBezTo>
                    <a:pt x="332" y="230"/>
                    <a:pt x="332" y="230"/>
                    <a:pt x="332" y="230"/>
                  </a:cubicBezTo>
                  <a:cubicBezTo>
                    <a:pt x="330" y="270"/>
                    <a:pt x="330" y="270"/>
                    <a:pt x="330" y="270"/>
                  </a:cubicBezTo>
                  <a:cubicBezTo>
                    <a:pt x="370" y="304"/>
                    <a:pt x="370" y="304"/>
                    <a:pt x="370" y="304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394" y="351"/>
                    <a:pt x="394" y="351"/>
                    <a:pt x="394" y="351"/>
                  </a:cubicBezTo>
                  <a:cubicBezTo>
                    <a:pt x="387" y="356"/>
                    <a:pt x="387" y="356"/>
                    <a:pt x="387" y="356"/>
                  </a:cubicBezTo>
                  <a:cubicBezTo>
                    <a:pt x="350" y="337"/>
                    <a:pt x="350" y="337"/>
                    <a:pt x="350" y="337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290" y="318"/>
                    <a:pt x="290" y="318"/>
                    <a:pt x="290" y="318"/>
                  </a:cubicBezTo>
                  <a:cubicBezTo>
                    <a:pt x="253" y="336"/>
                    <a:pt x="253" y="336"/>
                    <a:pt x="253" y="336"/>
                  </a:cubicBezTo>
                  <a:cubicBezTo>
                    <a:pt x="253" y="350"/>
                    <a:pt x="253" y="350"/>
                    <a:pt x="253" y="350"/>
                  </a:cubicBezTo>
                  <a:cubicBezTo>
                    <a:pt x="253" y="367"/>
                    <a:pt x="253" y="367"/>
                    <a:pt x="253" y="367"/>
                  </a:cubicBezTo>
                  <a:cubicBezTo>
                    <a:pt x="229" y="367"/>
                    <a:pt x="229" y="367"/>
                    <a:pt x="229" y="367"/>
                  </a:cubicBezTo>
                  <a:cubicBezTo>
                    <a:pt x="220" y="351"/>
                    <a:pt x="220" y="351"/>
                    <a:pt x="220" y="351"/>
                  </a:cubicBezTo>
                  <a:cubicBezTo>
                    <a:pt x="207" y="351"/>
                    <a:pt x="207" y="351"/>
                    <a:pt x="207" y="351"/>
                  </a:cubicBezTo>
                  <a:cubicBezTo>
                    <a:pt x="207" y="326"/>
                    <a:pt x="207" y="326"/>
                    <a:pt x="207" y="326"/>
                  </a:cubicBezTo>
                  <a:cubicBezTo>
                    <a:pt x="227" y="326"/>
                    <a:pt x="227" y="326"/>
                    <a:pt x="227" y="326"/>
                  </a:cubicBezTo>
                  <a:cubicBezTo>
                    <a:pt x="227" y="326"/>
                    <a:pt x="227" y="326"/>
                    <a:pt x="227" y="326"/>
                  </a:cubicBezTo>
                  <a:cubicBezTo>
                    <a:pt x="232" y="326"/>
                    <a:pt x="235" y="323"/>
                    <a:pt x="235" y="318"/>
                  </a:cubicBezTo>
                  <a:cubicBezTo>
                    <a:pt x="235" y="318"/>
                    <a:pt x="235" y="318"/>
                    <a:pt x="235" y="318"/>
                  </a:cubicBezTo>
                  <a:cubicBezTo>
                    <a:pt x="235" y="315"/>
                    <a:pt x="235" y="315"/>
                    <a:pt x="235" y="315"/>
                  </a:cubicBezTo>
                  <a:cubicBezTo>
                    <a:pt x="236" y="315"/>
                    <a:pt x="236" y="315"/>
                    <a:pt x="236" y="315"/>
                  </a:cubicBezTo>
                  <a:cubicBezTo>
                    <a:pt x="236" y="286"/>
                    <a:pt x="236" y="286"/>
                    <a:pt x="236" y="286"/>
                  </a:cubicBezTo>
                  <a:cubicBezTo>
                    <a:pt x="236" y="286"/>
                    <a:pt x="236" y="286"/>
                    <a:pt x="236" y="286"/>
                  </a:cubicBezTo>
                  <a:cubicBezTo>
                    <a:pt x="236" y="275"/>
                    <a:pt x="236" y="275"/>
                    <a:pt x="236" y="275"/>
                  </a:cubicBezTo>
                  <a:cubicBezTo>
                    <a:pt x="236" y="275"/>
                    <a:pt x="236" y="275"/>
                    <a:pt x="236" y="274"/>
                  </a:cubicBezTo>
                  <a:cubicBezTo>
                    <a:pt x="236" y="270"/>
                    <a:pt x="232" y="266"/>
                    <a:pt x="228" y="266"/>
                  </a:cubicBezTo>
                  <a:cubicBezTo>
                    <a:pt x="227" y="266"/>
                    <a:pt x="227" y="266"/>
                    <a:pt x="227" y="266"/>
                  </a:cubicBezTo>
                  <a:cubicBezTo>
                    <a:pt x="207" y="266"/>
                    <a:pt x="207" y="266"/>
                    <a:pt x="207" y="266"/>
                  </a:cubicBezTo>
                  <a:cubicBezTo>
                    <a:pt x="207" y="171"/>
                    <a:pt x="207" y="171"/>
                    <a:pt x="207" y="171"/>
                  </a:cubicBezTo>
                  <a:cubicBezTo>
                    <a:pt x="205" y="171"/>
                    <a:pt x="205" y="171"/>
                    <a:pt x="205" y="171"/>
                  </a:cubicBezTo>
                  <a:cubicBezTo>
                    <a:pt x="205" y="138"/>
                    <a:pt x="205" y="138"/>
                    <a:pt x="205" y="138"/>
                  </a:cubicBezTo>
                  <a:cubicBezTo>
                    <a:pt x="206" y="137"/>
                    <a:pt x="208" y="137"/>
                    <a:pt x="209" y="137"/>
                  </a:cubicBezTo>
                  <a:cubicBezTo>
                    <a:pt x="221" y="168"/>
                    <a:pt x="221" y="168"/>
                    <a:pt x="221" y="168"/>
                  </a:cubicBezTo>
                  <a:cubicBezTo>
                    <a:pt x="219" y="169"/>
                    <a:pt x="219" y="169"/>
                    <a:pt x="219" y="169"/>
                  </a:cubicBezTo>
                  <a:cubicBezTo>
                    <a:pt x="219" y="169"/>
                    <a:pt x="219" y="169"/>
                    <a:pt x="219" y="169"/>
                  </a:cubicBezTo>
                  <a:cubicBezTo>
                    <a:pt x="220" y="173"/>
                    <a:pt x="220" y="173"/>
                    <a:pt x="220" y="17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37" y="162"/>
                    <a:pt x="237" y="162"/>
                    <a:pt x="237" y="162"/>
                  </a:cubicBezTo>
                  <a:cubicBezTo>
                    <a:pt x="235" y="163"/>
                    <a:pt x="235" y="163"/>
                    <a:pt x="235" y="163"/>
                  </a:cubicBezTo>
                  <a:cubicBezTo>
                    <a:pt x="223" y="131"/>
                    <a:pt x="223" y="131"/>
                    <a:pt x="223" y="131"/>
                  </a:cubicBezTo>
                  <a:cubicBezTo>
                    <a:pt x="224" y="130"/>
                    <a:pt x="225" y="129"/>
                    <a:pt x="226" y="129"/>
                  </a:cubicBezTo>
                  <a:cubicBezTo>
                    <a:pt x="250" y="153"/>
                    <a:pt x="250" y="153"/>
                    <a:pt x="250" y="153"/>
                  </a:cubicBezTo>
                  <a:cubicBezTo>
                    <a:pt x="249" y="155"/>
                    <a:pt x="249" y="155"/>
                    <a:pt x="249" y="155"/>
                  </a:cubicBezTo>
                  <a:cubicBezTo>
                    <a:pt x="249" y="155"/>
                    <a:pt x="249" y="155"/>
                    <a:pt x="249" y="155"/>
                  </a:cubicBezTo>
                  <a:cubicBezTo>
                    <a:pt x="252" y="158"/>
                    <a:pt x="252" y="158"/>
                    <a:pt x="252" y="158"/>
                  </a:cubicBezTo>
                  <a:cubicBezTo>
                    <a:pt x="265" y="144"/>
                    <a:pt x="265" y="144"/>
                    <a:pt x="265" y="144"/>
                  </a:cubicBezTo>
                  <a:cubicBezTo>
                    <a:pt x="262" y="141"/>
                    <a:pt x="262" y="141"/>
                    <a:pt x="262" y="141"/>
                  </a:cubicBezTo>
                  <a:cubicBezTo>
                    <a:pt x="261" y="142"/>
                    <a:pt x="261" y="142"/>
                    <a:pt x="261" y="142"/>
                  </a:cubicBezTo>
                  <a:cubicBezTo>
                    <a:pt x="236" y="118"/>
                    <a:pt x="236" y="118"/>
                    <a:pt x="236" y="118"/>
                  </a:cubicBezTo>
                  <a:cubicBezTo>
                    <a:pt x="237" y="117"/>
                    <a:pt x="237" y="116"/>
                    <a:pt x="238" y="115"/>
                  </a:cubicBezTo>
                  <a:cubicBezTo>
                    <a:pt x="271" y="128"/>
                    <a:pt x="271" y="128"/>
                    <a:pt x="271" y="128"/>
                  </a:cubicBezTo>
                  <a:cubicBezTo>
                    <a:pt x="270" y="130"/>
                    <a:pt x="270" y="130"/>
                    <a:pt x="270" y="130"/>
                  </a:cubicBezTo>
                  <a:cubicBezTo>
                    <a:pt x="270" y="130"/>
                    <a:pt x="270" y="130"/>
                    <a:pt x="270" y="130"/>
                  </a:cubicBezTo>
                  <a:cubicBezTo>
                    <a:pt x="274" y="132"/>
                    <a:pt x="274" y="132"/>
                    <a:pt x="274" y="132"/>
                  </a:cubicBezTo>
                  <a:cubicBezTo>
                    <a:pt x="281" y="114"/>
                    <a:pt x="281" y="114"/>
                    <a:pt x="281" y="114"/>
                  </a:cubicBezTo>
                  <a:cubicBezTo>
                    <a:pt x="277" y="112"/>
                    <a:pt x="277" y="112"/>
                    <a:pt x="277" y="112"/>
                  </a:cubicBezTo>
                  <a:cubicBezTo>
                    <a:pt x="277" y="114"/>
                    <a:pt x="277" y="114"/>
                    <a:pt x="277" y="114"/>
                  </a:cubicBezTo>
                  <a:cubicBezTo>
                    <a:pt x="244" y="101"/>
                    <a:pt x="244" y="101"/>
                    <a:pt x="244" y="101"/>
                  </a:cubicBezTo>
                  <a:cubicBezTo>
                    <a:pt x="244" y="100"/>
                    <a:pt x="244" y="99"/>
                    <a:pt x="244" y="98"/>
                  </a:cubicBezTo>
                  <a:cubicBezTo>
                    <a:pt x="279" y="98"/>
                    <a:pt x="279" y="98"/>
                    <a:pt x="279" y="98"/>
                  </a:cubicBezTo>
                  <a:cubicBezTo>
                    <a:pt x="279" y="100"/>
                    <a:pt x="279" y="100"/>
                    <a:pt x="279" y="100"/>
                  </a:cubicBezTo>
                  <a:cubicBezTo>
                    <a:pt x="368" y="100"/>
                    <a:pt x="368" y="100"/>
                    <a:pt x="368" y="100"/>
                  </a:cubicBezTo>
                  <a:cubicBezTo>
                    <a:pt x="369" y="101"/>
                    <a:pt x="369" y="103"/>
                    <a:pt x="370" y="105"/>
                  </a:cubicBezTo>
                  <a:cubicBezTo>
                    <a:pt x="371" y="109"/>
                    <a:pt x="374" y="112"/>
                    <a:pt x="375" y="112"/>
                  </a:cubicBezTo>
                  <a:cubicBezTo>
                    <a:pt x="375" y="112"/>
                    <a:pt x="375" y="112"/>
                    <a:pt x="375" y="112"/>
                  </a:cubicBezTo>
                  <a:cubicBezTo>
                    <a:pt x="375" y="112"/>
                    <a:pt x="375" y="112"/>
                    <a:pt x="375" y="112"/>
                  </a:cubicBezTo>
                  <a:cubicBezTo>
                    <a:pt x="406" y="100"/>
                    <a:pt x="406" y="100"/>
                    <a:pt x="406" y="100"/>
                  </a:cubicBezTo>
                  <a:cubicBezTo>
                    <a:pt x="416" y="100"/>
                    <a:pt x="416" y="100"/>
                    <a:pt x="416" y="10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3" y="131"/>
                    <a:pt x="395" y="134"/>
                    <a:pt x="399" y="136"/>
                  </a:cubicBezTo>
                  <a:cubicBezTo>
                    <a:pt x="403" y="139"/>
                    <a:pt x="406" y="140"/>
                    <a:pt x="407" y="139"/>
                  </a:cubicBezTo>
                  <a:cubicBezTo>
                    <a:pt x="407" y="139"/>
                    <a:pt x="407" y="139"/>
                    <a:pt x="407" y="139"/>
                  </a:cubicBezTo>
                  <a:cubicBezTo>
                    <a:pt x="438" y="100"/>
                    <a:pt x="438" y="100"/>
                    <a:pt x="438" y="100"/>
                  </a:cubicBezTo>
                  <a:cubicBezTo>
                    <a:pt x="439" y="100"/>
                    <a:pt x="439" y="100"/>
                    <a:pt x="439" y="100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2" y="149"/>
                    <a:pt x="426" y="151"/>
                    <a:pt x="430" y="153"/>
                  </a:cubicBezTo>
                  <a:cubicBezTo>
                    <a:pt x="434" y="154"/>
                    <a:pt x="438" y="155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57" y="100"/>
                    <a:pt x="457" y="100"/>
                    <a:pt x="457" y="100"/>
                  </a:cubicBezTo>
                  <a:cubicBezTo>
                    <a:pt x="457" y="100"/>
                    <a:pt x="457" y="100"/>
                    <a:pt x="457" y="100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60"/>
                    <a:pt x="461" y="161"/>
                    <a:pt x="466" y="161"/>
                  </a:cubicBezTo>
                  <a:cubicBezTo>
                    <a:pt x="471" y="161"/>
                    <a:pt x="474" y="160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00"/>
                    <a:pt x="475" y="100"/>
                    <a:pt x="475" y="100"/>
                  </a:cubicBezTo>
                  <a:cubicBezTo>
                    <a:pt x="481" y="100"/>
                    <a:pt x="481" y="100"/>
                    <a:pt x="481" y="100"/>
                  </a:cubicBezTo>
                  <a:cubicBezTo>
                    <a:pt x="481" y="88"/>
                    <a:pt x="481" y="88"/>
                    <a:pt x="481" y="88"/>
                  </a:cubicBezTo>
                  <a:cubicBezTo>
                    <a:pt x="412" y="88"/>
                    <a:pt x="412" y="88"/>
                    <a:pt x="412" y="88"/>
                  </a:cubicBezTo>
                  <a:cubicBezTo>
                    <a:pt x="412" y="84"/>
                    <a:pt x="412" y="84"/>
                    <a:pt x="412" y="84"/>
                  </a:cubicBezTo>
                  <a:cubicBezTo>
                    <a:pt x="481" y="84"/>
                    <a:pt x="481" y="84"/>
                    <a:pt x="481" y="84"/>
                  </a:cubicBezTo>
                  <a:cubicBezTo>
                    <a:pt x="481" y="80"/>
                    <a:pt x="481" y="80"/>
                    <a:pt x="481" y="80"/>
                  </a:cubicBezTo>
                  <a:cubicBezTo>
                    <a:pt x="456" y="80"/>
                    <a:pt x="456" y="80"/>
                    <a:pt x="456" y="80"/>
                  </a:cubicBezTo>
                  <a:cubicBezTo>
                    <a:pt x="456" y="80"/>
                    <a:pt x="456" y="80"/>
                    <a:pt x="456" y="80"/>
                  </a:cubicBezTo>
                  <a:cubicBezTo>
                    <a:pt x="411" y="80"/>
                    <a:pt x="411" y="80"/>
                    <a:pt x="411" y="80"/>
                  </a:cubicBezTo>
                  <a:cubicBezTo>
                    <a:pt x="404" y="79"/>
                    <a:pt x="386" y="75"/>
                    <a:pt x="374" y="63"/>
                  </a:cubicBezTo>
                  <a:cubicBezTo>
                    <a:pt x="357" y="46"/>
                    <a:pt x="357" y="34"/>
                    <a:pt x="357" y="34"/>
                  </a:cubicBezTo>
                  <a:cubicBezTo>
                    <a:pt x="354" y="34"/>
                    <a:pt x="354" y="34"/>
                    <a:pt x="354" y="34"/>
                  </a:cubicBezTo>
                  <a:cubicBezTo>
                    <a:pt x="354" y="80"/>
                    <a:pt x="354" y="80"/>
                    <a:pt x="354" y="80"/>
                  </a:cubicBezTo>
                  <a:cubicBezTo>
                    <a:pt x="350" y="80"/>
                    <a:pt x="350" y="80"/>
                    <a:pt x="350" y="80"/>
                  </a:cubicBezTo>
                  <a:cubicBezTo>
                    <a:pt x="350" y="34"/>
                    <a:pt x="350" y="34"/>
                    <a:pt x="350" y="34"/>
                  </a:cubicBezTo>
                  <a:cubicBezTo>
                    <a:pt x="344" y="34"/>
                    <a:pt x="344" y="34"/>
                    <a:pt x="344" y="34"/>
                  </a:cubicBezTo>
                  <a:cubicBezTo>
                    <a:pt x="344" y="80"/>
                    <a:pt x="344" y="80"/>
                    <a:pt x="344" y="80"/>
                  </a:cubicBezTo>
                  <a:cubicBezTo>
                    <a:pt x="279" y="80"/>
                    <a:pt x="279" y="80"/>
                    <a:pt x="279" y="80"/>
                  </a:cubicBezTo>
                  <a:cubicBezTo>
                    <a:pt x="279" y="82"/>
                    <a:pt x="279" y="82"/>
                    <a:pt x="279" y="82"/>
                  </a:cubicBezTo>
                  <a:cubicBezTo>
                    <a:pt x="244" y="82"/>
                    <a:pt x="244" y="82"/>
                    <a:pt x="244" y="82"/>
                  </a:cubicBezTo>
                  <a:cubicBezTo>
                    <a:pt x="241" y="62"/>
                    <a:pt x="225" y="46"/>
                    <a:pt x="205" y="43"/>
                  </a:cubicBezTo>
                  <a:cubicBezTo>
                    <a:pt x="205" y="4"/>
                    <a:pt x="205" y="4"/>
                    <a:pt x="205" y="4"/>
                  </a:cubicBezTo>
                  <a:cubicBezTo>
                    <a:pt x="207" y="4"/>
                    <a:pt x="207" y="4"/>
                    <a:pt x="207" y="4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187" y="0"/>
                    <a:pt x="187" y="0"/>
                    <a:pt x="187" y="0"/>
                  </a:cubicBezTo>
                  <a:cubicBezTo>
                    <a:pt x="187" y="4"/>
                    <a:pt x="187" y="4"/>
                    <a:pt x="187" y="4"/>
                  </a:cubicBezTo>
                  <a:cubicBezTo>
                    <a:pt x="190" y="4"/>
                    <a:pt x="190" y="4"/>
                    <a:pt x="190" y="4"/>
                  </a:cubicBezTo>
                  <a:cubicBezTo>
                    <a:pt x="190" y="43"/>
                    <a:pt x="190" y="43"/>
                    <a:pt x="190" y="43"/>
                  </a:cubicBezTo>
                  <a:cubicBezTo>
                    <a:pt x="188" y="43"/>
                    <a:pt x="187" y="43"/>
                    <a:pt x="186" y="43"/>
                  </a:cubicBezTo>
                  <a:cubicBezTo>
                    <a:pt x="171" y="8"/>
                    <a:pt x="171" y="8"/>
                    <a:pt x="171" y="8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2" y="3"/>
                    <a:pt x="172" y="3"/>
                    <a:pt x="172" y="3"/>
                  </a:cubicBezTo>
                  <a:cubicBezTo>
                    <a:pt x="154" y="11"/>
                    <a:pt x="154" y="11"/>
                    <a:pt x="154" y="11"/>
                  </a:cubicBezTo>
                  <a:cubicBezTo>
                    <a:pt x="155" y="15"/>
                    <a:pt x="155" y="15"/>
                    <a:pt x="155" y="15"/>
                  </a:cubicBezTo>
                  <a:cubicBezTo>
                    <a:pt x="157" y="14"/>
                    <a:pt x="157" y="14"/>
                    <a:pt x="157" y="14"/>
                  </a:cubicBezTo>
                  <a:cubicBezTo>
                    <a:pt x="172" y="49"/>
                    <a:pt x="172" y="49"/>
                    <a:pt x="172" y="49"/>
                  </a:cubicBezTo>
                  <a:cubicBezTo>
                    <a:pt x="171" y="49"/>
                    <a:pt x="170" y="50"/>
                    <a:pt x="169" y="51"/>
                  </a:cubicBezTo>
                  <a:cubicBezTo>
                    <a:pt x="142" y="24"/>
                    <a:pt x="142" y="24"/>
                    <a:pt x="142" y="24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1" y="20"/>
                    <a:pt x="141" y="20"/>
                    <a:pt x="141" y="20"/>
                  </a:cubicBezTo>
                  <a:cubicBezTo>
                    <a:pt x="127" y="34"/>
                    <a:pt x="127" y="34"/>
                    <a:pt x="127" y="34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2" y="35"/>
                    <a:pt x="132" y="35"/>
                    <a:pt x="132" y="35"/>
                  </a:cubicBezTo>
                  <a:cubicBezTo>
                    <a:pt x="158" y="61"/>
                    <a:pt x="158" y="61"/>
                    <a:pt x="158" y="61"/>
                  </a:cubicBezTo>
                  <a:cubicBezTo>
                    <a:pt x="157" y="62"/>
                    <a:pt x="157" y="63"/>
                    <a:pt x="156" y="64"/>
                  </a:cubicBezTo>
                  <a:cubicBezTo>
                    <a:pt x="122" y="51"/>
                    <a:pt x="122" y="51"/>
                    <a:pt x="122" y="51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2" y="65"/>
                    <a:pt x="112" y="65"/>
                    <a:pt x="112" y="65"/>
                  </a:cubicBezTo>
                  <a:cubicBezTo>
                    <a:pt x="116" y="66"/>
                    <a:pt x="116" y="66"/>
                    <a:pt x="116" y="66"/>
                  </a:cubicBezTo>
                  <a:cubicBezTo>
                    <a:pt x="116" y="64"/>
                    <a:pt x="116" y="64"/>
                    <a:pt x="116" y="64"/>
                  </a:cubicBezTo>
                  <a:cubicBezTo>
                    <a:pt x="150" y="78"/>
                    <a:pt x="150" y="78"/>
                    <a:pt x="150" y="78"/>
                  </a:cubicBezTo>
                  <a:cubicBezTo>
                    <a:pt x="150" y="79"/>
                    <a:pt x="149" y="81"/>
                    <a:pt x="149" y="82"/>
                  </a:cubicBezTo>
                  <a:cubicBezTo>
                    <a:pt x="110" y="82"/>
                    <a:pt x="110" y="82"/>
                    <a:pt x="110" y="82"/>
                  </a:cubicBezTo>
                  <a:cubicBezTo>
                    <a:pt x="110" y="80"/>
                    <a:pt x="110" y="80"/>
                    <a:pt x="110" y="80"/>
                  </a:cubicBezTo>
                  <a:cubicBezTo>
                    <a:pt x="68" y="80"/>
                    <a:pt x="68" y="80"/>
                    <a:pt x="68" y="80"/>
                  </a:cubicBezTo>
                  <a:cubicBezTo>
                    <a:pt x="68" y="80"/>
                    <a:pt x="68" y="80"/>
                    <a:pt x="67" y="80"/>
                  </a:cubicBezTo>
                  <a:cubicBezTo>
                    <a:pt x="63" y="80"/>
                    <a:pt x="59" y="84"/>
                    <a:pt x="59" y="89"/>
                  </a:cubicBezTo>
                  <a:cubicBezTo>
                    <a:pt x="59" y="89"/>
                    <a:pt x="59" y="89"/>
                    <a:pt x="59" y="89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77"/>
                    <a:pt x="59" y="277"/>
                    <a:pt x="59" y="277"/>
                  </a:cubicBezTo>
                  <a:cubicBezTo>
                    <a:pt x="59" y="277"/>
                    <a:pt x="59" y="277"/>
                    <a:pt x="59" y="277"/>
                  </a:cubicBezTo>
                  <a:cubicBezTo>
                    <a:pt x="59" y="282"/>
                    <a:pt x="63" y="286"/>
                    <a:pt x="67" y="286"/>
                  </a:cubicBezTo>
                  <a:cubicBezTo>
                    <a:pt x="68" y="286"/>
                    <a:pt x="68" y="286"/>
                    <a:pt x="68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7" y="286"/>
                    <a:pt x="187" y="286"/>
                    <a:pt x="187" y="286"/>
                  </a:cubicBezTo>
                  <a:cubicBezTo>
                    <a:pt x="187" y="307"/>
                    <a:pt x="187" y="307"/>
                    <a:pt x="187" y="307"/>
                  </a:cubicBezTo>
                  <a:cubicBezTo>
                    <a:pt x="185" y="307"/>
                    <a:pt x="185" y="307"/>
                    <a:pt x="185" y="307"/>
                  </a:cubicBezTo>
                  <a:cubicBezTo>
                    <a:pt x="185" y="307"/>
                    <a:pt x="185" y="307"/>
                    <a:pt x="185" y="307"/>
                  </a:cubicBezTo>
                  <a:cubicBezTo>
                    <a:pt x="153" y="307"/>
                    <a:pt x="153" y="307"/>
                    <a:pt x="153" y="307"/>
                  </a:cubicBezTo>
                  <a:cubicBezTo>
                    <a:pt x="153" y="307"/>
                    <a:pt x="153" y="307"/>
                    <a:pt x="153" y="307"/>
                  </a:cubicBezTo>
                  <a:cubicBezTo>
                    <a:pt x="148" y="307"/>
                    <a:pt x="145" y="310"/>
                    <a:pt x="145" y="315"/>
                  </a:cubicBezTo>
                  <a:cubicBezTo>
                    <a:pt x="145" y="315"/>
                    <a:pt x="145" y="315"/>
                    <a:pt x="145" y="315"/>
                  </a:cubicBezTo>
                  <a:cubicBezTo>
                    <a:pt x="145" y="326"/>
                    <a:pt x="145" y="326"/>
                    <a:pt x="145" y="326"/>
                  </a:cubicBezTo>
                  <a:cubicBezTo>
                    <a:pt x="145" y="326"/>
                    <a:pt x="145" y="326"/>
                    <a:pt x="145" y="326"/>
                  </a:cubicBezTo>
                  <a:cubicBezTo>
                    <a:pt x="145" y="351"/>
                    <a:pt x="145" y="351"/>
                    <a:pt x="145" y="351"/>
                  </a:cubicBezTo>
                  <a:cubicBezTo>
                    <a:pt x="86" y="351"/>
                    <a:pt x="86" y="351"/>
                    <a:pt x="86" y="351"/>
                  </a:cubicBezTo>
                  <a:cubicBezTo>
                    <a:pt x="87" y="400"/>
                    <a:pt x="87" y="400"/>
                    <a:pt x="87" y="400"/>
                  </a:cubicBezTo>
                  <a:cubicBezTo>
                    <a:pt x="103" y="418"/>
                    <a:pt x="103" y="418"/>
                    <a:pt x="103" y="418"/>
                  </a:cubicBezTo>
                  <a:cubicBezTo>
                    <a:pt x="103" y="451"/>
                    <a:pt x="103" y="451"/>
                    <a:pt x="103" y="451"/>
                  </a:cubicBezTo>
                  <a:cubicBezTo>
                    <a:pt x="122" y="459"/>
                    <a:pt x="122" y="459"/>
                    <a:pt x="122" y="459"/>
                  </a:cubicBezTo>
                  <a:cubicBezTo>
                    <a:pt x="122" y="505"/>
                    <a:pt x="122" y="505"/>
                    <a:pt x="122" y="505"/>
                  </a:cubicBezTo>
                  <a:cubicBezTo>
                    <a:pt x="38" y="520"/>
                    <a:pt x="7" y="539"/>
                    <a:pt x="4" y="540"/>
                  </a:cubicBezTo>
                  <a:cubicBezTo>
                    <a:pt x="0" y="540"/>
                    <a:pt x="19" y="543"/>
                    <a:pt x="46" y="556"/>
                  </a:cubicBezTo>
                  <a:cubicBezTo>
                    <a:pt x="80" y="572"/>
                    <a:pt x="76" y="581"/>
                    <a:pt x="76" y="581"/>
                  </a:cubicBezTo>
                  <a:cubicBezTo>
                    <a:pt x="76" y="581"/>
                    <a:pt x="135" y="543"/>
                    <a:pt x="263" y="520"/>
                  </a:cubicBezTo>
                  <a:cubicBezTo>
                    <a:pt x="330" y="508"/>
                    <a:pt x="451" y="503"/>
                    <a:pt x="495" y="512"/>
                  </a:cubicBezTo>
                  <a:cubicBezTo>
                    <a:pt x="495" y="512"/>
                    <a:pt x="461" y="504"/>
                    <a:pt x="413" y="49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Freeform 53">
              <a:extLst>
                <a:ext uri="{FF2B5EF4-FFF2-40B4-BE49-F238E27FC236}">
                  <a16:creationId xmlns:a16="http://schemas.microsoft.com/office/drawing/2014/main" id="{45425EF7-6385-4D0B-A112-1C196F41AF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04858" y="3977648"/>
              <a:ext cx="1793875" cy="1787526"/>
            </a:xfrm>
            <a:custGeom>
              <a:avLst/>
              <a:gdLst>
                <a:gd name="T0" fmla="*/ 484 w 968"/>
                <a:gd name="T1" fmla="*/ 953 h 967"/>
                <a:gd name="T2" fmla="*/ 14 w 968"/>
                <a:gd name="T3" fmla="*/ 482 h 967"/>
                <a:gd name="T4" fmla="*/ 484 w 968"/>
                <a:gd name="T5" fmla="*/ 12 h 967"/>
                <a:gd name="T6" fmla="*/ 954 w 968"/>
                <a:gd name="T7" fmla="*/ 482 h 967"/>
                <a:gd name="T8" fmla="*/ 484 w 968"/>
                <a:gd name="T9" fmla="*/ 953 h 967"/>
                <a:gd name="T10" fmla="*/ 484 w 968"/>
                <a:gd name="T11" fmla="*/ 0 h 967"/>
                <a:gd name="T12" fmla="*/ 0 w 968"/>
                <a:gd name="T13" fmla="*/ 483 h 967"/>
                <a:gd name="T14" fmla="*/ 484 w 968"/>
                <a:gd name="T15" fmla="*/ 967 h 967"/>
                <a:gd name="T16" fmla="*/ 968 w 968"/>
                <a:gd name="T17" fmla="*/ 483 h 967"/>
                <a:gd name="T18" fmla="*/ 484 w 968"/>
                <a:gd name="T19" fmla="*/ 0 h 9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8" h="967">
                  <a:moveTo>
                    <a:pt x="484" y="953"/>
                  </a:moveTo>
                  <a:cubicBezTo>
                    <a:pt x="224" y="953"/>
                    <a:pt x="14" y="742"/>
                    <a:pt x="14" y="482"/>
                  </a:cubicBezTo>
                  <a:cubicBezTo>
                    <a:pt x="14" y="223"/>
                    <a:pt x="224" y="12"/>
                    <a:pt x="484" y="12"/>
                  </a:cubicBezTo>
                  <a:cubicBezTo>
                    <a:pt x="744" y="12"/>
                    <a:pt x="954" y="223"/>
                    <a:pt x="954" y="482"/>
                  </a:cubicBezTo>
                  <a:cubicBezTo>
                    <a:pt x="954" y="742"/>
                    <a:pt x="744" y="953"/>
                    <a:pt x="484" y="953"/>
                  </a:cubicBezTo>
                  <a:close/>
                  <a:moveTo>
                    <a:pt x="484" y="0"/>
                  </a:moveTo>
                  <a:cubicBezTo>
                    <a:pt x="217" y="0"/>
                    <a:pt x="0" y="216"/>
                    <a:pt x="0" y="483"/>
                  </a:cubicBezTo>
                  <a:cubicBezTo>
                    <a:pt x="0" y="750"/>
                    <a:pt x="217" y="967"/>
                    <a:pt x="484" y="967"/>
                  </a:cubicBezTo>
                  <a:cubicBezTo>
                    <a:pt x="751" y="967"/>
                    <a:pt x="968" y="750"/>
                    <a:pt x="968" y="483"/>
                  </a:cubicBezTo>
                  <a:cubicBezTo>
                    <a:pt x="968" y="216"/>
                    <a:pt x="751" y="0"/>
                    <a:pt x="48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Freeform 54">
              <a:extLst>
                <a:ext uri="{FF2B5EF4-FFF2-40B4-BE49-F238E27FC236}">
                  <a16:creationId xmlns:a16="http://schemas.microsoft.com/office/drawing/2014/main" id="{055993F8-9DEA-46BA-A6E9-1748D40635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8058" y="4552323"/>
              <a:ext cx="65088" cy="60325"/>
            </a:xfrm>
            <a:custGeom>
              <a:avLst/>
              <a:gdLst>
                <a:gd name="T0" fmla="*/ 23 w 35"/>
                <a:gd name="T1" fmla="*/ 3 h 32"/>
                <a:gd name="T2" fmla="*/ 10 w 35"/>
                <a:gd name="T3" fmla="*/ 1 h 32"/>
                <a:gd name="T4" fmla="*/ 2 w 35"/>
                <a:gd name="T5" fmla="*/ 9 h 32"/>
                <a:gd name="T6" fmla="*/ 1 w 35"/>
                <a:gd name="T7" fmla="*/ 20 h 32"/>
                <a:gd name="T8" fmla="*/ 11 w 35"/>
                <a:gd name="T9" fmla="*/ 29 h 32"/>
                <a:gd name="T10" fmla="*/ 25 w 35"/>
                <a:gd name="T11" fmla="*/ 31 h 32"/>
                <a:gd name="T12" fmla="*/ 33 w 35"/>
                <a:gd name="T13" fmla="*/ 23 h 32"/>
                <a:gd name="T14" fmla="*/ 33 w 35"/>
                <a:gd name="T15" fmla="*/ 12 h 32"/>
                <a:gd name="T16" fmla="*/ 23 w 35"/>
                <a:gd name="T17" fmla="*/ 3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" h="32">
                  <a:moveTo>
                    <a:pt x="23" y="3"/>
                  </a:moveTo>
                  <a:cubicBezTo>
                    <a:pt x="18" y="0"/>
                    <a:pt x="13" y="0"/>
                    <a:pt x="10" y="1"/>
                  </a:cubicBezTo>
                  <a:cubicBezTo>
                    <a:pt x="6" y="2"/>
                    <a:pt x="3" y="5"/>
                    <a:pt x="2" y="9"/>
                  </a:cubicBezTo>
                  <a:cubicBezTo>
                    <a:pt x="0" y="13"/>
                    <a:pt x="0" y="17"/>
                    <a:pt x="1" y="20"/>
                  </a:cubicBezTo>
                  <a:cubicBezTo>
                    <a:pt x="3" y="24"/>
                    <a:pt x="6" y="27"/>
                    <a:pt x="11" y="29"/>
                  </a:cubicBezTo>
                  <a:cubicBezTo>
                    <a:pt x="16" y="31"/>
                    <a:pt x="21" y="32"/>
                    <a:pt x="25" y="31"/>
                  </a:cubicBezTo>
                  <a:cubicBezTo>
                    <a:pt x="28" y="29"/>
                    <a:pt x="31" y="27"/>
                    <a:pt x="33" y="23"/>
                  </a:cubicBezTo>
                  <a:cubicBezTo>
                    <a:pt x="35" y="19"/>
                    <a:pt x="35" y="15"/>
                    <a:pt x="33" y="12"/>
                  </a:cubicBezTo>
                  <a:cubicBezTo>
                    <a:pt x="32" y="8"/>
                    <a:pt x="28" y="5"/>
                    <a:pt x="2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Freeform 55">
              <a:extLst>
                <a:ext uri="{FF2B5EF4-FFF2-40B4-BE49-F238E27FC236}">
                  <a16:creationId xmlns:a16="http://schemas.microsoft.com/office/drawing/2014/main" id="{121C4019-58B2-4336-A5C8-41A1D3EEC0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1145" y="5347661"/>
              <a:ext cx="41275" cy="74613"/>
            </a:xfrm>
            <a:custGeom>
              <a:avLst/>
              <a:gdLst>
                <a:gd name="T0" fmla="*/ 22 w 22"/>
                <a:gd name="T1" fmla="*/ 0 h 40"/>
                <a:gd name="T2" fmla="*/ 22 w 22"/>
                <a:gd name="T3" fmla="*/ 40 h 40"/>
                <a:gd name="T4" fmla="*/ 11 w 22"/>
                <a:gd name="T5" fmla="*/ 40 h 40"/>
                <a:gd name="T6" fmla="*/ 11 w 22"/>
                <a:gd name="T7" fmla="*/ 14 h 40"/>
                <a:gd name="T8" fmla="*/ 6 w 22"/>
                <a:gd name="T9" fmla="*/ 17 h 40"/>
                <a:gd name="T10" fmla="*/ 0 w 22"/>
                <a:gd name="T11" fmla="*/ 19 h 40"/>
                <a:gd name="T12" fmla="*/ 0 w 22"/>
                <a:gd name="T13" fmla="*/ 11 h 40"/>
                <a:gd name="T14" fmla="*/ 8 w 22"/>
                <a:gd name="T15" fmla="*/ 6 h 40"/>
                <a:gd name="T16" fmla="*/ 13 w 22"/>
                <a:gd name="T17" fmla="*/ 0 h 40"/>
                <a:gd name="T18" fmla="*/ 22 w 22"/>
                <a:gd name="T1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40">
                  <a:moveTo>
                    <a:pt x="22" y="0"/>
                  </a:moveTo>
                  <a:cubicBezTo>
                    <a:pt x="22" y="40"/>
                    <a:pt x="22" y="40"/>
                    <a:pt x="22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9" y="15"/>
                    <a:pt x="8" y="16"/>
                    <a:pt x="6" y="17"/>
                  </a:cubicBezTo>
                  <a:cubicBezTo>
                    <a:pt x="4" y="18"/>
                    <a:pt x="2" y="19"/>
                    <a:pt x="0" y="19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4" y="10"/>
                    <a:pt x="6" y="8"/>
                    <a:pt x="8" y="6"/>
                  </a:cubicBezTo>
                  <a:cubicBezTo>
                    <a:pt x="10" y="5"/>
                    <a:pt x="12" y="3"/>
                    <a:pt x="13" y="0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Freeform 56">
              <a:extLst>
                <a:ext uri="{FF2B5EF4-FFF2-40B4-BE49-F238E27FC236}">
                  <a16:creationId xmlns:a16="http://schemas.microsoft.com/office/drawing/2014/main" id="{4E1BFDFE-14F3-43F3-96A9-4983249295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39883" y="5347661"/>
              <a:ext cx="60325" cy="74613"/>
            </a:xfrm>
            <a:custGeom>
              <a:avLst/>
              <a:gdLst>
                <a:gd name="T0" fmla="*/ 21 w 32"/>
                <a:gd name="T1" fmla="*/ 14 h 40"/>
                <a:gd name="T2" fmla="*/ 19 w 32"/>
                <a:gd name="T3" fmla="*/ 9 h 40"/>
                <a:gd name="T4" fmla="*/ 15 w 32"/>
                <a:gd name="T5" fmla="*/ 7 h 40"/>
                <a:gd name="T6" fmla="*/ 12 w 32"/>
                <a:gd name="T7" fmla="*/ 9 h 40"/>
                <a:gd name="T8" fmla="*/ 10 w 32"/>
                <a:gd name="T9" fmla="*/ 13 h 40"/>
                <a:gd name="T10" fmla="*/ 12 w 32"/>
                <a:gd name="T11" fmla="*/ 18 h 40"/>
                <a:gd name="T12" fmla="*/ 15 w 32"/>
                <a:gd name="T13" fmla="*/ 20 h 40"/>
                <a:gd name="T14" fmla="*/ 19 w 32"/>
                <a:gd name="T15" fmla="*/ 18 h 40"/>
                <a:gd name="T16" fmla="*/ 21 w 32"/>
                <a:gd name="T17" fmla="*/ 14 h 40"/>
                <a:gd name="T18" fmla="*/ 1 w 32"/>
                <a:gd name="T19" fmla="*/ 31 h 40"/>
                <a:gd name="T20" fmla="*/ 12 w 32"/>
                <a:gd name="T21" fmla="*/ 30 h 40"/>
                <a:gd name="T22" fmla="*/ 13 w 32"/>
                <a:gd name="T23" fmla="*/ 33 h 40"/>
                <a:gd name="T24" fmla="*/ 15 w 32"/>
                <a:gd name="T25" fmla="*/ 34 h 40"/>
                <a:gd name="T26" fmla="*/ 20 w 32"/>
                <a:gd name="T27" fmla="*/ 31 h 40"/>
                <a:gd name="T28" fmla="*/ 21 w 32"/>
                <a:gd name="T29" fmla="*/ 23 h 40"/>
                <a:gd name="T30" fmla="*/ 17 w 32"/>
                <a:gd name="T31" fmla="*/ 26 h 40"/>
                <a:gd name="T32" fmla="*/ 13 w 32"/>
                <a:gd name="T33" fmla="*/ 27 h 40"/>
                <a:gd name="T34" fmla="*/ 4 w 32"/>
                <a:gd name="T35" fmla="*/ 23 h 40"/>
                <a:gd name="T36" fmla="*/ 0 w 32"/>
                <a:gd name="T37" fmla="*/ 14 h 40"/>
                <a:gd name="T38" fmla="*/ 2 w 32"/>
                <a:gd name="T39" fmla="*/ 7 h 40"/>
                <a:gd name="T40" fmla="*/ 7 w 32"/>
                <a:gd name="T41" fmla="*/ 2 h 40"/>
                <a:gd name="T42" fmla="*/ 15 w 32"/>
                <a:gd name="T43" fmla="*/ 0 h 40"/>
                <a:gd name="T44" fmla="*/ 24 w 32"/>
                <a:gd name="T45" fmla="*/ 2 h 40"/>
                <a:gd name="T46" fmla="*/ 30 w 32"/>
                <a:gd name="T47" fmla="*/ 9 h 40"/>
                <a:gd name="T48" fmla="*/ 32 w 32"/>
                <a:gd name="T49" fmla="*/ 20 h 40"/>
                <a:gd name="T50" fmla="*/ 28 w 32"/>
                <a:gd name="T51" fmla="*/ 35 h 40"/>
                <a:gd name="T52" fmla="*/ 15 w 32"/>
                <a:gd name="T53" fmla="*/ 40 h 40"/>
                <a:gd name="T54" fmla="*/ 8 w 32"/>
                <a:gd name="T55" fmla="*/ 39 h 40"/>
                <a:gd name="T56" fmla="*/ 4 w 32"/>
                <a:gd name="T57" fmla="*/ 36 h 40"/>
                <a:gd name="T58" fmla="*/ 1 w 32"/>
                <a:gd name="T59" fmla="*/ 3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2" h="40">
                  <a:moveTo>
                    <a:pt x="21" y="14"/>
                  </a:moveTo>
                  <a:cubicBezTo>
                    <a:pt x="21" y="12"/>
                    <a:pt x="20" y="10"/>
                    <a:pt x="19" y="9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4" y="7"/>
                    <a:pt x="13" y="8"/>
                    <a:pt x="12" y="9"/>
                  </a:cubicBezTo>
                  <a:cubicBezTo>
                    <a:pt x="11" y="10"/>
                    <a:pt x="10" y="11"/>
                    <a:pt x="10" y="13"/>
                  </a:cubicBezTo>
                  <a:cubicBezTo>
                    <a:pt x="10" y="16"/>
                    <a:pt x="11" y="17"/>
                    <a:pt x="12" y="18"/>
                  </a:cubicBezTo>
                  <a:cubicBezTo>
                    <a:pt x="13" y="20"/>
                    <a:pt x="14" y="20"/>
                    <a:pt x="15" y="20"/>
                  </a:cubicBezTo>
                  <a:cubicBezTo>
                    <a:pt x="17" y="20"/>
                    <a:pt x="18" y="20"/>
                    <a:pt x="19" y="18"/>
                  </a:cubicBezTo>
                  <a:cubicBezTo>
                    <a:pt x="20" y="17"/>
                    <a:pt x="21" y="16"/>
                    <a:pt x="21" y="14"/>
                  </a:cubicBezTo>
                  <a:close/>
                  <a:moveTo>
                    <a:pt x="1" y="31"/>
                  </a:moveTo>
                  <a:cubicBezTo>
                    <a:pt x="12" y="30"/>
                    <a:pt x="12" y="30"/>
                    <a:pt x="12" y="30"/>
                  </a:cubicBezTo>
                  <a:cubicBezTo>
                    <a:pt x="12" y="31"/>
                    <a:pt x="12" y="32"/>
                    <a:pt x="13" y="33"/>
                  </a:cubicBezTo>
                  <a:cubicBezTo>
                    <a:pt x="14" y="33"/>
                    <a:pt x="15" y="34"/>
                    <a:pt x="15" y="34"/>
                  </a:cubicBezTo>
                  <a:cubicBezTo>
                    <a:pt x="17" y="34"/>
                    <a:pt x="19" y="33"/>
                    <a:pt x="20" y="31"/>
                  </a:cubicBezTo>
                  <a:cubicBezTo>
                    <a:pt x="20" y="30"/>
                    <a:pt x="21" y="27"/>
                    <a:pt x="21" y="23"/>
                  </a:cubicBezTo>
                  <a:cubicBezTo>
                    <a:pt x="20" y="24"/>
                    <a:pt x="19" y="25"/>
                    <a:pt x="17" y="26"/>
                  </a:cubicBezTo>
                  <a:cubicBezTo>
                    <a:pt x="16" y="26"/>
                    <a:pt x="14" y="27"/>
                    <a:pt x="13" y="27"/>
                  </a:cubicBezTo>
                  <a:cubicBezTo>
                    <a:pt x="9" y="27"/>
                    <a:pt x="6" y="26"/>
                    <a:pt x="4" y="23"/>
                  </a:cubicBezTo>
                  <a:cubicBezTo>
                    <a:pt x="1" y="21"/>
                    <a:pt x="0" y="17"/>
                    <a:pt x="0" y="14"/>
                  </a:cubicBezTo>
                  <a:cubicBezTo>
                    <a:pt x="0" y="11"/>
                    <a:pt x="1" y="9"/>
                    <a:pt x="2" y="7"/>
                  </a:cubicBezTo>
                  <a:cubicBezTo>
                    <a:pt x="3" y="5"/>
                    <a:pt x="5" y="3"/>
                    <a:pt x="7" y="2"/>
                  </a:cubicBezTo>
                  <a:cubicBezTo>
                    <a:pt x="9" y="1"/>
                    <a:pt x="12" y="0"/>
                    <a:pt x="15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7" y="4"/>
                    <a:pt x="29" y="6"/>
                    <a:pt x="30" y="9"/>
                  </a:cubicBezTo>
                  <a:cubicBezTo>
                    <a:pt x="31" y="11"/>
                    <a:pt x="32" y="15"/>
                    <a:pt x="32" y="20"/>
                  </a:cubicBezTo>
                  <a:cubicBezTo>
                    <a:pt x="32" y="27"/>
                    <a:pt x="31" y="32"/>
                    <a:pt x="28" y="35"/>
                  </a:cubicBezTo>
                  <a:cubicBezTo>
                    <a:pt x="25" y="39"/>
                    <a:pt x="21" y="40"/>
                    <a:pt x="15" y="40"/>
                  </a:cubicBezTo>
                  <a:cubicBezTo>
                    <a:pt x="12" y="40"/>
                    <a:pt x="10" y="40"/>
                    <a:pt x="8" y="39"/>
                  </a:cubicBezTo>
                  <a:cubicBezTo>
                    <a:pt x="6" y="38"/>
                    <a:pt x="5" y="37"/>
                    <a:pt x="4" y="36"/>
                  </a:cubicBezTo>
                  <a:cubicBezTo>
                    <a:pt x="2" y="35"/>
                    <a:pt x="2" y="33"/>
                    <a:pt x="1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Freeform 57">
              <a:extLst>
                <a:ext uri="{FF2B5EF4-FFF2-40B4-BE49-F238E27FC236}">
                  <a16:creationId xmlns:a16="http://schemas.microsoft.com/office/drawing/2014/main" id="{DB8CF6AA-A277-4BB3-9468-1EB39BFE9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4970" y="5349248"/>
              <a:ext cx="60325" cy="73025"/>
            </a:xfrm>
            <a:custGeom>
              <a:avLst/>
              <a:gdLst>
                <a:gd name="T0" fmla="*/ 4 w 32"/>
                <a:gd name="T1" fmla="*/ 0 h 39"/>
                <a:gd name="T2" fmla="*/ 30 w 32"/>
                <a:gd name="T3" fmla="*/ 0 h 39"/>
                <a:gd name="T4" fmla="*/ 30 w 32"/>
                <a:gd name="T5" fmla="*/ 8 h 39"/>
                <a:gd name="T6" fmla="*/ 13 w 32"/>
                <a:gd name="T7" fmla="*/ 8 h 39"/>
                <a:gd name="T8" fmla="*/ 12 w 32"/>
                <a:gd name="T9" fmla="*/ 14 h 39"/>
                <a:gd name="T10" fmla="*/ 15 w 32"/>
                <a:gd name="T11" fmla="*/ 13 h 39"/>
                <a:gd name="T12" fmla="*/ 19 w 32"/>
                <a:gd name="T13" fmla="*/ 13 h 39"/>
                <a:gd name="T14" fmla="*/ 28 w 32"/>
                <a:gd name="T15" fmla="*/ 16 h 39"/>
                <a:gd name="T16" fmla="*/ 32 w 32"/>
                <a:gd name="T17" fmla="*/ 25 h 39"/>
                <a:gd name="T18" fmla="*/ 30 w 32"/>
                <a:gd name="T19" fmla="*/ 32 h 39"/>
                <a:gd name="T20" fmla="*/ 25 w 32"/>
                <a:gd name="T21" fmla="*/ 37 h 39"/>
                <a:gd name="T22" fmla="*/ 16 w 32"/>
                <a:gd name="T23" fmla="*/ 39 h 39"/>
                <a:gd name="T24" fmla="*/ 9 w 32"/>
                <a:gd name="T25" fmla="*/ 39 h 39"/>
                <a:gd name="T26" fmla="*/ 5 w 32"/>
                <a:gd name="T27" fmla="*/ 36 h 39"/>
                <a:gd name="T28" fmla="*/ 2 w 32"/>
                <a:gd name="T29" fmla="*/ 33 h 39"/>
                <a:gd name="T30" fmla="*/ 0 w 32"/>
                <a:gd name="T31" fmla="*/ 29 h 39"/>
                <a:gd name="T32" fmla="*/ 11 w 32"/>
                <a:gd name="T33" fmla="*/ 27 h 39"/>
                <a:gd name="T34" fmla="*/ 12 w 32"/>
                <a:gd name="T35" fmla="*/ 31 h 39"/>
                <a:gd name="T36" fmla="*/ 16 w 32"/>
                <a:gd name="T37" fmla="*/ 33 h 39"/>
                <a:gd name="T38" fmla="*/ 20 w 32"/>
                <a:gd name="T39" fmla="*/ 31 h 39"/>
                <a:gd name="T40" fmla="*/ 21 w 32"/>
                <a:gd name="T41" fmla="*/ 26 h 39"/>
                <a:gd name="T42" fmla="*/ 20 w 32"/>
                <a:gd name="T43" fmla="*/ 21 h 39"/>
                <a:gd name="T44" fmla="*/ 16 w 32"/>
                <a:gd name="T45" fmla="*/ 19 h 39"/>
                <a:gd name="T46" fmla="*/ 13 w 32"/>
                <a:gd name="T47" fmla="*/ 20 h 39"/>
                <a:gd name="T48" fmla="*/ 10 w 32"/>
                <a:gd name="T49" fmla="*/ 22 h 39"/>
                <a:gd name="T50" fmla="*/ 1 w 32"/>
                <a:gd name="T51" fmla="*/ 21 h 39"/>
                <a:gd name="T52" fmla="*/ 4 w 32"/>
                <a:gd name="T5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" h="39">
                  <a:moveTo>
                    <a:pt x="4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3" y="14"/>
                    <a:pt x="14" y="13"/>
                    <a:pt x="15" y="13"/>
                  </a:cubicBezTo>
                  <a:cubicBezTo>
                    <a:pt x="17" y="13"/>
                    <a:pt x="18" y="13"/>
                    <a:pt x="19" y="13"/>
                  </a:cubicBezTo>
                  <a:cubicBezTo>
                    <a:pt x="23" y="13"/>
                    <a:pt x="26" y="14"/>
                    <a:pt x="28" y="16"/>
                  </a:cubicBezTo>
                  <a:cubicBezTo>
                    <a:pt x="31" y="18"/>
                    <a:pt x="32" y="21"/>
                    <a:pt x="32" y="25"/>
                  </a:cubicBezTo>
                  <a:cubicBezTo>
                    <a:pt x="32" y="27"/>
                    <a:pt x="31" y="30"/>
                    <a:pt x="30" y="32"/>
                  </a:cubicBezTo>
                  <a:cubicBezTo>
                    <a:pt x="29" y="35"/>
                    <a:pt x="27" y="36"/>
                    <a:pt x="25" y="37"/>
                  </a:cubicBezTo>
                  <a:cubicBezTo>
                    <a:pt x="22" y="39"/>
                    <a:pt x="20" y="39"/>
                    <a:pt x="16" y="39"/>
                  </a:cubicBezTo>
                  <a:cubicBezTo>
                    <a:pt x="13" y="39"/>
                    <a:pt x="11" y="39"/>
                    <a:pt x="9" y="39"/>
                  </a:cubicBezTo>
                  <a:cubicBezTo>
                    <a:pt x="8" y="38"/>
                    <a:pt x="6" y="37"/>
                    <a:pt x="5" y="36"/>
                  </a:cubicBezTo>
                  <a:cubicBezTo>
                    <a:pt x="4" y="35"/>
                    <a:pt x="2" y="34"/>
                    <a:pt x="2" y="33"/>
                  </a:cubicBezTo>
                  <a:cubicBezTo>
                    <a:pt x="1" y="32"/>
                    <a:pt x="0" y="30"/>
                    <a:pt x="0" y="29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9"/>
                    <a:pt x="11" y="30"/>
                    <a:pt x="12" y="31"/>
                  </a:cubicBezTo>
                  <a:cubicBezTo>
                    <a:pt x="13" y="32"/>
                    <a:pt x="15" y="33"/>
                    <a:pt x="16" y="33"/>
                  </a:cubicBezTo>
                  <a:cubicBezTo>
                    <a:pt x="17" y="33"/>
                    <a:pt x="19" y="32"/>
                    <a:pt x="20" y="31"/>
                  </a:cubicBezTo>
                  <a:cubicBezTo>
                    <a:pt x="21" y="30"/>
                    <a:pt x="21" y="28"/>
                    <a:pt x="21" y="26"/>
                  </a:cubicBezTo>
                  <a:cubicBezTo>
                    <a:pt x="21" y="24"/>
                    <a:pt x="21" y="22"/>
                    <a:pt x="20" y="21"/>
                  </a:cubicBezTo>
                  <a:cubicBezTo>
                    <a:pt x="19" y="20"/>
                    <a:pt x="17" y="19"/>
                    <a:pt x="16" y="19"/>
                  </a:cubicBezTo>
                  <a:cubicBezTo>
                    <a:pt x="15" y="19"/>
                    <a:pt x="14" y="20"/>
                    <a:pt x="13" y="20"/>
                  </a:cubicBezTo>
                  <a:cubicBezTo>
                    <a:pt x="12" y="20"/>
                    <a:pt x="11" y="21"/>
                    <a:pt x="10" y="22"/>
                  </a:cubicBezTo>
                  <a:cubicBezTo>
                    <a:pt x="1" y="21"/>
                    <a:pt x="1" y="21"/>
                    <a:pt x="1" y="21"/>
                  </a:cubicBez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Freeform 58">
              <a:extLst>
                <a:ext uri="{FF2B5EF4-FFF2-40B4-BE49-F238E27FC236}">
                  <a16:creationId xmlns:a16="http://schemas.microsoft.com/office/drawing/2014/main" id="{78D65A36-0655-44D3-8E49-7457D01C8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0058" y="5347661"/>
              <a:ext cx="57150" cy="74613"/>
            </a:xfrm>
            <a:custGeom>
              <a:avLst/>
              <a:gdLst>
                <a:gd name="T0" fmla="*/ 10 w 31"/>
                <a:gd name="T1" fmla="*/ 12 h 40"/>
                <a:gd name="T2" fmla="*/ 0 w 31"/>
                <a:gd name="T3" fmla="*/ 10 h 40"/>
                <a:gd name="T4" fmla="*/ 5 w 31"/>
                <a:gd name="T5" fmla="*/ 3 h 40"/>
                <a:gd name="T6" fmla="*/ 15 w 31"/>
                <a:gd name="T7" fmla="*/ 0 h 40"/>
                <a:gd name="T8" fmla="*/ 26 w 31"/>
                <a:gd name="T9" fmla="*/ 3 h 40"/>
                <a:gd name="T10" fmla="*/ 30 w 31"/>
                <a:gd name="T11" fmla="*/ 10 h 40"/>
                <a:gd name="T12" fmla="*/ 28 w 31"/>
                <a:gd name="T13" fmla="*/ 15 h 40"/>
                <a:gd name="T14" fmla="*/ 24 w 31"/>
                <a:gd name="T15" fmla="*/ 18 h 40"/>
                <a:gd name="T16" fmla="*/ 27 w 31"/>
                <a:gd name="T17" fmla="*/ 20 h 40"/>
                <a:gd name="T18" fmla="*/ 30 w 31"/>
                <a:gd name="T19" fmla="*/ 23 h 40"/>
                <a:gd name="T20" fmla="*/ 31 w 31"/>
                <a:gd name="T21" fmla="*/ 27 h 40"/>
                <a:gd name="T22" fmla="*/ 30 w 31"/>
                <a:gd name="T23" fmla="*/ 34 h 40"/>
                <a:gd name="T24" fmla="*/ 25 w 31"/>
                <a:gd name="T25" fmla="*/ 39 h 40"/>
                <a:gd name="T26" fmla="*/ 16 w 31"/>
                <a:gd name="T27" fmla="*/ 40 h 40"/>
                <a:gd name="T28" fmla="*/ 8 w 31"/>
                <a:gd name="T29" fmla="*/ 39 h 40"/>
                <a:gd name="T30" fmla="*/ 3 w 31"/>
                <a:gd name="T31" fmla="*/ 35 h 40"/>
                <a:gd name="T32" fmla="*/ 0 w 31"/>
                <a:gd name="T33" fmla="*/ 29 h 40"/>
                <a:gd name="T34" fmla="*/ 10 w 31"/>
                <a:gd name="T35" fmla="*/ 28 h 40"/>
                <a:gd name="T36" fmla="*/ 12 w 31"/>
                <a:gd name="T37" fmla="*/ 32 h 40"/>
                <a:gd name="T38" fmla="*/ 16 w 31"/>
                <a:gd name="T39" fmla="*/ 34 h 40"/>
                <a:gd name="T40" fmla="*/ 19 w 31"/>
                <a:gd name="T41" fmla="*/ 32 h 40"/>
                <a:gd name="T42" fmla="*/ 21 w 31"/>
                <a:gd name="T43" fmla="*/ 28 h 40"/>
                <a:gd name="T44" fmla="*/ 19 w 31"/>
                <a:gd name="T45" fmla="*/ 24 h 40"/>
                <a:gd name="T46" fmla="*/ 15 w 31"/>
                <a:gd name="T47" fmla="*/ 22 h 40"/>
                <a:gd name="T48" fmla="*/ 12 w 31"/>
                <a:gd name="T49" fmla="*/ 23 h 40"/>
                <a:gd name="T50" fmla="*/ 13 w 31"/>
                <a:gd name="T51" fmla="*/ 15 h 40"/>
                <a:gd name="T52" fmla="*/ 14 w 31"/>
                <a:gd name="T53" fmla="*/ 15 h 40"/>
                <a:gd name="T54" fmla="*/ 17 w 31"/>
                <a:gd name="T55" fmla="*/ 14 h 40"/>
                <a:gd name="T56" fmla="*/ 19 w 31"/>
                <a:gd name="T57" fmla="*/ 11 h 40"/>
                <a:gd name="T58" fmla="*/ 18 w 31"/>
                <a:gd name="T59" fmla="*/ 8 h 40"/>
                <a:gd name="T60" fmla="*/ 15 w 31"/>
                <a:gd name="T61" fmla="*/ 7 h 40"/>
                <a:gd name="T62" fmla="*/ 12 w 31"/>
                <a:gd name="T63" fmla="*/ 8 h 40"/>
                <a:gd name="T64" fmla="*/ 10 w 31"/>
                <a:gd name="T65" fmla="*/ 1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1" h="40">
                  <a:moveTo>
                    <a:pt x="10" y="12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1" y="7"/>
                    <a:pt x="3" y="5"/>
                    <a:pt x="5" y="3"/>
                  </a:cubicBezTo>
                  <a:cubicBezTo>
                    <a:pt x="7" y="1"/>
                    <a:pt x="11" y="0"/>
                    <a:pt x="15" y="0"/>
                  </a:cubicBezTo>
                  <a:cubicBezTo>
                    <a:pt x="20" y="0"/>
                    <a:pt x="24" y="1"/>
                    <a:pt x="26" y="3"/>
                  </a:cubicBezTo>
                  <a:cubicBezTo>
                    <a:pt x="28" y="5"/>
                    <a:pt x="30" y="7"/>
                    <a:pt x="30" y="10"/>
                  </a:cubicBezTo>
                  <a:cubicBezTo>
                    <a:pt x="30" y="12"/>
                    <a:pt x="29" y="13"/>
                    <a:pt x="28" y="15"/>
                  </a:cubicBezTo>
                  <a:cubicBezTo>
                    <a:pt x="27" y="16"/>
                    <a:pt x="26" y="17"/>
                    <a:pt x="24" y="18"/>
                  </a:cubicBezTo>
                  <a:cubicBezTo>
                    <a:pt x="25" y="19"/>
                    <a:pt x="27" y="19"/>
                    <a:pt x="27" y="20"/>
                  </a:cubicBezTo>
                  <a:cubicBezTo>
                    <a:pt x="29" y="20"/>
                    <a:pt x="30" y="21"/>
                    <a:pt x="30" y="23"/>
                  </a:cubicBezTo>
                  <a:cubicBezTo>
                    <a:pt x="31" y="24"/>
                    <a:pt x="31" y="26"/>
                    <a:pt x="31" y="27"/>
                  </a:cubicBezTo>
                  <a:cubicBezTo>
                    <a:pt x="31" y="30"/>
                    <a:pt x="31" y="32"/>
                    <a:pt x="30" y="34"/>
                  </a:cubicBezTo>
                  <a:cubicBezTo>
                    <a:pt x="29" y="36"/>
                    <a:pt x="27" y="38"/>
                    <a:pt x="25" y="39"/>
                  </a:cubicBezTo>
                  <a:cubicBezTo>
                    <a:pt x="22" y="40"/>
                    <a:pt x="19" y="40"/>
                    <a:pt x="16" y="40"/>
                  </a:cubicBezTo>
                  <a:cubicBezTo>
                    <a:pt x="12" y="40"/>
                    <a:pt x="10" y="40"/>
                    <a:pt x="8" y="39"/>
                  </a:cubicBezTo>
                  <a:cubicBezTo>
                    <a:pt x="6" y="38"/>
                    <a:pt x="4" y="37"/>
                    <a:pt x="3" y="35"/>
                  </a:cubicBezTo>
                  <a:cubicBezTo>
                    <a:pt x="1" y="34"/>
                    <a:pt x="0" y="32"/>
                    <a:pt x="0" y="29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1" y="30"/>
                    <a:pt x="11" y="32"/>
                    <a:pt x="12" y="32"/>
                  </a:cubicBezTo>
                  <a:cubicBezTo>
                    <a:pt x="13" y="33"/>
                    <a:pt x="14" y="34"/>
                    <a:pt x="16" y="34"/>
                  </a:cubicBezTo>
                  <a:cubicBezTo>
                    <a:pt x="17" y="34"/>
                    <a:pt x="18" y="33"/>
                    <a:pt x="19" y="32"/>
                  </a:cubicBezTo>
                  <a:cubicBezTo>
                    <a:pt x="20" y="31"/>
                    <a:pt x="21" y="30"/>
                    <a:pt x="21" y="28"/>
                  </a:cubicBezTo>
                  <a:cubicBezTo>
                    <a:pt x="21" y="26"/>
                    <a:pt x="20" y="25"/>
                    <a:pt x="19" y="24"/>
                  </a:cubicBezTo>
                  <a:cubicBezTo>
                    <a:pt x="18" y="23"/>
                    <a:pt x="17" y="22"/>
                    <a:pt x="15" y="22"/>
                  </a:cubicBezTo>
                  <a:cubicBezTo>
                    <a:pt x="15" y="22"/>
                    <a:pt x="14" y="23"/>
                    <a:pt x="12" y="23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5"/>
                    <a:pt x="14" y="15"/>
                    <a:pt x="14" y="15"/>
                  </a:cubicBezTo>
                  <a:cubicBezTo>
                    <a:pt x="15" y="15"/>
                    <a:pt x="17" y="15"/>
                    <a:pt x="17" y="14"/>
                  </a:cubicBezTo>
                  <a:cubicBezTo>
                    <a:pt x="18" y="13"/>
                    <a:pt x="19" y="12"/>
                    <a:pt x="19" y="11"/>
                  </a:cubicBezTo>
                  <a:cubicBezTo>
                    <a:pt x="19" y="10"/>
                    <a:pt x="18" y="9"/>
                    <a:pt x="18" y="8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4" y="7"/>
                    <a:pt x="13" y="7"/>
                    <a:pt x="12" y="8"/>
                  </a:cubicBezTo>
                  <a:cubicBezTo>
                    <a:pt x="11" y="9"/>
                    <a:pt x="11" y="10"/>
                    <a:pt x="1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Freeform 59">
              <a:extLst>
                <a:ext uri="{FF2B5EF4-FFF2-40B4-BE49-F238E27FC236}">
                  <a16:creationId xmlns:a16="http://schemas.microsoft.com/office/drawing/2014/main" id="{133CAF8F-2240-48FB-A5D0-092D1617917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7933" y="5415923"/>
              <a:ext cx="17463" cy="9525"/>
            </a:xfrm>
            <a:custGeom>
              <a:avLst/>
              <a:gdLst>
                <a:gd name="T0" fmla="*/ 0 w 11"/>
                <a:gd name="T1" fmla="*/ 6 h 6"/>
                <a:gd name="T2" fmla="*/ 5 w 11"/>
                <a:gd name="T3" fmla="*/ 5 h 6"/>
                <a:gd name="T4" fmla="*/ 11 w 11"/>
                <a:gd name="T5" fmla="*/ 2 h 6"/>
                <a:gd name="T6" fmla="*/ 8 w 11"/>
                <a:gd name="T7" fmla="*/ 1 h 6"/>
                <a:gd name="T8" fmla="*/ 4 w 11"/>
                <a:gd name="T9" fmla="*/ 0 h 6"/>
                <a:gd name="T10" fmla="*/ 0 w 11"/>
                <a:gd name="T11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6">
                  <a:moveTo>
                    <a:pt x="0" y="6"/>
                  </a:moveTo>
                  <a:lnTo>
                    <a:pt x="5" y="5"/>
                  </a:lnTo>
                  <a:lnTo>
                    <a:pt x="11" y="2"/>
                  </a:lnTo>
                  <a:lnTo>
                    <a:pt x="8" y="1"/>
                  </a:lnTo>
                  <a:lnTo>
                    <a:pt x="4" y="0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Freeform 60">
              <a:extLst>
                <a:ext uri="{FF2B5EF4-FFF2-40B4-BE49-F238E27FC236}">
                  <a16:creationId xmlns:a16="http://schemas.microsoft.com/office/drawing/2014/main" id="{EF673BFB-5245-4EA1-B1F4-12DD2C4A2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7945" y="4187198"/>
              <a:ext cx="44450" cy="34925"/>
            </a:xfrm>
            <a:custGeom>
              <a:avLst/>
              <a:gdLst>
                <a:gd name="T0" fmla="*/ 22 w 24"/>
                <a:gd name="T1" fmla="*/ 11 h 19"/>
                <a:gd name="T2" fmla="*/ 24 w 24"/>
                <a:gd name="T3" fmla="*/ 8 h 19"/>
                <a:gd name="T4" fmla="*/ 24 w 24"/>
                <a:gd name="T5" fmla="*/ 4 h 19"/>
                <a:gd name="T6" fmla="*/ 21 w 24"/>
                <a:gd name="T7" fmla="*/ 0 h 19"/>
                <a:gd name="T8" fmla="*/ 16 w 24"/>
                <a:gd name="T9" fmla="*/ 0 h 19"/>
                <a:gd name="T10" fmla="*/ 8 w 24"/>
                <a:gd name="T11" fmla="*/ 4 h 19"/>
                <a:gd name="T12" fmla="*/ 0 w 24"/>
                <a:gd name="T13" fmla="*/ 7 h 19"/>
                <a:gd name="T14" fmla="*/ 5 w 24"/>
                <a:gd name="T15" fmla="*/ 19 h 19"/>
                <a:gd name="T16" fmla="*/ 13 w 24"/>
                <a:gd name="T17" fmla="*/ 16 h 19"/>
                <a:gd name="T18" fmla="*/ 22 w 24"/>
                <a:gd name="T19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9">
                  <a:moveTo>
                    <a:pt x="22" y="11"/>
                  </a:moveTo>
                  <a:cubicBezTo>
                    <a:pt x="23" y="10"/>
                    <a:pt x="24" y="9"/>
                    <a:pt x="24" y="8"/>
                  </a:cubicBezTo>
                  <a:cubicBezTo>
                    <a:pt x="24" y="6"/>
                    <a:pt x="24" y="5"/>
                    <a:pt x="24" y="4"/>
                  </a:cubicBezTo>
                  <a:cubicBezTo>
                    <a:pt x="23" y="2"/>
                    <a:pt x="22" y="1"/>
                    <a:pt x="21" y="0"/>
                  </a:cubicBezTo>
                  <a:cubicBezTo>
                    <a:pt x="19" y="0"/>
                    <a:pt x="18" y="0"/>
                    <a:pt x="16" y="0"/>
                  </a:cubicBezTo>
                  <a:cubicBezTo>
                    <a:pt x="15" y="1"/>
                    <a:pt x="12" y="2"/>
                    <a:pt x="8" y="4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8" y="13"/>
                    <a:pt x="21" y="12"/>
                    <a:pt x="22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Freeform 61">
              <a:extLst>
                <a:ext uri="{FF2B5EF4-FFF2-40B4-BE49-F238E27FC236}">
                  <a16:creationId xmlns:a16="http://schemas.microsoft.com/office/drawing/2014/main" id="{887C566D-5AAE-4C01-992E-34CC7BAC8D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7108" y="4461836"/>
              <a:ext cx="36513" cy="46038"/>
            </a:xfrm>
            <a:custGeom>
              <a:avLst/>
              <a:gdLst>
                <a:gd name="T0" fmla="*/ 10 w 20"/>
                <a:gd name="T1" fmla="*/ 23 h 25"/>
                <a:gd name="T2" fmla="*/ 13 w 20"/>
                <a:gd name="T3" fmla="*/ 25 h 25"/>
                <a:gd name="T4" fmla="*/ 17 w 20"/>
                <a:gd name="T5" fmla="*/ 24 h 25"/>
                <a:gd name="T6" fmla="*/ 20 w 20"/>
                <a:gd name="T7" fmla="*/ 20 h 25"/>
                <a:gd name="T8" fmla="*/ 20 w 20"/>
                <a:gd name="T9" fmla="*/ 15 h 25"/>
                <a:gd name="T10" fmla="*/ 15 w 20"/>
                <a:gd name="T11" fmla="*/ 8 h 25"/>
                <a:gd name="T12" fmla="*/ 11 w 20"/>
                <a:gd name="T13" fmla="*/ 0 h 25"/>
                <a:gd name="T14" fmla="*/ 0 w 20"/>
                <a:gd name="T15" fmla="*/ 7 h 25"/>
                <a:gd name="T16" fmla="*/ 4 w 20"/>
                <a:gd name="T17" fmla="*/ 14 h 25"/>
                <a:gd name="T18" fmla="*/ 10 w 20"/>
                <a:gd name="T19" fmla="*/ 2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25">
                  <a:moveTo>
                    <a:pt x="10" y="23"/>
                  </a:moveTo>
                  <a:cubicBezTo>
                    <a:pt x="11" y="24"/>
                    <a:pt x="12" y="24"/>
                    <a:pt x="13" y="25"/>
                  </a:cubicBezTo>
                  <a:cubicBezTo>
                    <a:pt x="15" y="25"/>
                    <a:pt x="16" y="24"/>
                    <a:pt x="17" y="24"/>
                  </a:cubicBezTo>
                  <a:cubicBezTo>
                    <a:pt x="19" y="23"/>
                    <a:pt x="20" y="21"/>
                    <a:pt x="20" y="20"/>
                  </a:cubicBezTo>
                  <a:cubicBezTo>
                    <a:pt x="20" y="19"/>
                    <a:pt x="20" y="17"/>
                    <a:pt x="20" y="15"/>
                  </a:cubicBezTo>
                  <a:cubicBezTo>
                    <a:pt x="19" y="14"/>
                    <a:pt x="18" y="12"/>
                    <a:pt x="15" y="8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7" y="19"/>
                    <a:pt x="9" y="22"/>
                    <a:pt x="10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Freeform 62">
              <a:extLst>
                <a:ext uri="{FF2B5EF4-FFF2-40B4-BE49-F238E27FC236}">
                  <a16:creationId xmlns:a16="http://schemas.microsoft.com/office/drawing/2014/main" id="{3D7121C0-EFD3-4D2C-967A-CD5B1AF057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5358" y="4642811"/>
              <a:ext cx="39688" cy="28575"/>
            </a:xfrm>
            <a:custGeom>
              <a:avLst/>
              <a:gdLst>
                <a:gd name="T0" fmla="*/ 25 w 25"/>
                <a:gd name="T1" fmla="*/ 0 h 18"/>
                <a:gd name="T2" fmla="*/ 0 w 25"/>
                <a:gd name="T3" fmla="*/ 3 h 18"/>
                <a:gd name="T4" fmla="*/ 19 w 25"/>
                <a:gd name="T5" fmla="*/ 18 h 18"/>
                <a:gd name="T6" fmla="*/ 25 w 25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8">
                  <a:moveTo>
                    <a:pt x="25" y="0"/>
                  </a:moveTo>
                  <a:lnTo>
                    <a:pt x="0" y="3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Freeform 63">
              <a:extLst>
                <a:ext uri="{FF2B5EF4-FFF2-40B4-BE49-F238E27FC236}">
                  <a16:creationId xmlns:a16="http://schemas.microsoft.com/office/drawing/2014/main" id="{45839955-055F-49A5-B3BA-6D552FD178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4820" y="5565148"/>
              <a:ext cx="38100" cy="61913"/>
            </a:xfrm>
            <a:custGeom>
              <a:avLst/>
              <a:gdLst>
                <a:gd name="T0" fmla="*/ 7 w 21"/>
                <a:gd name="T1" fmla="*/ 10 h 33"/>
                <a:gd name="T2" fmla="*/ 4 w 21"/>
                <a:gd name="T3" fmla="*/ 12 h 33"/>
                <a:gd name="T4" fmla="*/ 2 w 21"/>
                <a:gd name="T5" fmla="*/ 15 h 33"/>
                <a:gd name="T6" fmla="*/ 1 w 21"/>
                <a:gd name="T7" fmla="*/ 19 h 33"/>
                <a:gd name="T8" fmla="*/ 0 w 21"/>
                <a:gd name="T9" fmla="*/ 23 h 33"/>
                <a:gd name="T10" fmla="*/ 2 w 21"/>
                <a:gd name="T11" fmla="*/ 26 h 33"/>
                <a:gd name="T12" fmla="*/ 9 w 21"/>
                <a:gd name="T13" fmla="*/ 32 h 33"/>
                <a:gd name="T14" fmla="*/ 12 w 21"/>
                <a:gd name="T15" fmla="*/ 33 h 33"/>
                <a:gd name="T16" fmla="*/ 15 w 21"/>
                <a:gd name="T17" fmla="*/ 33 h 33"/>
                <a:gd name="T18" fmla="*/ 19 w 21"/>
                <a:gd name="T19" fmla="*/ 29 h 33"/>
                <a:gd name="T20" fmla="*/ 20 w 21"/>
                <a:gd name="T21" fmla="*/ 26 h 33"/>
                <a:gd name="T22" fmla="*/ 21 w 21"/>
                <a:gd name="T23" fmla="*/ 24 h 33"/>
                <a:gd name="T24" fmla="*/ 20 w 21"/>
                <a:gd name="T25" fmla="*/ 20 h 33"/>
                <a:gd name="T26" fmla="*/ 14 w 21"/>
                <a:gd name="T27" fmla="*/ 16 h 33"/>
                <a:gd name="T28" fmla="*/ 14 w 21"/>
                <a:gd name="T29" fmla="*/ 11 h 33"/>
                <a:gd name="T30" fmla="*/ 17 w 21"/>
                <a:gd name="T31" fmla="*/ 11 h 33"/>
                <a:gd name="T32" fmla="*/ 18 w 21"/>
                <a:gd name="T33" fmla="*/ 8 h 33"/>
                <a:gd name="T34" fmla="*/ 18 w 21"/>
                <a:gd name="T35" fmla="*/ 5 h 33"/>
                <a:gd name="T36" fmla="*/ 18 w 21"/>
                <a:gd name="T37" fmla="*/ 2 h 33"/>
                <a:gd name="T38" fmla="*/ 15 w 21"/>
                <a:gd name="T39" fmla="*/ 2 h 33"/>
                <a:gd name="T40" fmla="*/ 10 w 21"/>
                <a:gd name="T41" fmla="*/ 8 h 33"/>
                <a:gd name="T42" fmla="*/ 9 w 21"/>
                <a:gd name="T43" fmla="*/ 9 h 33"/>
                <a:gd name="T44" fmla="*/ 7 w 21"/>
                <a:gd name="T45" fmla="*/ 1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33">
                  <a:moveTo>
                    <a:pt x="7" y="10"/>
                  </a:moveTo>
                  <a:cubicBezTo>
                    <a:pt x="5" y="10"/>
                    <a:pt x="4" y="12"/>
                    <a:pt x="4" y="12"/>
                  </a:cubicBezTo>
                  <a:cubicBezTo>
                    <a:pt x="1" y="14"/>
                    <a:pt x="2" y="15"/>
                    <a:pt x="2" y="15"/>
                  </a:cubicBezTo>
                  <a:cubicBezTo>
                    <a:pt x="2" y="16"/>
                    <a:pt x="1" y="19"/>
                    <a:pt x="1" y="19"/>
                  </a:cubicBezTo>
                  <a:cubicBezTo>
                    <a:pt x="0" y="20"/>
                    <a:pt x="0" y="23"/>
                    <a:pt x="0" y="23"/>
                  </a:cubicBezTo>
                  <a:cubicBezTo>
                    <a:pt x="0" y="24"/>
                    <a:pt x="2" y="26"/>
                    <a:pt x="2" y="26"/>
                  </a:cubicBezTo>
                  <a:cubicBezTo>
                    <a:pt x="3" y="29"/>
                    <a:pt x="9" y="32"/>
                    <a:pt x="9" y="32"/>
                  </a:cubicBezTo>
                  <a:cubicBezTo>
                    <a:pt x="10" y="33"/>
                    <a:pt x="11" y="33"/>
                    <a:pt x="12" y="33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9" y="33"/>
                    <a:pt x="19" y="29"/>
                    <a:pt x="19" y="29"/>
                  </a:cubicBezTo>
                  <a:cubicBezTo>
                    <a:pt x="18" y="28"/>
                    <a:pt x="20" y="26"/>
                    <a:pt x="20" y="26"/>
                  </a:cubicBezTo>
                  <a:cubicBezTo>
                    <a:pt x="21" y="25"/>
                    <a:pt x="21" y="24"/>
                    <a:pt x="21" y="24"/>
                  </a:cubicBezTo>
                  <a:cubicBezTo>
                    <a:pt x="20" y="23"/>
                    <a:pt x="20" y="20"/>
                    <a:pt x="20" y="20"/>
                  </a:cubicBezTo>
                  <a:cubicBezTo>
                    <a:pt x="18" y="19"/>
                    <a:pt x="14" y="16"/>
                    <a:pt x="14" y="16"/>
                  </a:cubicBezTo>
                  <a:cubicBezTo>
                    <a:pt x="11" y="12"/>
                    <a:pt x="14" y="11"/>
                    <a:pt x="14" y="11"/>
                  </a:cubicBezTo>
                  <a:cubicBezTo>
                    <a:pt x="16" y="12"/>
                    <a:pt x="17" y="11"/>
                    <a:pt x="17" y="11"/>
                  </a:cubicBezTo>
                  <a:cubicBezTo>
                    <a:pt x="19" y="11"/>
                    <a:pt x="18" y="8"/>
                    <a:pt x="18" y="8"/>
                  </a:cubicBezTo>
                  <a:cubicBezTo>
                    <a:pt x="18" y="6"/>
                    <a:pt x="18" y="5"/>
                    <a:pt x="18" y="5"/>
                  </a:cubicBezTo>
                  <a:cubicBezTo>
                    <a:pt x="19" y="2"/>
                    <a:pt x="18" y="2"/>
                    <a:pt x="18" y="2"/>
                  </a:cubicBezTo>
                  <a:cubicBezTo>
                    <a:pt x="16" y="0"/>
                    <a:pt x="15" y="2"/>
                    <a:pt x="15" y="2"/>
                  </a:cubicBezTo>
                  <a:cubicBezTo>
                    <a:pt x="14" y="4"/>
                    <a:pt x="10" y="8"/>
                    <a:pt x="10" y="8"/>
                  </a:cubicBezTo>
                  <a:cubicBezTo>
                    <a:pt x="9" y="8"/>
                    <a:pt x="9" y="9"/>
                    <a:pt x="9" y="9"/>
                  </a:cubicBezTo>
                  <a:cubicBezTo>
                    <a:pt x="8" y="10"/>
                    <a:pt x="7" y="10"/>
                    <a:pt x="7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Freeform 64">
              <a:extLst>
                <a:ext uri="{FF2B5EF4-FFF2-40B4-BE49-F238E27FC236}">
                  <a16:creationId xmlns:a16="http://schemas.microsoft.com/office/drawing/2014/main" id="{B6C6CCCB-35EE-46EE-B908-A1DE910CA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7633" y="5504823"/>
              <a:ext cx="7938" cy="20638"/>
            </a:xfrm>
            <a:custGeom>
              <a:avLst/>
              <a:gdLst>
                <a:gd name="T0" fmla="*/ 0 w 4"/>
                <a:gd name="T1" fmla="*/ 0 h 11"/>
                <a:gd name="T2" fmla="*/ 2 w 4"/>
                <a:gd name="T3" fmla="*/ 5 h 11"/>
                <a:gd name="T4" fmla="*/ 2 w 4"/>
                <a:gd name="T5" fmla="*/ 7 h 11"/>
                <a:gd name="T6" fmla="*/ 3 w 4"/>
                <a:gd name="T7" fmla="*/ 10 h 11"/>
                <a:gd name="T8" fmla="*/ 4 w 4"/>
                <a:gd name="T9" fmla="*/ 9 h 11"/>
                <a:gd name="T10" fmla="*/ 3 w 4"/>
                <a:gd name="T11" fmla="*/ 3 h 11"/>
                <a:gd name="T12" fmla="*/ 3 w 4"/>
                <a:gd name="T13" fmla="*/ 0 h 11"/>
                <a:gd name="T14" fmla="*/ 0 w 4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11">
                  <a:moveTo>
                    <a:pt x="0" y="0"/>
                  </a:moveTo>
                  <a:cubicBezTo>
                    <a:pt x="1" y="3"/>
                    <a:pt x="2" y="4"/>
                    <a:pt x="2" y="5"/>
                  </a:cubicBezTo>
                  <a:cubicBezTo>
                    <a:pt x="2" y="6"/>
                    <a:pt x="2" y="7"/>
                    <a:pt x="2" y="7"/>
                  </a:cubicBezTo>
                  <a:cubicBezTo>
                    <a:pt x="4" y="9"/>
                    <a:pt x="3" y="8"/>
                    <a:pt x="3" y="10"/>
                  </a:cubicBezTo>
                  <a:cubicBezTo>
                    <a:pt x="4" y="11"/>
                    <a:pt x="4" y="10"/>
                    <a:pt x="4" y="9"/>
                  </a:cubicBezTo>
                  <a:cubicBezTo>
                    <a:pt x="4" y="8"/>
                    <a:pt x="4" y="5"/>
                    <a:pt x="3" y="3"/>
                  </a:cubicBezTo>
                  <a:cubicBezTo>
                    <a:pt x="3" y="2"/>
                    <a:pt x="3" y="1"/>
                    <a:pt x="3" y="0"/>
                  </a:cubicBezTo>
                  <a:cubicBezTo>
                    <a:pt x="2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Freeform 65">
              <a:extLst>
                <a:ext uri="{FF2B5EF4-FFF2-40B4-BE49-F238E27FC236}">
                  <a16:creationId xmlns:a16="http://schemas.microsoft.com/office/drawing/2014/main" id="{92D8A39E-B4DB-4A16-A95E-084DD8166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4295" y="5517523"/>
              <a:ext cx="33338" cy="12700"/>
            </a:xfrm>
            <a:custGeom>
              <a:avLst/>
              <a:gdLst>
                <a:gd name="T0" fmla="*/ 0 w 18"/>
                <a:gd name="T1" fmla="*/ 7 h 7"/>
                <a:gd name="T2" fmla="*/ 5 w 18"/>
                <a:gd name="T3" fmla="*/ 6 h 7"/>
                <a:gd name="T4" fmla="*/ 17 w 18"/>
                <a:gd name="T5" fmla="*/ 3 h 7"/>
                <a:gd name="T6" fmla="*/ 18 w 18"/>
                <a:gd name="T7" fmla="*/ 2 h 7"/>
                <a:gd name="T8" fmla="*/ 18 w 18"/>
                <a:gd name="T9" fmla="*/ 2 h 7"/>
                <a:gd name="T10" fmla="*/ 17 w 18"/>
                <a:gd name="T11" fmla="*/ 0 h 7"/>
                <a:gd name="T12" fmla="*/ 0 w 18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7">
                  <a:moveTo>
                    <a:pt x="0" y="7"/>
                  </a:moveTo>
                  <a:cubicBezTo>
                    <a:pt x="1" y="7"/>
                    <a:pt x="3" y="6"/>
                    <a:pt x="5" y="6"/>
                  </a:cubicBezTo>
                  <a:cubicBezTo>
                    <a:pt x="9" y="6"/>
                    <a:pt x="15" y="5"/>
                    <a:pt x="17" y="3"/>
                  </a:cubicBezTo>
                  <a:cubicBezTo>
                    <a:pt x="18" y="3"/>
                    <a:pt x="18" y="3"/>
                    <a:pt x="18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1"/>
                    <a:pt x="17" y="1"/>
                    <a:pt x="17" y="0"/>
                  </a:cubicBezTo>
                  <a:cubicBezTo>
                    <a:pt x="12" y="4"/>
                    <a:pt x="3" y="5"/>
                    <a:pt x="0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Freeform 66">
              <a:extLst>
                <a:ext uri="{FF2B5EF4-FFF2-40B4-BE49-F238E27FC236}">
                  <a16:creationId xmlns:a16="http://schemas.microsoft.com/office/drawing/2014/main" id="{304C3957-ED5B-4A8C-A6F0-EE36192EF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9433" y="4149098"/>
              <a:ext cx="63500" cy="68263"/>
            </a:xfrm>
            <a:custGeom>
              <a:avLst/>
              <a:gdLst>
                <a:gd name="T0" fmla="*/ 12 w 34"/>
                <a:gd name="T1" fmla="*/ 36 h 37"/>
                <a:gd name="T2" fmla="*/ 24 w 34"/>
                <a:gd name="T3" fmla="*/ 35 h 37"/>
                <a:gd name="T4" fmla="*/ 32 w 34"/>
                <a:gd name="T5" fmla="*/ 23 h 37"/>
                <a:gd name="T6" fmla="*/ 32 w 34"/>
                <a:gd name="T7" fmla="*/ 9 h 37"/>
                <a:gd name="T8" fmla="*/ 22 w 34"/>
                <a:gd name="T9" fmla="*/ 2 h 37"/>
                <a:gd name="T10" fmla="*/ 10 w 34"/>
                <a:gd name="T11" fmla="*/ 3 h 37"/>
                <a:gd name="T12" fmla="*/ 2 w 34"/>
                <a:gd name="T13" fmla="*/ 15 h 37"/>
                <a:gd name="T14" fmla="*/ 3 w 34"/>
                <a:gd name="T15" fmla="*/ 29 h 37"/>
                <a:gd name="T16" fmla="*/ 12 w 34"/>
                <a:gd name="T17" fmla="*/ 3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12" y="36"/>
                  </a:moveTo>
                  <a:cubicBezTo>
                    <a:pt x="17" y="37"/>
                    <a:pt x="21" y="37"/>
                    <a:pt x="24" y="35"/>
                  </a:cubicBezTo>
                  <a:cubicBezTo>
                    <a:pt x="28" y="33"/>
                    <a:pt x="31" y="29"/>
                    <a:pt x="32" y="23"/>
                  </a:cubicBezTo>
                  <a:cubicBezTo>
                    <a:pt x="34" y="17"/>
                    <a:pt x="34" y="12"/>
                    <a:pt x="32" y="9"/>
                  </a:cubicBezTo>
                  <a:cubicBezTo>
                    <a:pt x="30" y="5"/>
                    <a:pt x="26" y="3"/>
                    <a:pt x="22" y="2"/>
                  </a:cubicBezTo>
                  <a:cubicBezTo>
                    <a:pt x="17" y="0"/>
                    <a:pt x="13" y="1"/>
                    <a:pt x="10" y="3"/>
                  </a:cubicBezTo>
                  <a:cubicBezTo>
                    <a:pt x="6" y="5"/>
                    <a:pt x="3" y="9"/>
                    <a:pt x="2" y="15"/>
                  </a:cubicBezTo>
                  <a:cubicBezTo>
                    <a:pt x="0" y="20"/>
                    <a:pt x="1" y="25"/>
                    <a:pt x="3" y="29"/>
                  </a:cubicBezTo>
                  <a:cubicBezTo>
                    <a:pt x="5" y="33"/>
                    <a:pt x="8" y="35"/>
                    <a:pt x="12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Freeform 67">
              <a:extLst>
                <a:ext uri="{FF2B5EF4-FFF2-40B4-BE49-F238E27FC236}">
                  <a16:creationId xmlns:a16="http://schemas.microsoft.com/office/drawing/2014/main" id="{8E6FBDE8-DC43-44EF-B9D9-E9BF8A211F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2008" y="4030036"/>
              <a:ext cx="1677988" cy="1673225"/>
            </a:xfrm>
            <a:custGeom>
              <a:avLst/>
              <a:gdLst>
                <a:gd name="T0" fmla="*/ 812 w 905"/>
                <a:gd name="T1" fmla="*/ 404 h 905"/>
                <a:gd name="T2" fmla="*/ 774 w 905"/>
                <a:gd name="T3" fmla="*/ 279 h 905"/>
                <a:gd name="T4" fmla="*/ 779 w 905"/>
                <a:gd name="T5" fmla="*/ 210 h 905"/>
                <a:gd name="T6" fmla="*/ 721 w 905"/>
                <a:gd name="T7" fmla="*/ 187 h 905"/>
                <a:gd name="T8" fmla="*/ 685 w 905"/>
                <a:gd name="T9" fmla="*/ 149 h 905"/>
                <a:gd name="T10" fmla="*/ 617 w 905"/>
                <a:gd name="T11" fmla="*/ 113 h 905"/>
                <a:gd name="T12" fmla="*/ 564 w 905"/>
                <a:gd name="T13" fmla="*/ 108 h 905"/>
                <a:gd name="T14" fmla="*/ 460 w 905"/>
                <a:gd name="T15" fmla="*/ 45 h 905"/>
                <a:gd name="T16" fmla="*/ 375 w 905"/>
                <a:gd name="T17" fmla="*/ 52 h 905"/>
                <a:gd name="T18" fmla="*/ 348 w 905"/>
                <a:gd name="T19" fmla="*/ 78 h 905"/>
                <a:gd name="T20" fmla="*/ 362 w 905"/>
                <a:gd name="T21" fmla="*/ 92 h 905"/>
                <a:gd name="T22" fmla="*/ 312 w 905"/>
                <a:gd name="T23" fmla="*/ 104 h 905"/>
                <a:gd name="T24" fmla="*/ 250 w 905"/>
                <a:gd name="T25" fmla="*/ 96 h 905"/>
                <a:gd name="T26" fmla="*/ 175 w 905"/>
                <a:gd name="T27" fmla="*/ 151 h 905"/>
                <a:gd name="T28" fmla="*/ 121 w 905"/>
                <a:gd name="T29" fmla="*/ 211 h 905"/>
                <a:gd name="T30" fmla="*/ 120 w 905"/>
                <a:gd name="T31" fmla="*/ 281 h 905"/>
                <a:gd name="T32" fmla="*/ 132 w 905"/>
                <a:gd name="T33" fmla="*/ 289 h 905"/>
                <a:gd name="T34" fmla="*/ 95 w 905"/>
                <a:gd name="T35" fmla="*/ 410 h 905"/>
                <a:gd name="T36" fmla="*/ 41 w 905"/>
                <a:gd name="T37" fmla="*/ 453 h 905"/>
                <a:gd name="T38" fmla="*/ 51 w 905"/>
                <a:gd name="T39" fmla="*/ 518 h 905"/>
                <a:gd name="T40" fmla="*/ 101 w 905"/>
                <a:gd name="T41" fmla="*/ 526 h 905"/>
                <a:gd name="T42" fmla="*/ 238 w 905"/>
                <a:gd name="T43" fmla="*/ 764 h 905"/>
                <a:gd name="T44" fmla="*/ 218 w 905"/>
                <a:gd name="T45" fmla="*/ 741 h 905"/>
                <a:gd name="T46" fmla="*/ 196 w 905"/>
                <a:gd name="T47" fmla="*/ 742 h 905"/>
                <a:gd name="T48" fmla="*/ 289 w 905"/>
                <a:gd name="T49" fmla="*/ 829 h 905"/>
                <a:gd name="T50" fmla="*/ 284 w 905"/>
                <a:gd name="T51" fmla="*/ 801 h 905"/>
                <a:gd name="T52" fmla="*/ 309 w 905"/>
                <a:gd name="T53" fmla="*/ 811 h 905"/>
                <a:gd name="T54" fmla="*/ 317 w 905"/>
                <a:gd name="T55" fmla="*/ 787 h 905"/>
                <a:gd name="T56" fmla="*/ 310 w 905"/>
                <a:gd name="T57" fmla="*/ 842 h 905"/>
                <a:gd name="T58" fmla="*/ 352 w 905"/>
                <a:gd name="T59" fmla="*/ 858 h 905"/>
                <a:gd name="T60" fmla="*/ 420 w 905"/>
                <a:gd name="T61" fmla="*/ 807 h 905"/>
                <a:gd name="T62" fmla="*/ 413 w 905"/>
                <a:gd name="T63" fmla="*/ 875 h 905"/>
                <a:gd name="T64" fmla="*/ 399 w 905"/>
                <a:gd name="T65" fmla="*/ 866 h 905"/>
                <a:gd name="T66" fmla="*/ 430 w 905"/>
                <a:gd name="T67" fmla="*/ 858 h 905"/>
                <a:gd name="T68" fmla="*/ 479 w 905"/>
                <a:gd name="T69" fmla="*/ 856 h 905"/>
                <a:gd name="T70" fmla="*/ 477 w 905"/>
                <a:gd name="T71" fmla="*/ 831 h 905"/>
                <a:gd name="T72" fmla="*/ 529 w 905"/>
                <a:gd name="T73" fmla="*/ 866 h 905"/>
                <a:gd name="T74" fmla="*/ 486 w 905"/>
                <a:gd name="T75" fmla="*/ 850 h 905"/>
                <a:gd name="T76" fmla="*/ 516 w 905"/>
                <a:gd name="T77" fmla="*/ 820 h 905"/>
                <a:gd name="T78" fmla="*/ 599 w 905"/>
                <a:gd name="T79" fmla="*/ 840 h 905"/>
                <a:gd name="T80" fmla="*/ 588 w 905"/>
                <a:gd name="T81" fmla="*/ 834 h 905"/>
                <a:gd name="T82" fmla="*/ 584 w 905"/>
                <a:gd name="T83" fmla="*/ 805 h 905"/>
                <a:gd name="T84" fmla="*/ 599 w 905"/>
                <a:gd name="T85" fmla="*/ 796 h 905"/>
                <a:gd name="T86" fmla="*/ 616 w 905"/>
                <a:gd name="T87" fmla="*/ 825 h 905"/>
                <a:gd name="T88" fmla="*/ 655 w 905"/>
                <a:gd name="T89" fmla="*/ 793 h 905"/>
                <a:gd name="T90" fmla="*/ 654 w 905"/>
                <a:gd name="T91" fmla="*/ 760 h 905"/>
                <a:gd name="T92" fmla="*/ 663 w 905"/>
                <a:gd name="T93" fmla="*/ 752 h 905"/>
                <a:gd name="T94" fmla="*/ 668 w 905"/>
                <a:gd name="T95" fmla="*/ 737 h 905"/>
                <a:gd name="T96" fmla="*/ 676 w 905"/>
                <a:gd name="T97" fmla="*/ 737 h 905"/>
                <a:gd name="T98" fmla="*/ 677 w 905"/>
                <a:gd name="T99" fmla="*/ 721 h 905"/>
                <a:gd name="T100" fmla="*/ 691 w 905"/>
                <a:gd name="T101" fmla="*/ 738 h 905"/>
                <a:gd name="T102" fmla="*/ 665 w 905"/>
                <a:gd name="T103" fmla="*/ 771 h 905"/>
                <a:gd name="T104" fmla="*/ 688 w 905"/>
                <a:gd name="T105" fmla="*/ 807 h 905"/>
                <a:gd name="T106" fmla="*/ 679 w 905"/>
                <a:gd name="T107" fmla="*/ 769 h 905"/>
                <a:gd name="T108" fmla="*/ 705 w 905"/>
                <a:gd name="T109" fmla="*/ 766 h 905"/>
                <a:gd name="T110" fmla="*/ 778 w 905"/>
                <a:gd name="T111" fmla="*/ 296 h 905"/>
                <a:gd name="T112" fmla="*/ 810 w 905"/>
                <a:gd name="T113" fmla="*/ 386 h 905"/>
                <a:gd name="T114" fmla="*/ 843 w 905"/>
                <a:gd name="T115" fmla="*/ 516 h 905"/>
                <a:gd name="T116" fmla="*/ 807 w 905"/>
                <a:gd name="T117" fmla="*/ 478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05" h="905">
                  <a:moveTo>
                    <a:pt x="453" y="0"/>
                  </a:moveTo>
                  <a:cubicBezTo>
                    <a:pt x="203" y="0"/>
                    <a:pt x="0" y="203"/>
                    <a:pt x="0" y="453"/>
                  </a:cubicBezTo>
                  <a:cubicBezTo>
                    <a:pt x="0" y="702"/>
                    <a:pt x="203" y="905"/>
                    <a:pt x="453" y="905"/>
                  </a:cubicBezTo>
                  <a:cubicBezTo>
                    <a:pt x="703" y="905"/>
                    <a:pt x="905" y="702"/>
                    <a:pt x="905" y="453"/>
                  </a:cubicBezTo>
                  <a:cubicBezTo>
                    <a:pt x="905" y="203"/>
                    <a:pt x="703" y="0"/>
                    <a:pt x="453" y="0"/>
                  </a:cubicBezTo>
                  <a:close/>
                  <a:moveTo>
                    <a:pt x="858" y="430"/>
                  </a:moveTo>
                  <a:cubicBezTo>
                    <a:pt x="849" y="431"/>
                    <a:pt x="849" y="431"/>
                    <a:pt x="849" y="431"/>
                  </a:cubicBezTo>
                  <a:cubicBezTo>
                    <a:pt x="846" y="400"/>
                    <a:pt x="846" y="400"/>
                    <a:pt x="846" y="400"/>
                  </a:cubicBezTo>
                  <a:cubicBezTo>
                    <a:pt x="835" y="401"/>
                    <a:pt x="835" y="401"/>
                    <a:pt x="835" y="401"/>
                  </a:cubicBezTo>
                  <a:cubicBezTo>
                    <a:pt x="838" y="430"/>
                    <a:pt x="838" y="430"/>
                    <a:pt x="838" y="430"/>
                  </a:cubicBezTo>
                  <a:cubicBezTo>
                    <a:pt x="829" y="431"/>
                    <a:pt x="829" y="431"/>
                    <a:pt x="829" y="431"/>
                  </a:cubicBezTo>
                  <a:cubicBezTo>
                    <a:pt x="826" y="402"/>
                    <a:pt x="826" y="402"/>
                    <a:pt x="826" y="402"/>
                  </a:cubicBezTo>
                  <a:cubicBezTo>
                    <a:pt x="812" y="404"/>
                    <a:pt x="812" y="404"/>
                    <a:pt x="812" y="404"/>
                  </a:cubicBezTo>
                  <a:cubicBezTo>
                    <a:pt x="816" y="435"/>
                    <a:pt x="816" y="435"/>
                    <a:pt x="816" y="435"/>
                  </a:cubicBezTo>
                  <a:cubicBezTo>
                    <a:pt x="807" y="436"/>
                    <a:pt x="807" y="436"/>
                    <a:pt x="807" y="436"/>
                  </a:cubicBezTo>
                  <a:cubicBezTo>
                    <a:pt x="802" y="393"/>
                    <a:pt x="802" y="393"/>
                    <a:pt x="802" y="393"/>
                  </a:cubicBezTo>
                  <a:cubicBezTo>
                    <a:pt x="854" y="388"/>
                    <a:pt x="854" y="388"/>
                    <a:pt x="854" y="388"/>
                  </a:cubicBezTo>
                  <a:lnTo>
                    <a:pt x="858" y="430"/>
                  </a:lnTo>
                  <a:close/>
                  <a:moveTo>
                    <a:pt x="799" y="241"/>
                  </a:moveTo>
                  <a:cubicBezTo>
                    <a:pt x="802" y="246"/>
                    <a:pt x="804" y="250"/>
                    <a:pt x="804" y="253"/>
                  </a:cubicBezTo>
                  <a:cubicBezTo>
                    <a:pt x="805" y="256"/>
                    <a:pt x="805" y="258"/>
                    <a:pt x="804" y="261"/>
                  </a:cubicBezTo>
                  <a:cubicBezTo>
                    <a:pt x="803" y="264"/>
                    <a:pt x="801" y="266"/>
                    <a:pt x="798" y="267"/>
                  </a:cubicBezTo>
                  <a:cubicBezTo>
                    <a:pt x="795" y="269"/>
                    <a:pt x="791" y="270"/>
                    <a:pt x="788" y="269"/>
                  </a:cubicBezTo>
                  <a:cubicBezTo>
                    <a:pt x="784" y="268"/>
                    <a:pt x="781" y="266"/>
                    <a:pt x="778" y="262"/>
                  </a:cubicBezTo>
                  <a:cubicBezTo>
                    <a:pt x="778" y="265"/>
                    <a:pt x="778" y="267"/>
                    <a:pt x="778" y="269"/>
                  </a:cubicBezTo>
                  <a:cubicBezTo>
                    <a:pt x="777" y="272"/>
                    <a:pt x="776" y="275"/>
                    <a:pt x="774" y="279"/>
                  </a:cubicBezTo>
                  <a:cubicBezTo>
                    <a:pt x="769" y="291"/>
                    <a:pt x="769" y="291"/>
                    <a:pt x="769" y="291"/>
                  </a:cubicBezTo>
                  <a:cubicBezTo>
                    <a:pt x="762" y="279"/>
                    <a:pt x="762" y="279"/>
                    <a:pt x="762" y="279"/>
                  </a:cubicBezTo>
                  <a:cubicBezTo>
                    <a:pt x="767" y="266"/>
                    <a:pt x="767" y="266"/>
                    <a:pt x="767" y="266"/>
                  </a:cubicBezTo>
                  <a:cubicBezTo>
                    <a:pt x="769" y="261"/>
                    <a:pt x="770" y="258"/>
                    <a:pt x="770" y="257"/>
                  </a:cubicBezTo>
                  <a:cubicBezTo>
                    <a:pt x="771" y="255"/>
                    <a:pt x="771" y="254"/>
                    <a:pt x="770" y="253"/>
                  </a:cubicBezTo>
                  <a:cubicBezTo>
                    <a:pt x="770" y="252"/>
                    <a:pt x="769" y="250"/>
                    <a:pt x="768" y="248"/>
                  </a:cubicBezTo>
                  <a:cubicBezTo>
                    <a:pt x="766" y="246"/>
                    <a:pt x="766" y="246"/>
                    <a:pt x="766" y="246"/>
                  </a:cubicBezTo>
                  <a:cubicBezTo>
                    <a:pt x="748" y="257"/>
                    <a:pt x="748" y="257"/>
                    <a:pt x="748" y="257"/>
                  </a:cubicBezTo>
                  <a:cubicBezTo>
                    <a:pt x="742" y="247"/>
                    <a:pt x="742" y="247"/>
                    <a:pt x="742" y="247"/>
                  </a:cubicBezTo>
                  <a:cubicBezTo>
                    <a:pt x="786" y="220"/>
                    <a:pt x="786" y="220"/>
                    <a:pt x="786" y="220"/>
                  </a:cubicBezTo>
                  <a:lnTo>
                    <a:pt x="799" y="241"/>
                  </a:lnTo>
                  <a:close/>
                  <a:moveTo>
                    <a:pt x="750" y="176"/>
                  </a:moveTo>
                  <a:cubicBezTo>
                    <a:pt x="779" y="210"/>
                    <a:pt x="779" y="210"/>
                    <a:pt x="779" y="210"/>
                  </a:cubicBezTo>
                  <a:cubicBezTo>
                    <a:pt x="772" y="216"/>
                    <a:pt x="772" y="216"/>
                    <a:pt x="772" y="216"/>
                  </a:cubicBezTo>
                  <a:cubicBezTo>
                    <a:pt x="761" y="203"/>
                    <a:pt x="761" y="203"/>
                    <a:pt x="761" y="203"/>
                  </a:cubicBezTo>
                  <a:cubicBezTo>
                    <a:pt x="728" y="230"/>
                    <a:pt x="728" y="230"/>
                    <a:pt x="728" y="230"/>
                  </a:cubicBezTo>
                  <a:cubicBezTo>
                    <a:pt x="721" y="221"/>
                    <a:pt x="721" y="221"/>
                    <a:pt x="721" y="221"/>
                  </a:cubicBezTo>
                  <a:cubicBezTo>
                    <a:pt x="754" y="194"/>
                    <a:pt x="754" y="194"/>
                    <a:pt x="754" y="194"/>
                  </a:cubicBezTo>
                  <a:cubicBezTo>
                    <a:pt x="744" y="181"/>
                    <a:pt x="744" y="181"/>
                    <a:pt x="744" y="181"/>
                  </a:cubicBezTo>
                  <a:lnTo>
                    <a:pt x="750" y="176"/>
                  </a:lnTo>
                  <a:close/>
                  <a:moveTo>
                    <a:pt x="742" y="167"/>
                  </a:moveTo>
                  <a:cubicBezTo>
                    <a:pt x="736" y="174"/>
                    <a:pt x="736" y="174"/>
                    <a:pt x="736" y="174"/>
                  </a:cubicBezTo>
                  <a:cubicBezTo>
                    <a:pt x="714" y="153"/>
                    <a:pt x="714" y="153"/>
                    <a:pt x="714" y="153"/>
                  </a:cubicBezTo>
                  <a:cubicBezTo>
                    <a:pt x="706" y="162"/>
                    <a:pt x="706" y="162"/>
                    <a:pt x="706" y="162"/>
                  </a:cubicBezTo>
                  <a:cubicBezTo>
                    <a:pt x="727" y="181"/>
                    <a:pt x="727" y="181"/>
                    <a:pt x="727" y="181"/>
                  </a:cubicBezTo>
                  <a:cubicBezTo>
                    <a:pt x="721" y="187"/>
                    <a:pt x="721" y="187"/>
                    <a:pt x="721" y="187"/>
                  </a:cubicBezTo>
                  <a:cubicBezTo>
                    <a:pt x="700" y="168"/>
                    <a:pt x="700" y="168"/>
                    <a:pt x="700" y="168"/>
                  </a:cubicBezTo>
                  <a:cubicBezTo>
                    <a:pt x="691" y="178"/>
                    <a:pt x="691" y="178"/>
                    <a:pt x="691" y="178"/>
                  </a:cubicBezTo>
                  <a:cubicBezTo>
                    <a:pt x="714" y="200"/>
                    <a:pt x="714" y="200"/>
                    <a:pt x="714" y="200"/>
                  </a:cubicBezTo>
                  <a:cubicBezTo>
                    <a:pt x="708" y="206"/>
                    <a:pt x="708" y="206"/>
                    <a:pt x="708" y="206"/>
                  </a:cubicBezTo>
                  <a:cubicBezTo>
                    <a:pt x="677" y="177"/>
                    <a:pt x="677" y="177"/>
                    <a:pt x="677" y="177"/>
                  </a:cubicBezTo>
                  <a:cubicBezTo>
                    <a:pt x="711" y="139"/>
                    <a:pt x="711" y="139"/>
                    <a:pt x="711" y="139"/>
                  </a:cubicBezTo>
                  <a:lnTo>
                    <a:pt x="742" y="167"/>
                  </a:lnTo>
                  <a:close/>
                  <a:moveTo>
                    <a:pt x="665" y="105"/>
                  </a:moveTo>
                  <a:cubicBezTo>
                    <a:pt x="680" y="116"/>
                    <a:pt x="680" y="116"/>
                    <a:pt x="680" y="116"/>
                  </a:cubicBezTo>
                  <a:cubicBezTo>
                    <a:pt x="686" y="120"/>
                    <a:pt x="689" y="122"/>
                    <a:pt x="691" y="124"/>
                  </a:cubicBezTo>
                  <a:cubicBezTo>
                    <a:pt x="693" y="127"/>
                    <a:pt x="694" y="130"/>
                    <a:pt x="695" y="133"/>
                  </a:cubicBezTo>
                  <a:cubicBezTo>
                    <a:pt x="695" y="136"/>
                    <a:pt x="694" y="140"/>
                    <a:pt x="692" y="143"/>
                  </a:cubicBezTo>
                  <a:cubicBezTo>
                    <a:pt x="690" y="146"/>
                    <a:pt x="688" y="148"/>
                    <a:pt x="685" y="149"/>
                  </a:cubicBezTo>
                  <a:cubicBezTo>
                    <a:pt x="683" y="150"/>
                    <a:pt x="681" y="150"/>
                    <a:pt x="679" y="150"/>
                  </a:cubicBezTo>
                  <a:cubicBezTo>
                    <a:pt x="676" y="150"/>
                    <a:pt x="674" y="149"/>
                    <a:pt x="672" y="149"/>
                  </a:cubicBezTo>
                  <a:cubicBezTo>
                    <a:pt x="670" y="148"/>
                    <a:pt x="666" y="145"/>
                    <a:pt x="662" y="143"/>
                  </a:cubicBezTo>
                  <a:cubicBezTo>
                    <a:pt x="656" y="138"/>
                    <a:pt x="656" y="138"/>
                    <a:pt x="656" y="138"/>
                  </a:cubicBezTo>
                  <a:cubicBezTo>
                    <a:pt x="645" y="154"/>
                    <a:pt x="645" y="154"/>
                    <a:pt x="645" y="154"/>
                  </a:cubicBezTo>
                  <a:cubicBezTo>
                    <a:pt x="635" y="148"/>
                    <a:pt x="635" y="148"/>
                    <a:pt x="635" y="148"/>
                  </a:cubicBezTo>
                  <a:lnTo>
                    <a:pt x="665" y="105"/>
                  </a:lnTo>
                  <a:close/>
                  <a:moveTo>
                    <a:pt x="632" y="87"/>
                  </a:moveTo>
                  <a:cubicBezTo>
                    <a:pt x="629" y="95"/>
                    <a:pt x="629" y="95"/>
                    <a:pt x="629" y="95"/>
                  </a:cubicBezTo>
                  <a:cubicBezTo>
                    <a:pt x="603" y="84"/>
                    <a:pt x="603" y="84"/>
                    <a:pt x="603" y="84"/>
                  </a:cubicBezTo>
                  <a:cubicBezTo>
                    <a:pt x="598" y="95"/>
                    <a:pt x="598" y="95"/>
                    <a:pt x="598" y="95"/>
                  </a:cubicBezTo>
                  <a:cubicBezTo>
                    <a:pt x="620" y="105"/>
                    <a:pt x="620" y="105"/>
                    <a:pt x="620" y="105"/>
                  </a:cubicBezTo>
                  <a:cubicBezTo>
                    <a:pt x="617" y="113"/>
                    <a:pt x="617" y="113"/>
                    <a:pt x="617" y="113"/>
                  </a:cubicBezTo>
                  <a:cubicBezTo>
                    <a:pt x="595" y="103"/>
                    <a:pt x="595" y="103"/>
                    <a:pt x="595" y="103"/>
                  </a:cubicBezTo>
                  <a:cubicBezTo>
                    <a:pt x="586" y="123"/>
                    <a:pt x="586" y="123"/>
                    <a:pt x="586" y="123"/>
                  </a:cubicBezTo>
                  <a:cubicBezTo>
                    <a:pt x="576" y="119"/>
                    <a:pt x="576" y="119"/>
                    <a:pt x="576" y="119"/>
                  </a:cubicBezTo>
                  <a:cubicBezTo>
                    <a:pt x="596" y="71"/>
                    <a:pt x="596" y="71"/>
                    <a:pt x="596" y="71"/>
                  </a:cubicBezTo>
                  <a:lnTo>
                    <a:pt x="632" y="87"/>
                  </a:lnTo>
                  <a:close/>
                  <a:moveTo>
                    <a:pt x="523" y="77"/>
                  </a:moveTo>
                  <a:cubicBezTo>
                    <a:pt x="525" y="72"/>
                    <a:pt x="527" y="68"/>
                    <a:pt x="529" y="65"/>
                  </a:cubicBezTo>
                  <a:cubicBezTo>
                    <a:pt x="531" y="63"/>
                    <a:pt x="534" y="61"/>
                    <a:pt x="536" y="59"/>
                  </a:cubicBezTo>
                  <a:cubicBezTo>
                    <a:pt x="539" y="58"/>
                    <a:pt x="542" y="57"/>
                    <a:pt x="545" y="57"/>
                  </a:cubicBezTo>
                  <a:cubicBezTo>
                    <a:pt x="548" y="56"/>
                    <a:pt x="553" y="57"/>
                    <a:pt x="557" y="58"/>
                  </a:cubicBezTo>
                  <a:cubicBezTo>
                    <a:pt x="565" y="60"/>
                    <a:pt x="571" y="64"/>
                    <a:pt x="575" y="70"/>
                  </a:cubicBezTo>
                  <a:cubicBezTo>
                    <a:pt x="578" y="76"/>
                    <a:pt x="579" y="83"/>
                    <a:pt x="577" y="91"/>
                  </a:cubicBezTo>
                  <a:cubicBezTo>
                    <a:pt x="575" y="99"/>
                    <a:pt x="570" y="105"/>
                    <a:pt x="564" y="108"/>
                  </a:cubicBezTo>
                  <a:cubicBezTo>
                    <a:pt x="558" y="111"/>
                    <a:pt x="551" y="112"/>
                    <a:pt x="543" y="110"/>
                  </a:cubicBezTo>
                  <a:cubicBezTo>
                    <a:pt x="535" y="108"/>
                    <a:pt x="529" y="104"/>
                    <a:pt x="526" y="98"/>
                  </a:cubicBezTo>
                  <a:cubicBezTo>
                    <a:pt x="522" y="92"/>
                    <a:pt x="521" y="85"/>
                    <a:pt x="523" y="77"/>
                  </a:cubicBezTo>
                  <a:close/>
                  <a:moveTo>
                    <a:pt x="460" y="45"/>
                  </a:moveTo>
                  <a:cubicBezTo>
                    <a:pt x="473" y="66"/>
                    <a:pt x="473" y="66"/>
                    <a:pt x="473" y="66"/>
                  </a:cubicBezTo>
                  <a:cubicBezTo>
                    <a:pt x="487" y="46"/>
                    <a:pt x="487" y="46"/>
                    <a:pt x="487" y="46"/>
                  </a:cubicBezTo>
                  <a:cubicBezTo>
                    <a:pt x="500" y="47"/>
                    <a:pt x="500" y="47"/>
                    <a:pt x="500" y="47"/>
                  </a:cubicBezTo>
                  <a:cubicBezTo>
                    <a:pt x="477" y="76"/>
                    <a:pt x="477" y="76"/>
                    <a:pt x="477" y="76"/>
                  </a:cubicBezTo>
                  <a:cubicBezTo>
                    <a:pt x="476" y="97"/>
                    <a:pt x="476" y="97"/>
                    <a:pt x="476" y="97"/>
                  </a:cubicBezTo>
                  <a:cubicBezTo>
                    <a:pt x="465" y="97"/>
                    <a:pt x="465" y="97"/>
                    <a:pt x="465" y="97"/>
                  </a:cubicBezTo>
                  <a:cubicBezTo>
                    <a:pt x="466" y="75"/>
                    <a:pt x="466" y="75"/>
                    <a:pt x="466" y="75"/>
                  </a:cubicBezTo>
                  <a:cubicBezTo>
                    <a:pt x="447" y="44"/>
                    <a:pt x="447" y="44"/>
                    <a:pt x="447" y="44"/>
                  </a:cubicBezTo>
                  <a:lnTo>
                    <a:pt x="460" y="45"/>
                  </a:lnTo>
                  <a:close/>
                  <a:moveTo>
                    <a:pt x="441" y="44"/>
                  </a:moveTo>
                  <a:cubicBezTo>
                    <a:pt x="442" y="53"/>
                    <a:pt x="442" y="53"/>
                    <a:pt x="442" y="53"/>
                  </a:cubicBezTo>
                  <a:cubicBezTo>
                    <a:pt x="425" y="54"/>
                    <a:pt x="425" y="54"/>
                    <a:pt x="425" y="54"/>
                  </a:cubicBezTo>
                  <a:cubicBezTo>
                    <a:pt x="428" y="97"/>
                    <a:pt x="428" y="97"/>
                    <a:pt x="428" y="97"/>
                  </a:cubicBezTo>
                  <a:cubicBezTo>
                    <a:pt x="417" y="98"/>
                    <a:pt x="417" y="98"/>
                    <a:pt x="417" y="98"/>
                  </a:cubicBezTo>
                  <a:cubicBezTo>
                    <a:pt x="413" y="55"/>
                    <a:pt x="413" y="55"/>
                    <a:pt x="413" y="55"/>
                  </a:cubicBezTo>
                  <a:cubicBezTo>
                    <a:pt x="397" y="56"/>
                    <a:pt x="397" y="56"/>
                    <a:pt x="397" y="56"/>
                  </a:cubicBezTo>
                  <a:cubicBezTo>
                    <a:pt x="396" y="48"/>
                    <a:pt x="396" y="48"/>
                    <a:pt x="396" y="48"/>
                  </a:cubicBezTo>
                  <a:lnTo>
                    <a:pt x="441" y="44"/>
                  </a:lnTo>
                  <a:close/>
                  <a:moveTo>
                    <a:pt x="386" y="50"/>
                  </a:moveTo>
                  <a:cubicBezTo>
                    <a:pt x="395" y="101"/>
                    <a:pt x="395" y="101"/>
                    <a:pt x="395" y="101"/>
                  </a:cubicBezTo>
                  <a:cubicBezTo>
                    <a:pt x="384" y="103"/>
                    <a:pt x="384" y="103"/>
                    <a:pt x="384" y="103"/>
                  </a:cubicBezTo>
                  <a:cubicBezTo>
                    <a:pt x="375" y="52"/>
                    <a:pt x="375" y="52"/>
                    <a:pt x="375" y="52"/>
                  </a:cubicBezTo>
                  <a:lnTo>
                    <a:pt x="386" y="50"/>
                  </a:lnTo>
                  <a:close/>
                  <a:moveTo>
                    <a:pt x="324" y="70"/>
                  </a:moveTo>
                  <a:cubicBezTo>
                    <a:pt x="325" y="68"/>
                    <a:pt x="327" y="65"/>
                    <a:pt x="330" y="63"/>
                  </a:cubicBezTo>
                  <a:cubicBezTo>
                    <a:pt x="333" y="61"/>
                    <a:pt x="336" y="60"/>
                    <a:pt x="340" y="59"/>
                  </a:cubicBezTo>
                  <a:cubicBezTo>
                    <a:pt x="347" y="57"/>
                    <a:pt x="353" y="57"/>
                    <a:pt x="357" y="59"/>
                  </a:cubicBezTo>
                  <a:cubicBezTo>
                    <a:pt x="361" y="60"/>
                    <a:pt x="364" y="63"/>
                    <a:pt x="365" y="68"/>
                  </a:cubicBezTo>
                  <a:cubicBezTo>
                    <a:pt x="354" y="71"/>
                    <a:pt x="354" y="71"/>
                    <a:pt x="354" y="71"/>
                  </a:cubicBezTo>
                  <a:cubicBezTo>
                    <a:pt x="353" y="69"/>
                    <a:pt x="352" y="67"/>
                    <a:pt x="350" y="67"/>
                  </a:cubicBezTo>
                  <a:cubicBezTo>
                    <a:pt x="348" y="66"/>
                    <a:pt x="345" y="66"/>
                    <a:pt x="342" y="67"/>
                  </a:cubicBezTo>
                  <a:cubicBezTo>
                    <a:pt x="339" y="68"/>
                    <a:pt x="337" y="69"/>
                    <a:pt x="335" y="71"/>
                  </a:cubicBezTo>
                  <a:cubicBezTo>
                    <a:pt x="334" y="72"/>
                    <a:pt x="334" y="73"/>
                    <a:pt x="334" y="74"/>
                  </a:cubicBezTo>
                  <a:cubicBezTo>
                    <a:pt x="335" y="76"/>
                    <a:pt x="336" y="76"/>
                    <a:pt x="337" y="77"/>
                  </a:cubicBezTo>
                  <a:cubicBezTo>
                    <a:pt x="339" y="78"/>
                    <a:pt x="342" y="78"/>
                    <a:pt x="348" y="78"/>
                  </a:cubicBezTo>
                  <a:cubicBezTo>
                    <a:pt x="354" y="77"/>
                    <a:pt x="358" y="77"/>
                    <a:pt x="361" y="78"/>
                  </a:cubicBezTo>
                  <a:cubicBezTo>
                    <a:pt x="364" y="79"/>
                    <a:pt x="366" y="80"/>
                    <a:pt x="368" y="81"/>
                  </a:cubicBezTo>
                  <a:cubicBezTo>
                    <a:pt x="370" y="83"/>
                    <a:pt x="372" y="86"/>
                    <a:pt x="373" y="89"/>
                  </a:cubicBezTo>
                  <a:cubicBezTo>
                    <a:pt x="373" y="92"/>
                    <a:pt x="373" y="95"/>
                    <a:pt x="372" y="98"/>
                  </a:cubicBezTo>
                  <a:cubicBezTo>
                    <a:pt x="371" y="101"/>
                    <a:pt x="369" y="103"/>
                    <a:pt x="366" y="105"/>
                  </a:cubicBezTo>
                  <a:cubicBezTo>
                    <a:pt x="364" y="107"/>
                    <a:pt x="360" y="109"/>
                    <a:pt x="355" y="110"/>
                  </a:cubicBezTo>
                  <a:cubicBezTo>
                    <a:pt x="348" y="112"/>
                    <a:pt x="342" y="112"/>
                    <a:pt x="338" y="110"/>
                  </a:cubicBezTo>
                  <a:cubicBezTo>
                    <a:pt x="333" y="108"/>
                    <a:pt x="330" y="105"/>
                    <a:pt x="328" y="100"/>
                  </a:cubicBezTo>
                  <a:cubicBezTo>
                    <a:pt x="338" y="96"/>
                    <a:pt x="338" y="96"/>
                    <a:pt x="338" y="96"/>
                  </a:cubicBezTo>
                  <a:cubicBezTo>
                    <a:pt x="340" y="99"/>
                    <a:pt x="342" y="101"/>
                    <a:pt x="344" y="102"/>
                  </a:cubicBezTo>
                  <a:cubicBezTo>
                    <a:pt x="346" y="103"/>
                    <a:pt x="349" y="103"/>
                    <a:pt x="353" y="102"/>
                  </a:cubicBezTo>
                  <a:cubicBezTo>
                    <a:pt x="356" y="101"/>
                    <a:pt x="359" y="99"/>
                    <a:pt x="360" y="97"/>
                  </a:cubicBezTo>
                  <a:cubicBezTo>
                    <a:pt x="362" y="96"/>
                    <a:pt x="362" y="94"/>
                    <a:pt x="362" y="92"/>
                  </a:cubicBezTo>
                  <a:cubicBezTo>
                    <a:pt x="361" y="91"/>
                    <a:pt x="361" y="90"/>
                    <a:pt x="360" y="89"/>
                  </a:cubicBezTo>
                  <a:cubicBezTo>
                    <a:pt x="359" y="89"/>
                    <a:pt x="357" y="88"/>
                    <a:pt x="355" y="88"/>
                  </a:cubicBezTo>
                  <a:cubicBezTo>
                    <a:pt x="354" y="88"/>
                    <a:pt x="351" y="88"/>
                    <a:pt x="346" y="88"/>
                  </a:cubicBezTo>
                  <a:cubicBezTo>
                    <a:pt x="339" y="89"/>
                    <a:pt x="335" y="88"/>
                    <a:pt x="332" y="87"/>
                  </a:cubicBezTo>
                  <a:cubicBezTo>
                    <a:pt x="328" y="85"/>
                    <a:pt x="325" y="82"/>
                    <a:pt x="324" y="78"/>
                  </a:cubicBezTo>
                  <a:cubicBezTo>
                    <a:pt x="323" y="76"/>
                    <a:pt x="323" y="73"/>
                    <a:pt x="324" y="70"/>
                  </a:cubicBezTo>
                  <a:close/>
                  <a:moveTo>
                    <a:pt x="286" y="79"/>
                  </a:moveTo>
                  <a:cubicBezTo>
                    <a:pt x="292" y="77"/>
                    <a:pt x="296" y="75"/>
                    <a:pt x="299" y="75"/>
                  </a:cubicBezTo>
                  <a:cubicBezTo>
                    <a:pt x="302" y="75"/>
                    <a:pt x="304" y="75"/>
                    <a:pt x="307" y="77"/>
                  </a:cubicBezTo>
                  <a:cubicBezTo>
                    <a:pt x="309" y="78"/>
                    <a:pt x="311" y="80"/>
                    <a:pt x="312" y="83"/>
                  </a:cubicBezTo>
                  <a:cubicBezTo>
                    <a:pt x="314" y="87"/>
                    <a:pt x="314" y="90"/>
                    <a:pt x="313" y="94"/>
                  </a:cubicBezTo>
                  <a:cubicBezTo>
                    <a:pt x="311" y="97"/>
                    <a:pt x="309" y="100"/>
                    <a:pt x="304" y="102"/>
                  </a:cubicBezTo>
                  <a:cubicBezTo>
                    <a:pt x="307" y="103"/>
                    <a:pt x="310" y="103"/>
                    <a:pt x="312" y="104"/>
                  </a:cubicBezTo>
                  <a:cubicBezTo>
                    <a:pt x="314" y="105"/>
                    <a:pt x="317" y="106"/>
                    <a:pt x="321" y="109"/>
                  </a:cubicBezTo>
                  <a:cubicBezTo>
                    <a:pt x="331" y="115"/>
                    <a:pt x="331" y="115"/>
                    <a:pt x="331" y="115"/>
                  </a:cubicBezTo>
                  <a:cubicBezTo>
                    <a:pt x="319" y="121"/>
                    <a:pt x="319" y="121"/>
                    <a:pt x="319" y="121"/>
                  </a:cubicBezTo>
                  <a:cubicBezTo>
                    <a:pt x="307" y="114"/>
                    <a:pt x="307" y="114"/>
                    <a:pt x="307" y="114"/>
                  </a:cubicBezTo>
                  <a:cubicBezTo>
                    <a:pt x="302" y="112"/>
                    <a:pt x="300" y="110"/>
                    <a:pt x="298" y="109"/>
                  </a:cubicBezTo>
                  <a:cubicBezTo>
                    <a:pt x="297" y="109"/>
                    <a:pt x="295" y="109"/>
                    <a:pt x="294" y="109"/>
                  </a:cubicBezTo>
                  <a:cubicBezTo>
                    <a:pt x="293" y="109"/>
                    <a:pt x="291" y="110"/>
                    <a:pt x="289" y="111"/>
                  </a:cubicBezTo>
                  <a:cubicBezTo>
                    <a:pt x="286" y="112"/>
                    <a:pt x="286" y="112"/>
                    <a:pt x="286" y="112"/>
                  </a:cubicBezTo>
                  <a:cubicBezTo>
                    <a:pt x="295" y="131"/>
                    <a:pt x="295" y="131"/>
                    <a:pt x="295" y="131"/>
                  </a:cubicBezTo>
                  <a:cubicBezTo>
                    <a:pt x="285" y="136"/>
                    <a:pt x="285" y="136"/>
                    <a:pt x="285" y="136"/>
                  </a:cubicBezTo>
                  <a:cubicBezTo>
                    <a:pt x="264" y="89"/>
                    <a:pt x="264" y="89"/>
                    <a:pt x="264" y="89"/>
                  </a:cubicBezTo>
                  <a:lnTo>
                    <a:pt x="286" y="79"/>
                  </a:lnTo>
                  <a:close/>
                  <a:moveTo>
                    <a:pt x="250" y="96"/>
                  </a:moveTo>
                  <a:cubicBezTo>
                    <a:pt x="255" y="104"/>
                    <a:pt x="255" y="104"/>
                    <a:pt x="255" y="104"/>
                  </a:cubicBezTo>
                  <a:cubicBezTo>
                    <a:pt x="229" y="120"/>
                    <a:pt x="229" y="120"/>
                    <a:pt x="229" y="120"/>
                  </a:cubicBezTo>
                  <a:cubicBezTo>
                    <a:pt x="235" y="130"/>
                    <a:pt x="235" y="130"/>
                    <a:pt x="235" y="130"/>
                  </a:cubicBezTo>
                  <a:cubicBezTo>
                    <a:pt x="259" y="115"/>
                    <a:pt x="259" y="115"/>
                    <a:pt x="259" y="115"/>
                  </a:cubicBezTo>
                  <a:cubicBezTo>
                    <a:pt x="264" y="122"/>
                    <a:pt x="264" y="122"/>
                    <a:pt x="264" y="122"/>
                  </a:cubicBezTo>
                  <a:cubicBezTo>
                    <a:pt x="240" y="137"/>
                    <a:pt x="240" y="137"/>
                    <a:pt x="240" y="137"/>
                  </a:cubicBezTo>
                  <a:cubicBezTo>
                    <a:pt x="247" y="149"/>
                    <a:pt x="247" y="149"/>
                    <a:pt x="247" y="149"/>
                  </a:cubicBezTo>
                  <a:cubicBezTo>
                    <a:pt x="274" y="132"/>
                    <a:pt x="274" y="132"/>
                    <a:pt x="274" y="132"/>
                  </a:cubicBezTo>
                  <a:cubicBezTo>
                    <a:pt x="278" y="139"/>
                    <a:pt x="278" y="139"/>
                    <a:pt x="278" y="139"/>
                  </a:cubicBezTo>
                  <a:cubicBezTo>
                    <a:pt x="242" y="162"/>
                    <a:pt x="242" y="162"/>
                    <a:pt x="242" y="162"/>
                  </a:cubicBezTo>
                  <a:cubicBezTo>
                    <a:pt x="214" y="119"/>
                    <a:pt x="214" y="119"/>
                    <a:pt x="214" y="119"/>
                  </a:cubicBezTo>
                  <a:lnTo>
                    <a:pt x="250" y="96"/>
                  </a:lnTo>
                  <a:close/>
                  <a:moveTo>
                    <a:pt x="175" y="151"/>
                  </a:moveTo>
                  <a:cubicBezTo>
                    <a:pt x="210" y="171"/>
                    <a:pt x="210" y="171"/>
                    <a:pt x="210" y="171"/>
                  </a:cubicBezTo>
                  <a:cubicBezTo>
                    <a:pt x="196" y="133"/>
                    <a:pt x="196" y="133"/>
                    <a:pt x="196" y="133"/>
                  </a:cubicBezTo>
                  <a:cubicBezTo>
                    <a:pt x="206" y="125"/>
                    <a:pt x="206" y="125"/>
                    <a:pt x="206" y="125"/>
                  </a:cubicBezTo>
                  <a:cubicBezTo>
                    <a:pt x="223" y="177"/>
                    <a:pt x="223" y="177"/>
                    <a:pt x="223" y="177"/>
                  </a:cubicBezTo>
                  <a:cubicBezTo>
                    <a:pt x="214" y="185"/>
                    <a:pt x="214" y="185"/>
                    <a:pt x="214" y="185"/>
                  </a:cubicBezTo>
                  <a:cubicBezTo>
                    <a:pt x="165" y="159"/>
                    <a:pt x="165" y="159"/>
                    <a:pt x="165" y="159"/>
                  </a:cubicBezTo>
                  <a:lnTo>
                    <a:pt x="175" y="151"/>
                  </a:lnTo>
                  <a:close/>
                  <a:moveTo>
                    <a:pt x="160" y="165"/>
                  </a:moveTo>
                  <a:cubicBezTo>
                    <a:pt x="197" y="201"/>
                    <a:pt x="197" y="201"/>
                    <a:pt x="197" y="201"/>
                  </a:cubicBezTo>
                  <a:cubicBezTo>
                    <a:pt x="189" y="209"/>
                    <a:pt x="189" y="209"/>
                    <a:pt x="189" y="209"/>
                  </a:cubicBezTo>
                  <a:cubicBezTo>
                    <a:pt x="152" y="174"/>
                    <a:pt x="152" y="174"/>
                    <a:pt x="152" y="174"/>
                  </a:cubicBezTo>
                  <a:lnTo>
                    <a:pt x="160" y="165"/>
                  </a:lnTo>
                  <a:close/>
                  <a:moveTo>
                    <a:pt x="121" y="211"/>
                  </a:moveTo>
                  <a:cubicBezTo>
                    <a:pt x="163" y="214"/>
                    <a:pt x="163" y="214"/>
                    <a:pt x="163" y="214"/>
                  </a:cubicBezTo>
                  <a:cubicBezTo>
                    <a:pt x="135" y="193"/>
                    <a:pt x="135" y="193"/>
                    <a:pt x="135" y="193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82" y="216"/>
                    <a:pt x="182" y="216"/>
                    <a:pt x="182" y="216"/>
                  </a:cubicBezTo>
                  <a:cubicBezTo>
                    <a:pt x="175" y="225"/>
                    <a:pt x="175" y="225"/>
                    <a:pt x="175" y="225"/>
                  </a:cubicBezTo>
                  <a:cubicBezTo>
                    <a:pt x="134" y="222"/>
                    <a:pt x="134" y="222"/>
                    <a:pt x="134" y="222"/>
                  </a:cubicBezTo>
                  <a:cubicBezTo>
                    <a:pt x="161" y="243"/>
                    <a:pt x="161" y="243"/>
                    <a:pt x="161" y="243"/>
                  </a:cubicBezTo>
                  <a:cubicBezTo>
                    <a:pt x="155" y="252"/>
                    <a:pt x="155" y="252"/>
                    <a:pt x="155" y="252"/>
                  </a:cubicBezTo>
                  <a:cubicBezTo>
                    <a:pt x="114" y="220"/>
                    <a:pt x="114" y="220"/>
                    <a:pt x="114" y="220"/>
                  </a:cubicBezTo>
                  <a:lnTo>
                    <a:pt x="121" y="211"/>
                  </a:lnTo>
                  <a:close/>
                  <a:moveTo>
                    <a:pt x="88" y="264"/>
                  </a:moveTo>
                  <a:cubicBezTo>
                    <a:pt x="112" y="278"/>
                    <a:pt x="112" y="278"/>
                    <a:pt x="112" y="278"/>
                  </a:cubicBezTo>
                  <a:cubicBezTo>
                    <a:pt x="116" y="280"/>
                    <a:pt x="119" y="281"/>
                    <a:pt x="120" y="281"/>
                  </a:cubicBezTo>
                  <a:cubicBezTo>
                    <a:pt x="122" y="282"/>
                    <a:pt x="124" y="282"/>
                    <a:pt x="126" y="281"/>
                  </a:cubicBezTo>
                  <a:cubicBezTo>
                    <a:pt x="128" y="280"/>
                    <a:pt x="130" y="278"/>
                    <a:pt x="132" y="275"/>
                  </a:cubicBezTo>
                  <a:cubicBezTo>
                    <a:pt x="133" y="272"/>
                    <a:pt x="134" y="270"/>
                    <a:pt x="134" y="268"/>
                  </a:cubicBezTo>
                  <a:cubicBezTo>
                    <a:pt x="134" y="266"/>
                    <a:pt x="133" y="264"/>
                    <a:pt x="131" y="263"/>
                  </a:cubicBezTo>
                  <a:cubicBezTo>
                    <a:pt x="130" y="262"/>
                    <a:pt x="127" y="260"/>
                    <a:pt x="124" y="258"/>
                  </a:cubicBezTo>
                  <a:cubicBezTo>
                    <a:pt x="99" y="244"/>
                    <a:pt x="99" y="244"/>
                    <a:pt x="99" y="244"/>
                  </a:cubicBezTo>
                  <a:cubicBezTo>
                    <a:pt x="104" y="234"/>
                    <a:pt x="104" y="234"/>
                    <a:pt x="104" y="234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34" y="251"/>
                    <a:pt x="137" y="253"/>
                    <a:pt x="139" y="255"/>
                  </a:cubicBezTo>
                  <a:cubicBezTo>
                    <a:pt x="141" y="257"/>
                    <a:pt x="142" y="259"/>
                    <a:pt x="143" y="261"/>
                  </a:cubicBezTo>
                  <a:cubicBezTo>
                    <a:pt x="144" y="263"/>
                    <a:pt x="144" y="266"/>
                    <a:pt x="144" y="269"/>
                  </a:cubicBezTo>
                  <a:cubicBezTo>
                    <a:pt x="143" y="272"/>
                    <a:pt x="142" y="275"/>
                    <a:pt x="140" y="279"/>
                  </a:cubicBezTo>
                  <a:cubicBezTo>
                    <a:pt x="137" y="284"/>
                    <a:pt x="134" y="287"/>
                    <a:pt x="132" y="289"/>
                  </a:cubicBezTo>
                  <a:cubicBezTo>
                    <a:pt x="130" y="291"/>
                    <a:pt x="127" y="292"/>
                    <a:pt x="125" y="293"/>
                  </a:cubicBezTo>
                  <a:cubicBezTo>
                    <a:pt x="123" y="293"/>
                    <a:pt x="120" y="293"/>
                    <a:pt x="118" y="293"/>
                  </a:cubicBezTo>
                  <a:cubicBezTo>
                    <a:pt x="115" y="292"/>
                    <a:pt x="111" y="290"/>
                    <a:pt x="106" y="287"/>
                  </a:cubicBezTo>
                  <a:cubicBezTo>
                    <a:pt x="82" y="274"/>
                    <a:pt x="82" y="274"/>
                    <a:pt x="82" y="274"/>
                  </a:cubicBezTo>
                  <a:lnTo>
                    <a:pt x="88" y="264"/>
                  </a:lnTo>
                  <a:close/>
                  <a:moveTo>
                    <a:pt x="45" y="402"/>
                  </a:moveTo>
                  <a:cubicBezTo>
                    <a:pt x="82" y="384"/>
                    <a:pt x="82" y="384"/>
                    <a:pt x="82" y="384"/>
                  </a:cubicBezTo>
                  <a:cubicBezTo>
                    <a:pt x="48" y="379"/>
                    <a:pt x="48" y="379"/>
                    <a:pt x="48" y="379"/>
                  </a:cubicBezTo>
                  <a:cubicBezTo>
                    <a:pt x="50" y="368"/>
                    <a:pt x="50" y="368"/>
                    <a:pt x="50" y="368"/>
                  </a:cubicBezTo>
                  <a:cubicBezTo>
                    <a:pt x="101" y="376"/>
                    <a:pt x="101" y="376"/>
                    <a:pt x="101" y="376"/>
                  </a:cubicBezTo>
                  <a:cubicBezTo>
                    <a:pt x="99" y="387"/>
                    <a:pt x="99" y="387"/>
                    <a:pt x="99" y="387"/>
                  </a:cubicBezTo>
                  <a:cubicBezTo>
                    <a:pt x="62" y="405"/>
                    <a:pt x="62" y="405"/>
                    <a:pt x="62" y="405"/>
                  </a:cubicBezTo>
                  <a:cubicBezTo>
                    <a:pt x="95" y="410"/>
                    <a:pt x="95" y="410"/>
                    <a:pt x="95" y="410"/>
                  </a:cubicBezTo>
                  <a:cubicBezTo>
                    <a:pt x="94" y="421"/>
                    <a:pt x="94" y="421"/>
                    <a:pt x="94" y="421"/>
                  </a:cubicBezTo>
                  <a:cubicBezTo>
                    <a:pt x="43" y="413"/>
                    <a:pt x="43" y="413"/>
                    <a:pt x="43" y="413"/>
                  </a:cubicBezTo>
                  <a:lnTo>
                    <a:pt x="45" y="402"/>
                  </a:lnTo>
                  <a:close/>
                  <a:moveTo>
                    <a:pt x="42" y="427"/>
                  </a:moveTo>
                  <a:cubicBezTo>
                    <a:pt x="94" y="430"/>
                    <a:pt x="94" y="430"/>
                    <a:pt x="94" y="430"/>
                  </a:cubicBezTo>
                  <a:cubicBezTo>
                    <a:pt x="93" y="441"/>
                    <a:pt x="93" y="441"/>
                    <a:pt x="93" y="441"/>
                  </a:cubicBezTo>
                  <a:cubicBezTo>
                    <a:pt x="42" y="439"/>
                    <a:pt x="42" y="439"/>
                    <a:pt x="42" y="439"/>
                  </a:cubicBezTo>
                  <a:lnTo>
                    <a:pt x="42" y="427"/>
                  </a:lnTo>
                  <a:close/>
                  <a:moveTo>
                    <a:pt x="43" y="487"/>
                  </a:moveTo>
                  <a:cubicBezTo>
                    <a:pt x="63" y="486"/>
                    <a:pt x="63" y="486"/>
                    <a:pt x="63" y="486"/>
                  </a:cubicBezTo>
                  <a:cubicBezTo>
                    <a:pt x="62" y="464"/>
                    <a:pt x="62" y="464"/>
                    <a:pt x="62" y="464"/>
                  </a:cubicBezTo>
                  <a:cubicBezTo>
                    <a:pt x="42" y="465"/>
                    <a:pt x="42" y="465"/>
                    <a:pt x="42" y="465"/>
                  </a:cubicBezTo>
                  <a:cubicBezTo>
                    <a:pt x="41" y="453"/>
                    <a:pt x="41" y="453"/>
                    <a:pt x="41" y="453"/>
                  </a:cubicBezTo>
                  <a:cubicBezTo>
                    <a:pt x="92" y="450"/>
                    <a:pt x="92" y="450"/>
                    <a:pt x="92" y="450"/>
                  </a:cubicBezTo>
                  <a:cubicBezTo>
                    <a:pt x="93" y="462"/>
                    <a:pt x="93" y="462"/>
                    <a:pt x="93" y="462"/>
                  </a:cubicBezTo>
                  <a:cubicBezTo>
                    <a:pt x="71" y="463"/>
                    <a:pt x="71" y="463"/>
                    <a:pt x="71" y="463"/>
                  </a:cubicBezTo>
                  <a:cubicBezTo>
                    <a:pt x="72" y="486"/>
                    <a:pt x="72" y="486"/>
                    <a:pt x="72" y="486"/>
                  </a:cubicBezTo>
                  <a:cubicBezTo>
                    <a:pt x="94" y="484"/>
                    <a:pt x="94" y="484"/>
                    <a:pt x="94" y="484"/>
                  </a:cubicBezTo>
                  <a:cubicBezTo>
                    <a:pt x="95" y="496"/>
                    <a:pt x="95" y="496"/>
                    <a:pt x="95" y="496"/>
                  </a:cubicBezTo>
                  <a:cubicBezTo>
                    <a:pt x="43" y="499"/>
                    <a:pt x="43" y="499"/>
                    <a:pt x="43" y="499"/>
                  </a:cubicBezTo>
                  <a:lnTo>
                    <a:pt x="43" y="487"/>
                  </a:lnTo>
                  <a:close/>
                  <a:moveTo>
                    <a:pt x="98" y="546"/>
                  </a:moveTo>
                  <a:cubicBezTo>
                    <a:pt x="95" y="551"/>
                    <a:pt x="89" y="555"/>
                    <a:pt x="81" y="557"/>
                  </a:cubicBezTo>
                  <a:cubicBezTo>
                    <a:pt x="73" y="559"/>
                    <a:pt x="66" y="558"/>
                    <a:pt x="60" y="554"/>
                  </a:cubicBezTo>
                  <a:cubicBezTo>
                    <a:pt x="54" y="550"/>
                    <a:pt x="51" y="544"/>
                    <a:pt x="49" y="536"/>
                  </a:cubicBezTo>
                  <a:cubicBezTo>
                    <a:pt x="48" y="529"/>
                    <a:pt x="48" y="523"/>
                    <a:pt x="51" y="518"/>
                  </a:cubicBezTo>
                  <a:cubicBezTo>
                    <a:pt x="53" y="515"/>
                    <a:pt x="55" y="513"/>
                    <a:pt x="59" y="511"/>
                  </a:cubicBezTo>
                  <a:cubicBezTo>
                    <a:pt x="64" y="521"/>
                    <a:pt x="64" y="521"/>
                    <a:pt x="64" y="521"/>
                  </a:cubicBezTo>
                  <a:cubicBezTo>
                    <a:pt x="61" y="523"/>
                    <a:pt x="60" y="524"/>
                    <a:pt x="58" y="527"/>
                  </a:cubicBezTo>
                  <a:cubicBezTo>
                    <a:pt x="57" y="529"/>
                    <a:pt x="57" y="532"/>
                    <a:pt x="58" y="535"/>
                  </a:cubicBezTo>
                  <a:cubicBezTo>
                    <a:pt x="59" y="539"/>
                    <a:pt x="61" y="542"/>
                    <a:pt x="64" y="544"/>
                  </a:cubicBezTo>
                  <a:cubicBezTo>
                    <a:pt x="67" y="546"/>
                    <a:pt x="72" y="547"/>
                    <a:pt x="78" y="545"/>
                  </a:cubicBezTo>
                  <a:cubicBezTo>
                    <a:pt x="84" y="544"/>
                    <a:pt x="89" y="542"/>
                    <a:pt x="91" y="539"/>
                  </a:cubicBezTo>
                  <a:cubicBezTo>
                    <a:pt x="93" y="536"/>
                    <a:pt x="94" y="532"/>
                    <a:pt x="93" y="528"/>
                  </a:cubicBezTo>
                  <a:cubicBezTo>
                    <a:pt x="92" y="525"/>
                    <a:pt x="91" y="522"/>
                    <a:pt x="89" y="521"/>
                  </a:cubicBezTo>
                  <a:cubicBezTo>
                    <a:pt x="86" y="519"/>
                    <a:pt x="83" y="518"/>
                    <a:pt x="79" y="518"/>
                  </a:cubicBezTo>
                  <a:cubicBezTo>
                    <a:pt x="80" y="506"/>
                    <a:pt x="80" y="506"/>
                    <a:pt x="80" y="506"/>
                  </a:cubicBezTo>
                  <a:cubicBezTo>
                    <a:pt x="86" y="507"/>
                    <a:pt x="91" y="509"/>
                    <a:pt x="94" y="512"/>
                  </a:cubicBezTo>
                  <a:cubicBezTo>
                    <a:pt x="98" y="515"/>
                    <a:pt x="100" y="520"/>
                    <a:pt x="101" y="526"/>
                  </a:cubicBezTo>
                  <a:cubicBezTo>
                    <a:pt x="103" y="533"/>
                    <a:pt x="102" y="540"/>
                    <a:pt x="98" y="546"/>
                  </a:cubicBezTo>
                  <a:close/>
                  <a:moveTo>
                    <a:pt x="115" y="330"/>
                  </a:moveTo>
                  <a:cubicBezTo>
                    <a:pt x="102" y="331"/>
                    <a:pt x="102" y="331"/>
                    <a:pt x="102" y="331"/>
                  </a:cubicBezTo>
                  <a:cubicBezTo>
                    <a:pt x="95" y="353"/>
                    <a:pt x="95" y="353"/>
                    <a:pt x="95" y="353"/>
                  </a:cubicBezTo>
                  <a:cubicBezTo>
                    <a:pt x="105" y="361"/>
                    <a:pt x="105" y="361"/>
                    <a:pt x="105" y="361"/>
                  </a:cubicBezTo>
                  <a:cubicBezTo>
                    <a:pt x="101" y="373"/>
                    <a:pt x="101" y="373"/>
                    <a:pt x="101" y="373"/>
                  </a:cubicBezTo>
                  <a:cubicBezTo>
                    <a:pt x="59" y="336"/>
                    <a:pt x="59" y="336"/>
                    <a:pt x="59" y="336"/>
                  </a:cubicBezTo>
                  <a:cubicBezTo>
                    <a:pt x="62" y="324"/>
                    <a:pt x="62" y="324"/>
                    <a:pt x="62" y="324"/>
                  </a:cubicBezTo>
                  <a:cubicBezTo>
                    <a:pt x="118" y="318"/>
                    <a:pt x="118" y="318"/>
                    <a:pt x="118" y="318"/>
                  </a:cubicBezTo>
                  <a:lnTo>
                    <a:pt x="115" y="330"/>
                  </a:lnTo>
                  <a:close/>
                  <a:moveTo>
                    <a:pt x="252" y="762"/>
                  </a:moveTo>
                  <a:cubicBezTo>
                    <a:pt x="252" y="763"/>
                    <a:pt x="251" y="764"/>
                    <a:pt x="250" y="764"/>
                  </a:cubicBezTo>
                  <a:cubicBezTo>
                    <a:pt x="248" y="765"/>
                    <a:pt x="239" y="763"/>
                    <a:pt x="238" y="764"/>
                  </a:cubicBezTo>
                  <a:cubicBezTo>
                    <a:pt x="233" y="764"/>
                    <a:pt x="232" y="764"/>
                    <a:pt x="231" y="766"/>
                  </a:cubicBezTo>
                  <a:cubicBezTo>
                    <a:pt x="231" y="767"/>
                    <a:pt x="231" y="770"/>
                    <a:pt x="229" y="770"/>
                  </a:cubicBezTo>
                  <a:cubicBezTo>
                    <a:pt x="227" y="769"/>
                    <a:pt x="222" y="768"/>
                    <a:pt x="219" y="768"/>
                  </a:cubicBezTo>
                  <a:cubicBezTo>
                    <a:pt x="218" y="768"/>
                    <a:pt x="217" y="768"/>
                    <a:pt x="216" y="768"/>
                  </a:cubicBezTo>
                  <a:cubicBezTo>
                    <a:pt x="205" y="781"/>
                    <a:pt x="197" y="792"/>
                    <a:pt x="185" y="804"/>
                  </a:cubicBezTo>
                  <a:cubicBezTo>
                    <a:pt x="185" y="804"/>
                    <a:pt x="183" y="805"/>
                    <a:pt x="183" y="805"/>
                  </a:cubicBezTo>
                  <a:cubicBezTo>
                    <a:pt x="191" y="792"/>
                    <a:pt x="199" y="779"/>
                    <a:pt x="208" y="766"/>
                  </a:cubicBezTo>
                  <a:cubicBezTo>
                    <a:pt x="209" y="764"/>
                    <a:pt x="208" y="763"/>
                    <a:pt x="208" y="763"/>
                  </a:cubicBezTo>
                  <a:cubicBezTo>
                    <a:pt x="207" y="761"/>
                    <a:pt x="210" y="758"/>
                    <a:pt x="212" y="758"/>
                  </a:cubicBezTo>
                  <a:cubicBezTo>
                    <a:pt x="212" y="758"/>
                    <a:pt x="213" y="758"/>
                    <a:pt x="214" y="758"/>
                  </a:cubicBezTo>
                  <a:cubicBezTo>
                    <a:pt x="219" y="750"/>
                    <a:pt x="219" y="750"/>
                    <a:pt x="221" y="747"/>
                  </a:cubicBezTo>
                  <a:cubicBezTo>
                    <a:pt x="219" y="746"/>
                    <a:pt x="211" y="743"/>
                    <a:pt x="213" y="741"/>
                  </a:cubicBezTo>
                  <a:cubicBezTo>
                    <a:pt x="214" y="741"/>
                    <a:pt x="216" y="741"/>
                    <a:pt x="218" y="741"/>
                  </a:cubicBezTo>
                  <a:cubicBezTo>
                    <a:pt x="220" y="742"/>
                    <a:pt x="222" y="742"/>
                    <a:pt x="223" y="743"/>
                  </a:cubicBezTo>
                  <a:cubicBezTo>
                    <a:pt x="227" y="739"/>
                    <a:pt x="229" y="736"/>
                    <a:pt x="231" y="731"/>
                  </a:cubicBezTo>
                  <a:cubicBezTo>
                    <a:pt x="231" y="730"/>
                    <a:pt x="234" y="726"/>
                    <a:pt x="233" y="726"/>
                  </a:cubicBezTo>
                  <a:cubicBezTo>
                    <a:pt x="233" y="724"/>
                    <a:pt x="233" y="724"/>
                    <a:pt x="233" y="723"/>
                  </a:cubicBezTo>
                  <a:cubicBezTo>
                    <a:pt x="237" y="725"/>
                    <a:pt x="239" y="727"/>
                    <a:pt x="239" y="731"/>
                  </a:cubicBezTo>
                  <a:cubicBezTo>
                    <a:pt x="239" y="731"/>
                    <a:pt x="239" y="734"/>
                    <a:pt x="239" y="735"/>
                  </a:cubicBezTo>
                  <a:cubicBezTo>
                    <a:pt x="236" y="738"/>
                    <a:pt x="234" y="742"/>
                    <a:pt x="231" y="745"/>
                  </a:cubicBezTo>
                  <a:cubicBezTo>
                    <a:pt x="232" y="746"/>
                    <a:pt x="233" y="746"/>
                    <a:pt x="234" y="746"/>
                  </a:cubicBezTo>
                  <a:cubicBezTo>
                    <a:pt x="237" y="748"/>
                    <a:pt x="239" y="748"/>
                    <a:pt x="242" y="750"/>
                  </a:cubicBezTo>
                  <a:cubicBezTo>
                    <a:pt x="243" y="749"/>
                    <a:pt x="244" y="750"/>
                    <a:pt x="244" y="749"/>
                  </a:cubicBezTo>
                  <a:cubicBezTo>
                    <a:pt x="252" y="753"/>
                    <a:pt x="253" y="761"/>
                    <a:pt x="252" y="762"/>
                  </a:cubicBezTo>
                  <a:close/>
                  <a:moveTo>
                    <a:pt x="189" y="735"/>
                  </a:moveTo>
                  <a:cubicBezTo>
                    <a:pt x="192" y="737"/>
                    <a:pt x="195" y="739"/>
                    <a:pt x="196" y="742"/>
                  </a:cubicBezTo>
                  <a:cubicBezTo>
                    <a:pt x="197" y="743"/>
                    <a:pt x="201" y="748"/>
                    <a:pt x="203" y="754"/>
                  </a:cubicBezTo>
                  <a:cubicBezTo>
                    <a:pt x="204" y="757"/>
                    <a:pt x="205" y="758"/>
                    <a:pt x="204" y="761"/>
                  </a:cubicBezTo>
                  <a:cubicBezTo>
                    <a:pt x="199" y="758"/>
                    <a:pt x="200" y="757"/>
                    <a:pt x="198" y="752"/>
                  </a:cubicBezTo>
                  <a:cubicBezTo>
                    <a:pt x="198" y="750"/>
                    <a:pt x="197" y="748"/>
                    <a:pt x="193" y="744"/>
                  </a:cubicBezTo>
                  <a:cubicBezTo>
                    <a:pt x="193" y="742"/>
                    <a:pt x="189" y="738"/>
                    <a:pt x="189" y="735"/>
                  </a:cubicBezTo>
                  <a:close/>
                  <a:moveTo>
                    <a:pt x="262" y="820"/>
                  </a:moveTo>
                  <a:cubicBezTo>
                    <a:pt x="262" y="818"/>
                    <a:pt x="260" y="817"/>
                    <a:pt x="260" y="815"/>
                  </a:cubicBezTo>
                  <a:cubicBezTo>
                    <a:pt x="266" y="807"/>
                    <a:pt x="274" y="789"/>
                    <a:pt x="281" y="779"/>
                  </a:cubicBezTo>
                  <a:cubicBezTo>
                    <a:pt x="282" y="777"/>
                    <a:pt x="283" y="776"/>
                    <a:pt x="284" y="776"/>
                  </a:cubicBezTo>
                  <a:cubicBezTo>
                    <a:pt x="284" y="777"/>
                    <a:pt x="285" y="777"/>
                    <a:pt x="283" y="781"/>
                  </a:cubicBezTo>
                  <a:cubicBezTo>
                    <a:pt x="283" y="782"/>
                    <a:pt x="263" y="819"/>
                    <a:pt x="265" y="821"/>
                  </a:cubicBezTo>
                  <a:cubicBezTo>
                    <a:pt x="263" y="821"/>
                    <a:pt x="263" y="821"/>
                    <a:pt x="262" y="820"/>
                  </a:cubicBezTo>
                  <a:close/>
                  <a:moveTo>
                    <a:pt x="289" y="829"/>
                  </a:moveTo>
                  <a:cubicBezTo>
                    <a:pt x="288" y="830"/>
                    <a:pt x="288" y="830"/>
                    <a:pt x="287" y="830"/>
                  </a:cubicBezTo>
                  <a:cubicBezTo>
                    <a:pt x="286" y="830"/>
                    <a:pt x="284" y="829"/>
                    <a:pt x="282" y="828"/>
                  </a:cubicBezTo>
                  <a:cubicBezTo>
                    <a:pt x="280" y="826"/>
                    <a:pt x="275" y="818"/>
                    <a:pt x="276" y="816"/>
                  </a:cubicBezTo>
                  <a:cubicBezTo>
                    <a:pt x="276" y="816"/>
                    <a:pt x="276" y="816"/>
                    <a:pt x="276" y="816"/>
                  </a:cubicBezTo>
                  <a:cubicBezTo>
                    <a:pt x="278" y="822"/>
                    <a:pt x="286" y="820"/>
                    <a:pt x="294" y="818"/>
                  </a:cubicBezTo>
                  <a:cubicBezTo>
                    <a:pt x="300" y="816"/>
                    <a:pt x="305" y="813"/>
                    <a:pt x="305" y="812"/>
                  </a:cubicBezTo>
                  <a:cubicBezTo>
                    <a:pt x="305" y="811"/>
                    <a:pt x="305" y="810"/>
                    <a:pt x="304" y="809"/>
                  </a:cubicBezTo>
                  <a:cubicBezTo>
                    <a:pt x="304" y="810"/>
                    <a:pt x="301" y="811"/>
                    <a:pt x="297" y="812"/>
                  </a:cubicBezTo>
                  <a:cubicBezTo>
                    <a:pt x="288" y="814"/>
                    <a:pt x="275" y="816"/>
                    <a:pt x="273" y="815"/>
                  </a:cubicBezTo>
                  <a:cubicBezTo>
                    <a:pt x="270" y="814"/>
                    <a:pt x="270" y="813"/>
                    <a:pt x="273" y="809"/>
                  </a:cubicBezTo>
                  <a:cubicBezTo>
                    <a:pt x="279" y="807"/>
                    <a:pt x="290" y="805"/>
                    <a:pt x="297" y="802"/>
                  </a:cubicBezTo>
                  <a:cubicBezTo>
                    <a:pt x="297" y="801"/>
                    <a:pt x="299" y="801"/>
                    <a:pt x="298" y="799"/>
                  </a:cubicBezTo>
                  <a:cubicBezTo>
                    <a:pt x="295" y="800"/>
                    <a:pt x="286" y="801"/>
                    <a:pt x="284" y="801"/>
                  </a:cubicBezTo>
                  <a:cubicBezTo>
                    <a:pt x="281" y="798"/>
                    <a:pt x="283" y="795"/>
                    <a:pt x="284" y="792"/>
                  </a:cubicBezTo>
                  <a:cubicBezTo>
                    <a:pt x="285" y="792"/>
                    <a:pt x="284" y="792"/>
                    <a:pt x="285" y="792"/>
                  </a:cubicBezTo>
                  <a:cubicBezTo>
                    <a:pt x="287" y="794"/>
                    <a:pt x="294" y="792"/>
                    <a:pt x="295" y="791"/>
                  </a:cubicBezTo>
                  <a:cubicBezTo>
                    <a:pt x="294" y="789"/>
                    <a:pt x="292" y="784"/>
                    <a:pt x="293" y="785"/>
                  </a:cubicBezTo>
                  <a:cubicBezTo>
                    <a:pt x="295" y="786"/>
                    <a:pt x="295" y="787"/>
                    <a:pt x="298" y="787"/>
                  </a:cubicBezTo>
                  <a:cubicBezTo>
                    <a:pt x="298" y="787"/>
                    <a:pt x="299" y="787"/>
                    <a:pt x="298" y="787"/>
                  </a:cubicBezTo>
                  <a:cubicBezTo>
                    <a:pt x="297" y="786"/>
                    <a:pt x="295" y="785"/>
                    <a:pt x="295" y="784"/>
                  </a:cubicBezTo>
                  <a:cubicBezTo>
                    <a:pt x="296" y="782"/>
                    <a:pt x="298" y="782"/>
                    <a:pt x="299" y="783"/>
                  </a:cubicBezTo>
                  <a:cubicBezTo>
                    <a:pt x="301" y="784"/>
                    <a:pt x="308" y="789"/>
                    <a:pt x="308" y="789"/>
                  </a:cubicBezTo>
                  <a:cubicBezTo>
                    <a:pt x="309" y="790"/>
                    <a:pt x="309" y="790"/>
                    <a:pt x="309" y="790"/>
                  </a:cubicBezTo>
                  <a:cubicBezTo>
                    <a:pt x="310" y="791"/>
                    <a:pt x="310" y="792"/>
                    <a:pt x="310" y="793"/>
                  </a:cubicBezTo>
                  <a:cubicBezTo>
                    <a:pt x="310" y="796"/>
                    <a:pt x="308" y="797"/>
                    <a:pt x="305" y="797"/>
                  </a:cubicBezTo>
                  <a:cubicBezTo>
                    <a:pt x="306" y="802"/>
                    <a:pt x="306" y="806"/>
                    <a:pt x="309" y="811"/>
                  </a:cubicBezTo>
                  <a:cubicBezTo>
                    <a:pt x="311" y="809"/>
                    <a:pt x="313" y="809"/>
                    <a:pt x="313" y="808"/>
                  </a:cubicBezTo>
                  <a:cubicBezTo>
                    <a:pt x="316" y="810"/>
                    <a:pt x="317" y="811"/>
                    <a:pt x="317" y="814"/>
                  </a:cubicBezTo>
                  <a:cubicBezTo>
                    <a:pt x="315" y="818"/>
                    <a:pt x="310" y="817"/>
                    <a:pt x="309" y="819"/>
                  </a:cubicBezTo>
                  <a:cubicBezTo>
                    <a:pt x="308" y="823"/>
                    <a:pt x="309" y="831"/>
                    <a:pt x="307" y="834"/>
                  </a:cubicBezTo>
                  <a:cubicBezTo>
                    <a:pt x="307" y="835"/>
                    <a:pt x="306" y="835"/>
                    <a:pt x="305" y="834"/>
                  </a:cubicBezTo>
                  <a:cubicBezTo>
                    <a:pt x="304" y="831"/>
                    <a:pt x="305" y="824"/>
                    <a:pt x="305" y="820"/>
                  </a:cubicBezTo>
                  <a:cubicBezTo>
                    <a:pt x="303" y="821"/>
                    <a:pt x="299" y="823"/>
                    <a:pt x="295" y="823"/>
                  </a:cubicBezTo>
                  <a:cubicBezTo>
                    <a:pt x="295" y="824"/>
                    <a:pt x="295" y="824"/>
                    <a:pt x="295" y="825"/>
                  </a:cubicBezTo>
                  <a:cubicBezTo>
                    <a:pt x="297" y="826"/>
                    <a:pt x="297" y="827"/>
                    <a:pt x="298" y="828"/>
                  </a:cubicBezTo>
                  <a:cubicBezTo>
                    <a:pt x="298" y="829"/>
                    <a:pt x="296" y="830"/>
                    <a:pt x="296" y="831"/>
                  </a:cubicBezTo>
                  <a:cubicBezTo>
                    <a:pt x="295" y="831"/>
                    <a:pt x="293" y="830"/>
                    <a:pt x="291" y="829"/>
                  </a:cubicBezTo>
                  <a:cubicBezTo>
                    <a:pt x="290" y="829"/>
                    <a:pt x="289" y="829"/>
                    <a:pt x="289" y="829"/>
                  </a:cubicBezTo>
                  <a:close/>
                  <a:moveTo>
                    <a:pt x="317" y="787"/>
                  </a:moveTo>
                  <a:cubicBezTo>
                    <a:pt x="317" y="785"/>
                    <a:pt x="319" y="786"/>
                    <a:pt x="320" y="786"/>
                  </a:cubicBezTo>
                  <a:cubicBezTo>
                    <a:pt x="323" y="788"/>
                    <a:pt x="325" y="789"/>
                    <a:pt x="326" y="794"/>
                  </a:cubicBezTo>
                  <a:cubicBezTo>
                    <a:pt x="326" y="795"/>
                    <a:pt x="326" y="796"/>
                    <a:pt x="325" y="798"/>
                  </a:cubicBezTo>
                  <a:cubicBezTo>
                    <a:pt x="323" y="798"/>
                    <a:pt x="319" y="798"/>
                    <a:pt x="319" y="795"/>
                  </a:cubicBezTo>
                  <a:cubicBezTo>
                    <a:pt x="318" y="793"/>
                    <a:pt x="316" y="788"/>
                    <a:pt x="317" y="787"/>
                  </a:cubicBezTo>
                  <a:close/>
                  <a:moveTo>
                    <a:pt x="341" y="802"/>
                  </a:moveTo>
                  <a:cubicBezTo>
                    <a:pt x="334" y="803"/>
                    <a:pt x="319" y="845"/>
                    <a:pt x="312" y="854"/>
                  </a:cubicBezTo>
                  <a:cubicBezTo>
                    <a:pt x="308" y="861"/>
                    <a:pt x="306" y="861"/>
                    <a:pt x="303" y="858"/>
                  </a:cubicBezTo>
                  <a:cubicBezTo>
                    <a:pt x="299" y="854"/>
                    <a:pt x="294" y="836"/>
                    <a:pt x="295" y="832"/>
                  </a:cubicBezTo>
                  <a:cubicBezTo>
                    <a:pt x="296" y="833"/>
                    <a:pt x="297" y="836"/>
                    <a:pt x="297" y="837"/>
                  </a:cubicBezTo>
                  <a:cubicBezTo>
                    <a:pt x="298" y="836"/>
                    <a:pt x="297" y="836"/>
                    <a:pt x="298" y="835"/>
                  </a:cubicBezTo>
                  <a:cubicBezTo>
                    <a:pt x="299" y="838"/>
                    <a:pt x="303" y="846"/>
                    <a:pt x="304" y="847"/>
                  </a:cubicBezTo>
                  <a:cubicBezTo>
                    <a:pt x="307" y="849"/>
                    <a:pt x="308" y="844"/>
                    <a:pt x="310" y="842"/>
                  </a:cubicBezTo>
                  <a:cubicBezTo>
                    <a:pt x="314" y="834"/>
                    <a:pt x="325" y="807"/>
                    <a:pt x="329" y="799"/>
                  </a:cubicBezTo>
                  <a:cubicBezTo>
                    <a:pt x="332" y="794"/>
                    <a:pt x="334" y="789"/>
                    <a:pt x="331" y="786"/>
                  </a:cubicBezTo>
                  <a:cubicBezTo>
                    <a:pt x="320" y="780"/>
                    <a:pt x="306" y="784"/>
                    <a:pt x="296" y="778"/>
                  </a:cubicBezTo>
                  <a:cubicBezTo>
                    <a:pt x="296" y="778"/>
                    <a:pt x="296" y="778"/>
                    <a:pt x="296" y="778"/>
                  </a:cubicBezTo>
                  <a:cubicBezTo>
                    <a:pt x="302" y="776"/>
                    <a:pt x="328" y="782"/>
                    <a:pt x="328" y="782"/>
                  </a:cubicBezTo>
                  <a:cubicBezTo>
                    <a:pt x="336" y="784"/>
                    <a:pt x="346" y="792"/>
                    <a:pt x="341" y="802"/>
                  </a:cubicBezTo>
                  <a:close/>
                  <a:moveTo>
                    <a:pt x="365" y="858"/>
                  </a:moveTo>
                  <a:cubicBezTo>
                    <a:pt x="365" y="858"/>
                    <a:pt x="363" y="859"/>
                    <a:pt x="362" y="859"/>
                  </a:cubicBezTo>
                  <a:cubicBezTo>
                    <a:pt x="362" y="859"/>
                    <a:pt x="362" y="860"/>
                    <a:pt x="360" y="861"/>
                  </a:cubicBezTo>
                  <a:cubicBezTo>
                    <a:pt x="360" y="861"/>
                    <a:pt x="358" y="862"/>
                    <a:pt x="356" y="861"/>
                  </a:cubicBezTo>
                  <a:cubicBezTo>
                    <a:pt x="356" y="861"/>
                    <a:pt x="355" y="860"/>
                    <a:pt x="354" y="860"/>
                  </a:cubicBezTo>
                  <a:cubicBezTo>
                    <a:pt x="354" y="860"/>
                    <a:pt x="352" y="859"/>
                    <a:pt x="351" y="859"/>
                  </a:cubicBezTo>
                  <a:cubicBezTo>
                    <a:pt x="351" y="859"/>
                    <a:pt x="349" y="859"/>
                    <a:pt x="352" y="858"/>
                  </a:cubicBezTo>
                  <a:cubicBezTo>
                    <a:pt x="352" y="858"/>
                    <a:pt x="352" y="857"/>
                    <a:pt x="353" y="857"/>
                  </a:cubicBezTo>
                  <a:cubicBezTo>
                    <a:pt x="353" y="857"/>
                    <a:pt x="354" y="857"/>
                    <a:pt x="354" y="857"/>
                  </a:cubicBezTo>
                  <a:cubicBezTo>
                    <a:pt x="354" y="857"/>
                    <a:pt x="354" y="856"/>
                    <a:pt x="355" y="857"/>
                  </a:cubicBezTo>
                  <a:cubicBezTo>
                    <a:pt x="355" y="857"/>
                    <a:pt x="356" y="858"/>
                    <a:pt x="357" y="855"/>
                  </a:cubicBezTo>
                  <a:cubicBezTo>
                    <a:pt x="357" y="855"/>
                    <a:pt x="357" y="855"/>
                    <a:pt x="358" y="855"/>
                  </a:cubicBezTo>
                  <a:cubicBezTo>
                    <a:pt x="358" y="855"/>
                    <a:pt x="362" y="853"/>
                    <a:pt x="371" y="847"/>
                  </a:cubicBezTo>
                  <a:cubicBezTo>
                    <a:pt x="371" y="847"/>
                    <a:pt x="379" y="842"/>
                    <a:pt x="384" y="837"/>
                  </a:cubicBezTo>
                  <a:cubicBezTo>
                    <a:pt x="384" y="837"/>
                    <a:pt x="388" y="834"/>
                    <a:pt x="393" y="830"/>
                  </a:cubicBezTo>
                  <a:cubicBezTo>
                    <a:pt x="393" y="830"/>
                    <a:pt x="406" y="820"/>
                    <a:pt x="408" y="817"/>
                  </a:cubicBezTo>
                  <a:cubicBezTo>
                    <a:pt x="408" y="817"/>
                    <a:pt x="399" y="812"/>
                    <a:pt x="400" y="808"/>
                  </a:cubicBezTo>
                  <a:cubicBezTo>
                    <a:pt x="400" y="808"/>
                    <a:pt x="401" y="806"/>
                    <a:pt x="402" y="808"/>
                  </a:cubicBezTo>
                  <a:cubicBezTo>
                    <a:pt x="402" y="808"/>
                    <a:pt x="406" y="811"/>
                    <a:pt x="413" y="810"/>
                  </a:cubicBezTo>
                  <a:cubicBezTo>
                    <a:pt x="413" y="810"/>
                    <a:pt x="416" y="810"/>
                    <a:pt x="420" y="807"/>
                  </a:cubicBezTo>
                  <a:cubicBezTo>
                    <a:pt x="420" y="807"/>
                    <a:pt x="425" y="806"/>
                    <a:pt x="427" y="815"/>
                  </a:cubicBezTo>
                  <a:cubicBezTo>
                    <a:pt x="427" y="815"/>
                    <a:pt x="427" y="819"/>
                    <a:pt x="425" y="818"/>
                  </a:cubicBezTo>
                  <a:cubicBezTo>
                    <a:pt x="425" y="818"/>
                    <a:pt x="422" y="818"/>
                    <a:pt x="419" y="819"/>
                  </a:cubicBezTo>
                  <a:cubicBezTo>
                    <a:pt x="419" y="819"/>
                    <a:pt x="418" y="818"/>
                    <a:pt x="416" y="820"/>
                  </a:cubicBezTo>
                  <a:cubicBezTo>
                    <a:pt x="416" y="820"/>
                    <a:pt x="410" y="826"/>
                    <a:pt x="397" y="834"/>
                  </a:cubicBezTo>
                  <a:cubicBezTo>
                    <a:pt x="397" y="834"/>
                    <a:pt x="390" y="839"/>
                    <a:pt x="381" y="848"/>
                  </a:cubicBezTo>
                  <a:cubicBezTo>
                    <a:pt x="381" y="848"/>
                    <a:pt x="374" y="854"/>
                    <a:pt x="365" y="858"/>
                  </a:cubicBezTo>
                  <a:close/>
                  <a:moveTo>
                    <a:pt x="430" y="858"/>
                  </a:moveTo>
                  <a:cubicBezTo>
                    <a:pt x="430" y="858"/>
                    <a:pt x="430" y="859"/>
                    <a:pt x="430" y="860"/>
                  </a:cubicBezTo>
                  <a:cubicBezTo>
                    <a:pt x="430" y="860"/>
                    <a:pt x="430" y="862"/>
                    <a:pt x="427" y="862"/>
                  </a:cubicBezTo>
                  <a:cubicBezTo>
                    <a:pt x="427" y="862"/>
                    <a:pt x="420" y="864"/>
                    <a:pt x="419" y="866"/>
                  </a:cubicBezTo>
                  <a:cubicBezTo>
                    <a:pt x="419" y="866"/>
                    <a:pt x="415" y="869"/>
                    <a:pt x="416" y="872"/>
                  </a:cubicBezTo>
                  <a:cubicBezTo>
                    <a:pt x="416" y="872"/>
                    <a:pt x="416" y="874"/>
                    <a:pt x="413" y="875"/>
                  </a:cubicBezTo>
                  <a:cubicBezTo>
                    <a:pt x="413" y="875"/>
                    <a:pt x="411" y="875"/>
                    <a:pt x="409" y="875"/>
                  </a:cubicBezTo>
                  <a:cubicBezTo>
                    <a:pt x="409" y="875"/>
                    <a:pt x="407" y="873"/>
                    <a:pt x="404" y="875"/>
                  </a:cubicBezTo>
                  <a:cubicBezTo>
                    <a:pt x="404" y="875"/>
                    <a:pt x="404" y="876"/>
                    <a:pt x="402" y="875"/>
                  </a:cubicBezTo>
                  <a:cubicBezTo>
                    <a:pt x="402" y="875"/>
                    <a:pt x="402" y="874"/>
                    <a:pt x="401" y="874"/>
                  </a:cubicBezTo>
                  <a:cubicBezTo>
                    <a:pt x="401" y="874"/>
                    <a:pt x="400" y="873"/>
                    <a:pt x="400" y="872"/>
                  </a:cubicBezTo>
                  <a:cubicBezTo>
                    <a:pt x="400" y="872"/>
                    <a:pt x="400" y="870"/>
                    <a:pt x="398" y="869"/>
                  </a:cubicBezTo>
                  <a:cubicBezTo>
                    <a:pt x="398" y="869"/>
                    <a:pt x="397" y="869"/>
                    <a:pt x="397" y="867"/>
                  </a:cubicBezTo>
                  <a:cubicBezTo>
                    <a:pt x="397" y="867"/>
                    <a:pt x="396" y="861"/>
                    <a:pt x="395" y="858"/>
                  </a:cubicBezTo>
                  <a:cubicBezTo>
                    <a:pt x="395" y="858"/>
                    <a:pt x="394" y="855"/>
                    <a:pt x="391" y="854"/>
                  </a:cubicBezTo>
                  <a:cubicBezTo>
                    <a:pt x="391" y="854"/>
                    <a:pt x="387" y="848"/>
                    <a:pt x="389" y="848"/>
                  </a:cubicBezTo>
                  <a:cubicBezTo>
                    <a:pt x="389" y="848"/>
                    <a:pt x="393" y="848"/>
                    <a:pt x="396" y="854"/>
                  </a:cubicBezTo>
                  <a:cubicBezTo>
                    <a:pt x="396" y="854"/>
                    <a:pt x="396" y="856"/>
                    <a:pt x="396" y="858"/>
                  </a:cubicBezTo>
                  <a:cubicBezTo>
                    <a:pt x="396" y="858"/>
                    <a:pt x="397" y="859"/>
                    <a:pt x="399" y="866"/>
                  </a:cubicBezTo>
                  <a:cubicBezTo>
                    <a:pt x="399" y="866"/>
                    <a:pt x="400" y="867"/>
                    <a:pt x="400" y="865"/>
                  </a:cubicBezTo>
                  <a:cubicBezTo>
                    <a:pt x="402" y="863"/>
                    <a:pt x="402" y="863"/>
                    <a:pt x="402" y="863"/>
                  </a:cubicBezTo>
                  <a:cubicBezTo>
                    <a:pt x="402" y="863"/>
                    <a:pt x="403" y="861"/>
                    <a:pt x="404" y="862"/>
                  </a:cubicBezTo>
                  <a:cubicBezTo>
                    <a:pt x="404" y="862"/>
                    <a:pt x="404" y="863"/>
                    <a:pt x="405" y="862"/>
                  </a:cubicBezTo>
                  <a:cubicBezTo>
                    <a:pt x="405" y="862"/>
                    <a:pt x="408" y="860"/>
                    <a:pt x="410" y="858"/>
                  </a:cubicBezTo>
                  <a:cubicBezTo>
                    <a:pt x="410" y="858"/>
                    <a:pt x="413" y="856"/>
                    <a:pt x="412" y="855"/>
                  </a:cubicBezTo>
                  <a:cubicBezTo>
                    <a:pt x="412" y="855"/>
                    <a:pt x="409" y="851"/>
                    <a:pt x="408" y="850"/>
                  </a:cubicBezTo>
                  <a:cubicBezTo>
                    <a:pt x="408" y="850"/>
                    <a:pt x="405" y="848"/>
                    <a:pt x="407" y="848"/>
                  </a:cubicBezTo>
                  <a:cubicBezTo>
                    <a:pt x="407" y="848"/>
                    <a:pt x="408" y="848"/>
                    <a:pt x="411" y="849"/>
                  </a:cubicBezTo>
                  <a:cubicBezTo>
                    <a:pt x="411" y="849"/>
                    <a:pt x="417" y="850"/>
                    <a:pt x="419" y="848"/>
                  </a:cubicBezTo>
                  <a:cubicBezTo>
                    <a:pt x="419" y="848"/>
                    <a:pt x="419" y="846"/>
                    <a:pt x="421" y="847"/>
                  </a:cubicBezTo>
                  <a:cubicBezTo>
                    <a:pt x="421" y="847"/>
                    <a:pt x="424" y="850"/>
                    <a:pt x="425" y="850"/>
                  </a:cubicBezTo>
                  <a:cubicBezTo>
                    <a:pt x="425" y="850"/>
                    <a:pt x="431" y="852"/>
                    <a:pt x="430" y="858"/>
                  </a:cubicBezTo>
                  <a:close/>
                  <a:moveTo>
                    <a:pt x="485" y="876"/>
                  </a:moveTo>
                  <a:cubicBezTo>
                    <a:pt x="485" y="876"/>
                    <a:pt x="485" y="878"/>
                    <a:pt x="483" y="877"/>
                  </a:cubicBezTo>
                  <a:cubicBezTo>
                    <a:pt x="483" y="877"/>
                    <a:pt x="477" y="874"/>
                    <a:pt x="475" y="866"/>
                  </a:cubicBezTo>
                  <a:cubicBezTo>
                    <a:pt x="475" y="866"/>
                    <a:pt x="473" y="857"/>
                    <a:pt x="473" y="856"/>
                  </a:cubicBezTo>
                  <a:cubicBezTo>
                    <a:pt x="473" y="856"/>
                    <a:pt x="473" y="856"/>
                    <a:pt x="473" y="854"/>
                  </a:cubicBezTo>
                  <a:cubicBezTo>
                    <a:pt x="472" y="848"/>
                    <a:pt x="472" y="848"/>
                    <a:pt x="472" y="848"/>
                  </a:cubicBezTo>
                  <a:cubicBezTo>
                    <a:pt x="472" y="848"/>
                    <a:pt x="472" y="848"/>
                    <a:pt x="473" y="847"/>
                  </a:cubicBezTo>
                  <a:cubicBezTo>
                    <a:pt x="473" y="847"/>
                    <a:pt x="472" y="846"/>
                    <a:pt x="473" y="845"/>
                  </a:cubicBezTo>
                  <a:cubicBezTo>
                    <a:pt x="473" y="845"/>
                    <a:pt x="473" y="845"/>
                    <a:pt x="473" y="845"/>
                  </a:cubicBezTo>
                  <a:cubicBezTo>
                    <a:pt x="473" y="845"/>
                    <a:pt x="473" y="842"/>
                    <a:pt x="474" y="843"/>
                  </a:cubicBezTo>
                  <a:cubicBezTo>
                    <a:pt x="474" y="843"/>
                    <a:pt x="475" y="844"/>
                    <a:pt x="474" y="846"/>
                  </a:cubicBezTo>
                  <a:cubicBezTo>
                    <a:pt x="474" y="846"/>
                    <a:pt x="473" y="848"/>
                    <a:pt x="477" y="855"/>
                  </a:cubicBezTo>
                  <a:cubicBezTo>
                    <a:pt x="477" y="855"/>
                    <a:pt x="478" y="856"/>
                    <a:pt x="479" y="856"/>
                  </a:cubicBezTo>
                  <a:cubicBezTo>
                    <a:pt x="479" y="856"/>
                    <a:pt x="480" y="857"/>
                    <a:pt x="481" y="860"/>
                  </a:cubicBezTo>
                  <a:cubicBezTo>
                    <a:pt x="481" y="860"/>
                    <a:pt x="481" y="862"/>
                    <a:pt x="481" y="862"/>
                  </a:cubicBezTo>
                  <a:cubicBezTo>
                    <a:pt x="481" y="862"/>
                    <a:pt x="480" y="864"/>
                    <a:pt x="482" y="863"/>
                  </a:cubicBezTo>
                  <a:cubicBezTo>
                    <a:pt x="482" y="863"/>
                    <a:pt x="483" y="863"/>
                    <a:pt x="483" y="864"/>
                  </a:cubicBezTo>
                  <a:cubicBezTo>
                    <a:pt x="483" y="864"/>
                    <a:pt x="483" y="867"/>
                    <a:pt x="483" y="868"/>
                  </a:cubicBezTo>
                  <a:cubicBezTo>
                    <a:pt x="483" y="868"/>
                    <a:pt x="484" y="869"/>
                    <a:pt x="484" y="870"/>
                  </a:cubicBezTo>
                  <a:cubicBezTo>
                    <a:pt x="484" y="870"/>
                    <a:pt x="484" y="871"/>
                    <a:pt x="484" y="871"/>
                  </a:cubicBezTo>
                  <a:cubicBezTo>
                    <a:pt x="484" y="871"/>
                    <a:pt x="485" y="871"/>
                    <a:pt x="485" y="871"/>
                  </a:cubicBezTo>
                  <a:cubicBezTo>
                    <a:pt x="485" y="871"/>
                    <a:pt x="486" y="876"/>
                    <a:pt x="485" y="876"/>
                  </a:cubicBezTo>
                  <a:close/>
                  <a:moveTo>
                    <a:pt x="482" y="834"/>
                  </a:moveTo>
                  <a:cubicBezTo>
                    <a:pt x="482" y="834"/>
                    <a:pt x="481" y="833"/>
                    <a:pt x="480" y="833"/>
                  </a:cubicBezTo>
                  <a:cubicBezTo>
                    <a:pt x="480" y="833"/>
                    <a:pt x="479" y="833"/>
                    <a:pt x="478" y="833"/>
                  </a:cubicBezTo>
                  <a:cubicBezTo>
                    <a:pt x="478" y="833"/>
                    <a:pt x="476" y="833"/>
                    <a:pt x="477" y="831"/>
                  </a:cubicBezTo>
                  <a:cubicBezTo>
                    <a:pt x="477" y="831"/>
                    <a:pt x="479" y="827"/>
                    <a:pt x="478" y="823"/>
                  </a:cubicBezTo>
                  <a:cubicBezTo>
                    <a:pt x="478" y="823"/>
                    <a:pt x="478" y="822"/>
                    <a:pt x="479" y="821"/>
                  </a:cubicBezTo>
                  <a:cubicBezTo>
                    <a:pt x="479" y="821"/>
                    <a:pt x="479" y="820"/>
                    <a:pt x="480" y="821"/>
                  </a:cubicBezTo>
                  <a:cubicBezTo>
                    <a:pt x="480" y="821"/>
                    <a:pt x="485" y="828"/>
                    <a:pt x="485" y="832"/>
                  </a:cubicBezTo>
                  <a:cubicBezTo>
                    <a:pt x="485" y="832"/>
                    <a:pt x="486" y="835"/>
                    <a:pt x="482" y="834"/>
                  </a:cubicBezTo>
                  <a:close/>
                  <a:moveTo>
                    <a:pt x="540" y="838"/>
                  </a:moveTo>
                  <a:cubicBezTo>
                    <a:pt x="540" y="838"/>
                    <a:pt x="539" y="842"/>
                    <a:pt x="537" y="843"/>
                  </a:cubicBezTo>
                  <a:cubicBezTo>
                    <a:pt x="537" y="843"/>
                    <a:pt x="536" y="844"/>
                    <a:pt x="536" y="846"/>
                  </a:cubicBezTo>
                  <a:cubicBezTo>
                    <a:pt x="536" y="846"/>
                    <a:pt x="533" y="852"/>
                    <a:pt x="531" y="853"/>
                  </a:cubicBezTo>
                  <a:cubicBezTo>
                    <a:pt x="531" y="853"/>
                    <a:pt x="528" y="855"/>
                    <a:pt x="529" y="857"/>
                  </a:cubicBezTo>
                  <a:cubicBezTo>
                    <a:pt x="529" y="857"/>
                    <a:pt x="533" y="860"/>
                    <a:pt x="532" y="864"/>
                  </a:cubicBezTo>
                  <a:cubicBezTo>
                    <a:pt x="532" y="864"/>
                    <a:pt x="532" y="865"/>
                    <a:pt x="531" y="865"/>
                  </a:cubicBezTo>
                  <a:cubicBezTo>
                    <a:pt x="531" y="865"/>
                    <a:pt x="530" y="866"/>
                    <a:pt x="529" y="866"/>
                  </a:cubicBezTo>
                  <a:cubicBezTo>
                    <a:pt x="529" y="866"/>
                    <a:pt x="528" y="866"/>
                    <a:pt x="528" y="866"/>
                  </a:cubicBezTo>
                  <a:cubicBezTo>
                    <a:pt x="528" y="866"/>
                    <a:pt x="524" y="868"/>
                    <a:pt x="522" y="868"/>
                  </a:cubicBezTo>
                  <a:cubicBezTo>
                    <a:pt x="522" y="868"/>
                    <a:pt x="520" y="868"/>
                    <a:pt x="517" y="868"/>
                  </a:cubicBezTo>
                  <a:cubicBezTo>
                    <a:pt x="517" y="868"/>
                    <a:pt x="517" y="867"/>
                    <a:pt x="516" y="868"/>
                  </a:cubicBezTo>
                  <a:cubicBezTo>
                    <a:pt x="516" y="868"/>
                    <a:pt x="512" y="873"/>
                    <a:pt x="507" y="869"/>
                  </a:cubicBezTo>
                  <a:cubicBezTo>
                    <a:pt x="507" y="869"/>
                    <a:pt x="506" y="868"/>
                    <a:pt x="505" y="867"/>
                  </a:cubicBezTo>
                  <a:cubicBezTo>
                    <a:pt x="504" y="867"/>
                    <a:pt x="503" y="866"/>
                    <a:pt x="502" y="866"/>
                  </a:cubicBezTo>
                  <a:cubicBezTo>
                    <a:pt x="502" y="866"/>
                    <a:pt x="496" y="862"/>
                    <a:pt x="494" y="861"/>
                  </a:cubicBezTo>
                  <a:cubicBezTo>
                    <a:pt x="494" y="861"/>
                    <a:pt x="490" y="858"/>
                    <a:pt x="490" y="856"/>
                  </a:cubicBezTo>
                  <a:cubicBezTo>
                    <a:pt x="490" y="856"/>
                    <a:pt x="489" y="853"/>
                    <a:pt x="487" y="853"/>
                  </a:cubicBezTo>
                  <a:cubicBezTo>
                    <a:pt x="487" y="853"/>
                    <a:pt x="486" y="853"/>
                    <a:pt x="486" y="851"/>
                  </a:cubicBezTo>
                  <a:cubicBezTo>
                    <a:pt x="486" y="851"/>
                    <a:pt x="486" y="851"/>
                    <a:pt x="486" y="851"/>
                  </a:cubicBezTo>
                  <a:cubicBezTo>
                    <a:pt x="486" y="851"/>
                    <a:pt x="486" y="851"/>
                    <a:pt x="486" y="850"/>
                  </a:cubicBezTo>
                  <a:cubicBezTo>
                    <a:pt x="486" y="850"/>
                    <a:pt x="485" y="849"/>
                    <a:pt x="487" y="846"/>
                  </a:cubicBezTo>
                  <a:cubicBezTo>
                    <a:pt x="487" y="846"/>
                    <a:pt x="489" y="844"/>
                    <a:pt x="491" y="843"/>
                  </a:cubicBezTo>
                  <a:cubicBezTo>
                    <a:pt x="491" y="843"/>
                    <a:pt x="495" y="839"/>
                    <a:pt x="498" y="837"/>
                  </a:cubicBezTo>
                  <a:cubicBezTo>
                    <a:pt x="498" y="837"/>
                    <a:pt x="499" y="836"/>
                    <a:pt x="500" y="835"/>
                  </a:cubicBezTo>
                  <a:cubicBezTo>
                    <a:pt x="501" y="834"/>
                    <a:pt x="502" y="833"/>
                    <a:pt x="502" y="833"/>
                  </a:cubicBezTo>
                  <a:cubicBezTo>
                    <a:pt x="502" y="833"/>
                    <a:pt x="504" y="831"/>
                    <a:pt x="506" y="830"/>
                  </a:cubicBezTo>
                  <a:cubicBezTo>
                    <a:pt x="506" y="830"/>
                    <a:pt x="509" y="829"/>
                    <a:pt x="509" y="828"/>
                  </a:cubicBezTo>
                  <a:cubicBezTo>
                    <a:pt x="509" y="828"/>
                    <a:pt x="509" y="825"/>
                    <a:pt x="509" y="824"/>
                  </a:cubicBezTo>
                  <a:cubicBezTo>
                    <a:pt x="507" y="809"/>
                    <a:pt x="507" y="809"/>
                    <a:pt x="507" y="809"/>
                  </a:cubicBezTo>
                  <a:cubicBezTo>
                    <a:pt x="507" y="809"/>
                    <a:pt x="507" y="808"/>
                    <a:pt x="508" y="809"/>
                  </a:cubicBezTo>
                  <a:cubicBezTo>
                    <a:pt x="508" y="809"/>
                    <a:pt x="509" y="809"/>
                    <a:pt x="510" y="809"/>
                  </a:cubicBezTo>
                  <a:cubicBezTo>
                    <a:pt x="510" y="809"/>
                    <a:pt x="512" y="808"/>
                    <a:pt x="513" y="812"/>
                  </a:cubicBezTo>
                  <a:cubicBezTo>
                    <a:pt x="513" y="812"/>
                    <a:pt x="515" y="816"/>
                    <a:pt x="516" y="820"/>
                  </a:cubicBezTo>
                  <a:cubicBezTo>
                    <a:pt x="516" y="820"/>
                    <a:pt x="516" y="825"/>
                    <a:pt x="516" y="826"/>
                  </a:cubicBezTo>
                  <a:cubicBezTo>
                    <a:pt x="516" y="826"/>
                    <a:pt x="516" y="828"/>
                    <a:pt x="518" y="828"/>
                  </a:cubicBezTo>
                  <a:cubicBezTo>
                    <a:pt x="518" y="828"/>
                    <a:pt x="520" y="828"/>
                    <a:pt x="523" y="828"/>
                  </a:cubicBezTo>
                  <a:cubicBezTo>
                    <a:pt x="527" y="829"/>
                    <a:pt x="531" y="829"/>
                    <a:pt x="533" y="829"/>
                  </a:cubicBezTo>
                  <a:cubicBezTo>
                    <a:pt x="533" y="829"/>
                    <a:pt x="537" y="830"/>
                    <a:pt x="541" y="835"/>
                  </a:cubicBezTo>
                  <a:cubicBezTo>
                    <a:pt x="541" y="835"/>
                    <a:pt x="542" y="835"/>
                    <a:pt x="540" y="838"/>
                  </a:cubicBezTo>
                  <a:close/>
                  <a:moveTo>
                    <a:pt x="604" y="809"/>
                  </a:moveTo>
                  <a:cubicBezTo>
                    <a:pt x="604" y="809"/>
                    <a:pt x="603" y="809"/>
                    <a:pt x="603" y="811"/>
                  </a:cubicBezTo>
                  <a:cubicBezTo>
                    <a:pt x="603" y="811"/>
                    <a:pt x="602" y="814"/>
                    <a:pt x="603" y="816"/>
                  </a:cubicBezTo>
                  <a:cubicBezTo>
                    <a:pt x="603" y="816"/>
                    <a:pt x="603" y="818"/>
                    <a:pt x="602" y="821"/>
                  </a:cubicBezTo>
                  <a:cubicBezTo>
                    <a:pt x="602" y="821"/>
                    <a:pt x="598" y="826"/>
                    <a:pt x="601" y="831"/>
                  </a:cubicBezTo>
                  <a:cubicBezTo>
                    <a:pt x="601" y="831"/>
                    <a:pt x="604" y="834"/>
                    <a:pt x="601" y="836"/>
                  </a:cubicBezTo>
                  <a:cubicBezTo>
                    <a:pt x="601" y="836"/>
                    <a:pt x="600" y="837"/>
                    <a:pt x="599" y="840"/>
                  </a:cubicBezTo>
                  <a:cubicBezTo>
                    <a:pt x="599" y="840"/>
                    <a:pt x="599" y="842"/>
                    <a:pt x="599" y="842"/>
                  </a:cubicBezTo>
                  <a:cubicBezTo>
                    <a:pt x="599" y="842"/>
                    <a:pt x="598" y="844"/>
                    <a:pt x="598" y="845"/>
                  </a:cubicBezTo>
                  <a:cubicBezTo>
                    <a:pt x="598" y="845"/>
                    <a:pt x="598" y="847"/>
                    <a:pt x="595" y="848"/>
                  </a:cubicBezTo>
                  <a:cubicBezTo>
                    <a:pt x="595" y="848"/>
                    <a:pt x="593" y="850"/>
                    <a:pt x="592" y="851"/>
                  </a:cubicBezTo>
                  <a:cubicBezTo>
                    <a:pt x="592" y="851"/>
                    <a:pt x="591" y="853"/>
                    <a:pt x="590" y="853"/>
                  </a:cubicBezTo>
                  <a:cubicBezTo>
                    <a:pt x="590" y="853"/>
                    <a:pt x="590" y="853"/>
                    <a:pt x="590" y="854"/>
                  </a:cubicBezTo>
                  <a:cubicBezTo>
                    <a:pt x="590" y="854"/>
                    <a:pt x="589" y="856"/>
                    <a:pt x="586" y="857"/>
                  </a:cubicBezTo>
                  <a:cubicBezTo>
                    <a:pt x="586" y="857"/>
                    <a:pt x="586" y="850"/>
                    <a:pt x="586" y="848"/>
                  </a:cubicBezTo>
                  <a:cubicBezTo>
                    <a:pt x="586" y="848"/>
                    <a:pt x="586" y="845"/>
                    <a:pt x="586" y="843"/>
                  </a:cubicBezTo>
                  <a:cubicBezTo>
                    <a:pt x="586" y="843"/>
                    <a:pt x="586" y="840"/>
                    <a:pt x="588" y="840"/>
                  </a:cubicBezTo>
                  <a:cubicBezTo>
                    <a:pt x="588" y="840"/>
                    <a:pt x="588" y="841"/>
                    <a:pt x="588" y="840"/>
                  </a:cubicBezTo>
                  <a:cubicBezTo>
                    <a:pt x="588" y="840"/>
                    <a:pt x="590" y="836"/>
                    <a:pt x="590" y="835"/>
                  </a:cubicBezTo>
                  <a:cubicBezTo>
                    <a:pt x="590" y="835"/>
                    <a:pt x="588" y="834"/>
                    <a:pt x="588" y="834"/>
                  </a:cubicBezTo>
                  <a:cubicBezTo>
                    <a:pt x="588" y="834"/>
                    <a:pt x="587" y="833"/>
                    <a:pt x="587" y="832"/>
                  </a:cubicBezTo>
                  <a:cubicBezTo>
                    <a:pt x="587" y="832"/>
                    <a:pt x="587" y="832"/>
                    <a:pt x="586" y="831"/>
                  </a:cubicBezTo>
                  <a:cubicBezTo>
                    <a:pt x="586" y="831"/>
                    <a:pt x="584" y="830"/>
                    <a:pt x="584" y="831"/>
                  </a:cubicBezTo>
                  <a:cubicBezTo>
                    <a:pt x="584" y="831"/>
                    <a:pt x="584" y="831"/>
                    <a:pt x="582" y="831"/>
                  </a:cubicBezTo>
                  <a:cubicBezTo>
                    <a:pt x="582" y="831"/>
                    <a:pt x="573" y="829"/>
                    <a:pt x="577" y="827"/>
                  </a:cubicBezTo>
                  <a:cubicBezTo>
                    <a:pt x="577" y="827"/>
                    <a:pt x="582" y="827"/>
                    <a:pt x="585" y="822"/>
                  </a:cubicBezTo>
                  <a:cubicBezTo>
                    <a:pt x="585" y="822"/>
                    <a:pt x="586" y="822"/>
                    <a:pt x="587" y="814"/>
                  </a:cubicBezTo>
                  <a:cubicBezTo>
                    <a:pt x="587" y="814"/>
                    <a:pt x="587" y="813"/>
                    <a:pt x="586" y="813"/>
                  </a:cubicBezTo>
                  <a:cubicBezTo>
                    <a:pt x="586" y="813"/>
                    <a:pt x="585" y="812"/>
                    <a:pt x="586" y="812"/>
                  </a:cubicBezTo>
                  <a:cubicBezTo>
                    <a:pt x="586" y="812"/>
                    <a:pt x="586" y="811"/>
                    <a:pt x="585" y="810"/>
                  </a:cubicBezTo>
                  <a:cubicBezTo>
                    <a:pt x="585" y="810"/>
                    <a:pt x="584" y="809"/>
                    <a:pt x="585" y="808"/>
                  </a:cubicBezTo>
                  <a:cubicBezTo>
                    <a:pt x="585" y="808"/>
                    <a:pt x="585" y="807"/>
                    <a:pt x="584" y="806"/>
                  </a:cubicBezTo>
                  <a:cubicBezTo>
                    <a:pt x="584" y="806"/>
                    <a:pt x="584" y="806"/>
                    <a:pt x="584" y="805"/>
                  </a:cubicBezTo>
                  <a:cubicBezTo>
                    <a:pt x="584" y="805"/>
                    <a:pt x="584" y="805"/>
                    <a:pt x="583" y="803"/>
                  </a:cubicBezTo>
                  <a:cubicBezTo>
                    <a:pt x="583" y="803"/>
                    <a:pt x="583" y="803"/>
                    <a:pt x="584" y="802"/>
                  </a:cubicBezTo>
                  <a:cubicBezTo>
                    <a:pt x="584" y="802"/>
                    <a:pt x="585" y="803"/>
                    <a:pt x="584" y="801"/>
                  </a:cubicBezTo>
                  <a:cubicBezTo>
                    <a:pt x="584" y="801"/>
                    <a:pt x="583" y="800"/>
                    <a:pt x="582" y="799"/>
                  </a:cubicBezTo>
                  <a:cubicBezTo>
                    <a:pt x="581" y="798"/>
                    <a:pt x="581" y="798"/>
                    <a:pt x="581" y="798"/>
                  </a:cubicBezTo>
                  <a:cubicBezTo>
                    <a:pt x="577" y="791"/>
                    <a:pt x="577" y="791"/>
                    <a:pt x="577" y="791"/>
                  </a:cubicBezTo>
                  <a:cubicBezTo>
                    <a:pt x="577" y="791"/>
                    <a:pt x="574" y="788"/>
                    <a:pt x="578" y="789"/>
                  </a:cubicBezTo>
                  <a:cubicBezTo>
                    <a:pt x="578" y="789"/>
                    <a:pt x="581" y="788"/>
                    <a:pt x="584" y="789"/>
                  </a:cubicBezTo>
                  <a:cubicBezTo>
                    <a:pt x="584" y="789"/>
                    <a:pt x="587" y="789"/>
                    <a:pt x="589" y="789"/>
                  </a:cubicBezTo>
                  <a:cubicBezTo>
                    <a:pt x="589" y="789"/>
                    <a:pt x="590" y="788"/>
                    <a:pt x="591" y="792"/>
                  </a:cubicBezTo>
                  <a:cubicBezTo>
                    <a:pt x="591" y="792"/>
                    <a:pt x="593" y="795"/>
                    <a:pt x="593" y="795"/>
                  </a:cubicBezTo>
                  <a:cubicBezTo>
                    <a:pt x="593" y="795"/>
                    <a:pt x="598" y="796"/>
                    <a:pt x="599" y="797"/>
                  </a:cubicBezTo>
                  <a:cubicBezTo>
                    <a:pt x="599" y="797"/>
                    <a:pt x="599" y="797"/>
                    <a:pt x="599" y="796"/>
                  </a:cubicBezTo>
                  <a:cubicBezTo>
                    <a:pt x="599" y="796"/>
                    <a:pt x="601" y="796"/>
                    <a:pt x="603" y="798"/>
                  </a:cubicBezTo>
                  <a:cubicBezTo>
                    <a:pt x="603" y="798"/>
                    <a:pt x="602" y="800"/>
                    <a:pt x="604" y="799"/>
                  </a:cubicBezTo>
                  <a:cubicBezTo>
                    <a:pt x="604" y="799"/>
                    <a:pt x="606" y="799"/>
                    <a:pt x="606" y="802"/>
                  </a:cubicBezTo>
                  <a:cubicBezTo>
                    <a:pt x="606" y="802"/>
                    <a:pt x="607" y="806"/>
                    <a:pt x="604" y="809"/>
                  </a:cubicBezTo>
                  <a:close/>
                  <a:moveTo>
                    <a:pt x="632" y="834"/>
                  </a:moveTo>
                  <a:cubicBezTo>
                    <a:pt x="632" y="834"/>
                    <a:pt x="631" y="837"/>
                    <a:pt x="628" y="838"/>
                  </a:cubicBezTo>
                  <a:cubicBezTo>
                    <a:pt x="628" y="838"/>
                    <a:pt x="626" y="839"/>
                    <a:pt x="624" y="839"/>
                  </a:cubicBezTo>
                  <a:cubicBezTo>
                    <a:pt x="624" y="839"/>
                    <a:pt x="622" y="839"/>
                    <a:pt x="622" y="838"/>
                  </a:cubicBezTo>
                  <a:cubicBezTo>
                    <a:pt x="622" y="838"/>
                    <a:pt x="621" y="838"/>
                    <a:pt x="620" y="839"/>
                  </a:cubicBezTo>
                  <a:cubicBezTo>
                    <a:pt x="620" y="839"/>
                    <a:pt x="619" y="839"/>
                    <a:pt x="618" y="837"/>
                  </a:cubicBezTo>
                  <a:cubicBezTo>
                    <a:pt x="618" y="837"/>
                    <a:pt x="616" y="836"/>
                    <a:pt x="616" y="834"/>
                  </a:cubicBezTo>
                  <a:cubicBezTo>
                    <a:pt x="616" y="834"/>
                    <a:pt x="616" y="831"/>
                    <a:pt x="615" y="829"/>
                  </a:cubicBezTo>
                  <a:cubicBezTo>
                    <a:pt x="615" y="829"/>
                    <a:pt x="613" y="824"/>
                    <a:pt x="616" y="825"/>
                  </a:cubicBezTo>
                  <a:cubicBezTo>
                    <a:pt x="616" y="825"/>
                    <a:pt x="617" y="825"/>
                    <a:pt x="619" y="824"/>
                  </a:cubicBezTo>
                  <a:cubicBezTo>
                    <a:pt x="619" y="824"/>
                    <a:pt x="622" y="825"/>
                    <a:pt x="626" y="826"/>
                  </a:cubicBezTo>
                  <a:cubicBezTo>
                    <a:pt x="626" y="826"/>
                    <a:pt x="629" y="828"/>
                    <a:pt x="630" y="828"/>
                  </a:cubicBezTo>
                  <a:cubicBezTo>
                    <a:pt x="630" y="828"/>
                    <a:pt x="632" y="828"/>
                    <a:pt x="632" y="831"/>
                  </a:cubicBezTo>
                  <a:cubicBezTo>
                    <a:pt x="632" y="831"/>
                    <a:pt x="632" y="832"/>
                    <a:pt x="632" y="833"/>
                  </a:cubicBezTo>
                  <a:cubicBezTo>
                    <a:pt x="632" y="833"/>
                    <a:pt x="632" y="834"/>
                    <a:pt x="632" y="834"/>
                  </a:cubicBezTo>
                  <a:close/>
                  <a:moveTo>
                    <a:pt x="667" y="773"/>
                  </a:moveTo>
                  <a:cubicBezTo>
                    <a:pt x="667" y="773"/>
                    <a:pt x="665" y="772"/>
                    <a:pt x="664" y="772"/>
                  </a:cubicBezTo>
                  <a:cubicBezTo>
                    <a:pt x="664" y="772"/>
                    <a:pt x="662" y="770"/>
                    <a:pt x="662" y="773"/>
                  </a:cubicBezTo>
                  <a:cubicBezTo>
                    <a:pt x="662" y="773"/>
                    <a:pt x="656" y="778"/>
                    <a:pt x="656" y="783"/>
                  </a:cubicBezTo>
                  <a:cubicBezTo>
                    <a:pt x="656" y="783"/>
                    <a:pt x="656" y="784"/>
                    <a:pt x="657" y="785"/>
                  </a:cubicBezTo>
                  <a:cubicBezTo>
                    <a:pt x="657" y="785"/>
                    <a:pt x="657" y="788"/>
                    <a:pt x="656" y="789"/>
                  </a:cubicBezTo>
                  <a:cubicBezTo>
                    <a:pt x="656" y="789"/>
                    <a:pt x="656" y="792"/>
                    <a:pt x="655" y="793"/>
                  </a:cubicBezTo>
                  <a:cubicBezTo>
                    <a:pt x="655" y="793"/>
                    <a:pt x="654" y="793"/>
                    <a:pt x="653" y="794"/>
                  </a:cubicBezTo>
                  <a:cubicBezTo>
                    <a:pt x="653" y="794"/>
                    <a:pt x="653" y="794"/>
                    <a:pt x="652" y="794"/>
                  </a:cubicBezTo>
                  <a:cubicBezTo>
                    <a:pt x="652" y="794"/>
                    <a:pt x="647" y="794"/>
                    <a:pt x="648" y="791"/>
                  </a:cubicBezTo>
                  <a:cubicBezTo>
                    <a:pt x="648" y="791"/>
                    <a:pt x="648" y="787"/>
                    <a:pt x="648" y="785"/>
                  </a:cubicBezTo>
                  <a:cubicBezTo>
                    <a:pt x="648" y="785"/>
                    <a:pt x="646" y="782"/>
                    <a:pt x="649" y="781"/>
                  </a:cubicBezTo>
                  <a:cubicBezTo>
                    <a:pt x="649" y="781"/>
                    <a:pt x="651" y="780"/>
                    <a:pt x="652" y="780"/>
                  </a:cubicBezTo>
                  <a:cubicBezTo>
                    <a:pt x="652" y="780"/>
                    <a:pt x="653" y="780"/>
                    <a:pt x="654" y="779"/>
                  </a:cubicBezTo>
                  <a:cubicBezTo>
                    <a:pt x="654" y="779"/>
                    <a:pt x="659" y="773"/>
                    <a:pt x="661" y="770"/>
                  </a:cubicBezTo>
                  <a:cubicBezTo>
                    <a:pt x="661" y="770"/>
                    <a:pt x="662" y="769"/>
                    <a:pt x="660" y="767"/>
                  </a:cubicBezTo>
                  <a:cubicBezTo>
                    <a:pt x="660" y="767"/>
                    <a:pt x="654" y="762"/>
                    <a:pt x="650" y="760"/>
                  </a:cubicBezTo>
                  <a:cubicBezTo>
                    <a:pt x="650" y="760"/>
                    <a:pt x="645" y="758"/>
                    <a:pt x="642" y="759"/>
                  </a:cubicBezTo>
                  <a:cubicBezTo>
                    <a:pt x="642" y="759"/>
                    <a:pt x="634" y="758"/>
                    <a:pt x="640" y="756"/>
                  </a:cubicBezTo>
                  <a:cubicBezTo>
                    <a:pt x="640" y="756"/>
                    <a:pt x="645" y="754"/>
                    <a:pt x="654" y="760"/>
                  </a:cubicBezTo>
                  <a:cubicBezTo>
                    <a:pt x="654" y="760"/>
                    <a:pt x="660" y="764"/>
                    <a:pt x="661" y="767"/>
                  </a:cubicBezTo>
                  <a:cubicBezTo>
                    <a:pt x="661" y="767"/>
                    <a:pt x="662" y="768"/>
                    <a:pt x="663" y="767"/>
                  </a:cubicBezTo>
                  <a:cubicBezTo>
                    <a:pt x="663" y="767"/>
                    <a:pt x="666" y="765"/>
                    <a:pt x="664" y="763"/>
                  </a:cubicBezTo>
                  <a:cubicBezTo>
                    <a:pt x="664" y="763"/>
                    <a:pt x="661" y="757"/>
                    <a:pt x="650" y="750"/>
                  </a:cubicBezTo>
                  <a:cubicBezTo>
                    <a:pt x="650" y="750"/>
                    <a:pt x="646" y="747"/>
                    <a:pt x="644" y="748"/>
                  </a:cubicBezTo>
                  <a:cubicBezTo>
                    <a:pt x="644" y="748"/>
                    <a:pt x="642" y="747"/>
                    <a:pt x="644" y="747"/>
                  </a:cubicBezTo>
                  <a:cubicBezTo>
                    <a:pt x="644" y="747"/>
                    <a:pt x="649" y="745"/>
                    <a:pt x="656" y="750"/>
                  </a:cubicBezTo>
                  <a:cubicBezTo>
                    <a:pt x="656" y="750"/>
                    <a:pt x="661" y="754"/>
                    <a:pt x="664" y="758"/>
                  </a:cubicBezTo>
                  <a:cubicBezTo>
                    <a:pt x="664" y="758"/>
                    <a:pt x="666" y="760"/>
                    <a:pt x="665" y="758"/>
                  </a:cubicBezTo>
                  <a:cubicBezTo>
                    <a:pt x="665" y="758"/>
                    <a:pt x="664" y="756"/>
                    <a:pt x="665" y="755"/>
                  </a:cubicBezTo>
                  <a:cubicBezTo>
                    <a:pt x="665" y="755"/>
                    <a:pt x="665" y="755"/>
                    <a:pt x="665" y="754"/>
                  </a:cubicBezTo>
                  <a:cubicBezTo>
                    <a:pt x="665" y="754"/>
                    <a:pt x="664" y="753"/>
                    <a:pt x="664" y="752"/>
                  </a:cubicBezTo>
                  <a:cubicBezTo>
                    <a:pt x="664" y="752"/>
                    <a:pt x="665" y="752"/>
                    <a:pt x="663" y="752"/>
                  </a:cubicBezTo>
                  <a:cubicBezTo>
                    <a:pt x="663" y="752"/>
                    <a:pt x="662" y="751"/>
                    <a:pt x="661" y="751"/>
                  </a:cubicBezTo>
                  <a:cubicBezTo>
                    <a:pt x="661" y="751"/>
                    <a:pt x="656" y="751"/>
                    <a:pt x="660" y="750"/>
                  </a:cubicBezTo>
                  <a:cubicBezTo>
                    <a:pt x="660" y="750"/>
                    <a:pt x="661" y="750"/>
                    <a:pt x="663" y="750"/>
                  </a:cubicBezTo>
                  <a:cubicBezTo>
                    <a:pt x="663" y="750"/>
                    <a:pt x="664" y="750"/>
                    <a:pt x="663" y="749"/>
                  </a:cubicBezTo>
                  <a:cubicBezTo>
                    <a:pt x="663" y="749"/>
                    <a:pt x="661" y="745"/>
                    <a:pt x="661" y="744"/>
                  </a:cubicBezTo>
                  <a:cubicBezTo>
                    <a:pt x="661" y="744"/>
                    <a:pt x="660" y="742"/>
                    <a:pt x="660" y="744"/>
                  </a:cubicBezTo>
                  <a:cubicBezTo>
                    <a:pt x="660" y="744"/>
                    <a:pt x="659" y="746"/>
                    <a:pt x="656" y="744"/>
                  </a:cubicBezTo>
                  <a:cubicBezTo>
                    <a:pt x="656" y="744"/>
                    <a:pt x="651" y="744"/>
                    <a:pt x="651" y="741"/>
                  </a:cubicBezTo>
                  <a:cubicBezTo>
                    <a:pt x="651" y="741"/>
                    <a:pt x="652" y="737"/>
                    <a:pt x="649" y="737"/>
                  </a:cubicBezTo>
                  <a:cubicBezTo>
                    <a:pt x="649" y="737"/>
                    <a:pt x="646" y="736"/>
                    <a:pt x="649" y="735"/>
                  </a:cubicBezTo>
                  <a:cubicBezTo>
                    <a:pt x="649" y="735"/>
                    <a:pt x="652" y="734"/>
                    <a:pt x="656" y="735"/>
                  </a:cubicBezTo>
                  <a:cubicBezTo>
                    <a:pt x="656" y="735"/>
                    <a:pt x="656" y="736"/>
                    <a:pt x="658" y="735"/>
                  </a:cubicBezTo>
                  <a:cubicBezTo>
                    <a:pt x="658" y="735"/>
                    <a:pt x="667" y="731"/>
                    <a:pt x="668" y="737"/>
                  </a:cubicBezTo>
                  <a:cubicBezTo>
                    <a:pt x="668" y="737"/>
                    <a:pt x="667" y="741"/>
                    <a:pt x="669" y="744"/>
                  </a:cubicBezTo>
                  <a:cubicBezTo>
                    <a:pt x="669" y="744"/>
                    <a:pt x="669" y="746"/>
                    <a:pt x="669" y="747"/>
                  </a:cubicBezTo>
                  <a:cubicBezTo>
                    <a:pt x="669" y="747"/>
                    <a:pt x="669" y="748"/>
                    <a:pt x="670" y="750"/>
                  </a:cubicBezTo>
                  <a:cubicBezTo>
                    <a:pt x="670" y="750"/>
                    <a:pt x="671" y="750"/>
                    <a:pt x="670" y="751"/>
                  </a:cubicBezTo>
                  <a:cubicBezTo>
                    <a:pt x="670" y="751"/>
                    <a:pt x="670" y="753"/>
                    <a:pt x="670" y="755"/>
                  </a:cubicBezTo>
                  <a:cubicBezTo>
                    <a:pt x="670" y="755"/>
                    <a:pt x="669" y="758"/>
                    <a:pt x="671" y="756"/>
                  </a:cubicBezTo>
                  <a:cubicBezTo>
                    <a:pt x="671" y="756"/>
                    <a:pt x="676" y="749"/>
                    <a:pt x="678" y="746"/>
                  </a:cubicBezTo>
                  <a:cubicBezTo>
                    <a:pt x="678" y="746"/>
                    <a:pt x="680" y="744"/>
                    <a:pt x="677" y="744"/>
                  </a:cubicBezTo>
                  <a:cubicBezTo>
                    <a:pt x="677" y="744"/>
                    <a:pt x="674" y="743"/>
                    <a:pt x="672" y="742"/>
                  </a:cubicBezTo>
                  <a:cubicBezTo>
                    <a:pt x="672" y="742"/>
                    <a:pt x="670" y="741"/>
                    <a:pt x="672" y="740"/>
                  </a:cubicBezTo>
                  <a:cubicBezTo>
                    <a:pt x="672" y="740"/>
                    <a:pt x="674" y="741"/>
                    <a:pt x="674" y="740"/>
                  </a:cubicBezTo>
                  <a:cubicBezTo>
                    <a:pt x="674" y="740"/>
                    <a:pt x="673" y="739"/>
                    <a:pt x="674" y="739"/>
                  </a:cubicBezTo>
                  <a:cubicBezTo>
                    <a:pt x="674" y="739"/>
                    <a:pt x="676" y="739"/>
                    <a:pt x="676" y="737"/>
                  </a:cubicBezTo>
                  <a:cubicBezTo>
                    <a:pt x="676" y="737"/>
                    <a:pt x="675" y="734"/>
                    <a:pt x="674" y="735"/>
                  </a:cubicBezTo>
                  <a:cubicBezTo>
                    <a:pt x="674" y="735"/>
                    <a:pt x="670" y="735"/>
                    <a:pt x="669" y="733"/>
                  </a:cubicBezTo>
                  <a:cubicBezTo>
                    <a:pt x="669" y="733"/>
                    <a:pt x="667" y="732"/>
                    <a:pt x="667" y="731"/>
                  </a:cubicBezTo>
                  <a:cubicBezTo>
                    <a:pt x="667" y="731"/>
                    <a:pt x="667" y="730"/>
                    <a:pt x="669" y="731"/>
                  </a:cubicBezTo>
                  <a:cubicBezTo>
                    <a:pt x="669" y="731"/>
                    <a:pt x="673" y="733"/>
                    <a:pt x="671" y="730"/>
                  </a:cubicBezTo>
                  <a:cubicBezTo>
                    <a:pt x="669" y="728"/>
                    <a:pt x="669" y="728"/>
                    <a:pt x="669" y="728"/>
                  </a:cubicBezTo>
                  <a:cubicBezTo>
                    <a:pt x="669" y="728"/>
                    <a:pt x="669" y="726"/>
                    <a:pt x="666" y="728"/>
                  </a:cubicBezTo>
                  <a:cubicBezTo>
                    <a:pt x="666" y="728"/>
                    <a:pt x="660" y="729"/>
                    <a:pt x="662" y="727"/>
                  </a:cubicBezTo>
                  <a:cubicBezTo>
                    <a:pt x="662" y="727"/>
                    <a:pt x="664" y="726"/>
                    <a:pt x="663" y="725"/>
                  </a:cubicBezTo>
                  <a:cubicBezTo>
                    <a:pt x="663" y="725"/>
                    <a:pt x="663" y="724"/>
                    <a:pt x="665" y="723"/>
                  </a:cubicBezTo>
                  <a:cubicBezTo>
                    <a:pt x="665" y="723"/>
                    <a:pt x="666" y="722"/>
                    <a:pt x="665" y="721"/>
                  </a:cubicBezTo>
                  <a:cubicBezTo>
                    <a:pt x="665" y="721"/>
                    <a:pt x="665" y="721"/>
                    <a:pt x="668" y="720"/>
                  </a:cubicBezTo>
                  <a:cubicBezTo>
                    <a:pt x="668" y="720"/>
                    <a:pt x="676" y="717"/>
                    <a:pt x="677" y="721"/>
                  </a:cubicBezTo>
                  <a:cubicBezTo>
                    <a:pt x="677" y="721"/>
                    <a:pt x="678" y="723"/>
                    <a:pt x="677" y="725"/>
                  </a:cubicBezTo>
                  <a:cubicBezTo>
                    <a:pt x="677" y="725"/>
                    <a:pt x="676" y="725"/>
                    <a:pt x="677" y="729"/>
                  </a:cubicBezTo>
                  <a:cubicBezTo>
                    <a:pt x="677" y="729"/>
                    <a:pt x="677" y="731"/>
                    <a:pt x="679" y="732"/>
                  </a:cubicBezTo>
                  <a:cubicBezTo>
                    <a:pt x="679" y="732"/>
                    <a:pt x="680" y="734"/>
                    <a:pt x="681" y="736"/>
                  </a:cubicBezTo>
                  <a:cubicBezTo>
                    <a:pt x="681" y="736"/>
                    <a:pt x="683" y="739"/>
                    <a:pt x="683" y="740"/>
                  </a:cubicBezTo>
                  <a:cubicBezTo>
                    <a:pt x="683" y="740"/>
                    <a:pt x="683" y="742"/>
                    <a:pt x="684" y="741"/>
                  </a:cubicBezTo>
                  <a:cubicBezTo>
                    <a:pt x="684" y="741"/>
                    <a:pt x="692" y="731"/>
                    <a:pt x="698" y="734"/>
                  </a:cubicBezTo>
                  <a:cubicBezTo>
                    <a:pt x="698" y="734"/>
                    <a:pt x="701" y="733"/>
                    <a:pt x="697" y="738"/>
                  </a:cubicBezTo>
                  <a:cubicBezTo>
                    <a:pt x="697" y="738"/>
                    <a:pt x="696" y="740"/>
                    <a:pt x="695" y="740"/>
                  </a:cubicBezTo>
                  <a:cubicBezTo>
                    <a:pt x="688" y="743"/>
                    <a:pt x="688" y="743"/>
                    <a:pt x="688" y="743"/>
                  </a:cubicBezTo>
                  <a:cubicBezTo>
                    <a:pt x="688" y="743"/>
                    <a:pt x="686" y="744"/>
                    <a:pt x="689" y="742"/>
                  </a:cubicBezTo>
                  <a:cubicBezTo>
                    <a:pt x="689" y="742"/>
                    <a:pt x="692" y="739"/>
                    <a:pt x="692" y="738"/>
                  </a:cubicBezTo>
                  <a:cubicBezTo>
                    <a:pt x="692" y="738"/>
                    <a:pt x="692" y="736"/>
                    <a:pt x="691" y="738"/>
                  </a:cubicBezTo>
                  <a:cubicBezTo>
                    <a:pt x="691" y="738"/>
                    <a:pt x="687" y="741"/>
                    <a:pt x="686" y="742"/>
                  </a:cubicBezTo>
                  <a:cubicBezTo>
                    <a:pt x="686" y="742"/>
                    <a:pt x="684" y="743"/>
                    <a:pt x="685" y="745"/>
                  </a:cubicBezTo>
                  <a:cubicBezTo>
                    <a:pt x="685" y="745"/>
                    <a:pt x="685" y="746"/>
                    <a:pt x="685" y="746"/>
                  </a:cubicBezTo>
                  <a:cubicBezTo>
                    <a:pt x="685" y="746"/>
                    <a:pt x="685" y="747"/>
                    <a:pt x="685" y="747"/>
                  </a:cubicBezTo>
                  <a:cubicBezTo>
                    <a:pt x="685" y="747"/>
                    <a:pt x="687" y="751"/>
                    <a:pt x="684" y="751"/>
                  </a:cubicBezTo>
                  <a:cubicBezTo>
                    <a:pt x="684" y="751"/>
                    <a:pt x="681" y="751"/>
                    <a:pt x="680" y="749"/>
                  </a:cubicBezTo>
                  <a:cubicBezTo>
                    <a:pt x="680" y="749"/>
                    <a:pt x="679" y="747"/>
                    <a:pt x="678" y="750"/>
                  </a:cubicBezTo>
                  <a:cubicBezTo>
                    <a:pt x="678" y="750"/>
                    <a:pt x="675" y="755"/>
                    <a:pt x="673" y="757"/>
                  </a:cubicBezTo>
                  <a:cubicBezTo>
                    <a:pt x="673" y="757"/>
                    <a:pt x="668" y="762"/>
                    <a:pt x="669" y="763"/>
                  </a:cubicBezTo>
                  <a:cubicBezTo>
                    <a:pt x="669" y="763"/>
                    <a:pt x="671" y="765"/>
                    <a:pt x="670" y="765"/>
                  </a:cubicBezTo>
                  <a:cubicBezTo>
                    <a:pt x="670" y="765"/>
                    <a:pt x="669" y="766"/>
                    <a:pt x="667" y="765"/>
                  </a:cubicBezTo>
                  <a:cubicBezTo>
                    <a:pt x="667" y="765"/>
                    <a:pt x="667" y="765"/>
                    <a:pt x="666" y="767"/>
                  </a:cubicBezTo>
                  <a:cubicBezTo>
                    <a:pt x="666" y="767"/>
                    <a:pt x="663" y="770"/>
                    <a:pt x="665" y="771"/>
                  </a:cubicBezTo>
                  <a:cubicBezTo>
                    <a:pt x="665" y="771"/>
                    <a:pt x="666" y="771"/>
                    <a:pt x="667" y="772"/>
                  </a:cubicBezTo>
                  <a:cubicBezTo>
                    <a:pt x="667" y="772"/>
                    <a:pt x="669" y="772"/>
                    <a:pt x="667" y="773"/>
                  </a:cubicBezTo>
                  <a:close/>
                  <a:moveTo>
                    <a:pt x="706" y="796"/>
                  </a:moveTo>
                  <a:cubicBezTo>
                    <a:pt x="706" y="796"/>
                    <a:pt x="706" y="797"/>
                    <a:pt x="706" y="799"/>
                  </a:cubicBezTo>
                  <a:cubicBezTo>
                    <a:pt x="706" y="799"/>
                    <a:pt x="706" y="800"/>
                    <a:pt x="705" y="801"/>
                  </a:cubicBezTo>
                  <a:cubicBezTo>
                    <a:pt x="695" y="808"/>
                    <a:pt x="695" y="808"/>
                    <a:pt x="695" y="808"/>
                  </a:cubicBezTo>
                  <a:cubicBezTo>
                    <a:pt x="695" y="808"/>
                    <a:pt x="694" y="807"/>
                    <a:pt x="693" y="809"/>
                  </a:cubicBezTo>
                  <a:cubicBezTo>
                    <a:pt x="693" y="809"/>
                    <a:pt x="693" y="808"/>
                    <a:pt x="692" y="808"/>
                  </a:cubicBezTo>
                  <a:cubicBezTo>
                    <a:pt x="692" y="808"/>
                    <a:pt x="692" y="808"/>
                    <a:pt x="692" y="809"/>
                  </a:cubicBezTo>
                  <a:cubicBezTo>
                    <a:pt x="692" y="809"/>
                    <a:pt x="690" y="808"/>
                    <a:pt x="690" y="809"/>
                  </a:cubicBezTo>
                  <a:cubicBezTo>
                    <a:pt x="684" y="810"/>
                    <a:pt x="684" y="810"/>
                    <a:pt x="684" y="810"/>
                  </a:cubicBezTo>
                  <a:cubicBezTo>
                    <a:pt x="684" y="810"/>
                    <a:pt x="682" y="810"/>
                    <a:pt x="685" y="809"/>
                  </a:cubicBezTo>
                  <a:cubicBezTo>
                    <a:pt x="685" y="809"/>
                    <a:pt x="692" y="807"/>
                    <a:pt x="688" y="807"/>
                  </a:cubicBezTo>
                  <a:cubicBezTo>
                    <a:pt x="688" y="807"/>
                    <a:pt x="686" y="806"/>
                    <a:pt x="688" y="806"/>
                  </a:cubicBezTo>
                  <a:cubicBezTo>
                    <a:pt x="688" y="806"/>
                    <a:pt x="695" y="801"/>
                    <a:pt x="697" y="796"/>
                  </a:cubicBezTo>
                  <a:cubicBezTo>
                    <a:pt x="697" y="796"/>
                    <a:pt x="704" y="785"/>
                    <a:pt x="695" y="779"/>
                  </a:cubicBezTo>
                  <a:cubicBezTo>
                    <a:pt x="695" y="779"/>
                    <a:pt x="691" y="779"/>
                    <a:pt x="688" y="784"/>
                  </a:cubicBezTo>
                  <a:cubicBezTo>
                    <a:pt x="688" y="784"/>
                    <a:pt x="686" y="789"/>
                    <a:pt x="683" y="790"/>
                  </a:cubicBezTo>
                  <a:cubicBezTo>
                    <a:pt x="683" y="790"/>
                    <a:pt x="678" y="789"/>
                    <a:pt x="675" y="787"/>
                  </a:cubicBezTo>
                  <a:cubicBezTo>
                    <a:pt x="675" y="787"/>
                    <a:pt x="672" y="786"/>
                    <a:pt x="675" y="786"/>
                  </a:cubicBezTo>
                  <a:cubicBezTo>
                    <a:pt x="675" y="786"/>
                    <a:pt x="676" y="786"/>
                    <a:pt x="678" y="784"/>
                  </a:cubicBezTo>
                  <a:cubicBezTo>
                    <a:pt x="678" y="784"/>
                    <a:pt x="681" y="783"/>
                    <a:pt x="681" y="782"/>
                  </a:cubicBezTo>
                  <a:cubicBezTo>
                    <a:pt x="681" y="782"/>
                    <a:pt x="683" y="779"/>
                    <a:pt x="685" y="777"/>
                  </a:cubicBezTo>
                  <a:cubicBezTo>
                    <a:pt x="685" y="777"/>
                    <a:pt x="688" y="775"/>
                    <a:pt x="689" y="773"/>
                  </a:cubicBezTo>
                  <a:cubicBezTo>
                    <a:pt x="689" y="773"/>
                    <a:pt x="689" y="771"/>
                    <a:pt x="687" y="772"/>
                  </a:cubicBezTo>
                  <a:cubicBezTo>
                    <a:pt x="687" y="772"/>
                    <a:pt x="683" y="776"/>
                    <a:pt x="679" y="769"/>
                  </a:cubicBezTo>
                  <a:cubicBezTo>
                    <a:pt x="679" y="769"/>
                    <a:pt x="679" y="761"/>
                    <a:pt x="678" y="764"/>
                  </a:cubicBezTo>
                  <a:cubicBezTo>
                    <a:pt x="678" y="764"/>
                    <a:pt x="676" y="769"/>
                    <a:pt x="673" y="770"/>
                  </a:cubicBezTo>
                  <a:cubicBezTo>
                    <a:pt x="673" y="770"/>
                    <a:pt x="671" y="771"/>
                    <a:pt x="669" y="770"/>
                  </a:cubicBezTo>
                  <a:cubicBezTo>
                    <a:pt x="669" y="770"/>
                    <a:pt x="666" y="769"/>
                    <a:pt x="669" y="769"/>
                  </a:cubicBezTo>
                  <a:cubicBezTo>
                    <a:pt x="669" y="769"/>
                    <a:pt x="672" y="768"/>
                    <a:pt x="674" y="764"/>
                  </a:cubicBezTo>
                  <a:cubicBezTo>
                    <a:pt x="674" y="764"/>
                    <a:pt x="676" y="761"/>
                    <a:pt x="676" y="759"/>
                  </a:cubicBezTo>
                  <a:cubicBezTo>
                    <a:pt x="676" y="759"/>
                    <a:pt x="675" y="758"/>
                    <a:pt x="678" y="757"/>
                  </a:cubicBezTo>
                  <a:cubicBezTo>
                    <a:pt x="678" y="757"/>
                    <a:pt x="684" y="752"/>
                    <a:pt x="688" y="755"/>
                  </a:cubicBezTo>
                  <a:cubicBezTo>
                    <a:pt x="688" y="755"/>
                    <a:pt x="689" y="757"/>
                    <a:pt x="688" y="760"/>
                  </a:cubicBezTo>
                  <a:cubicBezTo>
                    <a:pt x="688" y="760"/>
                    <a:pt x="687" y="762"/>
                    <a:pt x="690" y="765"/>
                  </a:cubicBezTo>
                  <a:cubicBezTo>
                    <a:pt x="690" y="765"/>
                    <a:pt x="694" y="767"/>
                    <a:pt x="695" y="766"/>
                  </a:cubicBezTo>
                  <a:cubicBezTo>
                    <a:pt x="695" y="766"/>
                    <a:pt x="700" y="762"/>
                    <a:pt x="702" y="763"/>
                  </a:cubicBezTo>
                  <a:cubicBezTo>
                    <a:pt x="702" y="763"/>
                    <a:pt x="706" y="763"/>
                    <a:pt x="705" y="766"/>
                  </a:cubicBezTo>
                  <a:cubicBezTo>
                    <a:pt x="705" y="766"/>
                    <a:pt x="704" y="768"/>
                    <a:pt x="704" y="769"/>
                  </a:cubicBezTo>
                  <a:cubicBezTo>
                    <a:pt x="704" y="769"/>
                    <a:pt x="704" y="769"/>
                    <a:pt x="702" y="770"/>
                  </a:cubicBezTo>
                  <a:cubicBezTo>
                    <a:pt x="702" y="770"/>
                    <a:pt x="699" y="772"/>
                    <a:pt x="702" y="775"/>
                  </a:cubicBezTo>
                  <a:cubicBezTo>
                    <a:pt x="707" y="782"/>
                    <a:pt x="707" y="782"/>
                    <a:pt x="707" y="782"/>
                  </a:cubicBezTo>
                  <a:cubicBezTo>
                    <a:pt x="707" y="782"/>
                    <a:pt x="709" y="788"/>
                    <a:pt x="708" y="793"/>
                  </a:cubicBezTo>
                  <a:cubicBezTo>
                    <a:pt x="708" y="793"/>
                    <a:pt x="707" y="795"/>
                    <a:pt x="706" y="796"/>
                  </a:cubicBezTo>
                  <a:close/>
                  <a:moveTo>
                    <a:pt x="452" y="787"/>
                  </a:moveTo>
                  <a:cubicBezTo>
                    <a:pt x="268" y="787"/>
                    <a:pt x="119" y="638"/>
                    <a:pt x="119" y="454"/>
                  </a:cubicBezTo>
                  <a:cubicBezTo>
                    <a:pt x="119" y="270"/>
                    <a:pt x="268" y="121"/>
                    <a:pt x="452" y="121"/>
                  </a:cubicBezTo>
                  <a:cubicBezTo>
                    <a:pt x="636" y="121"/>
                    <a:pt x="785" y="270"/>
                    <a:pt x="785" y="454"/>
                  </a:cubicBezTo>
                  <a:cubicBezTo>
                    <a:pt x="785" y="638"/>
                    <a:pt x="636" y="787"/>
                    <a:pt x="452" y="787"/>
                  </a:cubicBezTo>
                  <a:close/>
                  <a:moveTo>
                    <a:pt x="779" y="318"/>
                  </a:moveTo>
                  <a:cubicBezTo>
                    <a:pt x="776" y="310"/>
                    <a:pt x="775" y="303"/>
                    <a:pt x="778" y="296"/>
                  </a:cubicBezTo>
                  <a:cubicBezTo>
                    <a:pt x="780" y="290"/>
                    <a:pt x="785" y="285"/>
                    <a:pt x="793" y="282"/>
                  </a:cubicBezTo>
                  <a:cubicBezTo>
                    <a:pt x="798" y="280"/>
                    <a:pt x="802" y="279"/>
                    <a:pt x="806" y="279"/>
                  </a:cubicBezTo>
                  <a:cubicBezTo>
                    <a:pt x="809" y="279"/>
                    <a:pt x="812" y="280"/>
                    <a:pt x="815" y="281"/>
                  </a:cubicBezTo>
                  <a:cubicBezTo>
                    <a:pt x="817" y="283"/>
                    <a:pt x="820" y="284"/>
                    <a:pt x="822" y="286"/>
                  </a:cubicBezTo>
                  <a:cubicBezTo>
                    <a:pt x="824" y="289"/>
                    <a:pt x="827" y="293"/>
                    <a:pt x="828" y="297"/>
                  </a:cubicBezTo>
                  <a:cubicBezTo>
                    <a:pt x="832" y="305"/>
                    <a:pt x="832" y="312"/>
                    <a:pt x="829" y="318"/>
                  </a:cubicBezTo>
                  <a:cubicBezTo>
                    <a:pt x="827" y="325"/>
                    <a:pt x="822" y="330"/>
                    <a:pt x="814" y="333"/>
                  </a:cubicBezTo>
                  <a:cubicBezTo>
                    <a:pt x="806" y="336"/>
                    <a:pt x="799" y="336"/>
                    <a:pt x="793" y="333"/>
                  </a:cubicBezTo>
                  <a:cubicBezTo>
                    <a:pt x="787" y="331"/>
                    <a:pt x="782" y="325"/>
                    <a:pt x="779" y="318"/>
                  </a:cubicBezTo>
                  <a:close/>
                  <a:moveTo>
                    <a:pt x="841" y="337"/>
                  </a:moveTo>
                  <a:cubicBezTo>
                    <a:pt x="844" y="348"/>
                    <a:pt x="844" y="348"/>
                    <a:pt x="844" y="348"/>
                  </a:cubicBezTo>
                  <a:cubicBezTo>
                    <a:pt x="803" y="358"/>
                    <a:pt x="803" y="358"/>
                    <a:pt x="803" y="358"/>
                  </a:cubicBezTo>
                  <a:cubicBezTo>
                    <a:pt x="810" y="386"/>
                    <a:pt x="810" y="386"/>
                    <a:pt x="810" y="386"/>
                  </a:cubicBezTo>
                  <a:cubicBezTo>
                    <a:pt x="801" y="388"/>
                    <a:pt x="801" y="388"/>
                    <a:pt x="801" y="388"/>
                  </a:cubicBezTo>
                  <a:cubicBezTo>
                    <a:pt x="792" y="349"/>
                    <a:pt x="792" y="349"/>
                    <a:pt x="792" y="349"/>
                  </a:cubicBezTo>
                  <a:lnTo>
                    <a:pt x="841" y="337"/>
                  </a:lnTo>
                  <a:close/>
                  <a:moveTo>
                    <a:pt x="852" y="525"/>
                  </a:moveTo>
                  <a:cubicBezTo>
                    <a:pt x="816" y="528"/>
                    <a:pt x="816" y="528"/>
                    <a:pt x="816" y="528"/>
                  </a:cubicBezTo>
                  <a:cubicBezTo>
                    <a:pt x="848" y="545"/>
                    <a:pt x="848" y="545"/>
                    <a:pt x="848" y="545"/>
                  </a:cubicBezTo>
                  <a:cubicBezTo>
                    <a:pt x="845" y="562"/>
                    <a:pt x="845" y="562"/>
                    <a:pt x="845" y="562"/>
                  </a:cubicBezTo>
                  <a:cubicBezTo>
                    <a:pt x="794" y="552"/>
                    <a:pt x="794" y="552"/>
                    <a:pt x="794" y="552"/>
                  </a:cubicBezTo>
                  <a:cubicBezTo>
                    <a:pt x="796" y="541"/>
                    <a:pt x="796" y="541"/>
                    <a:pt x="796" y="541"/>
                  </a:cubicBezTo>
                  <a:cubicBezTo>
                    <a:pt x="836" y="549"/>
                    <a:pt x="836" y="549"/>
                    <a:pt x="836" y="549"/>
                  </a:cubicBezTo>
                  <a:cubicBezTo>
                    <a:pt x="798" y="530"/>
                    <a:pt x="798" y="530"/>
                    <a:pt x="798" y="530"/>
                  </a:cubicBezTo>
                  <a:cubicBezTo>
                    <a:pt x="801" y="519"/>
                    <a:pt x="801" y="519"/>
                    <a:pt x="801" y="519"/>
                  </a:cubicBezTo>
                  <a:cubicBezTo>
                    <a:pt x="843" y="516"/>
                    <a:pt x="843" y="516"/>
                    <a:pt x="843" y="516"/>
                  </a:cubicBezTo>
                  <a:cubicBezTo>
                    <a:pt x="803" y="508"/>
                    <a:pt x="803" y="508"/>
                    <a:pt x="803" y="508"/>
                  </a:cubicBezTo>
                  <a:cubicBezTo>
                    <a:pt x="805" y="498"/>
                    <a:pt x="805" y="498"/>
                    <a:pt x="805" y="498"/>
                  </a:cubicBezTo>
                  <a:cubicBezTo>
                    <a:pt x="856" y="508"/>
                    <a:pt x="856" y="508"/>
                    <a:pt x="856" y="508"/>
                  </a:cubicBezTo>
                  <a:lnTo>
                    <a:pt x="852" y="525"/>
                  </a:lnTo>
                  <a:close/>
                  <a:moveTo>
                    <a:pt x="816" y="474"/>
                  </a:moveTo>
                  <a:cubicBezTo>
                    <a:pt x="817" y="476"/>
                    <a:pt x="818" y="477"/>
                    <a:pt x="820" y="477"/>
                  </a:cubicBezTo>
                  <a:cubicBezTo>
                    <a:pt x="822" y="478"/>
                    <a:pt x="825" y="478"/>
                    <a:pt x="829" y="478"/>
                  </a:cubicBezTo>
                  <a:cubicBezTo>
                    <a:pt x="858" y="479"/>
                    <a:pt x="858" y="479"/>
                    <a:pt x="858" y="479"/>
                  </a:cubicBezTo>
                  <a:cubicBezTo>
                    <a:pt x="857" y="491"/>
                    <a:pt x="857" y="491"/>
                    <a:pt x="857" y="491"/>
                  </a:cubicBezTo>
                  <a:cubicBezTo>
                    <a:pt x="830" y="490"/>
                    <a:pt x="830" y="490"/>
                    <a:pt x="830" y="490"/>
                  </a:cubicBezTo>
                  <a:cubicBezTo>
                    <a:pt x="824" y="490"/>
                    <a:pt x="819" y="489"/>
                    <a:pt x="817" y="488"/>
                  </a:cubicBezTo>
                  <a:cubicBezTo>
                    <a:pt x="814" y="488"/>
                    <a:pt x="812" y="486"/>
                    <a:pt x="811" y="485"/>
                  </a:cubicBezTo>
                  <a:cubicBezTo>
                    <a:pt x="809" y="483"/>
                    <a:pt x="808" y="481"/>
                    <a:pt x="807" y="478"/>
                  </a:cubicBezTo>
                  <a:cubicBezTo>
                    <a:pt x="806" y="475"/>
                    <a:pt x="805" y="471"/>
                    <a:pt x="805" y="467"/>
                  </a:cubicBezTo>
                  <a:cubicBezTo>
                    <a:pt x="806" y="461"/>
                    <a:pt x="806" y="457"/>
                    <a:pt x="808" y="455"/>
                  </a:cubicBezTo>
                  <a:cubicBezTo>
                    <a:pt x="809" y="452"/>
                    <a:pt x="810" y="450"/>
                    <a:pt x="812" y="448"/>
                  </a:cubicBezTo>
                  <a:cubicBezTo>
                    <a:pt x="814" y="447"/>
                    <a:pt x="816" y="446"/>
                    <a:pt x="818" y="445"/>
                  </a:cubicBezTo>
                  <a:cubicBezTo>
                    <a:pt x="821" y="444"/>
                    <a:pt x="825" y="444"/>
                    <a:pt x="831" y="444"/>
                  </a:cubicBezTo>
                  <a:cubicBezTo>
                    <a:pt x="859" y="445"/>
                    <a:pt x="859" y="445"/>
                    <a:pt x="859" y="445"/>
                  </a:cubicBezTo>
                  <a:cubicBezTo>
                    <a:pt x="858" y="457"/>
                    <a:pt x="858" y="457"/>
                    <a:pt x="858" y="457"/>
                  </a:cubicBezTo>
                  <a:cubicBezTo>
                    <a:pt x="830" y="456"/>
                    <a:pt x="830" y="456"/>
                    <a:pt x="830" y="456"/>
                  </a:cubicBezTo>
                  <a:cubicBezTo>
                    <a:pt x="826" y="456"/>
                    <a:pt x="823" y="456"/>
                    <a:pt x="822" y="456"/>
                  </a:cubicBezTo>
                  <a:cubicBezTo>
                    <a:pt x="819" y="456"/>
                    <a:pt x="818" y="457"/>
                    <a:pt x="816" y="459"/>
                  </a:cubicBezTo>
                  <a:cubicBezTo>
                    <a:pt x="815" y="461"/>
                    <a:pt x="814" y="464"/>
                    <a:pt x="814" y="467"/>
                  </a:cubicBezTo>
                  <a:cubicBezTo>
                    <a:pt x="814" y="470"/>
                    <a:pt x="815" y="473"/>
                    <a:pt x="816" y="4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Freeform 68">
              <a:extLst>
                <a:ext uri="{FF2B5EF4-FFF2-40B4-BE49-F238E27FC236}">
                  <a16:creationId xmlns:a16="http://schemas.microsoft.com/office/drawing/2014/main" id="{D03EA49C-0014-44EE-981A-8EBA7CBBF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7558" y="4249111"/>
              <a:ext cx="41275" cy="39688"/>
            </a:xfrm>
            <a:custGeom>
              <a:avLst/>
              <a:gdLst>
                <a:gd name="T0" fmla="*/ 13 w 22"/>
                <a:gd name="T1" fmla="*/ 20 h 21"/>
                <a:gd name="T2" fmla="*/ 17 w 22"/>
                <a:gd name="T3" fmla="*/ 20 h 21"/>
                <a:gd name="T4" fmla="*/ 21 w 22"/>
                <a:gd name="T5" fmla="*/ 17 h 21"/>
                <a:gd name="T6" fmla="*/ 22 w 22"/>
                <a:gd name="T7" fmla="*/ 13 h 21"/>
                <a:gd name="T8" fmla="*/ 19 w 22"/>
                <a:gd name="T9" fmla="*/ 8 h 21"/>
                <a:gd name="T10" fmla="*/ 13 w 22"/>
                <a:gd name="T11" fmla="*/ 3 h 21"/>
                <a:gd name="T12" fmla="*/ 8 w 22"/>
                <a:gd name="T13" fmla="*/ 0 h 21"/>
                <a:gd name="T14" fmla="*/ 0 w 22"/>
                <a:gd name="T15" fmla="*/ 12 h 21"/>
                <a:gd name="T16" fmla="*/ 5 w 22"/>
                <a:gd name="T17" fmla="*/ 16 h 21"/>
                <a:gd name="T18" fmla="*/ 13 w 22"/>
                <a:gd name="T19" fmla="*/ 2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21">
                  <a:moveTo>
                    <a:pt x="13" y="20"/>
                  </a:moveTo>
                  <a:cubicBezTo>
                    <a:pt x="14" y="21"/>
                    <a:pt x="16" y="21"/>
                    <a:pt x="17" y="20"/>
                  </a:cubicBezTo>
                  <a:cubicBezTo>
                    <a:pt x="19" y="20"/>
                    <a:pt x="20" y="19"/>
                    <a:pt x="21" y="17"/>
                  </a:cubicBezTo>
                  <a:cubicBezTo>
                    <a:pt x="22" y="16"/>
                    <a:pt x="22" y="14"/>
                    <a:pt x="22" y="13"/>
                  </a:cubicBezTo>
                  <a:cubicBezTo>
                    <a:pt x="22" y="11"/>
                    <a:pt x="21" y="9"/>
                    <a:pt x="19" y="8"/>
                  </a:cubicBezTo>
                  <a:cubicBezTo>
                    <a:pt x="18" y="7"/>
                    <a:pt x="16" y="5"/>
                    <a:pt x="13" y="3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9" y="18"/>
                    <a:pt x="11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Freeform 69">
              <a:extLst>
                <a:ext uri="{FF2B5EF4-FFF2-40B4-BE49-F238E27FC236}">
                  <a16:creationId xmlns:a16="http://schemas.microsoft.com/office/drawing/2014/main" id="{28C81247-07F6-4443-861F-F380CA393B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9270" y="5563561"/>
              <a:ext cx="33338" cy="52388"/>
            </a:xfrm>
            <a:custGeom>
              <a:avLst/>
              <a:gdLst>
                <a:gd name="T0" fmla="*/ 3 w 18"/>
                <a:gd name="T1" fmla="*/ 3 h 28"/>
                <a:gd name="T2" fmla="*/ 5 w 18"/>
                <a:gd name="T3" fmla="*/ 6 h 28"/>
                <a:gd name="T4" fmla="*/ 7 w 18"/>
                <a:gd name="T5" fmla="*/ 8 h 28"/>
                <a:gd name="T6" fmla="*/ 7 w 18"/>
                <a:gd name="T7" fmla="*/ 11 h 28"/>
                <a:gd name="T8" fmla="*/ 6 w 18"/>
                <a:gd name="T9" fmla="*/ 13 h 28"/>
                <a:gd name="T10" fmla="*/ 2 w 18"/>
                <a:gd name="T11" fmla="*/ 19 h 28"/>
                <a:gd name="T12" fmla="*/ 3 w 18"/>
                <a:gd name="T13" fmla="*/ 25 h 28"/>
                <a:gd name="T14" fmla="*/ 8 w 18"/>
                <a:gd name="T15" fmla="*/ 22 h 28"/>
                <a:gd name="T16" fmla="*/ 9 w 18"/>
                <a:gd name="T17" fmla="*/ 21 h 28"/>
                <a:gd name="T18" fmla="*/ 10 w 18"/>
                <a:gd name="T19" fmla="*/ 19 h 28"/>
                <a:gd name="T20" fmla="*/ 14 w 18"/>
                <a:gd name="T21" fmla="*/ 13 h 28"/>
                <a:gd name="T22" fmla="*/ 17 w 18"/>
                <a:gd name="T23" fmla="*/ 6 h 28"/>
                <a:gd name="T24" fmla="*/ 17 w 18"/>
                <a:gd name="T25" fmla="*/ 4 h 28"/>
                <a:gd name="T26" fmla="*/ 12 w 18"/>
                <a:gd name="T27" fmla="*/ 1 h 28"/>
                <a:gd name="T28" fmla="*/ 7 w 18"/>
                <a:gd name="T29" fmla="*/ 0 h 28"/>
                <a:gd name="T30" fmla="*/ 4 w 18"/>
                <a:gd name="T31" fmla="*/ 0 h 28"/>
                <a:gd name="T32" fmla="*/ 3 w 18"/>
                <a:gd name="T33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" h="28">
                  <a:moveTo>
                    <a:pt x="3" y="3"/>
                  </a:moveTo>
                  <a:cubicBezTo>
                    <a:pt x="4" y="4"/>
                    <a:pt x="5" y="6"/>
                    <a:pt x="5" y="6"/>
                  </a:cubicBezTo>
                  <a:cubicBezTo>
                    <a:pt x="6" y="8"/>
                    <a:pt x="7" y="8"/>
                    <a:pt x="7" y="8"/>
                  </a:cubicBezTo>
                  <a:cubicBezTo>
                    <a:pt x="8" y="9"/>
                    <a:pt x="7" y="11"/>
                    <a:pt x="7" y="11"/>
                  </a:cubicBezTo>
                  <a:cubicBezTo>
                    <a:pt x="6" y="12"/>
                    <a:pt x="6" y="13"/>
                    <a:pt x="6" y="13"/>
                  </a:cubicBezTo>
                  <a:cubicBezTo>
                    <a:pt x="5" y="16"/>
                    <a:pt x="2" y="19"/>
                    <a:pt x="2" y="19"/>
                  </a:cubicBezTo>
                  <a:cubicBezTo>
                    <a:pt x="0" y="21"/>
                    <a:pt x="3" y="25"/>
                    <a:pt x="3" y="25"/>
                  </a:cubicBezTo>
                  <a:cubicBezTo>
                    <a:pt x="4" y="28"/>
                    <a:pt x="8" y="22"/>
                    <a:pt x="8" y="22"/>
                  </a:cubicBezTo>
                  <a:cubicBezTo>
                    <a:pt x="8" y="21"/>
                    <a:pt x="9" y="21"/>
                    <a:pt x="9" y="21"/>
                  </a:cubicBezTo>
                  <a:cubicBezTo>
                    <a:pt x="10" y="20"/>
                    <a:pt x="10" y="19"/>
                    <a:pt x="10" y="19"/>
                  </a:cubicBezTo>
                  <a:cubicBezTo>
                    <a:pt x="12" y="16"/>
                    <a:pt x="14" y="13"/>
                    <a:pt x="14" y="13"/>
                  </a:cubicBezTo>
                  <a:cubicBezTo>
                    <a:pt x="15" y="12"/>
                    <a:pt x="17" y="6"/>
                    <a:pt x="17" y="6"/>
                  </a:cubicBezTo>
                  <a:cubicBezTo>
                    <a:pt x="18" y="6"/>
                    <a:pt x="17" y="4"/>
                    <a:pt x="17" y="4"/>
                  </a:cubicBezTo>
                  <a:cubicBezTo>
                    <a:pt x="17" y="3"/>
                    <a:pt x="12" y="1"/>
                    <a:pt x="12" y="1"/>
                  </a:cubicBezTo>
                  <a:cubicBezTo>
                    <a:pt x="11" y="1"/>
                    <a:pt x="9" y="0"/>
                    <a:pt x="7" y="0"/>
                  </a:cubicBezTo>
                  <a:cubicBezTo>
                    <a:pt x="6" y="0"/>
                    <a:pt x="4" y="0"/>
                    <a:pt x="4" y="0"/>
                  </a:cubicBezTo>
                  <a:cubicBezTo>
                    <a:pt x="1" y="1"/>
                    <a:pt x="3" y="3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" name="Freeform 70">
              <a:extLst>
                <a:ext uri="{FF2B5EF4-FFF2-40B4-BE49-F238E27FC236}">
                  <a16:creationId xmlns:a16="http://schemas.microsoft.com/office/drawing/2014/main" id="{006FEBEF-16D8-43CF-8411-4654AA63EB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7745" y="4565023"/>
              <a:ext cx="68263" cy="63500"/>
            </a:xfrm>
            <a:custGeom>
              <a:avLst/>
              <a:gdLst>
                <a:gd name="T0" fmla="*/ 25 w 37"/>
                <a:gd name="T1" fmla="*/ 32 h 34"/>
                <a:gd name="T2" fmla="*/ 35 w 37"/>
                <a:gd name="T3" fmla="*/ 23 h 34"/>
                <a:gd name="T4" fmla="*/ 35 w 37"/>
                <a:gd name="T5" fmla="*/ 10 h 34"/>
                <a:gd name="T6" fmla="*/ 27 w 37"/>
                <a:gd name="T7" fmla="*/ 2 h 34"/>
                <a:gd name="T8" fmla="*/ 13 w 37"/>
                <a:gd name="T9" fmla="*/ 3 h 34"/>
                <a:gd name="T10" fmla="*/ 2 w 37"/>
                <a:gd name="T11" fmla="*/ 12 h 34"/>
                <a:gd name="T12" fmla="*/ 2 w 37"/>
                <a:gd name="T13" fmla="*/ 24 h 34"/>
                <a:gd name="T14" fmla="*/ 11 w 37"/>
                <a:gd name="T15" fmla="*/ 33 h 34"/>
                <a:gd name="T16" fmla="*/ 25 w 37"/>
                <a:gd name="T17" fmla="*/ 3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34">
                  <a:moveTo>
                    <a:pt x="25" y="32"/>
                  </a:moveTo>
                  <a:cubicBezTo>
                    <a:pt x="30" y="29"/>
                    <a:pt x="34" y="26"/>
                    <a:pt x="35" y="23"/>
                  </a:cubicBezTo>
                  <a:cubicBezTo>
                    <a:pt x="37" y="19"/>
                    <a:pt x="37" y="15"/>
                    <a:pt x="35" y="10"/>
                  </a:cubicBezTo>
                  <a:cubicBezTo>
                    <a:pt x="33" y="6"/>
                    <a:pt x="31" y="3"/>
                    <a:pt x="27" y="2"/>
                  </a:cubicBezTo>
                  <a:cubicBezTo>
                    <a:pt x="23" y="0"/>
                    <a:pt x="18" y="0"/>
                    <a:pt x="13" y="3"/>
                  </a:cubicBezTo>
                  <a:cubicBezTo>
                    <a:pt x="7" y="5"/>
                    <a:pt x="4" y="8"/>
                    <a:pt x="2" y="12"/>
                  </a:cubicBezTo>
                  <a:cubicBezTo>
                    <a:pt x="0" y="16"/>
                    <a:pt x="0" y="20"/>
                    <a:pt x="2" y="24"/>
                  </a:cubicBezTo>
                  <a:cubicBezTo>
                    <a:pt x="4" y="28"/>
                    <a:pt x="7" y="31"/>
                    <a:pt x="11" y="33"/>
                  </a:cubicBezTo>
                  <a:cubicBezTo>
                    <a:pt x="14" y="34"/>
                    <a:pt x="19" y="34"/>
                    <a:pt x="25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66A19AAD-1CDF-4899-8D9B-772D397CF09A}"/>
              </a:ext>
            </a:extLst>
          </p:cNvPr>
          <p:cNvSpPr txBox="1"/>
          <p:nvPr userDrawn="1"/>
        </p:nvSpPr>
        <p:spPr>
          <a:xfrm>
            <a:off x="1043939" y="1761846"/>
            <a:ext cx="97586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dirty="0">
                <a:gradFill>
                  <a:gsLst>
                    <a:gs pos="0">
                      <a:schemeClr val="accent1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</a:rPr>
              <a:t>THANKS FOR LISTENING</a:t>
            </a:r>
            <a:endParaRPr lang="zh-CN" altLang="en-US" sz="8000" dirty="0">
              <a:gradFill>
                <a:gsLst>
                  <a:gs pos="0">
                    <a:schemeClr val="accent1"/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latin typeface="Impact" panose="020B080603090205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BB4B086-4071-4C4C-9FF8-B987D7306B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2549" y="2332940"/>
            <a:ext cx="8186902" cy="833759"/>
          </a:xfrm>
        </p:spPr>
        <p:txBody>
          <a:bodyPr lIns="0" rIns="0" bIns="0" anchor="b" anchorCtr="0">
            <a:normAutofit/>
          </a:bodyPr>
          <a:lstStyle>
            <a:lvl1pPr algn="ctr">
              <a:defRPr lang="zh-CN" altLang="en-US" sz="4400" b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4A60CE9-1EA3-4611-84E6-17C89EA437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2549" y="4013895"/>
            <a:ext cx="8186902" cy="472251"/>
          </a:xfrm>
        </p:spPr>
        <p:txBody>
          <a:bodyPr wrap="square" lIns="0" rIns="0" anchor="t" anchorCtr="0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pic>
        <p:nvPicPr>
          <p:cNvPr id="84" name="图片 83">
            <a:extLst>
              <a:ext uri="{FF2B5EF4-FFF2-40B4-BE49-F238E27FC236}">
                <a16:creationId xmlns:a16="http://schemas.microsoft.com/office/drawing/2014/main" id="{48F930BE-2181-49E9-923D-B47EE28180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00338" y="5571410"/>
            <a:ext cx="1991324" cy="475325"/>
          </a:xfrm>
          <a:prstGeom prst="rect">
            <a:avLst/>
          </a:prstGeom>
        </p:spPr>
      </p:pic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088BDD40-E24E-4746-A412-A7D5C0F30B2D}"/>
              </a:ext>
            </a:extLst>
          </p:cNvPr>
          <p:cNvCxnSpPr/>
          <p:nvPr userDrawn="1"/>
        </p:nvCxnSpPr>
        <p:spPr>
          <a:xfrm>
            <a:off x="5186680" y="3632200"/>
            <a:ext cx="18186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3194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3BA538-016A-4651-BD25-C4067E19E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1165224"/>
            <a:ext cx="10858500" cy="473773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6748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94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特别说明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>
            <a:extLst>
              <a:ext uri="{FF2B5EF4-FFF2-40B4-BE49-F238E27FC236}">
                <a16:creationId xmlns:a16="http://schemas.microsoft.com/office/drawing/2014/main" id="{CA55B20A-4598-4B45-8FA8-ABE47E818F9B}"/>
              </a:ext>
            </a:extLst>
          </p:cNvPr>
          <p:cNvGrpSpPr/>
          <p:nvPr userDrawn="1"/>
        </p:nvGrpSpPr>
        <p:grpSpPr>
          <a:xfrm>
            <a:off x="1243080" y="1702820"/>
            <a:ext cx="3038400" cy="2341146"/>
            <a:chOff x="1243693" y="1981257"/>
            <a:chExt cx="3038400" cy="2341146"/>
          </a:xfrm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6A948C93-EAEB-4D10-8DB2-E1655D38547C}"/>
                </a:ext>
              </a:extLst>
            </p:cNvPr>
            <p:cNvCxnSpPr>
              <a:cxnSpLocks/>
            </p:cNvCxnSpPr>
            <p:nvPr/>
          </p:nvCxnSpPr>
          <p:spPr>
            <a:xfrm>
              <a:off x="2376714" y="2585247"/>
              <a:ext cx="77235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80F16B89-D5A5-4C23-BFB1-1BEA14DE561A}"/>
                </a:ext>
              </a:extLst>
            </p:cNvPr>
            <p:cNvSpPr txBox="1"/>
            <p:nvPr/>
          </p:nvSpPr>
          <p:spPr>
            <a:xfrm>
              <a:off x="2160396" y="1981257"/>
              <a:ext cx="1204995" cy="400110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1"/>
                  </a:solidFill>
                  <a:latin typeface="+mj-ea"/>
                  <a:ea typeface="+mj-ea"/>
                </a:rPr>
                <a:t>模板作者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7C8FAFED-B307-42DD-A013-5E41E551CA15}"/>
                </a:ext>
              </a:extLst>
            </p:cNvPr>
            <p:cNvSpPr txBox="1"/>
            <p:nvPr/>
          </p:nvSpPr>
          <p:spPr>
            <a:xfrm>
              <a:off x="1243693" y="2823851"/>
              <a:ext cx="3038400" cy="1498552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作者：王志浩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中国石油大学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华东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) </a:t>
              </a:r>
            </a:p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计算机科学与技术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实验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)</a:t>
              </a:r>
            </a:p>
            <a:p>
              <a:pPr algn="ctr">
                <a:lnSpc>
                  <a:spcPct val="130000"/>
                </a:lnSpc>
              </a:pP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2015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级</a:t>
              </a:r>
            </a:p>
          </p:txBody>
        </p:sp>
      </p:grp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32693B7-3E3E-4A57-9E6A-2D909D169240}"/>
              </a:ext>
            </a:extLst>
          </p:cNvPr>
          <p:cNvCxnSpPr>
            <a:cxnSpLocks/>
          </p:cNvCxnSpPr>
          <p:nvPr userDrawn="1"/>
        </p:nvCxnSpPr>
        <p:spPr>
          <a:xfrm>
            <a:off x="4429140" y="1863214"/>
            <a:ext cx="0" cy="202035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E9B82AC-1ED8-42CD-A976-4B0E6190A349}"/>
              </a:ext>
            </a:extLst>
          </p:cNvPr>
          <p:cNvGrpSpPr/>
          <p:nvPr userDrawn="1"/>
        </p:nvGrpSpPr>
        <p:grpSpPr>
          <a:xfrm>
            <a:off x="4576800" y="1702820"/>
            <a:ext cx="3038400" cy="1981047"/>
            <a:chOff x="4577413" y="1981257"/>
            <a:chExt cx="3038400" cy="1981047"/>
          </a:xfrm>
        </p:grpSpPr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571EC9CF-A728-435F-AD70-85A2DAAC3D0E}"/>
                </a:ext>
              </a:extLst>
            </p:cNvPr>
            <p:cNvCxnSpPr>
              <a:cxnSpLocks/>
            </p:cNvCxnSpPr>
            <p:nvPr/>
          </p:nvCxnSpPr>
          <p:spPr>
            <a:xfrm>
              <a:off x="5710434" y="2585247"/>
              <a:ext cx="77235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7994B606-91AB-45A3-8EC9-25A812F1C744}"/>
                </a:ext>
              </a:extLst>
            </p:cNvPr>
            <p:cNvSpPr txBox="1"/>
            <p:nvPr/>
          </p:nvSpPr>
          <p:spPr>
            <a:xfrm>
              <a:off x="5494116" y="1981257"/>
              <a:ext cx="1204995" cy="400110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1"/>
                  </a:solidFill>
                  <a:latin typeface="+mj-ea"/>
                  <a:ea typeface="+mj-ea"/>
                </a:rPr>
                <a:t>特别感谢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95D00589-01B3-4BC6-AAC4-78F4A505D451}"/>
                </a:ext>
              </a:extLst>
            </p:cNvPr>
            <p:cNvSpPr txBox="1"/>
            <p:nvPr/>
          </p:nvSpPr>
          <p:spPr>
            <a:xfrm>
              <a:off x="4577413" y="2823851"/>
              <a:ext cx="3038400" cy="1138453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图片素材：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@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图说石大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主办方：秋叶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PPT</a:t>
              </a:r>
            </a:p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指导老师：老秦、伟崇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5CF7B87C-BE10-495D-8CB5-A6D3424CAA1D}"/>
              </a:ext>
            </a:extLst>
          </p:cNvPr>
          <p:cNvGrpSpPr/>
          <p:nvPr userDrawn="1"/>
        </p:nvGrpSpPr>
        <p:grpSpPr>
          <a:xfrm>
            <a:off x="7910519" y="1702820"/>
            <a:ext cx="3037175" cy="2341146"/>
            <a:chOff x="7911132" y="1981257"/>
            <a:chExt cx="3037175" cy="2341146"/>
          </a:xfrm>
        </p:grpSpPr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1CD016F4-00CB-45F4-AB20-03D1C413961A}"/>
                </a:ext>
              </a:extLst>
            </p:cNvPr>
            <p:cNvCxnSpPr>
              <a:cxnSpLocks/>
            </p:cNvCxnSpPr>
            <p:nvPr/>
          </p:nvCxnSpPr>
          <p:spPr>
            <a:xfrm>
              <a:off x="9043540" y="2585247"/>
              <a:ext cx="77235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47FA3DF4-10E8-4D21-9940-E108C0700E88}"/>
                </a:ext>
              </a:extLst>
            </p:cNvPr>
            <p:cNvSpPr txBox="1"/>
            <p:nvPr/>
          </p:nvSpPr>
          <p:spPr>
            <a:xfrm>
              <a:off x="8827222" y="1981257"/>
              <a:ext cx="1204995" cy="400110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1"/>
                  </a:solidFill>
                  <a:latin typeface="+mj-ea"/>
                  <a:ea typeface="+mj-ea"/>
                </a:rPr>
                <a:t>版权说明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3943D6F-8123-4A79-B73D-FA5608A15BF2}"/>
                </a:ext>
              </a:extLst>
            </p:cNvPr>
            <p:cNvSpPr txBox="1"/>
            <p:nvPr/>
          </p:nvSpPr>
          <p:spPr>
            <a:xfrm>
              <a:off x="7911132" y="2823851"/>
              <a:ext cx="3037175" cy="1498552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本套模板为</a:t>
              </a:r>
              <a:r>
                <a:rPr lang="zh-CN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公益性质</a:t>
              </a:r>
              <a:endPara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免费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赠与学校师生使用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盈利行为请勿相信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商用请注意图片和字体版权</a:t>
              </a:r>
            </a:p>
          </p:txBody>
        </p:sp>
      </p:grp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852A774F-77AE-4E40-892A-662B549BD88D}"/>
              </a:ext>
            </a:extLst>
          </p:cNvPr>
          <p:cNvCxnSpPr>
            <a:cxnSpLocks/>
          </p:cNvCxnSpPr>
          <p:nvPr userDrawn="1"/>
        </p:nvCxnSpPr>
        <p:spPr>
          <a:xfrm>
            <a:off x="7762860" y="1863214"/>
            <a:ext cx="0" cy="202035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B78A9C43-B1F0-4871-8803-40E61D9245B7}"/>
              </a:ext>
            </a:extLst>
          </p:cNvPr>
          <p:cNvGrpSpPr/>
          <p:nvPr userDrawn="1"/>
        </p:nvGrpSpPr>
        <p:grpSpPr>
          <a:xfrm>
            <a:off x="3179324" y="4339865"/>
            <a:ext cx="6852280" cy="1560741"/>
            <a:chOff x="3179937" y="4561006"/>
            <a:chExt cx="6852280" cy="1560741"/>
          </a:xfrm>
        </p:grpSpPr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3BC3CEC8-A8CA-492A-9C53-885E1D3145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179937" y="4561006"/>
              <a:ext cx="1402932" cy="1560741"/>
            </a:xfrm>
            <a:prstGeom prst="rect">
              <a:avLst/>
            </a:prstGeom>
          </p:spPr>
        </p:pic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54B9E16-CD56-4094-8AB3-69239A0961C2}"/>
                </a:ext>
              </a:extLst>
            </p:cNvPr>
            <p:cNvSpPr txBox="1"/>
            <p:nvPr/>
          </p:nvSpPr>
          <p:spPr>
            <a:xfrm>
              <a:off x="4934551" y="4772150"/>
              <a:ext cx="5097666" cy="11384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dirty="0"/>
                <a:t>有什么想对作者说的吗</a:t>
              </a:r>
              <a:endParaRPr lang="en-US" altLang="zh-CN" dirty="0"/>
            </a:p>
            <a:p>
              <a:pPr>
                <a:lnSpc>
                  <a:spcPct val="130000"/>
                </a:lnSpc>
              </a:pPr>
              <a:r>
                <a:rPr lang="zh-CN" altLang="en-US" dirty="0"/>
                <a:t>对模板还有更好的建议或者使用方面的困惑吗</a:t>
              </a:r>
              <a:endParaRPr lang="en-US" altLang="zh-CN" dirty="0"/>
            </a:p>
            <a:p>
              <a:pPr>
                <a:lnSpc>
                  <a:spcPct val="130000"/>
                </a:lnSpc>
              </a:pPr>
              <a:r>
                <a:rPr lang="zh-CN" altLang="en-US" dirty="0"/>
                <a:t>欢迎加入模板公测</a:t>
              </a:r>
              <a:r>
                <a:rPr lang="en-US" altLang="zh-CN" dirty="0"/>
                <a:t>QQ</a:t>
              </a:r>
              <a:r>
                <a:rPr lang="zh-CN" altLang="en-US" dirty="0"/>
                <a:t>群</a:t>
              </a:r>
              <a:r>
                <a:rPr lang="en-US" altLang="zh-CN" dirty="0"/>
                <a:t>~(</a:t>
              </a:r>
              <a:r>
                <a:rPr lang="zh-CN" altLang="en-US" dirty="0"/>
                <a:t>群号：</a:t>
              </a:r>
              <a:r>
                <a:rPr lang="en-US" altLang="zh-CN" dirty="0"/>
                <a:t>521252309)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33892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4233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底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BF644C8-485C-464C-9055-7A7425A9AE93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2C93CA-1026-4279-9CA6-3343633DB369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DC8C761-9FB6-44CB-A4F6-FA26FEFDF1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843333D-8292-4D26-B934-8C4462A814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362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张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图片占位符 3">
            <a:extLst>
              <a:ext uri="{FF2B5EF4-FFF2-40B4-BE49-F238E27FC236}">
                <a16:creationId xmlns:a16="http://schemas.microsoft.com/office/drawing/2014/main" id="{2A4991FC-73E2-4BF2-A28B-7D7A275207F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0400" y="1444625"/>
            <a:ext cx="10871200" cy="3059113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58881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022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张图片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图片占位符 13">
            <a:extLst>
              <a:ext uri="{FF2B5EF4-FFF2-40B4-BE49-F238E27FC236}">
                <a16:creationId xmlns:a16="http://schemas.microsoft.com/office/drawing/2014/main" id="{EF255A9C-133E-4C50-9FC6-625B392297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56140" y="1789140"/>
            <a:ext cx="3279720" cy="3279720"/>
          </a:xfrm>
          <a:custGeom>
            <a:avLst/>
            <a:gdLst>
              <a:gd name="connsiteX0" fmla="*/ 1849434 w 3698868"/>
              <a:gd name="connsiteY0" fmla="*/ 0 h 3698868"/>
              <a:gd name="connsiteX1" fmla="*/ 3698868 w 3698868"/>
              <a:gd name="connsiteY1" fmla="*/ 1849434 h 3698868"/>
              <a:gd name="connsiteX2" fmla="*/ 1849434 w 3698868"/>
              <a:gd name="connsiteY2" fmla="*/ 3698868 h 3698868"/>
              <a:gd name="connsiteX3" fmla="*/ 0 w 3698868"/>
              <a:gd name="connsiteY3" fmla="*/ 1849434 h 3698868"/>
              <a:gd name="connsiteX4" fmla="*/ 1849434 w 3698868"/>
              <a:gd name="connsiteY4" fmla="*/ 0 h 369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868" h="3698868">
                <a:moveTo>
                  <a:pt x="1849434" y="0"/>
                </a:moveTo>
                <a:cubicBezTo>
                  <a:pt x="2870848" y="0"/>
                  <a:pt x="3698868" y="828020"/>
                  <a:pt x="3698868" y="1849434"/>
                </a:cubicBezTo>
                <a:cubicBezTo>
                  <a:pt x="3698868" y="2870848"/>
                  <a:pt x="2870848" y="3698868"/>
                  <a:pt x="1849434" y="3698868"/>
                </a:cubicBezTo>
                <a:cubicBezTo>
                  <a:pt x="828020" y="3698868"/>
                  <a:pt x="0" y="2870848"/>
                  <a:pt x="0" y="1849434"/>
                </a:cubicBezTo>
                <a:cubicBezTo>
                  <a:pt x="0" y="828020"/>
                  <a:pt x="828020" y="0"/>
                  <a:pt x="1849434" y="0"/>
                </a:cubicBezTo>
                <a:close/>
              </a:path>
            </a:pathLst>
          </a:custGeom>
          <a:ln w="19050">
            <a:solidFill>
              <a:schemeClr val="accent1"/>
            </a:solidFill>
          </a:ln>
          <a:effectLst>
            <a:glow rad="254000">
              <a:schemeClr val="tx1">
                <a:lumMod val="95000"/>
                <a:lumOff val="5000"/>
                <a:alpha val="15000"/>
              </a:schemeClr>
            </a:glo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74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张图片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图片占位符 3">
            <a:extLst>
              <a:ext uri="{FF2B5EF4-FFF2-40B4-BE49-F238E27FC236}">
                <a16:creationId xmlns:a16="http://schemas.microsoft.com/office/drawing/2014/main" id="{2A4991FC-73E2-4BF2-A28B-7D7A275207F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3100" y="1729550"/>
            <a:ext cx="3262292" cy="16994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4" name="图片占位符 3">
            <a:extLst>
              <a:ext uri="{FF2B5EF4-FFF2-40B4-BE49-F238E27FC236}">
                <a16:creationId xmlns:a16="http://schemas.microsoft.com/office/drawing/2014/main" id="{24003A37-675B-4FEC-8112-753FF16AD9F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64854" y="1729550"/>
            <a:ext cx="3262292" cy="16994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5" name="图片占位符 3">
            <a:extLst>
              <a:ext uri="{FF2B5EF4-FFF2-40B4-BE49-F238E27FC236}">
                <a16:creationId xmlns:a16="http://schemas.microsoft.com/office/drawing/2014/main" id="{48F354C4-9F0E-4DFF-A66E-087418301CB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56608" y="1729550"/>
            <a:ext cx="3262292" cy="1699450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8150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张图片展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9" name="图片占位符 5">
            <a:extLst>
              <a:ext uri="{FF2B5EF4-FFF2-40B4-BE49-F238E27FC236}">
                <a16:creationId xmlns:a16="http://schemas.microsoft.com/office/drawing/2014/main" id="{0A954E3B-33D0-44B1-9DDD-ADB37DC9A54F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2950316" y="1733533"/>
            <a:ext cx="1978618" cy="2798331"/>
          </a:xfrm>
          <a:ln w="19050">
            <a:solidFill>
              <a:schemeClr val="accent1"/>
            </a:solidFill>
          </a:ln>
          <a:effectLst>
            <a:reflection blurRad="6350" stA="30000" endPos="34000" dist="50800" dir="5400000" sy="-100000" algn="bl" rotWithShape="0"/>
          </a:effectLst>
          <a:scene3d>
            <a:camera prst="perspectiveRight"/>
            <a:lightRig rig="threePt" dir="t"/>
          </a:scene3d>
        </p:spPr>
        <p:txBody>
          <a:bodyPr/>
          <a:lstStyle/>
          <a:p>
            <a:endParaRPr lang="zh-CN" altLang="en-US" dirty="0"/>
          </a:p>
        </p:txBody>
      </p:sp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图片占位符 5">
            <a:extLst>
              <a:ext uri="{FF2B5EF4-FFF2-40B4-BE49-F238E27FC236}">
                <a16:creationId xmlns:a16="http://schemas.microsoft.com/office/drawing/2014/main" id="{5C2011D7-5DAD-4F7F-AE97-88B1AF02C3C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5104910" y="1755639"/>
            <a:ext cx="1978618" cy="2798331"/>
          </a:xfrm>
          <a:ln w="19050">
            <a:solidFill>
              <a:schemeClr val="accent1"/>
            </a:solidFill>
          </a:ln>
          <a:effectLst>
            <a:reflection blurRad="6350" stA="30000" endPos="34000" dist="50800" dir="5400000" sy="-100000" algn="bl" rotWithShape="0"/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20" name="图片占位符 5">
            <a:extLst>
              <a:ext uri="{FF2B5EF4-FFF2-40B4-BE49-F238E27FC236}">
                <a16:creationId xmlns:a16="http://schemas.microsoft.com/office/drawing/2014/main" id="{A3A5E883-88C8-4752-A03D-6340D9D0CBBB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7259504" y="1733532"/>
            <a:ext cx="1978618" cy="2798331"/>
          </a:xfrm>
          <a:ln w="19050">
            <a:solidFill>
              <a:schemeClr val="accent1"/>
            </a:solidFill>
          </a:ln>
          <a:effectLst>
            <a:reflection blurRad="6350" stA="30000" endPos="34000" dist="50800" dir="5400000" sy="-100000" algn="bl" rotWithShape="0"/>
          </a:effectLst>
          <a:scene3d>
            <a:camera prst="perspectiveLeft"/>
            <a:lightRig rig="threePt" dir="t"/>
          </a:scene3d>
        </p:spPr>
        <p:txBody>
          <a:bodyPr/>
          <a:lstStyle/>
          <a:p>
            <a:endParaRPr lang="zh-CN" altLang="en-US" dirty="0"/>
          </a:p>
        </p:txBody>
      </p:sp>
      <p:sp>
        <p:nvSpPr>
          <p:cNvPr id="21" name="图片占位符 5">
            <a:extLst>
              <a:ext uri="{FF2B5EF4-FFF2-40B4-BE49-F238E27FC236}">
                <a16:creationId xmlns:a16="http://schemas.microsoft.com/office/drawing/2014/main" id="{2E95BD9A-E246-40D1-9E0D-612E969586F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669539" y="1555073"/>
            <a:ext cx="2104801" cy="2976790"/>
          </a:xfrm>
          <a:ln w="19050">
            <a:solidFill>
              <a:schemeClr val="accent1"/>
            </a:solidFill>
          </a:ln>
          <a:effectLst>
            <a:reflection blurRad="6350" stA="30000" endPos="34000" dist="50800" dir="5400000" sy="-100000" algn="bl" rotWithShape="0"/>
          </a:effectLst>
          <a:scene3d>
            <a:camera prst="perspectiveRight" fov="3300000"/>
            <a:lightRig rig="threePt" dir="t"/>
          </a:scene3d>
        </p:spPr>
        <p:txBody>
          <a:bodyPr/>
          <a:lstStyle/>
          <a:p>
            <a:endParaRPr lang="zh-CN" altLang="en-US" dirty="0"/>
          </a:p>
        </p:txBody>
      </p:sp>
      <p:sp>
        <p:nvSpPr>
          <p:cNvPr id="22" name="图片占位符 5">
            <a:extLst>
              <a:ext uri="{FF2B5EF4-FFF2-40B4-BE49-F238E27FC236}">
                <a16:creationId xmlns:a16="http://schemas.microsoft.com/office/drawing/2014/main" id="{BEBBAA86-0599-4A73-99CC-1E710BA97CE1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9414099" y="1555073"/>
            <a:ext cx="2104801" cy="2976790"/>
          </a:xfrm>
          <a:ln w="19050">
            <a:solidFill>
              <a:schemeClr val="accent1"/>
            </a:solidFill>
          </a:ln>
          <a:effectLst>
            <a:reflection blurRad="6350" stA="30000" endPos="34000" dist="50800" dir="5400000" sy="-100000" algn="bl" rotWithShape="0"/>
          </a:effectLst>
          <a:scene3d>
            <a:camera prst="perspectiveRight" fov="3300000">
              <a:rot lat="0" lon="1200000" rev="0"/>
            </a:camera>
            <a:lightRig rig="threePt" dir="t"/>
          </a:scene3d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58091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引言母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图片占位符 5">
            <a:extLst>
              <a:ext uri="{FF2B5EF4-FFF2-40B4-BE49-F238E27FC236}">
                <a16:creationId xmlns:a16="http://schemas.microsoft.com/office/drawing/2014/main" id="{85A5A06A-E5B4-47C4-A65B-E416659003A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499073" y="1825844"/>
            <a:ext cx="2751289" cy="3553289"/>
          </a:xfrm>
          <a:ln w="19050">
            <a:noFill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F0A50C9A-40BD-43B3-AA6B-25B789C372AE}"/>
              </a:ext>
            </a:extLst>
          </p:cNvPr>
          <p:cNvSpPr/>
          <p:nvPr userDrawn="1"/>
        </p:nvSpPr>
        <p:spPr>
          <a:xfrm>
            <a:off x="1673503" y="5512260"/>
            <a:ext cx="2402429" cy="318692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95000"/>
                  <a:lumOff val="5000"/>
                  <a:alpha val="0"/>
                </a:schemeClr>
              </a:gs>
              <a:gs pos="0">
                <a:schemeClr val="tx1">
                  <a:lumMod val="95000"/>
                  <a:lumOff val="5000"/>
                  <a:alpha val="5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10218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人介绍母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-317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6FB0873F-331B-4A62-A539-28BB838A68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68964" y="4932365"/>
            <a:ext cx="4348599" cy="341632"/>
          </a:xfrm>
        </p:spPr>
        <p:txBody>
          <a:bodyPr wrap="square">
            <a:spAutoFit/>
          </a:bodyPr>
          <a:lstStyle>
            <a:lvl1pPr marL="0" indent="0" algn="ctr">
              <a:buNone/>
              <a:defRPr lang="zh-CN" altLang="en-US" sz="1800" kern="1200" dirty="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“这里可以写一句话”</a:t>
            </a:r>
          </a:p>
        </p:txBody>
      </p:sp>
      <p:sp>
        <p:nvSpPr>
          <p:cNvPr id="25" name="文本占位符 24">
            <a:extLst>
              <a:ext uri="{FF2B5EF4-FFF2-40B4-BE49-F238E27FC236}">
                <a16:creationId xmlns:a16="http://schemas.microsoft.com/office/drawing/2014/main" id="{07CF5320-0426-447F-969B-92B73210EC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13765" y="2436142"/>
            <a:ext cx="1151586" cy="522087"/>
          </a:xfrm>
        </p:spPr>
        <p:txBody>
          <a:bodyPr lIns="0" rIns="0" bIns="0" anchor="b" anchorCtr="0">
            <a:noAutofit/>
          </a:bodyPr>
          <a:lstStyle>
            <a:lvl1pPr marL="0" indent="0" algn="ctr">
              <a:buNone/>
              <a:defRPr lang="zh-CN" altLang="en-US" sz="2800" b="1" kern="120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>
              <a:defRPr lang="zh-CN" altLang="en-US" sz="2800" b="1" kern="120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2pPr>
            <a:lvl3pPr>
              <a:defRPr lang="zh-CN" altLang="en-US" sz="2800" b="1" kern="120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3pPr>
            <a:lvl4pPr>
              <a:defRPr lang="zh-CN" altLang="en-US" sz="2800" b="1" kern="120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4pPr>
            <a:lvl5pPr>
              <a:defRPr lang="zh-CN" altLang="en-US" sz="2800" b="1" kern="120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5pPr>
          </a:lstStyle>
          <a:p>
            <a:pPr lvl="0"/>
            <a:r>
              <a:rPr lang="zh-CN" altLang="en-US" dirty="0"/>
              <a:t>姓名</a:t>
            </a:r>
          </a:p>
        </p:txBody>
      </p:sp>
      <p:sp>
        <p:nvSpPr>
          <p:cNvPr id="31" name="文本占位符 26">
            <a:extLst>
              <a:ext uri="{FF2B5EF4-FFF2-40B4-BE49-F238E27FC236}">
                <a16:creationId xmlns:a16="http://schemas.microsoft.com/office/drawing/2014/main" id="{BD6B96F8-978A-4D00-BBC4-09102F627A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84414" y="2599498"/>
            <a:ext cx="1324446" cy="342008"/>
          </a:xfrm>
        </p:spPr>
        <p:txBody>
          <a:bodyPr lIns="0" rIns="0" bIns="0" anchor="b" anchorCtr="0">
            <a:normAutofit/>
          </a:bodyPr>
          <a:lstStyle>
            <a:lvl1pPr marL="0" indent="0" algn="ctr">
              <a:buNone/>
              <a:defRPr lang="zh-CN" altLang="en-US" sz="1800" kern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 lang="zh-CN" altLang="en-US" sz="1800" kern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2pPr>
            <a:lvl3pPr>
              <a:defRPr lang="zh-CN" altLang="en-US" sz="1800" kern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3pPr>
            <a:lvl4pPr>
              <a:defRPr lang="zh-CN" altLang="en-US" sz="1800" kern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4pPr>
            <a:lvl5pPr>
              <a:defRPr lang="zh-CN" altLang="en-US" sz="1800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职称</a:t>
            </a:r>
            <a:r>
              <a:rPr lang="en-US" altLang="zh-CN" dirty="0"/>
              <a:t>&amp;</a:t>
            </a:r>
            <a:r>
              <a:rPr lang="zh-CN" altLang="en-US" dirty="0"/>
              <a:t>职位</a:t>
            </a:r>
          </a:p>
        </p:txBody>
      </p:sp>
      <p:sp>
        <p:nvSpPr>
          <p:cNvPr id="35" name="文本占位符 34">
            <a:extLst>
              <a:ext uri="{FF2B5EF4-FFF2-40B4-BE49-F238E27FC236}">
                <a16:creationId xmlns:a16="http://schemas.microsoft.com/office/drawing/2014/main" id="{4DB14F8F-DD93-4DC6-B435-5E4E79023D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2920" y="3225444"/>
            <a:ext cx="5660687" cy="1394934"/>
          </a:xfrm>
        </p:spPr>
        <p:txBody>
          <a:bodyPr wrap="square">
            <a:sp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请输入你的内容 请输入你的内容</a:t>
            </a:r>
            <a:endParaRPr lang="en-US" altLang="zh-CN" dirty="0"/>
          </a:p>
          <a:p>
            <a:pPr lvl="0"/>
            <a:r>
              <a:rPr lang="zh-CN" altLang="en-US" dirty="0"/>
              <a:t>请输入你的内容 请输入你的内容 </a:t>
            </a:r>
            <a:endParaRPr lang="en-US" altLang="zh-CN" dirty="0"/>
          </a:p>
          <a:p>
            <a:pPr lvl="0"/>
            <a:r>
              <a:rPr lang="zh-CN" altLang="en-US" dirty="0"/>
              <a:t>请输入你的内容 请输入你的内容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E87E27E-CFD9-422E-BB0F-274492EAA431}"/>
              </a:ext>
            </a:extLst>
          </p:cNvPr>
          <p:cNvGrpSpPr/>
          <p:nvPr userDrawn="1"/>
        </p:nvGrpSpPr>
        <p:grpSpPr>
          <a:xfrm>
            <a:off x="2708535" y="1822324"/>
            <a:ext cx="7728532" cy="3693073"/>
            <a:chOff x="2665485" y="1700404"/>
            <a:chExt cx="7728532" cy="3693073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39E854E8-2AB5-48E5-954D-143685DD67C4}"/>
                </a:ext>
              </a:extLst>
            </p:cNvPr>
            <p:cNvSpPr/>
            <p:nvPr userDrawn="1"/>
          </p:nvSpPr>
          <p:spPr>
            <a:xfrm>
              <a:off x="2665485" y="1712747"/>
              <a:ext cx="7718645" cy="3680730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等腰三角形 4">
              <a:extLst>
                <a:ext uri="{FF2B5EF4-FFF2-40B4-BE49-F238E27FC236}">
                  <a16:creationId xmlns:a16="http://schemas.microsoft.com/office/drawing/2014/main" id="{C6EF7709-4F14-4AEA-AC3C-3B75D461C88B}"/>
                </a:ext>
              </a:extLst>
            </p:cNvPr>
            <p:cNvSpPr/>
            <p:nvPr userDrawn="1"/>
          </p:nvSpPr>
          <p:spPr>
            <a:xfrm rot="5400000" flipV="1">
              <a:off x="9518824" y="1700352"/>
              <a:ext cx="875141" cy="875245"/>
            </a:xfrm>
            <a:prstGeom prst="triangle">
              <a:avLst>
                <a:gd name="adj" fmla="val 0"/>
              </a:avLst>
            </a:prstGeom>
            <a:ln>
              <a:noFill/>
            </a:ln>
            <a:effectLst>
              <a:outerShdw blurRad="1270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图片占位符 16">
            <a:extLst>
              <a:ext uri="{FF2B5EF4-FFF2-40B4-BE49-F238E27FC236}">
                <a16:creationId xmlns:a16="http://schemas.microsoft.com/office/drawing/2014/main" id="{301BB9F6-FBCB-4C38-B72E-22FD3A16C7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318563" y="2109256"/>
            <a:ext cx="2364579" cy="3115317"/>
          </a:xfrm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19E17A5-51E7-435E-B570-A1492D3FB4DF}"/>
              </a:ext>
            </a:extLst>
          </p:cNvPr>
          <p:cNvCxnSpPr>
            <a:cxnSpLocks/>
          </p:cNvCxnSpPr>
          <p:nvPr userDrawn="1"/>
        </p:nvCxnSpPr>
        <p:spPr>
          <a:xfrm>
            <a:off x="6013765" y="3118681"/>
            <a:ext cx="249509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85259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人介绍母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8" name="图片占位符 17">
            <a:extLst>
              <a:ext uri="{FF2B5EF4-FFF2-40B4-BE49-F238E27FC236}">
                <a16:creationId xmlns:a16="http://schemas.microsoft.com/office/drawing/2014/main" id="{398111DA-1926-4FF8-A3B2-F9B59CEBC1E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18763" y="2034369"/>
            <a:ext cx="2294476" cy="2293731"/>
          </a:xfrm>
          <a:custGeom>
            <a:avLst/>
            <a:gdLst>
              <a:gd name="connsiteX0" fmla="*/ 1147238 w 2294476"/>
              <a:gd name="connsiteY0" fmla="*/ 0 h 2293731"/>
              <a:gd name="connsiteX1" fmla="*/ 2294476 w 2294476"/>
              <a:gd name="connsiteY1" fmla="*/ 0 h 2293731"/>
              <a:gd name="connsiteX2" fmla="*/ 2294476 w 2294476"/>
              <a:gd name="connsiteY2" fmla="*/ 1147238 h 2293731"/>
              <a:gd name="connsiteX3" fmla="*/ 1264537 w 2294476"/>
              <a:gd name="connsiteY3" fmla="*/ 2288553 h 2293731"/>
              <a:gd name="connsiteX4" fmla="*/ 1161991 w 2294476"/>
              <a:gd name="connsiteY4" fmla="*/ 2293731 h 2293731"/>
              <a:gd name="connsiteX5" fmla="*/ 1132485 w 2294476"/>
              <a:gd name="connsiteY5" fmla="*/ 2293731 h 2293731"/>
              <a:gd name="connsiteX6" fmla="*/ 1029940 w 2294476"/>
              <a:gd name="connsiteY6" fmla="*/ 2288553 h 2293731"/>
              <a:gd name="connsiteX7" fmla="*/ 0 w 2294476"/>
              <a:gd name="connsiteY7" fmla="*/ 1147238 h 2293731"/>
              <a:gd name="connsiteX8" fmla="*/ 1147238 w 2294476"/>
              <a:gd name="connsiteY8" fmla="*/ 0 h 2293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94476" h="2293731">
                <a:moveTo>
                  <a:pt x="1147238" y="0"/>
                </a:moveTo>
                <a:lnTo>
                  <a:pt x="2294476" y="0"/>
                </a:lnTo>
                <a:lnTo>
                  <a:pt x="2294476" y="1147238"/>
                </a:lnTo>
                <a:cubicBezTo>
                  <a:pt x="2294476" y="1741240"/>
                  <a:pt x="1843038" y="2229803"/>
                  <a:pt x="1264537" y="2288553"/>
                </a:cubicBezTo>
                <a:lnTo>
                  <a:pt x="1161991" y="2293731"/>
                </a:lnTo>
                <a:lnTo>
                  <a:pt x="1132485" y="2293731"/>
                </a:lnTo>
                <a:lnTo>
                  <a:pt x="1029940" y="2288553"/>
                </a:lnTo>
                <a:cubicBezTo>
                  <a:pt x="451438" y="2229803"/>
                  <a:pt x="0" y="1741240"/>
                  <a:pt x="0" y="1147238"/>
                </a:cubicBezTo>
                <a:cubicBezTo>
                  <a:pt x="0" y="513636"/>
                  <a:pt x="513636" y="0"/>
                  <a:pt x="1147238" y="0"/>
                </a:cubicBezTo>
                <a:close/>
              </a:path>
            </a:pathLst>
          </a:custGeom>
          <a:ln w="1905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>
              <a:defRPr lang="zh-CN" altLang="en-US"/>
            </a:lvl1pPr>
          </a:lstStyle>
          <a:p>
            <a:pPr lvl="0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图片占位符 18">
            <a:extLst>
              <a:ext uri="{FF2B5EF4-FFF2-40B4-BE49-F238E27FC236}">
                <a16:creationId xmlns:a16="http://schemas.microsoft.com/office/drawing/2014/main" id="{A8BC427A-7DBA-4310-B1A4-6F41A92699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44317" y="2009982"/>
            <a:ext cx="2294476" cy="2293731"/>
          </a:xfrm>
          <a:custGeom>
            <a:avLst/>
            <a:gdLst>
              <a:gd name="connsiteX0" fmla="*/ 1147238 w 2294476"/>
              <a:gd name="connsiteY0" fmla="*/ 0 h 2293731"/>
              <a:gd name="connsiteX1" fmla="*/ 2294476 w 2294476"/>
              <a:gd name="connsiteY1" fmla="*/ 0 h 2293731"/>
              <a:gd name="connsiteX2" fmla="*/ 2294476 w 2294476"/>
              <a:gd name="connsiteY2" fmla="*/ 1147238 h 2293731"/>
              <a:gd name="connsiteX3" fmla="*/ 1264537 w 2294476"/>
              <a:gd name="connsiteY3" fmla="*/ 2288553 h 2293731"/>
              <a:gd name="connsiteX4" fmla="*/ 1161991 w 2294476"/>
              <a:gd name="connsiteY4" fmla="*/ 2293731 h 2293731"/>
              <a:gd name="connsiteX5" fmla="*/ 1132485 w 2294476"/>
              <a:gd name="connsiteY5" fmla="*/ 2293731 h 2293731"/>
              <a:gd name="connsiteX6" fmla="*/ 1029940 w 2294476"/>
              <a:gd name="connsiteY6" fmla="*/ 2288553 h 2293731"/>
              <a:gd name="connsiteX7" fmla="*/ 0 w 2294476"/>
              <a:gd name="connsiteY7" fmla="*/ 1147238 h 2293731"/>
              <a:gd name="connsiteX8" fmla="*/ 1147238 w 2294476"/>
              <a:gd name="connsiteY8" fmla="*/ 0 h 2293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94476" h="2293731">
                <a:moveTo>
                  <a:pt x="1147238" y="0"/>
                </a:moveTo>
                <a:lnTo>
                  <a:pt x="2294476" y="0"/>
                </a:lnTo>
                <a:lnTo>
                  <a:pt x="2294476" y="1147238"/>
                </a:lnTo>
                <a:cubicBezTo>
                  <a:pt x="2294476" y="1741240"/>
                  <a:pt x="1843038" y="2229803"/>
                  <a:pt x="1264537" y="2288553"/>
                </a:cubicBezTo>
                <a:lnTo>
                  <a:pt x="1161991" y="2293731"/>
                </a:lnTo>
                <a:lnTo>
                  <a:pt x="1132485" y="2293731"/>
                </a:lnTo>
                <a:lnTo>
                  <a:pt x="1029940" y="2288553"/>
                </a:lnTo>
                <a:cubicBezTo>
                  <a:pt x="451438" y="2229803"/>
                  <a:pt x="0" y="1741240"/>
                  <a:pt x="0" y="1147238"/>
                </a:cubicBezTo>
                <a:cubicBezTo>
                  <a:pt x="0" y="513636"/>
                  <a:pt x="513636" y="0"/>
                  <a:pt x="1147238" y="0"/>
                </a:cubicBezTo>
                <a:close/>
              </a:path>
            </a:pathLst>
          </a:custGeom>
          <a:ln w="1905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>
              <a:defRPr lang="zh-CN" altLang="en-US"/>
            </a:lvl1pPr>
          </a:lstStyle>
          <a:p>
            <a:pPr lvl="0"/>
            <a:endParaRPr lang="zh-CN" altLang="en-US"/>
          </a:p>
        </p:txBody>
      </p:sp>
      <p:sp>
        <p:nvSpPr>
          <p:cNvPr id="17" name="图片占位符 16">
            <a:extLst>
              <a:ext uri="{FF2B5EF4-FFF2-40B4-BE49-F238E27FC236}">
                <a16:creationId xmlns:a16="http://schemas.microsoft.com/office/drawing/2014/main" id="{07C9B739-1C04-4ED7-A02A-171C6D5AA5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78761" y="2009983"/>
            <a:ext cx="2294476" cy="2293731"/>
          </a:xfrm>
          <a:custGeom>
            <a:avLst/>
            <a:gdLst>
              <a:gd name="connsiteX0" fmla="*/ 1147238 w 2294476"/>
              <a:gd name="connsiteY0" fmla="*/ 0 h 2293731"/>
              <a:gd name="connsiteX1" fmla="*/ 2294476 w 2294476"/>
              <a:gd name="connsiteY1" fmla="*/ 0 h 2293731"/>
              <a:gd name="connsiteX2" fmla="*/ 2294476 w 2294476"/>
              <a:gd name="connsiteY2" fmla="*/ 1147238 h 2293731"/>
              <a:gd name="connsiteX3" fmla="*/ 1264537 w 2294476"/>
              <a:gd name="connsiteY3" fmla="*/ 2288553 h 2293731"/>
              <a:gd name="connsiteX4" fmla="*/ 1161991 w 2294476"/>
              <a:gd name="connsiteY4" fmla="*/ 2293731 h 2293731"/>
              <a:gd name="connsiteX5" fmla="*/ 1132485 w 2294476"/>
              <a:gd name="connsiteY5" fmla="*/ 2293731 h 2293731"/>
              <a:gd name="connsiteX6" fmla="*/ 1029940 w 2294476"/>
              <a:gd name="connsiteY6" fmla="*/ 2288553 h 2293731"/>
              <a:gd name="connsiteX7" fmla="*/ 0 w 2294476"/>
              <a:gd name="connsiteY7" fmla="*/ 1147238 h 2293731"/>
              <a:gd name="connsiteX8" fmla="*/ 1147238 w 2294476"/>
              <a:gd name="connsiteY8" fmla="*/ 0 h 2293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94476" h="2293731">
                <a:moveTo>
                  <a:pt x="1147238" y="0"/>
                </a:moveTo>
                <a:lnTo>
                  <a:pt x="2294476" y="0"/>
                </a:lnTo>
                <a:lnTo>
                  <a:pt x="2294476" y="1147238"/>
                </a:lnTo>
                <a:cubicBezTo>
                  <a:pt x="2294476" y="1741240"/>
                  <a:pt x="1843038" y="2229803"/>
                  <a:pt x="1264537" y="2288553"/>
                </a:cubicBezTo>
                <a:lnTo>
                  <a:pt x="1161991" y="2293731"/>
                </a:lnTo>
                <a:lnTo>
                  <a:pt x="1132485" y="2293731"/>
                </a:lnTo>
                <a:lnTo>
                  <a:pt x="1029940" y="2288553"/>
                </a:lnTo>
                <a:cubicBezTo>
                  <a:pt x="451438" y="2229803"/>
                  <a:pt x="0" y="1741240"/>
                  <a:pt x="0" y="1147238"/>
                </a:cubicBezTo>
                <a:cubicBezTo>
                  <a:pt x="0" y="513636"/>
                  <a:pt x="513636" y="0"/>
                  <a:pt x="1147238" y="0"/>
                </a:cubicBezTo>
                <a:close/>
              </a:path>
            </a:pathLst>
          </a:custGeom>
          <a:ln w="1905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4897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机母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45">
            <a:extLst>
              <a:ext uri="{FF2B5EF4-FFF2-40B4-BE49-F238E27FC236}">
                <a16:creationId xmlns:a16="http://schemas.microsoft.com/office/drawing/2014/main" id="{221EB8A2-4E91-4E4F-A387-46AB7ACD13EA}"/>
              </a:ext>
            </a:extLst>
          </p:cNvPr>
          <p:cNvSpPr>
            <a:spLocks/>
          </p:cNvSpPr>
          <p:nvPr/>
        </p:nvSpPr>
        <p:spPr bwMode="auto">
          <a:xfrm>
            <a:off x="2891583" y="5252070"/>
            <a:ext cx="3004934" cy="132606"/>
          </a:xfrm>
          <a:custGeom>
            <a:avLst/>
            <a:gdLst>
              <a:gd name="T0" fmla="*/ 0 w 885"/>
              <a:gd name="T1" fmla="*/ 16 h 39"/>
              <a:gd name="T2" fmla="*/ 78 w 885"/>
              <a:gd name="T3" fmla="*/ 39 h 39"/>
              <a:gd name="T4" fmla="*/ 885 w 885"/>
              <a:gd name="T5" fmla="*/ 39 h 39"/>
              <a:gd name="T6" fmla="*/ 885 w 885"/>
              <a:gd name="T7" fmla="*/ 0 h 39"/>
              <a:gd name="T8" fmla="*/ 0 w 885"/>
              <a:gd name="T9" fmla="*/ 0 h 39"/>
              <a:gd name="T10" fmla="*/ 0 w 885"/>
              <a:gd name="T11" fmla="*/ 16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85" h="39">
                <a:moveTo>
                  <a:pt x="0" y="16"/>
                </a:moveTo>
                <a:cubicBezTo>
                  <a:pt x="0" y="23"/>
                  <a:pt x="30" y="39"/>
                  <a:pt x="78" y="39"/>
                </a:cubicBezTo>
                <a:cubicBezTo>
                  <a:pt x="126" y="39"/>
                  <a:pt x="885" y="39"/>
                  <a:pt x="885" y="39"/>
                </a:cubicBezTo>
                <a:cubicBezTo>
                  <a:pt x="885" y="0"/>
                  <a:pt x="885" y="0"/>
                  <a:pt x="885" y="0"/>
                </a:cubicBezTo>
                <a:cubicBezTo>
                  <a:pt x="0" y="0"/>
                  <a:pt x="0" y="0"/>
                  <a:pt x="0" y="0"/>
                </a:cubicBezTo>
                <a:lnTo>
                  <a:pt x="0" y="16"/>
                </a:lnTo>
                <a:close/>
              </a:path>
            </a:pathLst>
          </a:custGeom>
          <a:solidFill>
            <a:srgbClr val="2E2E35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15" name="Freeform 46">
            <a:extLst>
              <a:ext uri="{FF2B5EF4-FFF2-40B4-BE49-F238E27FC236}">
                <a16:creationId xmlns:a16="http://schemas.microsoft.com/office/drawing/2014/main" id="{1ACA4D26-9BB4-46B9-915C-702783F63E9D}"/>
              </a:ext>
            </a:extLst>
          </p:cNvPr>
          <p:cNvSpPr>
            <a:spLocks/>
          </p:cNvSpPr>
          <p:nvPr/>
        </p:nvSpPr>
        <p:spPr bwMode="auto">
          <a:xfrm>
            <a:off x="5852327" y="5252070"/>
            <a:ext cx="3004934" cy="132606"/>
          </a:xfrm>
          <a:custGeom>
            <a:avLst/>
            <a:gdLst>
              <a:gd name="T0" fmla="*/ 884 w 884"/>
              <a:gd name="T1" fmla="*/ 16 h 39"/>
              <a:gd name="T2" fmla="*/ 806 w 884"/>
              <a:gd name="T3" fmla="*/ 39 h 39"/>
              <a:gd name="T4" fmla="*/ 0 w 884"/>
              <a:gd name="T5" fmla="*/ 39 h 39"/>
              <a:gd name="T6" fmla="*/ 0 w 884"/>
              <a:gd name="T7" fmla="*/ 0 h 39"/>
              <a:gd name="T8" fmla="*/ 884 w 884"/>
              <a:gd name="T9" fmla="*/ 0 h 39"/>
              <a:gd name="T10" fmla="*/ 884 w 884"/>
              <a:gd name="T11" fmla="*/ 16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84" h="39">
                <a:moveTo>
                  <a:pt x="884" y="16"/>
                </a:moveTo>
                <a:cubicBezTo>
                  <a:pt x="884" y="23"/>
                  <a:pt x="854" y="39"/>
                  <a:pt x="806" y="39"/>
                </a:cubicBezTo>
                <a:cubicBezTo>
                  <a:pt x="758" y="39"/>
                  <a:pt x="0" y="39"/>
                  <a:pt x="0" y="39"/>
                </a:cubicBezTo>
                <a:cubicBezTo>
                  <a:pt x="0" y="0"/>
                  <a:pt x="0" y="0"/>
                  <a:pt x="0" y="0"/>
                </a:cubicBezTo>
                <a:cubicBezTo>
                  <a:pt x="884" y="0"/>
                  <a:pt x="884" y="0"/>
                  <a:pt x="884" y="0"/>
                </a:cubicBezTo>
                <a:lnTo>
                  <a:pt x="884" y="16"/>
                </a:lnTo>
                <a:close/>
              </a:path>
            </a:pathLst>
          </a:custGeom>
          <a:solidFill>
            <a:srgbClr val="2E2E35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17" name="Freeform 47">
            <a:extLst>
              <a:ext uri="{FF2B5EF4-FFF2-40B4-BE49-F238E27FC236}">
                <a16:creationId xmlns:a16="http://schemas.microsoft.com/office/drawing/2014/main" id="{A4B8622A-3DE8-4531-B546-514E71E2DE78}"/>
              </a:ext>
            </a:extLst>
          </p:cNvPr>
          <p:cNvSpPr>
            <a:spLocks/>
          </p:cNvSpPr>
          <p:nvPr/>
        </p:nvSpPr>
        <p:spPr bwMode="auto">
          <a:xfrm>
            <a:off x="3479652" y="1950543"/>
            <a:ext cx="4833729" cy="3311728"/>
          </a:xfrm>
          <a:custGeom>
            <a:avLst/>
            <a:gdLst>
              <a:gd name="T0" fmla="*/ 1378 w 1423"/>
              <a:gd name="T1" fmla="*/ 0 h 974"/>
              <a:gd name="T2" fmla="*/ 45 w 1423"/>
              <a:gd name="T3" fmla="*/ 0 h 974"/>
              <a:gd name="T4" fmla="*/ 0 w 1423"/>
              <a:gd name="T5" fmla="*/ 45 h 974"/>
              <a:gd name="T6" fmla="*/ 0 w 1423"/>
              <a:gd name="T7" fmla="*/ 218 h 974"/>
              <a:gd name="T8" fmla="*/ 0 w 1423"/>
              <a:gd name="T9" fmla="*/ 929 h 974"/>
              <a:gd name="T10" fmla="*/ 45 w 1423"/>
              <a:gd name="T11" fmla="*/ 974 h 974"/>
              <a:gd name="T12" fmla="*/ 1378 w 1423"/>
              <a:gd name="T13" fmla="*/ 974 h 974"/>
              <a:gd name="T14" fmla="*/ 1423 w 1423"/>
              <a:gd name="T15" fmla="*/ 929 h 974"/>
              <a:gd name="T16" fmla="*/ 1423 w 1423"/>
              <a:gd name="T17" fmla="*/ 45 h 974"/>
              <a:gd name="T18" fmla="*/ 1378 w 1423"/>
              <a:gd name="T19" fmla="*/ 0 h 9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423" h="974">
                <a:moveTo>
                  <a:pt x="1378" y="0"/>
                </a:moveTo>
                <a:cubicBezTo>
                  <a:pt x="45" y="0"/>
                  <a:pt x="45" y="0"/>
                  <a:pt x="45" y="0"/>
                </a:cubicBezTo>
                <a:cubicBezTo>
                  <a:pt x="20" y="0"/>
                  <a:pt x="0" y="20"/>
                  <a:pt x="0" y="45"/>
                </a:cubicBezTo>
                <a:cubicBezTo>
                  <a:pt x="0" y="218"/>
                  <a:pt x="0" y="218"/>
                  <a:pt x="0" y="218"/>
                </a:cubicBezTo>
                <a:cubicBezTo>
                  <a:pt x="0" y="929"/>
                  <a:pt x="0" y="929"/>
                  <a:pt x="0" y="929"/>
                </a:cubicBezTo>
                <a:cubicBezTo>
                  <a:pt x="0" y="954"/>
                  <a:pt x="20" y="974"/>
                  <a:pt x="45" y="974"/>
                </a:cubicBezTo>
                <a:cubicBezTo>
                  <a:pt x="1378" y="974"/>
                  <a:pt x="1378" y="974"/>
                  <a:pt x="1378" y="974"/>
                </a:cubicBezTo>
                <a:cubicBezTo>
                  <a:pt x="1403" y="974"/>
                  <a:pt x="1423" y="954"/>
                  <a:pt x="1423" y="929"/>
                </a:cubicBezTo>
                <a:cubicBezTo>
                  <a:pt x="1423" y="45"/>
                  <a:pt x="1423" y="45"/>
                  <a:pt x="1423" y="45"/>
                </a:cubicBezTo>
                <a:cubicBezTo>
                  <a:pt x="1423" y="20"/>
                  <a:pt x="1403" y="0"/>
                  <a:pt x="1378" y="0"/>
                </a:cubicBezTo>
                <a:close/>
              </a:path>
            </a:pathLst>
          </a:custGeom>
          <a:solidFill>
            <a:srgbClr val="D2D3D5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18" name="Freeform 48">
            <a:extLst>
              <a:ext uri="{FF2B5EF4-FFF2-40B4-BE49-F238E27FC236}">
                <a16:creationId xmlns:a16="http://schemas.microsoft.com/office/drawing/2014/main" id="{93D0A57E-1120-46BB-ABE4-724F388C7662}"/>
              </a:ext>
            </a:extLst>
          </p:cNvPr>
          <p:cNvSpPr>
            <a:spLocks/>
          </p:cNvSpPr>
          <p:nvPr/>
        </p:nvSpPr>
        <p:spPr bwMode="auto">
          <a:xfrm>
            <a:off x="3496649" y="1967543"/>
            <a:ext cx="4803138" cy="3277727"/>
          </a:xfrm>
          <a:custGeom>
            <a:avLst/>
            <a:gdLst>
              <a:gd name="T0" fmla="*/ 40 w 1414"/>
              <a:gd name="T1" fmla="*/ 964 h 964"/>
              <a:gd name="T2" fmla="*/ 0 w 1414"/>
              <a:gd name="T3" fmla="*/ 924 h 964"/>
              <a:gd name="T4" fmla="*/ 0 w 1414"/>
              <a:gd name="T5" fmla="*/ 40 h 964"/>
              <a:gd name="T6" fmla="*/ 40 w 1414"/>
              <a:gd name="T7" fmla="*/ 0 h 964"/>
              <a:gd name="T8" fmla="*/ 1373 w 1414"/>
              <a:gd name="T9" fmla="*/ 0 h 964"/>
              <a:gd name="T10" fmla="*/ 1414 w 1414"/>
              <a:gd name="T11" fmla="*/ 40 h 964"/>
              <a:gd name="T12" fmla="*/ 1414 w 1414"/>
              <a:gd name="T13" fmla="*/ 924 h 964"/>
              <a:gd name="T14" fmla="*/ 1373 w 1414"/>
              <a:gd name="T15" fmla="*/ 964 h 964"/>
              <a:gd name="T16" fmla="*/ 40 w 1414"/>
              <a:gd name="T17" fmla="*/ 964 h 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14" h="964">
                <a:moveTo>
                  <a:pt x="40" y="964"/>
                </a:moveTo>
                <a:cubicBezTo>
                  <a:pt x="18" y="964"/>
                  <a:pt x="0" y="946"/>
                  <a:pt x="0" y="924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18"/>
                  <a:pt x="18" y="0"/>
                  <a:pt x="40" y="0"/>
                </a:cubicBezTo>
                <a:cubicBezTo>
                  <a:pt x="1373" y="0"/>
                  <a:pt x="1373" y="0"/>
                  <a:pt x="1373" y="0"/>
                </a:cubicBezTo>
                <a:cubicBezTo>
                  <a:pt x="1396" y="0"/>
                  <a:pt x="1414" y="18"/>
                  <a:pt x="1414" y="40"/>
                </a:cubicBezTo>
                <a:cubicBezTo>
                  <a:pt x="1414" y="924"/>
                  <a:pt x="1414" y="924"/>
                  <a:pt x="1414" y="924"/>
                </a:cubicBezTo>
                <a:cubicBezTo>
                  <a:pt x="1414" y="946"/>
                  <a:pt x="1396" y="964"/>
                  <a:pt x="1373" y="964"/>
                </a:cubicBezTo>
                <a:lnTo>
                  <a:pt x="40" y="964"/>
                </a:lnTo>
                <a:close/>
              </a:path>
            </a:pathLst>
          </a:custGeom>
          <a:solidFill>
            <a:srgbClr val="2E2E35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19" name="Rectangle 50">
            <a:extLst>
              <a:ext uri="{FF2B5EF4-FFF2-40B4-BE49-F238E27FC236}">
                <a16:creationId xmlns:a16="http://schemas.microsoft.com/office/drawing/2014/main" id="{2D04603D-E9F6-4705-8F37-93266BAC2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1583" y="5197667"/>
            <a:ext cx="5965680" cy="108804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5" name="图片占位符 4">
            <a:extLst>
              <a:ext uri="{FF2B5EF4-FFF2-40B4-BE49-F238E27FC236}">
                <a16:creationId xmlns:a16="http://schemas.microsoft.com/office/drawing/2014/main" id="{61B863E5-CC91-49CB-BB6B-E263486E653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56414" y="2174950"/>
            <a:ext cx="4483608" cy="283231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0" name="Freeform 51">
            <a:extLst>
              <a:ext uri="{FF2B5EF4-FFF2-40B4-BE49-F238E27FC236}">
                <a16:creationId xmlns:a16="http://schemas.microsoft.com/office/drawing/2014/main" id="{54A6738D-D833-42A9-A2F9-DCEE5CD00470}"/>
              </a:ext>
            </a:extLst>
          </p:cNvPr>
          <p:cNvSpPr>
            <a:spLocks/>
          </p:cNvSpPr>
          <p:nvPr/>
        </p:nvSpPr>
        <p:spPr bwMode="auto">
          <a:xfrm>
            <a:off x="5444416" y="5197667"/>
            <a:ext cx="856610" cy="61202"/>
          </a:xfrm>
          <a:custGeom>
            <a:avLst/>
            <a:gdLst>
              <a:gd name="T0" fmla="*/ 0 w 252"/>
              <a:gd name="T1" fmla="*/ 0 h 18"/>
              <a:gd name="T2" fmla="*/ 22 w 252"/>
              <a:gd name="T3" fmla="*/ 18 h 18"/>
              <a:gd name="T4" fmla="*/ 230 w 252"/>
              <a:gd name="T5" fmla="*/ 18 h 18"/>
              <a:gd name="T6" fmla="*/ 252 w 252"/>
              <a:gd name="T7" fmla="*/ 0 h 18"/>
              <a:gd name="T8" fmla="*/ 0 w 252"/>
              <a:gd name="T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2" h="18">
                <a:moveTo>
                  <a:pt x="0" y="0"/>
                </a:moveTo>
                <a:cubicBezTo>
                  <a:pt x="2" y="10"/>
                  <a:pt x="11" y="18"/>
                  <a:pt x="22" y="18"/>
                </a:cubicBezTo>
                <a:cubicBezTo>
                  <a:pt x="230" y="18"/>
                  <a:pt x="230" y="18"/>
                  <a:pt x="230" y="18"/>
                </a:cubicBezTo>
                <a:cubicBezTo>
                  <a:pt x="241" y="18"/>
                  <a:pt x="250" y="10"/>
                  <a:pt x="252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B3B4B5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22" name="Oval 54">
            <a:extLst>
              <a:ext uri="{FF2B5EF4-FFF2-40B4-BE49-F238E27FC236}">
                <a16:creationId xmlns:a16="http://schemas.microsoft.com/office/drawing/2014/main" id="{A52C5F2B-3C52-4FB4-AB57-0D540D333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9324" y="2055946"/>
            <a:ext cx="50989" cy="51003"/>
          </a:xfrm>
          <a:prstGeom prst="ellipse">
            <a:avLst/>
          </a:prstGeom>
          <a:solidFill>
            <a:srgbClr val="2C2C2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23" name="Oval 55">
            <a:extLst>
              <a:ext uri="{FF2B5EF4-FFF2-40B4-BE49-F238E27FC236}">
                <a16:creationId xmlns:a16="http://schemas.microsoft.com/office/drawing/2014/main" id="{D795516F-1E01-4018-9B71-B5741DC2E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9324" y="2052547"/>
            <a:ext cx="50989" cy="47602"/>
          </a:xfrm>
          <a:prstGeom prst="ellipse">
            <a:avLst/>
          </a:prstGeom>
          <a:solidFill>
            <a:srgbClr val="0A0A0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24" name="Oval 56">
            <a:extLst>
              <a:ext uri="{FF2B5EF4-FFF2-40B4-BE49-F238E27FC236}">
                <a16:creationId xmlns:a16="http://schemas.microsoft.com/office/drawing/2014/main" id="{28CADEAE-2D10-4A72-AAA3-F94B33359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9520" y="2059347"/>
            <a:ext cx="30595" cy="34001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25" name="Oval 57">
            <a:extLst>
              <a:ext uri="{FF2B5EF4-FFF2-40B4-BE49-F238E27FC236}">
                <a16:creationId xmlns:a16="http://schemas.microsoft.com/office/drawing/2014/main" id="{343F6F32-0741-42E6-9CA7-B6C889400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6318" y="2069547"/>
            <a:ext cx="16998" cy="17002"/>
          </a:xfrm>
          <a:prstGeom prst="ellipse">
            <a:avLst/>
          </a:prstGeom>
          <a:solidFill>
            <a:srgbClr val="2C99B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26" name="Freeform 58">
            <a:extLst>
              <a:ext uri="{FF2B5EF4-FFF2-40B4-BE49-F238E27FC236}">
                <a16:creationId xmlns:a16="http://schemas.microsoft.com/office/drawing/2014/main" id="{8BFE0A9B-A41F-4A60-85B6-DE6990F0154D}"/>
              </a:ext>
            </a:extLst>
          </p:cNvPr>
          <p:cNvSpPr>
            <a:spLocks/>
          </p:cNvSpPr>
          <p:nvPr/>
        </p:nvSpPr>
        <p:spPr bwMode="auto">
          <a:xfrm>
            <a:off x="5893117" y="2072948"/>
            <a:ext cx="3400" cy="6801"/>
          </a:xfrm>
          <a:custGeom>
            <a:avLst/>
            <a:gdLst>
              <a:gd name="T0" fmla="*/ 1 w 1"/>
              <a:gd name="T1" fmla="*/ 1 h 2"/>
              <a:gd name="T2" fmla="*/ 1 w 1"/>
              <a:gd name="T3" fmla="*/ 2 h 2"/>
              <a:gd name="T4" fmla="*/ 0 w 1"/>
              <a:gd name="T5" fmla="*/ 1 h 2"/>
              <a:gd name="T6" fmla="*/ 1 w 1"/>
              <a:gd name="T7" fmla="*/ 0 h 2"/>
              <a:gd name="T8" fmla="*/ 1 w 1"/>
              <a:gd name="T9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2">
                <a:moveTo>
                  <a:pt x="1" y="1"/>
                </a:moveTo>
                <a:lnTo>
                  <a:pt x="1" y="2"/>
                </a:ln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0" name="Oval 61">
            <a:extLst>
              <a:ext uri="{FF2B5EF4-FFF2-40B4-BE49-F238E27FC236}">
                <a16:creationId xmlns:a16="http://schemas.microsoft.com/office/drawing/2014/main" id="{6F4C7AF5-5D45-4698-A829-8D21B8449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1476" y="3186115"/>
            <a:ext cx="36151" cy="36161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1" name="Oval 62">
            <a:extLst>
              <a:ext uri="{FF2B5EF4-FFF2-40B4-BE49-F238E27FC236}">
                <a16:creationId xmlns:a16="http://schemas.microsoft.com/office/drawing/2014/main" id="{31D76F62-4CA1-4689-B82B-D37D4F358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3526" y="3198168"/>
            <a:ext cx="9039" cy="9041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2" name="Oval 63">
            <a:extLst>
              <a:ext uri="{FF2B5EF4-FFF2-40B4-BE49-F238E27FC236}">
                <a16:creationId xmlns:a16="http://schemas.microsoft.com/office/drawing/2014/main" id="{4425A9F4-E7C9-43D7-ACB5-A34091E65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1476" y="3183100"/>
            <a:ext cx="36151" cy="36161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3" name="Oval 64">
            <a:extLst>
              <a:ext uri="{FF2B5EF4-FFF2-40B4-BE49-F238E27FC236}">
                <a16:creationId xmlns:a16="http://schemas.microsoft.com/office/drawing/2014/main" id="{10E40350-C9B7-4E62-900A-9D9416EAD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3526" y="3195154"/>
            <a:ext cx="9039" cy="9041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4" name="Oval 65">
            <a:extLst>
              <a:ext uri="{FF2B5EF4-FFF2-40B4-BE49-F238E27FC236}">
                <a16:creationId xmlns:a16="http://schemas.microsoft.com/office/drawing/2014/main" id="{9E2E22DC-4F3A-4790-A30F-046FBF96B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7501" y="3189127"/>
            <a:ext cx="24101" cy="24107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5" name="Oval 66">
            <a:extLst>
              <a:ext uri="{FF2B5EF4-FFF2-40B4-BE49-F238E27FC236}">
                <a16:creationId xmlns:a16="http://schemas.microsoft.com/office/drawing/2014/main" id="{057FA838-5568-42E9-8B65-A812AE22A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7501" y="3189127"/>
            <a:ext cx="24101" cy="24107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6" name="Oval 67">
            <a:extLst>
              <a:ext uri="{FF2B5EF4-FFF2-40B4-BE49-F238E27FC236}">
                <a16:creationId xmlns:a16="http://schemas.microsoft.com/office/drawing/2014/main" id="{51624F16-2207-4181-8EC3-0A03CB5B4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3526" y="3195154"/>
            <a:ext cx="12050" cy="12054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7" name="Oval 68">
            <a:extLst>
              <a:ext uri="{FF2B5EF4-FFF2-40B4-BE49-F238E27FC236}">
                <a16:creationId xmlns:a16="http://schemas.microsoft.com/office/drawing/2014/main" id="{8AD5CD56-41B4-4B06-BC24-90E69778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3526" y="3195154"/>
            <a:ext cx="12050" cy="12054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8" name="Freeform 69">
            <a:extLst>
              <a:ext uri="{FF2B5EF4-FFF2-40B4-BE49-F238E27FC236}">
                <a16:creationId xmlns:a16="http://schemas.microsoft.com/office/drawing/2014/main" id="{C1E2B9AE-A46B-44BC-8D69-174286DE3389}"/>
              </a:ext>
            </a:extLst>
          </p:cNvPr>
          <p:cNvSpPr>
            <a:spLocks/>
          </p:cNvSpPr>
          <p:nvPr/>
        </p:nvSpPr>
        <p:spPr bwMode="auto">
          <a:xfrm>
            <a:off x="8806540" y="3198168"/>
            <a:ext cx="3013" cy="3014"/>
          </a:xfrm>
          <a:custGeom>
            <a:avLst/>
            <a:gdLst>
              <a:gd name="T0" fmla="*/ 1 w 1"/>
              <a:gd name="T1" fmla="*/ 1 h 1"/>
              <a:gd name="T2" fmla="*/ 1 w 1"/>
              <a:gd name="T3" fmla="*/ 1 h 1"/>
              <a:gd name="T4" fmla="*/ 0 w 1"/>
              <a:gd name="T5" fmla="*/ 1 h 1"/>
              <a:gd name="T6" fmla="*/ 1 w 1"/>
              <a:gd name="T7" fmla="*/ 0 h 1"/>
              <a:gd name="T8" fmla="*/ 1 w 1"/>
              <a:gd name="T9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1"/>
                </a:moveTo>
                <a:lnTo>
                  <a:pt x="1" y="1"/>
                </a:ln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9" name="Freeform 70">
            <a:extLst>
              <a:ext uri="{FF2B5EF4-FFF2-40B4-BE49-F238E27FC236}">
                <a16:creationId xmlns:a16="http://schemas.microsoft.com/office/drawing/2014/main" id="{F3523725-B51B-46CC-AD09-D73B14308E79}"/>
              </a:ext>
            </a:extLst>
          </p:cNvPr>
          <p:cNvSpPr>
            <a:spLocks/>
          </p:cNvSpPr>
          <p:nvPr/>
        </p:nvSpPr>
        <p:spPr bwMode="auto">
          <a:xfrm>
            <a:off x="8806540" y="3198168"/>
            <a:ext cx="3013" cy="3014"/>
          </a:xfrm>
          <a:custGeom>
            <a:avLst/>
            <a:gdLst>
              <a:gd name="T0" fmla="*/ 1 w 1"/>
              <a:gd name="T1" fmla="*/ 1 h 1"/>
              <a:gd name="T2" fmla="*/ 1 w 1"/>
              <a:gd name="T3" fmla="*/ 1 h 1"/>
              <a:gd name="T4" fmla="*/ 0 w 1"/>
              <a:gd name="T5" fmla="*/ 1 h 1"/>
              <a:gd name="T6" fmla="*/ 1 w 1"/>
              <a:gd name="T7" fmla="*/ 0 h 1"/>
              <a:gd name="T8" fmla="*/ 1 w 1"/>
              <a:gd name="T9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1"/>
                </a:moveTo>
                <a:lnTo>
                  <a:pt x="1" y="1"/>
                </a:ln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40" name="Oval 71">
            <a:extLst>
              <a:ext uri="{FF2B5EF4-FFF2-40B4-BE49-F238E27FC236}">
                <a16:creationId xmlns:a16="http://schemas.microsoft.com/office/drawing/2014/main" id="{DE7F9372-38EA-41BC-834A-69FE1B7FF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0136" y="5361792"/>
            <a:ext cx="195821" cy="195872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41" name="Freeform 72">
            <a:extLst>
              <a:ext uri="{FF2B5EF4-FFF2-40B4-BE49-F238E27FC236}">
                <a16:creationId xmlns:a16="http://schemas.microsoft.com/office/drawing/2014/main" id="{43709C02-BBB4-4F21-A5CF-D707FE4A9133}"/>
              </a:ext>
            </a:extLst>
          </p:cNvPr>
          <p:cNvSpPr>
            <a:spLocks/>
          </p:cNvSpPr>
          <p:nvPr/>
        </p:nvSpPr>
        <p:spPr bwMode="auto">
          <a:xfrm>
            <a:off x="8758338" y="5410006"/>
            <a:ext cx="99417" cy="99443"/>
          </a:xfrm>
          <a:custGeom>
            <a:avLst/>
            <a:gdLst>
              <a:gd name="T0" fmla="*/ 31 w 33"/>
              <a:gd name="T1" fmla="*/ 22 h 33"/>
              <a:gd name="T2" fmla="*/ 29 w 33"/>
              <a:gd name="T3" fmla="*/ 22 h 33"/>
              <a:gd name="T4" fmla="*/ 22 w 33"/>
              <a:gd name="T5" fmla="*/ 29 h 33"/>
              <a:gd name="T6" fmla="*/ 11 w 33"/>
              <a:gd name="T7" fmla="*/ 29 h 33"/>
              <a:gd name="T8" fmla="*/ 4 w 33"/>
              <a:gd name="T9" fmla="*/ 22 h 33"/>
              <a:gd name="T10" fmla="*/ 4 w 33"/>
              <a:gd name="T11" fmla="*/ 11 h 33"/>
              <a:gd name="T12" fmla="*/ 11 w 33"/>
              <a:gd name="T13" fmla="*/ 4 h 33"/>
              <a:gd name="T14" fmla="*/ 22 w 33"/>
              <a:gd name="T15" fmla="*/ 4 h 33"/>
              <a:gd name="T16" fmla="*/ 29 w 33"/>
              <a:gd name="T17" fmla="*/ 11 h 33"/>
              <a:gd name="T18" fmla="*/ 29 w 33"/>
              <a:gd name="T19" fmla="*/ 22 h 33"/>
              <a:gd name="T20" fmla="*/ 31 w 33"/>
              <a:gd name="T21" fmla="*/ 22 h 33"/>
              <a:gd name="T22" fmla="*/ 33 w 33"/>
              <a:gd name="T23" fmla="*/ 22 h 33"/>
              <a:gd name="T24" fmla="*/ 33 w 33"/>
              <a:gd name="T25" fmla="*/ 11 h 33"/>
              <a:gd name="T26" fmla="*/ 22 w 33"/>
              <a:gd name="T27" fmla="*/ 0 h 33"/>
              <a:gd name="T28" fmla="*/ 11 w 33"/>
              <a:gd name="T29" fmla="*/ 0 h 33"/>
              <a:gd name="T30" fmla="*/ 0 w 33"/>
              <a:gd name="T31" fmla="*/ 11 h 33"/>
              <a:gd name="T32" fmla="*/ 0 w 33"/>
              <a:gd name="T33" fmla="*/ 22 h 33"/>
              <a:gd name="T34" fmla="*/ 11 w 33"/>
              <a:gd name="T35" fmla="*/ 33 h 33"/>
              <a:gd name="T36" fmla="*/ 22 w 33"/>
              <a:gd name="T37" fmla="*/ 33 h 33"/>
              <a:gd name="T38" fmla="*/ 33 w 33"/>
              <a:gd name="T39" fmla="*/ 22 h 33"/>
              <a:gd name="T40" fmla="*/ 31 w 33"/>
              <a:gd name="T41" fmla="*/ 22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3" h="33">
                <a:moveTo>
                  <a:pt x="31" y="22"/>
                </a:moveTo>
                <a:cubicBezTo>
                  <a:pt x="29" y="22"/>
                  <a:pt x="29" y="22"/>
                  <a:pt x="29" y="22"/>
                </a:cubicBezTo>
                <a:cubicBezTo>
                  <a:pt x="29" y="26"/>
                  <a:pt x="26" y="29"/>
                  <a:pt x="22" y="29"/>
                </a:cubicBezTo>
                <a:cubicBezTo>
                  <a:pt x="11" y="29"/>
                  <a:pt x="11" y="29"/>
                  <a:pt x="11" y="29"/>
                </a:cubicBezTo>
                <a:cubicBezTo>
                  <a:pt x="7" y="29"/>
                  <a:pt x="4" y="26"/>
                  <a:pt x="4" y="22"/>
                </a:cubicBezTo>
                <a:cubicBezTo>
                  <a:pt x="4" y="11"/>
                  <a:pt x="4" y="11"/>
                  <a:pt x="4" y="11"/>
                </a:cubicBezTo>
                <a:cubicBezTo>
                  <a:pt x="4" y="7"/>
                  <a:pt x="7" y="4"/>
                  <a:pt x="11" y="4"/>
                </a:cubicBezTo>
                <a:cubicBezTo>
                  <a:pt x="22" y="4"/>
                  <a:pt x="22" y="4"/>
                  <a:pt x="22" y="4"/>
                </a:cubicBezTo>
                <a:cubicBezTo>
                  <a:pt x="26" y="4"/>
                  <a:pt x="29" y="7"/>
                  <a:pt x="29" y="11"/>
                </a:cubicBezTo>
                <a:cubicBezTo>
                  <a:pt x="29" y="22"/>
                  <a:pt x="29" y="22"/>
                  <a:pt x="29" y="22"/>
                </a:cubicBezTo>
                <a:cubicBezTo>
                  <a:pt x="31" y="22"/>
                  <a:pt x="31" y="22"/>
                  <a:pt x="31" y="22"/>
                </a:cubicBezTo>
                <a:cubicBezTo>
                  <a:pt x="33" y="22"/>
                  <a:pt x="33" y="22"/>
                  <a:pt x="33" y="22"/>
                </a:cubicBezTo>
                <a:cubicBezTo>
                  <a:pt x="33" y="11"/>
                  <a:pt x="33" y="11"/>
                  <a:pt x="33" y="11"/>
                </a:cubicBezTo>
                <a:cubicBezTo>
                  <a:pt x="33" y="5"/>
                  <a:pt x="28" y="0"/>
                  <a:pt x="22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5" y="0"/>
                  <a:pt x="0" y="5"/>
                  <a:pt x="0" y="11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8"/>
                  <a:pt x="5" y="33"/>
                  <a:pt x="11" y="33"/>
                </a:cubicBezTo>
                <a:cubicBezTo>
                  <a:pt x="22" y="33"/>
                  <a:pt x="22" y="33"/>
                  <a:pt x="22" y="33"/>
                </a:cubicBezTo>
                <a:cubicBezTo>
                  <a:pt x="28" y="33"/>
                  <a:pt x="33" y="28"/>
                  <a:pt x="33" y="22"/>
                </a:cubicBezTo>
                <a:lnTo>
                  <a:pt x="31" y="22"/>
                </a:lnTo>
                <a:close/>
              </a:path>
            </a:pathLst>
          </a:custGeom>
          <a:solidFill>
            <a:srgbClr val="FFFFFF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43" name="Freeform 75">
            <a:extLst>
              <a:ext uri="{FF2B5EF4-FFF2-40B4-BE49-F238E27FC236}">
                <a16:creationId xmlns:a16="http://schemas.microsoft.com/office/drawing/2014/main" id="{53A1ED6B-E44B-48D4-BD29-6FE94F70D839}"/>
              </a:ext>
            </a:extLst>
          </p:cNvPr>
          <p:cNvSpPr>
            <a:spLocks/>
          </p:cNvSpPr>
          <p:nvPr/>
        </p:nvSpPr>
        <p:spPr bwMode="auto">
          <a:xfrm>
            <a:off x="8716162" y="3273502"/>
            <a:ext cx="219923" cy="51229"/>
          </a:xfrm>
          <a:custGeom>
            <a:avLst/>
            <a:gdLst>
              <a:gd name="T0" fmla="*/ 8 w 73"/>
              <a:gd name="T1" fmla="*/ 17 h 17"/>
              <a:gd name="T2" fmla="*/ 0 w 73"/>
              <a:gd name="T3" fmla="*/ 9 h 17"/>
              <a:gd name="T4" fmla="*/ 8 w 73"/>
              <a:gd name="T5" fmla="*/ 0 h 17"/>
              <a:gd name="T6" fmla="*/ 65 w 73"/>
              <a:gd name="T7" fmla="*/ 0 h 17"/>
              <a:gd name="T8" fmla="*/ 73 w 73"/>
              <a:gd name="T9" fmla="*/ 9 h 17"/>
              <a:gd name="T10" fmla="*/ 65 w 73"/>
              <a:gd name="T11" fmla="*/ 17 h 17"/>
              <a:gd name="T12" fmla="*/ 8 w 73"/>
              <a:gd name="T13" fmla="*/ 17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3" h="17">
                <a:moveTo>
                  <a:pt x="8" y="17"/>
                </a:moveTo>
                <a:cubicBezTo>
                  <a:pt x="3" y="17"/>
                  <a:pt x="0" y="13"/>
                  <a:pt x="0" y="9"/>
                </a:cubicBezTo>
                <a:cubicBezTo>
                  <a:pt x="0" y="4"/>
                  <a:pt x="3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70" y="0"/>
                  <a:pt x="73" y="4"/>
                  <a:pt x="73" y="9"/>
                </a:cubicBezTo>
                <a:cubicBezTo>
                  <a:pt x="73" y="13"/>
                  <a:pt x="70" y="17"/>
                  <a:pt x="65" y="17"/>
                </a:cubicBezTo>
                <a:lnTo>
                  <a:pt x="8" y="17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44" name="Freeform 76">
            <a:extLst>
              <a:ext uri="{FF2B5EF4-FFF2-40B4-BE49-F238E27FC236}">
                <a16:creationId xmlns:a16="http://schemas.microsoft.com/office/drawing/2014/main" id="{3A966E8F-6CB7-459B-917B-6A4AE1734DE9}"/>
              </a:ext>
            </a:extLst>
          </p:cNvPr>
          <p:cNvSpPr>
            <a:spLocks/>
          </p:cNvSpPr>
          <p:nvPr/>
        </p:nvSpPr>
        <p:spPr bwMode="auto">
          <a:xfrm>
            <a:off x="8728212" y="3288570"/>
            <a:ext cx="195821" cy="21095"/>
          </a:xfrm>
          <a:custGeom>
            <a:avLst/>
            <a:gdLst>
              <a:gd name="T0" fmla="*/ 65 w 65"/>
              <a:gd name="T1" fmla="*/ 4 h 7"/>
              <a:gd name="T2" fmla="*/ 61 w 65"/>
              <a:gd name="T3" fmla="*/ 7 h 7"/>
              <a:gd name="T4" fmla="*/ 4 w 65"/>
              <a:gd name="T5" fmla="*/ 7 h 7"/>
              <a:gd name="T6" fmla="*/ 0 w 65"/>
              <a:gd name="T7" fmla="*/ 4 h 7"/>
              <a:gd name="T8" fmla="*/ 4 w 65"/>
              <a:gd name="T9" fmla="*/ 0 h 7"/>
              <a:gd name="T10" fmla="*/ 61 w 65"/>
              <a:gd name="T11" fmla="*/ 0 h 7"/>
              <a:gd name="T12" fmla="*/ 65 w 65"/>
              <a:gd name="T13" fmla="*/ 4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5" h="7">
                <a:moveTo>
                  <a:pt x="65" y="4"/>
                </a:moveTo>
                <a:cubicBezTo>
                  <a:pt x="65" y="6"/>
                  <a:pt x="63" y="7"/>
                  <a:pt x="61" y="7"/>
                </a:cubicBezTo>
                <a:cubicBezTo>
                  <a:pt x="4" y="7"/>
                  <a:pt x="4" y="7"/>
                  <a:pt x="4" y="7"/>
                </a:cubicBezTo>
                <a:cubicBezTo>
                  <a:pt x="2" y="7"/>
                  <a:pt x="0" y="6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61" y="0"/>
                  <a:pt x="61" y="0"/>
                  <a:pt x="61" y="0"/>
                </a:cubicBezTo>
                <a:cubicBezTo>
                  <a:pt x="63" y="0"/>
                  <a:pt x="65" y="2"/>
                  <a:pt x="65" y="4"/>
                </a:cubicBezTo>
                <a:close/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45" name="Oval 77">
            <a:extLst>
              <a:ext uri="{FF2B5EF4-FFF2-40B4-BE49-F238E27FC236}">
                <a16:creationId xmlns:a16="http://schemas.microsoft.com/office/drawing/2014/main" id="{BE19A5BC-A0AD-4202-B9E7-5B9D6592B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3859" y="3282543"/>
            <a:ext cx="33140" cy="33148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1893387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视频母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>
            <a:extLst>
              <a:ext uri="{FF2B5EF4-FFF2-40B4-BE49-F238E27FC236}">
                <a16:creationId xmlns:a16="http://schemas.microsoft.com/office/drawing/2014/main" id="{56F145ED-F2E4-4AA7-A4D3-D53C16269E0A}"/>
              </a:ext>
            </a:extLst>
          </p:cNvPr>
          <p:cNvGrpSpPr/>
          <p:nvPr userDrawn="1"/>
        </p:nvGrpSpPr>
        <p:grpSpPr>
          <a:xfrm>
            <a:off x="670560" y="1959198"/>
            <a:ext cx="6136670" cy="3434133"/>
            <a:chOff x="2891583" y="1950543"/>
            <a:chExt cx="5965680" cy="3434133"/>
          </a:xfrm>
        </p:grpSpPr>
        <p:sp>
          <p:nvSpPr>
            <p:cNvPr id="14" name="Freeform 45">
              <a:extLst>
                <a:ext uri="{FF2B5EF4-FFF2-40B4-BE49-F238E27FC236}">
                  <a16:creationId xmlns:a16="http://schemas.microsoft.com/office/drawing/2014/main" id="{221EB8A2-4E91-4E4F-A387-46AB7ACD1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1583" y="5252070"/>
              <a:ext cx="3004934" cy="132606"/>
            </a:xfrm>
            <a:custGeom>
              <a:avLst/>
              <a:gdLst>
                <a:gd name="T0" fmla="*/ 0 w 885"/>
                <a:gd name="T1" fmla="*/ 16 h 39"/>
                <a:gd name="T2" fmla="*/ 78 w 885"/>
                <a:gd name="T3" fmla="*/ 39 h 39"/>
                <a:gd name="T4" fmla="*/ 885 w 885"/>
                <a:gd name="T5" fmla="*/ 39 h 39"/>
                <a:gd name="T6" fmla="*/ 885 w 885"/>
                <a:gd name="T7" fmla="*/ 0 h 39"/>
                <a:gd name="T8" fmla="*/ 0 w 885"/>
                <a:gd name="T9" fmla="*/ 0 h 39"/>
                <a:gd name="T10" fmla="*/ 0 w 885"/>
                <a:gd name="T11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5" h="39">
                  <a:moveTo>
                    <a:pt x="0" y="16"/>
                  </a:moveTo>
                  <a:cubicBezTo>
                    <a:pt x="0" y="23"/>
                    <a:pt x="30" y="39"/>
                    <a:pt x="78" y="39"/>
                  </a:cubicBezTo>
                  <a:cubicBezTo>
                    <a:pt x="126" y="39"/>
                    <a:pt x="885" y="39"/>
                    <a:pt x="885" y="39"/>
                  </a:cubicBezTo>
                  <a:cubicBezTo>
                    <a:pt x="885" y="0"/>
                    <a:pt x="885" y="0"/>
                    <a:pt x="885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6"/>
                  </a:lnTo>
                  <a:close/>
                </a:path>
              </a:pathLst>
            </a:custGeom>
            <a:solidFill>
              <a:srgbClr val="2E2E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15" name="Freeform 46">
              <a:extLst>
                <a:ext uri="{FF2B5EF4-FFF2-40B4-BE49-F238E27FC236}">
                  <a16:creationId xmlns:a16="http://schemas.microsoft.com/office/drawing/2014/main" id="{1ACA4D26-9BB4-46B9-915C-702783F63E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2327" y="5252070"/>
              <a:ext cx="3004934" cy="132606"/>
            </a:xfrm>
            <a:custGeom>
              <a:avLst/>
              <a:gdLst>
                <a:gd name="T0" fmla="*/ 884 w 884"/>
                <a:gd name="T1" fmla="*/ 16 h 39"/>
                <a:gd name="T2" fmla="*/ 806 w 884"/>
                <a:gd name="T3" fmla="*/ 39 h 39"/>
                <a:gd name="T4" fmla="*/ 0 w 884"/>
                <a:gd name="T5" fmla="*/ 39 h 39"/>
                <a:gd name="T6" fmla="*/ 0 w 884"/>
                <a:gd name="T7" fmla="*/ 0 h 39"/>
                <a:gd name="T8" fmla="*/ 884 w 884"/>
                <a:gd name="T9" fmla="*/ 0 h 39"/>
                <a:gd name="T10" fmla="*/ 884 w 884"/>
                <a:gd name="T11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4" h="39">
                  <a:moveTo>
                    <a:pt x="884" y="16"/>
                  </a:moveTo>
                  <a:cubicBezTo>
                    <a:pt x="884" y="23"/>
                    <a:pt x="854" y="39"/>
                    <a:pt x="806" y="39"/>
                  </a:cubicBezTo>
                  <a:cubicBezTo>
                    <a:pt x="758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84" y="0"/>
                    <a:pt x="884" y="0"/>
                    <a:pt x="884" y="0"/>
                  </a:cubicBezTo>
                  <a:lnTo>
                    <a:pt x="884" y="16"/>
                  </a:lnTo>
                  <a:close/>
                </a:path>
              </a:pathLst>
            </a:custGeom>
            <a:solidFill>
              <a:srgbClr val="2E2E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17" name="Freeform 47">
              <a:extLst>
                <a:ext uri="{FF2B5EF4-FFF2-40B4-BE49-F238E27FC236}">
                  <a16:creationId xmlns:a16="http://schemas.microsoft.com/office/drawing/2014/main" id="{A4B8622A-3DE8-4531-B546-514E71E2D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9652" y="1950543"/>
              <a:ext cx="4833729" cy="3311728"/>
            </a:xfrm>
            <a:custGeom>
              <a:avLst/>
              <a:gdLst>
                <a:gd name="T0" fmla="*/ 1378 w 1423"/>
                <a:gd name="T1" fmla="*/ 0 h 974"/>
                <a:gd name="T2" fmla="*/ 45 w 1423"/>
                <a:gd name="T3" fmla="*/ 0 h 974"/>
                <a:gd name="T4" fmla="*/ 0 w 1423"/>
                <a:gd name="T5" fmla="*/ 45 h 974"/>
                <a:gd name="T6" fmla="*/ 0 w 1423"/>
                <a:gd name="T7" fmla="*/ 218 h 974"/>
                <a:gd name="T8" fmla="*/ 0 w 1423"/>
                <a:gd name="T9" fmla="*/ 929 h 974"/>
                <a:gd name="T10" fmla="*/ 45 w 1423"/>
                <a:gd name="T11" fmla="*/ 974 h 974"/>
                <a:gd name="T12" fmla="*/ 1378 w 1423"/>
                <a:gd name="T13" fmla="*/ 974 h 974"/>
                <a:gd name="T14" fmla="*/ 1423 w 1423"/>
                <a:gd name="T15" fmla="*/ 929 h 974"/>
                <a:gd name="T16" fmla="*/ 1423 w 1423"/>
                <a:gd name="T17" fmla="*/ 45 h 974"/>
                <a:gd name="T18" fmla="*/ 1378 w 1423"/>
                <a:gd name="T19" fmla="*/ 0 h 9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23" h="974">
                  <a:moveTo>
                    <a:pt x="1378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20" y="0"/>
                    <a:pt x="0" y="20"/>
                    <a:pt x="0" y="45"/>
                  </a:cubicBezTo>
                  <a:cubicBezTo>
                    <a:pt x="0" y="218"/>
                    <a:pt x="0" y="218"/>
                    <a:pt x="0" y="218"/>
                  </a:cubicBezTo>
                  <a:cubicBezTo>
                    <a:pt x="0" y="929"/>
                    <a:pt x="0" y="929"/>
                    <a:pt x="0" y="929"/>
                  </a:cubicBezTo>
                  <a:cubicBezTo>
                    <a:pt x="0" y="954"/>
                    <a:pt x="20" y="974"/>
                    <a:pt x="45" y="974"/>
                  </a:cubicBezTo>
                  <a:cubicBezTo>
                    <a:pt x="1378" y="974"/>
                    <a:pt x="1378" y="974"/>
                    <a:pt x="1378" y="974"/>
                  </a:cubicBezTo>
                  <a:cubicBezTo>
                    <a:pt x="1403" y="974"/>
                    <a:pt x="1423" y="954"/>
                    <a:pt x="1423" y="929"/>
                  </a:cubicBezTo>
                  <a:cubicBezTo>
                    <a:pt x="1423" y="45"/>
                    <a:pt x="1423" y="45"/>
                    <a:pt x="1423" y="45"/>
                  </a:cubicBezTo>
                  <a:cubicBezTo>
                    <a:pt x="1423" y="20"/>
                    <a:pt x="1403" y="0"/>
                    <a:pt x="1378" y="0"/>
                  </a:cubicBezTo>
                  <a:close/>
                </a:path>
              </a:pathLst>
            </a:custGeom>
            <a:solidFill>
              <a:srgbClr val="D2D3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18" name="Freeform 48">
              <a:extLst>
                <a:ext uri="{FF2B5EF4-FFF2-40B4-BE49-F238E27FC236}">
                  <a16:creationId xmlns:a16="http://schemas.microsoft.com/office/drawing/2014/main" id="{93D0A57E-1120-46BB-ABE4-724F388C76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6649" y="1967543"/>
              <a:ext cx="4803138" cy="3277727"/>
            </a:xfrm>
            <a:custGeom>
              <a:avLst/>
              <a:gdLst>
                <a:gd name="T0" fmla="*/ 40 w 1414"/>
                <a:gd name="T1" fmla="*/ 964 h 964"/>
                <a:gd name="T2" fmla="*/ 0 w 1414"/>
                <a:gd name="T3" fmla="*/ 924 h 964"/>
                <a:gd name="T4" fmla="*/ 0 w 1414"/>
                <a:gd name="T5" fmla="*/ 40 h 964"/>
                <a:gd name="T6" fmla="*/ 40 w 1414"/>
                <a:gd name="T7" fmla="*/ 0 h 964"/>
                <a:gd name="T8" fmla="*/ 1373 w 1414"/>
                <a:gd name="T9" fmla="*/ 0 h 964"/>
                <a:gd name="T10" fmla="*/ 1414 w 1414"/>
                <a:gd name="T11" fmla="*/ 40 h 964"/>
                <a:gd name="T12" fmla="*/ 1414 w 1414"/>
                <a:gd name="T13" fmla="*/ 924 h 964"/>
                <a:gd name="T14" fmla="*/ 1373 w 1414"/>
                <a:gd name="T15" fmla="*/ 964 h 964"/>
                <a:gd name="T16" fmla="*/ 40 w 1414"/>
                <a:gd name="T17" fmla="*/ 964 h 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14" h="964">
                  <a:moveTo>
                    <a:pt x="40" y="964"/>
                  </a:moveTo>
                  <a:cubicBezTo>
                    <a:pt x="18" y="964"/>
                    <a:pt x="0" y="946"/>
                    <a:pt x="0" y="924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1373" y="0"/>
                    <a:pt x="1373" y="0"/>
                    <a:pt x="1373" y="0"/>
                  </a:cubicBezTo>
                  <a:cubicBezTo>
                    <a:pt x="1396" y="0"/>
                    <a:pt x="1414" y="18"/>
                    <a:pt x="1414" y="40"/>
                  </a:cubicBezTo>
                  <a:cubicBezTo>
                    <a:pt x="1414" y="924"/>
                    <a:pt x="1414" y="924"/>
                    <a:pt x="1414" y="924"/>
                  </a:cubicBezTo>
                  <a:cubicBezTo>
                    <a:pt x="1414" y="946"/>
                    <a:pt x="1396" y="964"/>
                    <a:pt x="1373" y="964"/>
                  </a:cubicBezTo>
                  <a:lnTo>
                    <a:pt x="40" y="964"/>
                  </a:lnTo>
                  <a:close/>
                </a:path>
              </a:pathLst>
            </a:custGeom>
            <a:solidFill>
              <a:srgbClr val="2E2E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19" name="Rectangle 50">
              <a:extLst>
                <a:ext uri="{FF2B5EF4-FFF2-40B4-BE49-F238E27FC236}">
                  <a16:creationId xmlns:a16="http://schemas.microsoft.com/office/drawing/2014/main" id="{2D04603D-E9F6-4705-8F37-93266BAC27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1583" y="5197667"/>
              <a:ext cx="5965680" cy="108804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20" name="Freeform 51">
              <a:extLst>
                <a:ext uri="{FF2B5EF4-FFF2-40B4-BE49-F238E27FC236}">
                  <a16:creationId xmlns:a16="http://schemas.microsoft.com/office/drawing/2014/main" id="{54A6738D-D833-42A9-A2F9-DCEE5CD00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4416" y="5197667"/>
              <a:ext cx="856610" cy="61202"/>
            </a:xfrm>
            <a:custGeom>
              <a:avLst/>
              <a:gdLst>
                <a:gd name="T0" fmla="*/ 0 w 252"/>
                <a:gd name="T1" fmla="*/ 0 h 18"/>
                <a:gd name="T2" fmla="*/ 22 w 252"/>
                <a:gd name="T3" fmla="*/ 18 h 18"/>
                <a:gd name="T4" fmla="*/ 230 w 252"/>
                <a:gd name="T5" fmla="*/ 18 h 18"/>
                <a:gd name="T6" fmla="*/ 252 w 252"/>
                <a:gd name="T7" fmla="*/ 0 h 18"/>
                <a:gd name="T8" fmla="*/ 0 w 252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2" h="18">
                  <a:moveTo>
                    <a:pt x="0" y="0"/>
                  </a:moveTo>
                  <a:cubicBezTo>
                    <a:pt x="2" y="10"/>
                    <a:pt x="11" y="18"/>
                    <a:pt x="22" y="18"/>
                  </a:cubicBezTo>
                  <a:cubicBezTo>
                    <a:pt x="230" y="18"/>
                    <a:pt x="230" y="18"/>
                    <a:pt x="230" y="18"/>
                  </a:cubicBezTo>
                  <a:cubicBezTo>
                    <a:pt x="241" y="18"/>
                    <a:pt x="250" y="10"/>
                    <a:pt x="25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3B4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22" name="Oval 54">
              <a:extLst>
                <a:ext uri="{FF2B5EF4-FFF2-40B4-BE49-F238E27FC236}">
                  <a16:creationId xmlns:a16="http://schemas.microsoft.com/office/drawing/2014/main" id="{A52C5F2B-3C52-4FB4-AB57-0D540D3334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9324" y="2055946"/>
              <a:ext cx="50989" cy="51003"/>
            </a:xfrm>
            <a:prstGeom prst="ellipse">
              <a:avLst/>
            </a:prstGeom>
            <a:solidFill>
              <a:srgbClr val="2C2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23" name="Oval 55">
              <a:extLst>
                <a:ext uri="{FF2B5EF4-FFF2-40B4-BE49-F238E27FC236}">
                  <a16:creationId xmlns:a16="http://schemas.microsoft.com/office/drawing/2014/main" id="{D795516F-1E01-4018-9B71-B5741DC2E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9324" y="2052547"/>
              <a:ext cx="50989" cy="47602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24" name="Oval 56">
              <a:extLst>
                <a:ext uri="{FF2B5EF4-FFF2-40B4-BE49-F238E27FC236}">
                  <a16:creationId xmlns:a16="http://schemas.microsoft.com/office/drawing/2014/main" id="{28CADEAE-2D10-4A72-AAA3-F94B33359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9520" y="2059347"/>
              <a:ext cx="30595" cy="3400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25" name="Oval 57">
              <a:extLst>
                <a:ext uri="{FF2B5EF4-FFF2-40B4-BE49-F238E27FC236}">
                  <a16:creationId xmlns:a16="http://schemas.microsoft.com/office/drawing/2014/main" id="{343F6F32-0741-42E6-9CA7-B6C8894002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86318" y="2069547"/>
              <a:ext cx="16998" cy="17002"/>
            </a:xfrm>
            <a:prstGeom prst="ellipse">
              <a:avLst/>
            </a:prstGeom>
            <a:solidFill>
              <a:srgbClr val="2C9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26" name="Freeform 58">
              <a:extLst>
                <a:ext uri="{FF2B5EF4-FFF2-40B4-BE49-F238E27FC236}">
                  <a16:creationId xmlns:a16="http://schemas.microsoft.com/office/drawing/2014/main" id="{8BFE0A9B-A41F-4A60-85B6-DE6990F01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3117" y="2072948"/>
              <a:ext cx="3400" cy="6801"/>
            </a:xfrm>
            <a:custGeom>
              <a:avLst/>
              <a:gdLst>
                <a:gd name="T0" fmla="*/ 1 w 1"/>
                <a:gd name="T1" fmla="*/ 1 h 2"/>
                <a:gd name="T2" fmla="*/ 1 w 1"/>
                <a:gd name="T3" fmla="*/ 2 h 2"/>
                <a:gd name="T4" fmla="*/ 0 w 1"/>
                <a:gd name="T5" fmla="*/ 1 h 2"/>
                <a:gd name="T6" fmla="*/ 1 w 1"/>
                <a:gd name="T7" fmla="*/ 0 h 2"/>
                <a:gd name="T8" fmla="*/ 1 w 1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1"/>
                  </a:moveTo>
                  <a:lnTo>
                    <a:pt x="1" y="2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B0920997-CFBD-46E3-B932-CAA3E1B89BB2}"/>
              </a:ext>
            </a:extLst>
          </p:cNvPr>
          <p:cNvSpPr>
            <a:spLocks noChangeAspect="1"/>
          </p:cNvSpPr>
          <p:nvPr userDrawn="1"/>
        </p:nvSpPr>
        <p:spPr>
          <a:xfrm>
            <a:off x="1469639" y="2349701"/>
            <a:ext cx="4592069" cy="2583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3E804BD-F1B6-49E5-ABA6-3976E2780915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1468873" y="2345176"/>
            <a:ext cx="4593600" cy="2592088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071395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7685559"/>
      </p:ext>
    </p:extLst>
  </p:cSld>
  <p:clrMapOvr>
    <a:masterClrMapping/>
  </p:clrMapOvr>
  <p:transition spd="slow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A677578-EE5C-4EF4-B0AD-2C9F9C6AC6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5557"/>
            <a:ext cx="12192000" cy="6863557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8216A5A6-7707-4E8A-942A-139653FAB1BC}"/>
              </a:ext>
            </a:extLst>
          </p:cNvPr>
          <p:cNvSpPr/>
          <p:nvPr userDrawn="1"/>
        </p:nvSpPr>
        <p:spPr>
          <a:xfrm>
            <a:off x="-3" y="2077796"/>
            <a:ext cx="12192000" cy="478020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>
                  <a:alpha val="8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740F69A-19BB-4AA3-A265-5AB4D0D430F4}"/>
              </a:ext>
            </a:extLst>
          </p:cNvPr>
          <p:cNvSpPr/>
          <p:nvPr userDrawn="1"/>
        </p:nvSpPr>
        <p:spPr>
          <a:xfrm rot="10800000">
            <a:off x="-1" y="-5557"/>
            <a:ext cx="12191999" cy="321776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BDA7112-A044-49CE-B9CA-A72126AA67B4}"/>
              </a:ext>
            </a:extLst>
          </p:cNvPr>
          <p:cNvSpPr/>
          <p:nvPr userDrawn="1"/>
        </p:nvSpPr>
        <p:spPr>
          <a:xfrm>
            <a:off x="-1" y="0"/>
            <a:ext cx="12192001" cy="6811864"/>
          </a:xfrm>
          <a:prstGeom prst="rect">
            <a:avLst/>
          </a:prstGeom>
          <a:solidFill>
            <a:srgbClr val="080304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444A070-E8CF-4E44-B7E5-DA7C47A7E6A7}"/>
              </a:ext>
            </a:extLst>
          </p:cNvPr>
          <p:cNvSpPr txBox="1"/>
          <p:nvPr userDrawn="1"/>
        </p:nvSpPr>
        <p:spPr>
          <a:xfrm>
            <a:off x="4760680" y="564634"/>
            <a:ext cx="2670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本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PPT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模板正参与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858290-D261-4C60-BB99-630C19F3840C}"/>
              </a:ext>
            </a:extLst>
          </p:cNvPr>
          <p:cNvSpPr/>
          <p:nvPr userDrawn="1"/>
        </p:nvSpPr>
        <p:spPr>
          <a:xfrm>
            <a:off x="3602350" y="2482543"/>
            <a:ext cx="4987300" cy="400109"/>
          </a:xfrm>
          <a:prstGeom prst="rect">
            <a:avLst/>
          </a:prstGeom>
          <a:gradFill flip="none" rotWithShape="1">
            <a:gsLst>
              <a:gs pos="100000">
                <a:srgbClr val="CB9B53">
                  <a:alpha val="0"/>
                </a:srgbClr>
              </a:gs>
              <a:gs pos="0">
                <a:srgbClr val="CB9B53">
                  <a:alpha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E5177"/>
              </a:solidFill>
              <a:effectLst/>
              <a:uLnTx/>
              <a:uFillTx/>
              <a:latin typeface="Segoe UI"/>
              <a:ea typeface="微软雅黑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7DC30B4-F006-4610-BE34-27B2068262E4}"/>
              </a:ext>
            </a:extLst>
          </p:cNvPr>
          <p:cNvSpPr txBox="1"/>
          <p:nvPr userDrawn="1"/>
        </p:nvSpPr>
        <p:spPr>
          <a:xfrm>
            <a:off x="4049486" y="2517885"/>
            <a:ext cx="4093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第一届高校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PPT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模板设计大赛 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DC88D0E-6AEB-4B0D-AE77-4A1F31C8C366}"/>
              </a:ext>
            </a:extLst>
          </p:cNvPr>
          <p:cNvSpPr txBox="1"/>
          <p:nvPr userDrawn="1"/>
        </p:nvSpPr>
        <p:spPr>
          <a:xfrm>
            <a:off x="6133678" y="4824918"/>
            <a:ext cx="2545865" cy="10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微信扫码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来聆听模板作者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设计灵感、制作思路</a:t>
            </a:r>
            <a:endParaRPr kumimoji="0" lang="en-US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791EC9B-5DBA-40F6-9696-4F391A93BCE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15419" y="3771974"/>
            <a:ext cx="13817069" cy="399642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337B091-14D1-40FD-B8AD-B9A96874112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83657" y="716939"/>
            <a:ext cx="8824686" cy="184470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60EA93C-471D-411C-A976-09210F7DFE72}"/>
              </a:ext>
            </a:extLst>
          </p:cNvPr>
          <p:cNvSpPr txBox="1"/>
          <p:nvPr userDrawn="1"/>
        </p:nvSpPr>
        <p:spPr>
          <a:xfrm>
            <a:off x="3742050" y="2971888"/>
            <a:ext cx="1983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活动主办：秋叶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PPT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6416E4-5D2E-4F0B-8673-534B0C96E10E}"/>
              </a:ext>
            </a:extLst>
          </p:cNvPr>
          <p:cNvSpPr txBox="1"/>
          <p:nvPr userDrawn="1"/>
        </p:nvSpPr>
        <p:spPr>
          <a:xfrm>
            <a:off x="6079638" y="2971888"/>
            <a:ext cx="24929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技术支持：微软听听文档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0FAAB6E-BB88-4DC1-B3F2-030FD2561703}"/>
              </a:ext>
            </a:extLst>
          </p:cNvPr>
          <p:cNvSpPr/>
          <p:nvPr userDrawn="1"/>
        </p:nvSpPr>
        <p:spPr>
          <a:xfrm>
            <a:off x="3600610" y="3494767"/>
            <a:ext cx="2318400" cy="2318400"/>
          </a:xfrm>
          <a:prstGeom prst="rect">
            <a:avLst/>
          </a:prstGeom>
          <a:solidFill>
            <a:schemeClr val="bg1"/>
          </a:solidFill>
          <a:ln w="57150">
            <a:solidFill>
              <a:srgbClr val="CB9B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11077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标注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2025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使用说明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模板为作者原创，著作权归作者所有。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您仅可以个人非商业用途使用本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模板，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charset="0"/>
                <a:cs typeface="+mn-cs"/>
              </a:rPr>
              <a:t>未经权利人书面明确授权，不可将信息内容的全部或部分用于出售，或以出租、出借、转让、分销、发布等其他任何方式供他人使用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charset="0"/>
                <a:cs typeface="+mn-cs"/>
              </a:rPr>
              <a:t>否则将承担法律责任。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尊重知识产权并注重保护用户享有的各项权利。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拥有对本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模板进行展示、报道、宣传及用于市场活动的权利，若在比赛或商业应用过程中发生版权纠纷，其法律责任由作者本人承担。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" charset="0"/>
                <a:cs typeface="Segoe UI Light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40442019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03411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特别说明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7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6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9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>
            <a:extLst>
              <a:ext uri="{FF2B5EF4-FFF2-40B4-BE49-F238E27FC236}">
                <a16:creationId xmlns:a16="http://schemas.microsoft.com/office/drawing/2014/main" id="{CA55B20A-4598-4B45-8FA8-ABE47E818F9B}"/>
              </a:ext>
            </a:extLst>
          </p:cNvPr>
          <p:cNvGrpSpPr/>
          <p:nvPr userDrawn="1"/>
        </p:nvGrpSpPr>
        <p:grpSpPr>
          <a:xfrm>
            <a:off x="1243080" y="1702820"/>
            <a:ext cx="3038400" cy="2341146"/>
            <a:chOff x="1243693" y="1981257"/>
            <a:chExt cx="3038400" cy="2341146"/>
          </a:xfrm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6A948C93-EAEB-4D10-8DB2-E1655D38547C}"/>
                </a:ext>
              </a:extLst>
            </p:cNvPr>
            <p:cNvCxnSpPr>
              <a:cxnSpLocks/>
            </p:cNvCxnSpPr>
            <p:nvPr/>
          </p:nvCxnSpPr>
          <p:spPr>
            <a:xfrm>
              <a:off x="2376714" y="2585247"/>
              <a:ext cx="77235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80F16B89-D5A5-4C23-BFB1-1BEA14DE561A}"/>
                </a:ext>
              </a:extLst>
            </p:cNvPr>
            <p:cNvSpPr txBox="1"/>
            <p:nvPr/>
          </p:nvSpPr>
          <p:spPr>
            <a:xfrm>
              <a:off x="2160396" y="1981257"/>
              <a:ext cx="1204995" cy="400110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1"/>
                  </a:solidFill>
                  <a:latin typeface="+mj-ea"/>
                  <a:ea typeface="+mj-ea"/>
                </a:rPr>
                <a:t>模板作者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7C8FAFED-B307-42DD-A013-5E41E551CA15}"/>
                </a:ext>
              </a:extLst>
            </p:cNvPr>
            <p:cNvSpPr txBox="1"/>
            <p:nvPr/>
          </p:nvSpPr>
          <p:spPr>
            <a:xfrm>
              <a:off x="1243693" y="2823851"/>
              <a:ext cx="3038400" cy="1498552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作者：王志浩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中国石油大学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华东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) </a:t>
              </a:r>
            </a:p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计算机科学与技术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实验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)</a:t>
              </a:r>
            </a:p>
            <a:p>
              <a:pPr algn="ctr">
                <a:lnSpc>
                  <a:spcPct val="130000"/>
                </a:lnSpc>
              </a:pP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2015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级</a:t>
              </a:r>
            </a:p>
          </p:txBody>
        </p:sp>
      </p:grp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32693B7-3E3E-4A57-9E6A-2D909D169240}"/>
              </a:ext>
            </a:extLst>
          </p:cNvPr>
          <p:cNvCxnSpPr>
            <a:cxnSpLocks/>
          </p:cNvCxnSpPr>
          <p:nvPr userDrawn="1"/>
        </p:nvCxnSpPr>
        <p:spPr>
          <a:xfrm>
            <a:off x="4429140" y="1863214"/>
            <a:ext cx="0" cy="202035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E9B82AC-1ED8-42CD-A976-4B0E6190A349}"/>
              </a:ext>
            </a:extLst>
          </p:cNvPr>
          <p:cNvGrpSpPr/>
          <p:nvPr userDrawn="1"/>
        </p:nvGrpSpPr>
        <p:grpSpPr>
          <a:xfrm>
            <a:off x="4576800" y="1702820"/>
            <a:ext cx="3038400" cy="1981047"/>
            <a:chOff x="4577413" y="1981257"/>
            <a:chExt cx="3038400" cy="1981047"/>
          </a:xfrm>
        </p:grpSpPr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571EC9CF-A728-435F-AD70-85A2DAAC3D0E}"/>
                </a:ext>
              </a:extLst>
            </p:cNvPr>
            <p:cNvCxnSpPr>
              <a:cxnSpLocks/>
            </p:cNvCxnSpPr>
            <p:nvPr/>
          </p:nvCxnSpPr>
          <p:spPr>
            <a:xfrm>
              <a:off x="5710434" y="2585247"/>
              <a:ext cx="77235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7994B606-91AB-45A3-8EC9-25A812F1C744}"/>
                </a:ext>
              </a:extLst>
            </p:cNvPr>
            <p:cNvSpPr txBox="1"/>
            <p:nvPr/>
          </p:nvSpPr>
          <p:spPr>
            <a:xfrm>
              <a:off x="5494116" y="1981257"/>
              <a:ext cx="1204995" cy="400110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1"/>
                  </a:solidFill>
                  <a:latin typeface="+mj-ea"/>
                  <a:ea typeface="+mj-ea"/>
                </a:rPr>
                <a:t>特别感谢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95D00589-01B3-4BC6-AAC4-78F4A505D451}"/>
                </a:ext>
              </a:extLst>
            </p:cNvPr>
            <p:cNvSpPr txBox="1"/>
            <p:nvPr/>
          </p:nvSpPr>
          <p:spPr>
            <a:xfrm>
              <a:off x="4577413" y="2823851"/>
              <a:ext cx="3038400" cy="1138453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图片素材：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@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图说石大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主办方：秋叶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PPT</a:t>
              </a:r>
            </a:p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指导老师：老秦、伟崇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5CF7B87C-BE10-495D-8CB5-A6D3424CAA1D}"/>
              </a:ext>
            </a:extLst>
          </p:cNvPr>
          <p:cNvGrpSpPr/>
          <p:nvPr userDrawn="1"/>
        </p:nvGrpSpPr>
        <p:grpSpPr>
          <a:xfrm>
            <a:off x="7910519" y="1702820"/>
            <a:ext cx="3037175" cy="2341146"/>
            <a:chOff x="7911132" y="1981257"/>
            <a:chExt cx="3037175" cy="2341146"/>
          </a:xfrm>
        </p:grpSpPr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1CD016F4-00CB-45F4-AB20-03D1C413961A}"/>
                </a:ext>
              </a:extLst>
            </p:cNvPr>
            <p:cNvCxnSpPr>
              <a:cxnSpLocks/>
            </p:cNvCxnSpPr>
            <p:nvPr/>
          </p:nvCxnSpPr>
          <p:spPr>
            <a:xfrm>
              <a:off x="9043540" y="2585247"/>
              <a:ext cx="77235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47FA3DF4-10E8-4D21-9940-E108C0700E88}"/>
                </a:ext>
              </a:extLst>
            </p:cNvPr>
            <p:cNvSpPr txBox="1"/>
            <p:nvPr/>
          </p:nvSpPr>
          <p:spPr>
            <a:xfrm>
              <a:off x="8827222" y="1981257"/>
              <a:ext cx="1204995" cy="400110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1"/>
                  </a:solidFill>
                  <a:latin typeface="+mj-ea"/>
                  <a:ea typeface="+mj-ea"/>
                </a:rPr>
                <a:t>版权说明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3943D6F-8123-4A79-B73D-FA5608A15BF2}"/>
                </a:ext>
              </a:extLst>
            </p:cNvPr>
            <p:cNvSpPr txBox="1"/>
            <p:nvPr/>
          </p:nvSpPr>
          <p:spPr>
            <a:xfrm>
              <a:off x="7911132" y="2823851"/>
              <a:ext cx="3037175" cy="1498552"/>
            </a:xfrm>
            <a:prstGeom prst="rect">
              <a:avLst/>
            </a:prstGeom>
            <a:noFill/>
          </p:spPr>
          <p:txBody>
            <a:bodyPr wrap="square" lIns="90000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本套模板为</a:t>
              </a:r>
              <a:r>
                <a:rPr lang="zh-CN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公益性质</a:t>
              </a:r>
              <a:endPara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免费</a:t>
              </a: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赠与学校师生使用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盈利行为请勿相信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商用请注意图片和字体版权</a:t>
              </a:r>
            </a:p>
          </p:txBody>
        </p:sp>
      </p:grp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852A774F-77AE-4E40-892A-662B549BD88D}"/>
              </a:ext>
            </a:extLst>
          </p:cNvPr>
          <p:cNvCxnSpPr>
            <a:cxnSpLocks/>
          </p:cNvCxnSpPr>
          <p:nvPr userDrawn="1"/>
        </p:nvCxnSpPr>
        <p:spPr>
          <a:xfrm>
            <a:off x="7762860" y="1863214"/>
            <a:ext cx="0" cy="202035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B78A9C43-B1F0-4871-8803-40E61D9245B7}"/>
              </a:ext>
            </a:extLst>
          </p:cNvPr>
          <p:cNvGrpSpPr/>
          <p:nvPr userDrawn="1"/>
        </p:nvGrpSpPr>
        <p:grpSpPr>
          <a:xfrm>
            <a:off x="3179324" y="4339865"/>
            <a:ext cx="6852280" cy="1560741"/>
            <a:chOff x="3179937" y="4561006"/>
            <a:chExt cx="6852280" cy="1560741"/>
          </a:xfrm>
        </p:grpSpPr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3BC3CEC8-A8CA-492A-9C53-885E1D3145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-created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179937" y="4561006"/>
              <a:ext cx="1402932" cy="1560741"/>
            </a:xfrm>
            <a:prstGeom prst="rect">
              <a:avLst/>
            </a:prstGeom>
          </p:spPr>
        </p:pic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54B9E16-CD56-4094-8AB3-69239A0961C2}"/>
                </a:ext>
              </a:extLst>
            </p:cNvPr>
            <p:cNvSpPr txBox="1"/>
            <p:nvPr/>
          </p:nvSpPr>
          <p:spPr>
            <a:xfrm>
              <a:off x="4934551" y="4772150"/>
              <a:ext cx="5097666" cy="11384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dirty="0"/>
                <a:t>有什么想对作者说的吗</a:t>
              </a:r>
              <a:endParaRPr lang="en-US" altLang="zh-CN" dirty="0"/>
            </a:p>
            <a:p>
              <a:pPr>
                <a:lnSpc>
                  <a:spcPct val="130000"/>
                </a:lnSpc>
              </a:pPr>
              <a:r>
                <a:rPr lang="zh-CN" altLang="en-US" dirty="0"/>
                <a:t>对模板还有更好的建议或者使用方面的困惑吗</a:t>
              </a:r>
              <a:endParaRPr lang="en-US" altLang="zh-CN" dirty="0"/>
            </a:p>
            <a:p>
              <a:pPr>
                <a:lnSpc>
                  <a:spcPct val="130000"/>
                </a:lnSpc>
              </a:pPr>
              <a:r>
                <a:rPr lang="zh-CN" altLang="en-US" dirty="0"/>
                <a:t>欢迎加入模板公测</a:t>
              </a:r>
              <a:r>
                <a:rPr lang="en-US" altLang="zh-CN" dirty="0"/>
                <a:t>QQ</a:t>
              </a:r>
              <a:r>
                <a:rPr lang="zh-CN" altLang="en-US" dirty="0"/>
                <a:t>群</a:t>
              </a:r>
              <a:r>
                <a:rPr lang="en-US" altLang="zh-CN" dirty="0"/>
                <a:t>~(</a:t>
              </a:r>
              <a:r>
                <a:rPr lang="zh-CN" altLang="en-US" dirty="0"/>
                <a:t>群号：</a:t>
              </a:r>
              <a:r>
                <a:rPr lang="en-US" altLang="zh-CN" dirty="0"/>
                <a:t>521252309)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338922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张图片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6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5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7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图片占位符 13">
            <a:extLst>
              <a:ext uri="{FF2B5EF4-FFF2-40B4-BE49-F238E27FC236}">
                <a16:creationId xmlns:a16="http://schemas.microsoft.com/office/drawing/2014/main" id="{EF255A9C-133E-4C50-9FC6-625B392297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56140" y="1789140"/>
            <a:ext cx="3279720" cy="3279720"/>
          </a:xfrm>
          <a:custGeom>
            <a:avLst/>
            <a:gdLst>
              <a:gd name="connsiteX0" fmla="*/ 1849434 w 3698868"/>
              <a:gd name="connsiteY0" fmla="*/ 0 h 3698868"/>
              <a:gd name="connsiteX1" fmla="*/ 3698868 w 3698868"/>
              <a:gd name="connsiteY1" fmla="*/ 1849434 h 3698868"/>
              <a:gd name="connsiteX2" fmla="*/ 1849434 w 3698868"/>
              <a:gd name="connsiteY2" fmla="*/ 3698868 h 3698868"/>
              <a:gd name="connsiteX3" fmla="*/ 0 w 3698868"/>
              <a:gd name="connsiteY3" fmla="*/ 1849434 h 3698868"/>
              <a:gd name="connsiteX4" fmla="*/ 1849434 w 3698868"/>
              <a:gd name="connsiteY4" fmla="*/ 0 h 369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8868" h="3698868">
                <a:moveTo>
                  <a:pt x="1849434" y="0"/>
                </a:moveTo>
                <a:cubicBezTo>
                  <a:pt x="2870848" y="0"/>
                  <a:pt x="3698868" y="828020"/>
                  <a:pt x="3698868" y="1849434"/>
                </a:cubicBezTo>
                <a:cubicBezTo>
                  <a:pt x="3698868" y="2870848"/>
                  <a:pt x="2870848" y="3698868"/>
                  <a:pt x="1849434" y="3698868"/>
                </a:cubicBezTo>
                <a:cubicBezTo>
                  <a:pt x="828020" y="3698868"/>
                  <a:pt x="0" y="2870848"/>
                  <a:pt x="0" y="1849434"/>
                </a:cubicBezTo>
                <a:cubicBezTo>
                  <a:pt x="0" y="828020"/>
                  <a:pt x="828020" y="0"/>
                  <a:pt x="1849434" y="0"/>
                </a:cubicBezTo>
                <a:close/>
              </a:path>
            </a:pathLst>
          </a:custGeom>
          <a:ln w="19050">
            <a:solidFill>
              <a:schemeClr val="accent1"/>
            </a:solidFill>
          </a:ln>
          <a:effectLst>
            <a:glow rad="254000">
              <a:schemeClr val="tx1">
                <a:lumMod val="95000"/>
                <a:lumOff val="5000"/>
                <a:alpha val="15000"/>
              </a:schemeClr>
            </a:glo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742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人介绍母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6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5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7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8" name="图片占位符 17">
            <a:extLst>
              <a:ext uri="{FF2B5EF4-FFF2-40B4-BE49-F238E27FC236}">
                <a16:creationId xmlns:a16="http://schemas.microsoft.com/office/drawing/2014/main" id="{398111DA-1926-4FF8-A3B2-F9B59CEBC1E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18763" y="2034369"/>
            <a:ext cx="2294476" cy="2293731"/>
          </a:xfrm>
          <a:custGeom>
            <a:avLst/>
            <a:gdLst>
              <a:gd name="connsiteX0" fmla="*/ 1147238 w 2294476"/>
              <a:gd name="connsiteY0" fmla="*/ 0 h 2293731"/>
              <a:gd name="connsiteX1" fmla="*/ 2294476 w 2294476"/>
              <a:gd name="connsiteY1" fmla="*/ 0 h 2293731"/>
              <a:gd name="connsiteX2" fmla="*/ 2294476 w 2294476"/>
              <a:gd name="connsiteY2" fmla="*/ 1147238 h 2293731"/>
              <a:gd name="connsiteX3" fmla="*/ 1264537 w 2294476"/>
              <a:gd name="connsiteY3" fmla="*/ 2288553 h 2293731"/>
              <a:gd name="connsiteX4" fmla="*/ 1161991 w 2294476"/>
              <a:gd name="connsiteY4" fmla="*/ 2293731 h 2293731"/>
              <a:gd name="connsiteX5" fmla="*/ 1132485 w 2294476"/>
              <a:gd name="connsiteY5" fmla="*/ 2293731 h 2293731"/>
              <a:gd name="connsiteX6" fmla="*/ 1029940 w 2294476"/>
              <a:gd name="connsiteY6" fmla="*/ 2288553 h 2293731"/>
              <a:gd name="connsiteX7" fmla="*/ 0 w 2294476"/>
              <a:gd name="connsiteY7" fmla="*/ 1147238 h 2293731"/>
              <a:gd name="connsiteX8" fmla="*/ 1147238 w 2294476"/>
              <a:gd name="connsiteY8" fmla="*/ 0 h 2293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94476" h="2293731">
                <a:moveTo>
                  <a:pt x="1147238" y="0"/>
                </a:moveTo>
                <a:lnTo>
                  <a:pt x="2294476" y="0"/>
                </a:lnTo>
                <a:lnTo>
                  <a:pt x="2294476" y="1147238"/>
                </a:lnTo>
                <a:cubicBezTo>
                  <a:pt x="2294476" y="1741240"/>
                  <a:pt x="1843038" y="2229803"/>
                  <a:pt x="1264537" y="2288553"/>
                </a:cubicBezTo>
                <a:lnTo>
                  <a:pt x="1161991" y="2293731"/>
                </a:lnTo>
                <a:lnTo>
                  <a:pt x="1132485" y="2293731"/>
                </a:lnTo>
                <a:lnTo>
                  <a:pt x="1029940" y="2288553"/>
                </a:lnTo>
                <a:cubicBezTo>
                  <a:pt x="451438" y="2229803"/>
                  <a:pt x="0" y="1741240"/>
                  <a:pt x="0" y="1147238"/>
                </a:cubicBezTo>
                <a:cubicBezTo>
                  <a:pt x="0" y="513636"/>
                  <a:pt x="513636" y="0"/>
                  <a:pt x="1147238" y="0"/>
                </a:cubicBezTo>
                <a:close/>
              </a:path>
            </a:pathLst>
          </a:custGeom>
          <a:ln w="1905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>
              <a:defRPr lang="zh-CN" altLang="en-US"/>
            </a:lvl1pPr>
          </a:lstStyle>
          <a:p>
            <a:pPr lvl="0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图片占位符 18">
            <a:extLst>
              <a:ext uri="{FF2B5EF4-FFF2-40B4-BE49-F238E27FC236}">
                <a16:creationId xmlns:a16="http://schemas.microsoft.com/office/drawing/2014/main" id="{A8BC427A-7DBA-4310-B1A4-6F41A92699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44317" y="2009982"/>
            <a:ext cx="2294476" cy="2293731"/>
          </a:xfrm>
          <a:custGeom>
            <a:avLst/>
            <a:gdLst>
              <a:gd name="connsiteX0" fmla="*/ 1147238 w 2294476"/>
              <a:gd name="connsiteY0" fmla="*/ 0 h 2293731"/>
              <a:gd name="connsiteX1" fmla="*/ 2294476 w 2294476"/>
              <a:gd name="connsiteY1" fmla="*/ 0 h 2293731"/>
              <a:gd name="connsiteX2" fmla="*/ 2294476 w 2294476"/>
              <a:gd name="connsiteY2" fmla="*/ 1147238 h 2293731"/>
              <a:gd name="connsiteX3" fmla="*/ 1264537 w 2294476"/>
              <a:gd name="connsiteY3" fmla="*/ 2288553 h 2293731"/>
              <a:gd name="connsiteX4" fmla="*/ 1161991 w 2294476"/>
              <a:gd name="connsiteY4" fmla="*/ 2293731 h 2293731"/>
              <a:gd name="connsiteX5" fmla="*/ 1132485 w 2294476"/>
              <a:gd name="connsiteY5" fmla="*/ 2293731 h 2293731"/>
              <a:gd name="connsiteX6" fmla="*/ 1029940 w 2294476"/>
              <a:gd name="connsiteY6" fmla="*/ 2288553 h 2293731"/>
              <a:gd name="connsiteX7" fmla="*/ 0 w 2294476"/>
              <a:gd name="connsiteY7" fmla="*/ 1147238 h 2293731"/>
              <a:gd name="connsiteX8" fmla="*/ 1147238 w 2294476"/>
              <a:gd name="connsiteY8" fmla="*/ 0 h 2293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94476" h="2293731">
                <a:moveTo>
                  <a:pt x="1147238" y="0"/>
                </a:moveTo>
                <a:lnTo>
                  <a:pt x="2294476" y="0"/>
                </a:lnTo>
                <a:lnTo>
                  <a:pt x="2294476" y="1147238"/>
                </a:lnTo>
                <a:cubicBezTo>
                  <a:pt x="2294476" y="1741240"/>
                  <a:pt x="1843038" y="2229803"/>
                  <a:pt x="1264537" y="2288553"/>
                </a:cubicBezTo>
                <a:lnTo>
                  <a:pt x="1161991" y="2293731"/>
                </a:lnTo>
                <a:lnTo>
                  <a:pt x="1132485" y="2293731"/>
                </a:lnTo>
                <a:lnTo>
                  <a:pt x="1029940" y="2288553"/>
                </a:lnTo>
                <a:cubicBezTo>
                  <a:pt x="451438" y="2229803"/>
                  <a:pt x="0" y="1741240"/>
                  <a:pt x="0" y="1147238"/>
                </a:cubicBezTo>
                <a:cubicBezTo>
                  <a:pt x="0" y="513636"/>
                  <a:pt x="513636" y="0"/>
                  <a:pt x="1147238" y="0"/>
                </a:cubicBezTo>
                <a:close/>
              </a:path>
            </a:pathLst>
          </a:custGeom>
          <a:ln w="1905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rtlCol="0">
            <a:noAutofit/>
          </a:bodyPr>
          <a:lstStyle>
            <a:lvl1pPr>
              <a:defRPr lang="zh-CN" altLang="en-US"/>
            </a:lvl1pPr>
          </a:lstStyle>
          <a:p>
            <a:pPr lvl="0"/>
            <a:endParaRPr lang="zh-CN" altLang="en-US"/>
          </a:p>
        </p:txBody>
      </p:sp>
      <p:sp>
        <p:nvSpPr>
          <p:cNvPr id="17" name="图片占位符 16">
            <a:extLst>
              <a:ext uri="{FF2B5EF4-FFF2-40B4-BE49-F238E27FC236}">
                <a16:creationId xmlns:a16="http://schemas.microsoft.com/office/drawing/2014/main" id="{07C9B739-1C04-4ED7-A02A-171C6D5AA5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78761" y="2009983"/>
            <a:ext cx="2294476" cy="2293731"/>
          </a:xfrm>
          <a:custGeom>
            <a:avLst/>
            <a:gdLst>
              <a:gd name="connsiteX0" fmla="*/ 1147238 w 2294476"/>
              <a:gd name="connsiteY0" fmla="*/ 0 h 2293731"/>
              <a:gd name="connsiteX1" fmla="*/ 2294476 w 2294476"/>
              <a:gd name="connsiteY1" fmla="*/ 0 h 2293731"/>
              <a:gd name="connsiteX2" fmla="*/ 2294476 w 2294476"/>
              <a:gd name="connsiteY2" fmla="*/ 1147238 h 2293731"/>
              <a:gd name="connsiteX3" fmla="*/ 1264537 w 2294476"/>
              <a:gd name="connsiteY3" fmla="*/ 2288553 h 2293731"/>
              <a:gd name="connsiteX4" fmla="*/ 1161991 w 2294476"/>
              <a:gd name="connsiteY4" fmla="*/ 2293731 h 2293731"/>
              <a:gd name="connsiteX5" fmla="*/ 1132485 w 2294476"/>
              <a:gd name="connsiteY5" fmla="*/ 2293731 h 2293731"/>
              <a:gd name="connsiteX6" fmla="*/ 1029940 w 2294476"/>
              <a:gd name="connsiteY6" fmla="*/ 2288553 h 2293731"/>
              <a:gd name="connsiteX7" fmla="*/ 0 w 2294476"/>
              <a:gd name="connsiteY7" fmla="*/ 1147238 h 2293731"/>
              <a:gd name="connsiteX8" fmla="*/ 1147238 w 2294476"/>
              <a:gd name="connsiteY8" fmla="*/ 0 h 2293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94476" h="2293731">
                <a:moveTo>
                  <a:pt x="1147238" y="0"/>
                </a:moveTo>
                <a:lnTo>
                  <a:pt x="2294476" y="0"/>
                </a:lnTo>
                <a:lnTo>
                  <a:pt x="2294476" y="1147238"/>
                </a:lnTo>
                <a:cubicBezTo>
                  <a:pt x="2294476" y="1741240"/>
                  <a:pt x="1843038" y="2229803"/>
                  <a:pt x="1264537" y="2288553"/>
                </a:cubicBezTo>
                <a:lnTo>
                  <a:pt x="1161991" y="2293731"/>
                </a:lnTo>
                <a:lnTo>
                  <a:pt x="1132485" y="2293731"/>
                </a:lnTo>
                <a:lnTo>
                  <a:pt x="1029940" y="2288553"/>
                </a:lnTo>
                <a:cubicBezTo>
                  <a:pt x="451438" y="2229803"/>
                  <a:pt x="0" y="1741240"/>
                  <a:pt x="0" y="1147238"/>
                </a:cubicBezTo>
                <a:cubicBezTo>
                  <a:pt x="0" y="513636"/>
                  <a:pt x="513636" y="0"/>
                  <a:pt x="1147238" y="0"/>
                </a:cubicBezTo>
                <a:close/>
              </a:path>
            </a:pathLst>
          </a:custGeom>
          <a:ln w="1905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4897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项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D95C08E6-650F-4716-BD5F-E7309AFAB73E}"/>
              </a:ext>
            </a:extLst>
          </p:cNvPr>
          <p:cNvSpPr/>
          <p:nvPr userDrawn="1"/>
        </p:nvSpPr>
        <p:spPr>
          <a:xfrm>
            <a:off x="0" y="1130300"/>
            <a:ext cx="12192000" cy="537527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93000"/>
                </a:schemeClr>
              </a:gs>
              <a:gs pos="50000">
                <a:srgbClr val="F6FAFF">
                  <a:alpha val="93000"/>
                </a:srgb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970F3-899F-4B6A-8544-6BEE66DCD1E8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C070401-592E-44D7-984E-F9FA8BBF29EA}"/>
              </a:ext>
            </a:extLst>
          </p:cNvPr>
          <p:cNvSpPr/>
          <p:nvPr userDrawn="1"/>
        </p:nvSpPr>
        <p:spPr>
          <a:xfrm>
            <a:off x="0" y="0"/>
            <a:ext cx="12192000" cy="114046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FEF23FB8-F858-4EF4-9A4C-8B27C02D4567}"/>
              </a:ext>
            </a:extLst>
          </p:cNvPr>
          <p:cNvPicPr>
            <a:picLocks noChangeAspect="1"/>
          </p:cNvPicPr>
          <p:nvPr userDrawn="1"/>
        </p:nvPicPr>
        <p:blipFill>
          <a:blip r:embed="rId6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6F7494B1-89CC-4440-9787-AE3C0855C84D}"/>
              </a:ext>
            </a:extLst>
          </p:cNvPr>
          <p:cNvPicPr>
            <a:picLocks noChangeAspect="1"/>
          </p:cNvPicPr>
          <p:nvPr userDrawn="1"/>
        </p:nvPicPr>
        <p:blipFill>
          <a:blip r:embed="rId5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A5B702B5-21F7-4463-8119-20EDC12691B6}"/>
              </a:ext>
            </a:extLst>
          </p:cNvPr>
          <p:cNvPicPr>
            <a:picLocks noChangeAspect="1"/>
          </p:cNvPicPr>
          <p:nvPr userDrawn="1"/>
        </p:nvPicPr>
        <p:blipFill>
          <a:blip r:embed="rId7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401" y="611569"/>
            <a:ext cx="1747519" cy="417129"/>
          </a:xfrm>
          <a:prstGeom prst="rect">
            <a:avLst/>
          </a:prstGeom>
        </p:spPr>
      </p:pic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D5F2F7C-B6BB-4975-90FC-43129AC459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30441" y="715440"/>
            <a:ext cx="4188460" cy="287835"/>
          </a:xfrm>
        </p:spPr>
        <p:txBody>
          <a:bodyPr rIns="0" bIns="0" anchor="b" anchorCtr="0">
            <a:normAutofit/>
          </a:bodyPr>
          <a:lstStyle>
            <a:lvl1pPr marL="0" indent="0" algn="r">
              <a:buNone/>
              <a:defRPr sz="1600" b="0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这里可以输入你的课题题目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03695B-E410-470D-8026-AF5AED3AB0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20160" y="2029876"/>
            <a:ext cx="1107757" cy="909893"/>
          </a:xfrm>
        </p:spPr>
        <p:txBody>
          <a:bodyPr lIns="0">
            <a:noAutofit/>
          </a:bodyPr>
          <a:lstStyle>
            <a:lvl1pPr marL="0" indent="0" algn="l">
              <a:buNone/>
              <a:defRPr lang="zh-CN" altLang="en-US" sz="6000" kern="1200" dirty="0" smtClean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50" name="文本占位符 17">
            <a:extLst>
              <a:ext uri="{FF2B5EF4-FFF2-40B4-BE49-F238E27FC236}">
                <a16:creationId xmlns:a16="http://schemas.microsoft.com/office/drawing/2014/main" id="{D4628D5E-8657-47D2-BFF3-FE05E9B009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20160" y="2622561"/>
            <a:ext cx="2376000" cy="361081"/>
          </a:xfrm>
        </p:spPr>
        <p:txBody>
          <a:bodyPr lIns="0" tIns="0" anchor="t" anchorCtr="0">
            <a:noAutofit/>
          </a:bodyPr>
          <a:lstStyle>
            <a:lvl1pPr marL="0" indent="0" algn="l">
              <a:buNone/>
              <a:defRPr sz="3000" b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51" name="文本占位符 21">
            <a:extLst>
              <a:ext uri="{FF2B5EF4-FFF2-40B4-BE49-F238E27FC236}">
                <a16:creationId xmlns:a16="http://schemas.microsoft.com/office/drawing/2014/main" id="{1A445DC9-AF52-41B9-BE52-94FB776F1C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160" y="3114237"/>
            <a:ext cx="2376000" cy="269018"/>
          </a:xfrm>
        </p:spPr>
        <p:txBody>
          <a:bodyPr lIns="0" bIns="0" anchor="b" anchorCtr="0">
            <a:noAutofit/>
          </a:bodyPr>
          <a:lstStyle>
            <a:lvl1pPr marL="0" indent="0" algn="l">
              <a:buNone/>
              <a:defRPr sz="18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编辑文本样式</a:t>
            </a:r>
          </a:p>
        </p:txBody>
      </p:sp>
      <p:sp>
        <p:nvSpPr>
          <p:cNvPr id="58" name="文本占位符 2">
            <a:extLst>
              <a:ext uri="{FF2B5EF4-FFF2-40B4-BE49-F238E27FC236}">
                <a16:creationId xmlns:a16="http://schemas.microsoft.com/office/drawing/2014/main" id="{4ED10E10-4418-444F-9A7E-8579DA2180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71321" y="2029876"/>
            <a:ext cx="1107757" cy="909893"/>
          </a:xfrm>
        </p:spPr>
        <p:txBody>
          <a:bodyPr lIns="0">
            <a:noAutofit/>
          </a:bodyPr>
          <a:lstStyle>
            <a:lvl1pPr marL="0" indent="0" algn="l">
              <a:buNone/>
              <a:defRPr lang="zh-CN" altLang="en-US" sz="6000" kern="1200" dirty="0" smtClean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59" name="文本占位符 17">
            <a:extLst>
              <a:ext uri="{FF2B5EF4-FFF2-40B4-BE49-F238E27FC236}">
                <a16:creationId xmlns:a16="http://schemas.microsoft.com/office/drawing/2014/main" id="{58F421A8-1F52-44B7-99E0-82FCF910C08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71321" y="2622561"/>
            <a:ext cx="2376000" cy="361081"/>
          </a:xfrm>
        </p:spPr>
        <p:txBody>
          <a:bodyPr lIns="0" tIns="0" anchor="t" anchorCtr="0">
            <a:noAutofit/>
          </a:bodyPr>
          <a:lstStyle>
            <a:lvl1pPr marL="0" indent="0" algn="l">
              <a:buNone/>
              <a:defRPr lang="zh-CN" altLang="en-US" sz="3000" b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dirty="0"/>
              <a:t>编辑文本</a:t>
            </a:r>
          </a:p>
        </p:txBody>
      </p:sp>
      <p:sp>
        <p:nvSpPr>
          <p:cNvPr id="60" name="文本占位符 21">
            <a:extLst>
              <a:ext uri="{FF2B5EF4-FFF2-40B4-BE49-F238E27FC236}">
                <a16:creationId xmlns:a16="http://schemas.microsoft.com/office/drawing/2014/main" id="{BCC9515C-247E-45C4-B96C-92597CB8E28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71321" y="3114237"/>
            <a:ext cx="2376000" cy="269018"/>
          </a:xfrm>
        </p:spPr>
        <p:txBody>
          <a:bodyPr lIns="0" bIns="0" anchor="b" anchorCtr="0">
            <a:noAutofit/>
          </a:bodyPr>
          <a:lstStyle>
            <a:lvl1pPr marL="0" indent="0" algn="l">
              <a:buNone/>
              <a:defRPr sz="18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编辑文本样式</a:t>
            </a:r>
          </a:p>
        </p:txBody>
      </p:sp>
      <p:sp>
        <p:nvSpPr>
          <p:cNvPr id="61" name="文本占位符 2">
            <a:extLst>
              <a:ext uri="{FF2B5EF4-FFF2-40B4-BE49-F238E27FC236}">
                <a16:creationId xmlns:a16="http://schemas.microsoft.com/office/drawing/2014/main" id="{04822418-D9B5-41BF-9DB5-CE382E9084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20160" y="3914761"/>
            <a:ext cx="1107757" cy="909893"/>
          </a:xfrm>
        </p:spPr>
        <p:txBody>
          <a:bodyPr lIns="0">
            <a:noAutofit/>
          </a:bodyPr>
          <a:lstStyle>
            <a:lvl1pPr marL="0" indent="0" algn="l">
              <a:buNone/>
              <a:defRPr lang="zh-CN" altLang="en-US" sz="6000" kern="1200" dirty="0" smtClean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62" name="文本占位符 17">
            <a:extLst>
              <a:ext uri="{FF2B5EF4-FFF2-40B4-BE49-F238E27FC236}">
                <a16:creationId xmlns:a16="http://schemas.microsoft.com/office/drawing/2014/main" id="{AEC3E920-9158-40D5-877A-809183197A6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20160" y="4507446"/>
            <a:ext cx="2376000" cy="361081"/>
          </a:xfrm>
        </p:spPr>
        <p:txBody>
          <a:bodyPr lIns="0" tIns="0" anchor="t" anchorCtr="0">
            <a:noAutofit/>
          </a:bodyPr>
          <a:lstStyle>
            <a:lvl1pPr marL="0" indent="0" algn="l">
              <a:buNone/>
              <a:defRPr lang="zh-CN" altLang="en-US" sz="3000" b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63" name="文本占位符 21">
            <a:extLst>
              <a:ext uri="{FF2B5EF4-FFF2-40B4-BE49-F238E27FC236}">
                <a16:creationId xmlns:a16="http://schemas.microsoft.com/office/drawing/2014/main" id="{181E1569-E929-419A-92A2-DBDC8A36A0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20160" y="4999122"/>
            <a:ext cx="2376000" cy="269018"/>
          </a:xfrm>
        </p:spPr>
        <p:txBody>
          <a:bodyPr lIns="0" bIns="0" anchor="b" anchorCtr="0">
            <a:noAutofit/>
          </a:bodyPr>
          <a:lstStyle>
            <a:lvl1pPr marL="0" indent="0" algn="l">
              <a:buNone/>
              <a:defRPr sz="18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编辑文本样式</a:t>
            </a:r>
          </a:p>
        </p:txBody>
      </p:sp>
      <p:sp>
        <p:nvSpPr>
          <p:cNvPr id="64" name="文本占位符 2">
            <a:extLst>
              <a:ext uri="{FF2B5EF4-FFF2-40B4-BE49-F238E27FC236}">
                <a16:creationId xmlns:a16="http://schemas.microsoft.com/office/drawing/2014/main" id="{014596BE-DAA3-48D3-9E36-53BFFC90E3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71321" y="3914761"/>
            <a:ext cx="1107757" cy="909893"/>
          </a:xfrm>
        </p:spPr>
        <p:txBody>
          <a:bodyPr lIns="0">
            <a:noAutofit/>
          </a:bodyPr>
          <a:lstStyle>
            <a:lvl1pPr marL="0" indent="0" algn="l">
              <a:buNone/>
              <a:defRPr lang="zh-CN" altLang="en-US" sz="6000" kern="1200" dirty="0" smtClean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65" name="文本占位符 17">
            <a:extLst>
              <a:ext uri="{FF2B5EF4-FFF2-40B4-BE49-F238E27FC236}">
                <a16:creationId xmlns:a16="http://schemas.microsoft.com/office/drawing/2014/main" id="{6B0474F5-18F8-494E-A93A-7431814AD3C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71321" y="4507446"/>
            <a:ext cx="2376000" cy="361081"/>
          </a:xfrm>
        </p:spPr>
        <p:txBody>
          <a:bodyPr lIns="0" tIns="0" anchor="t" anchorCtr="0">
            <a:noAutofit/>
          </a:bodyPr>
          <a:lstStyle>
            <a:lvl1pPr marL="0" indent="0" algn="l">
              <a:buNone/>
              <a:defRPr lang="zh-CN" altLang="en-US" sz="3000" b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dirty="0"/>
              <a:t>编辑文本</a:t>
            </a:r>
          </a:p>
        </p:txBody>
      </p:sp>
      <p:sp>
        <p:nvSpPr>
          <p:cNvPr id="66" name="文本占位符 21">
            <a:extLst>
              <a:ext uri="{FF2B5EF4-FFF2-40B4-BE49-F238E27FC236}">
                <a16:creationId xmlns:a16="http://schemas.microsoft.com/office/drawing/2014/main" id="{CE0A22B7-EB8B-46D9-80C0-EC9F8FCA2E8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71321" y="4999122"/>
            <a:ext cx="2376000" cy="269018"/>
          </a:xfrm>
        </p:spPr>
        <p:txBody>
          <a:bodyPr lIns="0" bIns="0" anchor="b" anchorCtr="0">
            <a:noAutofit/>
          </a:bodyPr>
          <a:lstStyle>
            <a:lvl1pPr marL="0" indent="0" algn="l">
              <a:buNone/>
              <a:defRPr sz="18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编辑文本样式</a:t>
            </a:r>
          </a:p>
        </p:txBody>
      </p:sp>
    </p:spTree>
    <p:extLst>
      <p:ext uri="{BB962C8B-B14F-4D97-AF65-F5344CB8AC3E}">
        <p14:creationId xmlns:p14="http://schemas.microsoft.com/office/powerpoint/2010/main" val="19244023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7685559"/>
      </p:ext>
    </p:extLst>
  </p:cSld>
  <p:clrMapOvr>
    <a:masterClrMapping/>
  </p:clrMapOvr>
  <p:transition spd="slow">
    <p:push dir="u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6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5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7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947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6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5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7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02253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人介绍母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-317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6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5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7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6FB0873F-331B-4A62-A539-28BB838A68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68964" y="4932365"/>
            <a:ext cx="4348599" cy="341632"/>
          </a:xfrm>
        </p:spPr>
        <p:txBody>
          <a:bodyPr wrap="square">
            <a:spAutoFit/>
          </a:bodyPr>
          <a:lstStyle>
            <a:lvl1pPr marL="0" indent="0" algn="ctr">
              <a:buNone/>
              <a:defRPr lang="zh-CN" altLang="en-US" sz="1800" kern="1200" dirty="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algn="ct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“这里可以写一句话”</a:t>
            </a:r>
          </a:p>
        </p:txBody>
      </p:sp>
      <p:sp>
        <p:nvSpPr>
          <p:cNvPr id="25" name="文本占位符 24">
            <a:extLst>
              <a:ext uri="{FF2B5EF4-FFF2-40B4-BE49-F238E27FC236}">
                <a16:creationId xmlns:a16="http://schemas.microsoft.com/office/drawing/2014/main" id="{07CF5320-0426-447F-969B-92B73210EC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13765" y="2436142"/>
            <a:ext cx="1151586" cy="522087"/>
          </a:xfrm>
        </p:spPr>
        <p:txBody>
          <a:bodyPr lIns="0" rIns="0" bIns="0" anchor="b" anchorCtr="0">
            <a:noAutofit/>
          </a:bodyPr>
          <a:lstStyle>
            <a:lvl1pPr marL="0" indent="0" algn="ctr">
              <a:buNone/>
              <a:defRPr lang="zh-CN" altLang="en-US" sz="2800" b="1" kern="120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>
              <a:defRPr lang="zh-CN" altLang="en-US" sz="2800" b="1" kern="120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2pPr>
            <a:lvl3pPr>
              <a:defRPr lang="zh-CN" altLang="en-US" sz="2800" b="1" kern="120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3pPr>
            <a:lvl4pPr>
              <a:defRPr lang="zh-CN" altLang="en-US" sz="2800" b="1" kern="120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4pPr>
            <a:lvl5pPr>
              <a:defRPr lang="zh-CN" altLang="en-US" sz="2800" b="1" kern="120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5pPr>
          </a:lstStyle>
          <a:p>
            <a:pPr lvl="0"/>
            <a:r>
              <a:rPr lang="zh-CN" altLang="en-US" dirty="0"/>
              <a:t>姓名</a:t>
            </a:r>
          </a:p>
        </p:txBody>
      </p:sp>
      <p:sp>
        <p:nvSpPr>
          <p:cNvPr id="31" name="文本占位符 26">
            <a:extLst>
              <a:ext uri="{FF2B5EF4-FFF2-40B4-BE49-F238E27FC236}">
                <a16:creationId xmlns:a16="http://schemas.microsoft.com/office/drawing/2014/main" id="{BD6B96F8-978A-4D00-BBC4-09102F627A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84414" y="2599498"/>
            <a:ext cx="1324446" cy="342008"/>
          </a:xfrm>
        </p:spPr>
        <p:txBody>
          <a:bodyPr lIns="0" rIns="0" bIns="0" anchor="b" anchorCtr="0">
            <a:normAutofit/>
          </a:bodyPr>
          <a:lstStyle>
            <a:lvl1pPr marL="0" indent="0" algn="ctr">
              <a:buNone/>
              <a:defRPr lang="zh-CN" altLang="en-US" sz="1800" kern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 lang="zh-CN" altLang="en-US" sz="1800" kern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2pPr>
            <a:lvl3pPr>
              <a:defRPr lang="zh-CN" altLang="en-US" sz="1800" kern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3pPr>
            <a:lvl4pPr>
              <a:defRPr lang="zh-CN" altLang="en-US" sz="1800" kern="1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4pPr>
            <a:lvl5pPr>
              <a:defRPr lang="zh-CN" altLang="en-US" sz="1800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职称</a:t>
            </a:r>
            <a:r>
              <a:rPr lang="en-US" altLang="zh-CN" dirty="0"/>
              <a:t>&amp;</a:t>
            </a:r>
            <a:r>
              <a:rPr lang="zh-CN" altLang="en-US" dirty="0"/>
              <a:t>职位</a:t>
            </a:r>
          </a:p>
        </p:txBody>
      </p:sp>
      <p:sp>
        <p:nvSpPr>
          <p:cNvPr id="35" name="文本占位符 34">
            <a:extLst>
              <a:ext uri="{FF2B5EF4-FFF2-40B4-BE49-F238E27FC236}">
                <a16:creationId xmlns:a16="http://schemas.microsoft.com/office/drawing/2014/main" id="{4DB14F8F-DD93-4DC6-B435-5E4E79023D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2920" y="3225444"/>
            <a:ext cx="5660687" cy="1394934"/>
          </a:xfrm>
        </p:spPr>
        <p:txBody>
          <a:bodyPr wrap="square">
            <a:sp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请输入你的内容 请输入你的内容</a:t>
            </a:r>
            <a:endParaRPr lang="en-US" altLang="zh-CN" dirty="0"/>
          </a:p>
          <a:p>
            <a:pPr lvl="0"/>
            <a:r>
              <a:rPr lang="zh-CN" altLang="en-US" dirty="0"/>
              <a:t>请输入你的内容 请输入你的内容 </a:t>
            </a:r>
            <a:endParaRPr lang="en-US" altLang="zh-CN" dirty="0"/>
          </a:p>
          <a:p>
            <a:pPr lvl="0"/>
            <a:r>
              <a:rPr lang="zh-CN" altLang="en-US" dirty="0"/>
              <a:t>请输入你的内容 请输入你的内容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CE87E27E-CFD9-422E-BB0F-274492EAA431}"/>
              </a:ext>
            </a:extLst>
          </p:cNvPr>
          <p:cNvGrpSpPr/>
          <p:nvPr userDrawn="1"/>
        </p:nvGrpSpPr>
        <p:grpSpPr>
          <a:xfrm>
            <a:off x="2708535" y="1822324"/>
            <a:ext cx="7728532" cy="3693073"/>
            <a:chOff x="2665485" y="1700404"/>
            <a:chExt cx="7728532" cy="3693073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39E854E8-2AB5-48E5-954D-143685DD67C4}"/>
                </a:ext>
              </a:extLst>
            </p:cNvPr>
            <p:cNvSpPr/>
            <p:nvPr userDrawn="1"/>
          </p:nvSpPr>
          <p:spPr>
            <a:xfrm>
              <a:off x="2665485" y="1712747"/>
              <a:ext cx="7718645" cy="3680730"/>
            </a:xfrm>
            <a:prstGeom prst="rect">
              <a:avLst/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等腰三角形 4">
              <a:extLst>
                <a:ext uri="{FF2B5EF4-FFF2-40B4-BE49-F238E27FC236}">
                  <a16:creationId xmlns:a16="http://schemas.microsoft.com/office/drawing/2014/main" id="{C6EF7709-4F14-4AEA-AC3C-3B75D461C88B}"/>
                </a:ext>
              </a:extLst>
            </p:cNvPr>
            <p:cNvSpPr/>
            <p:nvPr userDrawn="1"/>
          </p:nvSpPr>
          <p:spPr>
            <a:xfrm rot="5400000" flipV="1">
              <a:off x="9518824" y="1700352"/>
              <a:ext cx="875141" cy="875245"/>
            </a:xfrm>
            <a:prstGeom prst="triangle">
              <a:avLst>
                <a:gd name="adj" fmla="val 0"/>
              </a:avLst>
            </a:prstGeom>
            <a:ln>
              <a:noFill/>
            </a:ln>
            <a:effectLst>
              <a:outerShdw blurRad="1270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图片占位符 16">
            <a:extLst>
              <a:ext uri="{FF2B5EF4-FFF2-40B4-BE49-F238E27FC236}">
                <a16:creationId xmlns:a16="http://schemas.microsoft.com/office/drawing/2014/main" id="{301BB9F6-FBCB-4C38-B72E-22FD3A16C7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318563" y="2109256"/>
            <a:ext cx="2364579" cy="3115317"/>
          </a:xfrm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19E17A5-51E7-435E-B570-A1492D3FB4DF}"/>
              </a:ext>
            </a:extLst>
          </p:cNvPr>
          <p:cNvCxnSpPr>
            <a:cxnSpLocks/>
          </p:cNvCxnSpPr>
          <p:nvPr userDrawn="1"/>
        </p:nvCxnSpPr>
        <p:spPr>
          <a:xfrm>
            <a:off x="6013765" y="3118681"/>
            <a:ext cx="249509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85259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7C4DB3B-6C84-4775-B214-EEA8CBAA6620}"/>
              </a:ext>
            </a:extLst>
          </p:cNvPr>
          <p:cNvSpPr/>
          <p:nvPr userDrawn="1"/>
        </p:nvSpPr>
        <p:spPr>
          <a:xfrm>
            <a:off x="0" y="1130300"/>
            <a:ext cx="12192000" cy="5365107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EB1EFD8-4239-4934-A32E-58F21ABC0A87}"/>
              </a:ext>
            </a:extLst>
          </p:cNvPr>
          <p:cNvSpPr/>
          <p:nvPr userDrawn="1"/>
        </p:nvSpPr>
        <p:spPr>
          <a:xfrm>
            <a:off x="0" y="0"/>
            <a:ext cx="12192000" cy="114046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5745006-E3F6-4664-8C8B-93DE4309AFA6}"/>
              </a:ext>
            </a:extLst>
          </p:cNvPr>
          <p:cNvSpPr txBox="1"/>
          <p:nvPr userDrawn="1"/>
        </p:nvSpPr>
        <p:spPr>
          <a:xfrm>
            <a:off x="539511" y="307331"/>
            <a:ext cx="32501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5400" b="1" dirty="0">
                <a:solidFill>
                  <a:schemeClr val="bg1">
                    <a:alpha val="31000"/>
                  </a:schemeClr>
                </a:solidFill>
                <a:latin typeface="+mj-lt"/>
              </a:rPr>
              <a:t>Contents</a:t>
            </a:r>
            <a:endParaRPr lang="zh-CN" altLang="en-US" sz="5400" b="1" dirty="0">
              <a:solidFill>
                <a:schemeClr val="bg1">
                  <a:alpha val="31000"/>
                </a:schemeClr>
              </a:solidFill>
              <a:latin typeface="+mj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6E114F3-4350-4C4C-B15F-458EE1DB0EC0}"/>
              </a:ext>
            </a:extLst>
          </p:cNvPr>
          <p:cNvSpPr txBox="1"/>
          <p:nvPr userDrawn="1"/>
        </p:nvSpPr>
        <p:spPr>
          <a:xfrm>
            <a:off x="501023" y="171621"/>
            <a:ext cx="15030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800" b="1" dirty="0">
                <a:solidFill>
                  <a:schemeClr val="bg1"/>
                </a:solidFill>
                <a:latin typeface="+mj-ea"/>
                <a:ea typeface="+mj-ea"/>
              </a:rPr>
              <a:t>目录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1EA85BF-DD8A-4E6A-9E5B-D9E11C8715BF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77E6410-D38F-4219-B483-6A69663EC7FF}"/>
              </a:ext>
            </a:extLst>
          </p:cNvPr>
          <p:cNvPicPr>
            <a:picLocks noChangeAspect="1"/>
          </p:cNvPicPr>
          <p:nvPr userDrawn="1"/>
        </p:nvPicPr>
        <p:blipFill>
          <a:blip r:embed="rId6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BF1AC4E-4A54-4824-AA49-FCDA3F0E720A}"/>
              </a:ext>
            </a:extLst>
          </p:cNvPr>
          <p:cNvPicPr>
            <a:picLocks noChangeAspect="1"/>
          </p:cNvPicPr>
          <p:nvPr userDrawn="1"/>
        </p:nvPicPr>
        <p:blipFill>
          <a:blip r:embed="rId5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C73C918A-C35C-4DBD-9097-07144D33CB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9759" y="2028114"/>
            <a:ext cx="3250169" cy="361081"/>
          </a:xfrm>
        </p:spPr>
        <p:txBody>
          <a:bodyPr lIns="0" tIns="0" anchor="t" anchorCtr="0">
            <a:noAutofit/>
          </a:bodyPr>
          <a:lstStyle>
            <a:lvl1pPr marL="0" indent="0">
              <a:buNone/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A55D9FF0-FD22-4D69-ABD4-5574F6DDD2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69759" y="2519790"/>
            <a:ext cx="3250169" cy="269018"/>
          </a:xfrm>
        </p:spPr>
        <p:txBody>
          <a:bodyPr lIns="0" bIns="0" anchor="b" anchorCtr="0">
            <a:noAutofit/>
          </a:bodyPr>
          <a:lstStyle>
            <a:lvl1pPr marL="0" indent="0" algn="l">
              <a:buNone/>
              <a:defRPr sz="18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30" name="文本占位符 17">
            <a:extLst>
              <a:ext uri="{FF2B5EF4-FFF2-40B4-BE49-F238E27FC236}">
                <a16:creationId xmlns:a16="http://schemas.microsoft.com/office/drawing/2014/main" id="{E3E7A2D5-E546-42EF-8B24-28D9B51F3D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52979" y="2028114"/>
            <a:ext cx="3250800" cy="361081"/>
          </a:xfrm>
        </p:spPr>
        <p:txBody>
          <a:bodyPr lIns="0" tIns="0" anchor="t" anchorCtr="0">
            <a:noAutofit/>
          </a:bodyPr>
          <a:lstStyle>
            <a:lvl1pPr marL="0" indent="0">
              <a:buNone/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31" name="文本占位符 21">
            <a:extLst>
              <a:ext uri="{FF2B5EF4-FFF2-40B4-BE49-F238E27FC236}">
                <a16:creationId xmlns:a16="http://schemas.microsoft.com/office/drawing/2014/main" id="{C820380A-48E4-4515-8865-B73589094A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52979" y="2519790"/>
            <a:ext cx="3250800" cy="269018"/>
          </a:xfrm>
        </p:spPr>
        <p:txBody>
          <a:bodyPr vert="horz" lIns="0" tIns="45720" rIns="91440" bIns="0" rtlCol="0" anchor="b" anchorCtr="0">
            <a:noAutofit/>
          </a:bodyPr>
          <a:lstStyle>
            <a:lvl1pPr marL="0" indent="0">
              <a:buNone/>
              <a:defRPr lang="zh-CN" altLang="en-US" sz="1800" baseline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600" lvl="0" indent="-228600"/>
            <a:r>
              <a:rPr lang="zh-CN" altLang="en-US" dirty="0"/>
              <a:t>编辑母版文本样式</a:t>
            </a:r>
          </a:p>
        </p:txBody>
      </p:sp>
      <p:sp>
        <p:nvSpPr>
          <p:cNvPr id="39" name="文本占位符 17">
            <a:extLst>
              <a:ext uri="{FF2B5EF4-FFF2-40B4-BE49-F238E27FC236}">
                <a16:creationId xmlns:a16="http://schemas.microsoft.com/office/drawing/2014/main" id="{92C8D714-DA0A-42AF-9AEB-408B59B3170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569759" y="3329661"/>
            <a:ext cx="3250169" cy="361081"/>
          </a:xfrm>
        </p:spPr>
        <p:txBody>
          <a:bodyPr lIns="0" tIns="0" anchor="t" anchorCtr="0">
            <a:noAutofit/>
          </a:bodyPr>
          <a:lstStyle>
            <a:lvl1pPr marL="0" indent="0">
              <a:buNone/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0" name="文本占位符 21">
            <a:extLst>
              <a:ext uri="{FF2B5EF4-FFF2-40B4-BE49-F238E27FC236}">
                <a16:creationId xmlns:a16="http://schemas.microsoft.com/office/drawing/2014/main" id="{9F1CD8A8-68D8-46EF-BE97-6AB7216C274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569759" y="3821337"/>
            <a:ext cx="3250169" cy="269018"/>
          </a:xfrm>
        </p:spPr>
        <p:txBody>
          <a:bodyPr vert="horz" lIns="0" tIns="45720" rIns="91440" bIns="0" rtlCol="0" anchor="b" anchorCtr="0">
            <a:noAutofit/>
          </a:bodyPr>
          <a:lstStyle>
            <a:lvl1pPr marL="0" indent="0">
              <a:buNone/>
              <a:defRPr lang="zh-CN" altLang="en-US" sz="1800" baseline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600" lvl="0" indent="-228600"/>
            <a:r>
              <a:rPr lang="zh-CN" altLang="en-US" dirty="0"/>
              <a:t>编辑母版文本样式</a:t>
            </a:r>
          </a:p>
        </p:txBody>
      </p:sp>
      <p:sp>
        <p:nvSpPr>
          <p:cNvPr id="42" name="文本占位符 17">
            <a:extLst>
              <a:ext uri="{FF2B5EF4-FFF2-40B4-BE49-F238E27FC236}">
                <a16:creationId xmlns:a16="http://schemas.microsoft.com/office/drawing/2014/main" id="{094A045B-464D-4DF7-B9BF-2F74E634F78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2979" y="3329661"/>
            <a:ext cx="3250800" cy="361081"/>
          </a:xfrm>
        </p:spPr>
        <p:txBody>
          <a:bodyPr lIns="0" tIns="0" anchor="t" anchorCtr="0">
            <a:noAutofit/>
          </a:bodyPr>
          <a:lstStyle>
            <a:lvl1pPr marL="0" indent="0">
              <a:buNone/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3" name="文本占位符 21">
            <a:extLst>
              <a:ext uri="{FF2B5EF4-FFF2-40B4-BE49-F238E27FC236}">
                <a16:creationId xmlns:a16="http://schemas.microsoft.com/office/drawing/2014/main" id="{24FC5B44-4BCE-461C-A227-4DDA77413BE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2979" y="3821337"/>
            <a:ext cx="3250800" cy="269018"/>
          </a:xfrm>
        </p:spPr>
        <p:txBody>
          <a:bodyPr vert="horz" lIns="0" tIns="45720" rIns="91440" bIns="0" rtlCol="0" anchor="b" anchorCtr="0">
            <a:noAutofit/>
          </a:bodyPr>
          <a:lstStyle>
            <a:lvl1pPr marL="0" indent="0">
              <a:buNone/>
              <a:defRPr lang="zh-CN" altLang="en-US" sz="1800" baseline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600" lvl="0" indent="-228600"/>
            <a:r>
              <a:rPr lang="zh-CN" altLang="en-US" dirty="0"/>
              <a:t>编辑母版文本样式</a:t>
            </a:r>
          </a:p>
        </p:txBody>
      </p:sp>
      <p:sp>
        <p:nvSpPr>
          <p:cNvPr id="45" name="文本占位符 17">
            <a:extLst>
              <a:ext uri="{FF2B5EF4-FFF2-40B4-BE49-F238E27FC236}">
                <a16:creationId xmlns:a16="http://schemas.microsoft.com/office/drawing/2014/main" id="{939450F7-90D7-4D39-9C67-81EF29B78A4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569759" y="4712488"/>
            <a:ext cx="3250169" cy="361081"/>
          </a:xfrm>
        </p:spPr>
        <p:txBody>
          <a:bodyPr lIns="0" tIns="0" anchor="t" anchorCtr="0">
            <a:noAutofit/>
          </a:bodyPr>
          <a:lstStyle>
            <a:lvl1pPr marL="0" indent="0">
              <a:buNone/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6" name="文本占位符 21">
            <a:extLst>
              <a:ext uri="{FF2B5EF4-FFF2-40B4-BE49-F238E27FC236}">
                <a16:creationId xmlns:a16="http://schemas.microsoft.com/office/drawing/2014/main" id="{489A4F79-960D-4E0E-92F5-44ADC3E7DC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569759" y="5204164"/>
            <a:ext cx="3250169" cy="269018"/>
          </a:xfrm>
        </p:spPr>
        <p:txBody>
          <a:bodyPr vert="horz" lIns="0" tIns="45720" rIns="91440" bIns="0" rtlCol="0" anchor="b" anchorCtr="0">
            <a:noAutofit/>
          </a:bodyPr>
          <a:lstStyle>
            <a:lvl1pPr marL="0" indent="0">
              <a:buNone/>
              <a:defRPr lang="zh-CN" altLang="en-US" sz="1800" baseline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600" lvl="0" indent="-228600"/>
            <a:r>
              <a:rPr lang="zh-CN" altLang="en-US" dirty="0"/>
              <a:t>编辑母版文本样式</a:t>
            </a:r>
          </a:p>
        </p:txBody>
      </p:sp>
      <p:sp>
        <p:nvSpPr>
          <p:cNvPr id="48" name="文本占位符 17">
            <a:extLst>
              <a:ext uri="{FF2B5EF4-FFF2-40B4-BE49-F238E27FC236}">
                <a16:creationId xmlns:a16="http://schemas.microsoft.com/office/drawing/2014/main" id="{BD1F4161-C7D8-4991-B3D1-821D38970E1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152979" y="4712488"/>
            <a:ext cx="3250800" cy="361081"/>
          </a:xfrm>
        </p:spPr>
        <p:txBody>
          <a:bodyPr lIns="0" tIns="0" anchor="t" anchorCtr="0">
            <a:noAutofit/>
          </a:bodyPr>
          <a:lstStyle>
            <a:lvl1pPr marL="0" indent="0">
              <a:buNone/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9" name="文本占位符 21">
            <a:extLst>
              <a:ext uri="{FF2B5EF4-FFF2-40B4-BE49-F238E27FC236}">
                <a16:creationId xmlns:a16="http://schemas.microsoft.com/office/drawing/2014/main" id="{9ACD3E2E-AFA4-4EA4-868F-8F17634D7D7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2979" y="5204164"/>
            <a:ext cx="3250800" cy="269018"/>
          </a:xfrm>
        </p:spPr>
        <p:txBody>
          <a:bodyPr vert="horz" lIns="0" tIns="45720" rIns="91440" bIns="0" rtlCol="0" anchor="b" anchorCtr="0">
            <a:noAutofit/>
          </a:bodyPr>
          <a:lstStyle>
            <a:lvl1pPr marL="0" indent="0">
              <a:buNone/>
              <a:defRPr lang="zh-CN" altLang="en-US" sz="1800" baseline="0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600" lvl="0" indent="-228600"/>
            <a:r>
              <a:rPr lang="zh-CN" altLang="en-US" dirty="0"/>
              <a:t>编辑母版文本样式</a:t>
            </a:r>
          </a:p>
        </p:txBody>
      </p:sp>
      <p:sp>
        <p:nvSpPr>
          <p:cNvPr id="52" name="文本占位符 51">
            <a:extLst>
              <a:ext uri="{FF2B5EF4-FFF2-40B4-BE49-F238E27FC236}">
                <a16:creationId xmlns:a16="http://schemas.microsoft.com/office/drawing/2014/main" id="{AB68936D-40B7-448F-A5B0-1FFCC95446A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08078" y="2023632"/>
            <a:ext cx="719242" cy="761929"/>
          </a:xfrm>
          <a:solidFill>
            <a:schemeClr val="accent1"/>
          </a:solidFill>
          <a:ln>
            <a:noFill/>
          </a:ln>
        </p:spPr>
        <p:txBody>
          <a:bodyPr lIns="0" tIns="0" rIns="0" bIns="0" anchor="ctr" anchorCtr="0">
            <a:normAutofit/>
          </a:bodyPr>
          <a:lstStyle>
            <a:lvl1pPr marL="0" indent="0" algn="ctr" defTabSz="914400" rtl="0" eaLnBrk="1" latinLnBrk="0" hangingPunct="1">
              <a:buNone/>
              <a:defRPr lang="zh-CN" altLang="en-US" sz="3600" b="0" kern="1200" baseline="0" dirty="0"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32" name="文本占位符 51">
            <a:extLst>
              <a:ext uri="{FF2B5EF4-FFF2-40B4-BE49-F238E27FC236}">
                <a16:creationId xmlns:a16="http://schemas.microsoft.com/office/drawing/2014/main" id="{6DA3D8CD-850A-4608-845A-4D41E939B7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83367" y="2023632"/>
            <a:ext cx="719242" cy="761929"/>
          </a:xfrm>
          <a:solidFill>
            <a:schemeClr val="accent1"/>
          </a:solidFill>
          <a:ln>
            <a:noFill/>
          </a:ln>
        </p:spPr>
        <p:txBody>
          <a:bodyPr lIns="0" tIns="0" rIns="0" bIns="0" anchor="ctr" anchorCtr="0">
            <a:normAutofit/>
          </a:bodyPr>
          <a:lstStyle>
            <a:lvl1pPr marL="0" indent="0" algn="ctr" defTabSz="914400" rtl="0" eaLnBrk="1" latinLnBrk="0" hangingPunct="1">
              <a:buNone/>
              <a:defRPr lang="zh-CN" altLang="en-US" sz="3600" b="0" kern="1200" baseline="0" dirty="0"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33" name="文本占位符 51">
            <a:extLst>
              <a:ext uri="{FF2B5EF4-FFF2-40B4-BE49-F238E27FC236}">
                <a16:creationId xmlns:a16="http://schemas.microsoft.com/office/drawing/2014/main" id="{3DB4F64D-2F10-480C-B470-4C070035DF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08078" y="3332186"/>
            <a:ext cx="719242" cy="761929"/>
          </a:xfrm>
          <a:solidFill>
            <a:schemeClr val="accent1"/>
          </a:solidFill>
          <a:ln>
            <a:noFill/>
          </a:ln>
        </p:spPr>
        <p:txBody>
          <a:bodyPr lIns="0" tIns="0" rIns="0" bIns="0" anchor="ctr" anchorCtr="0">
            <a:normAutofit/>
          </a:bodyPr>
          <a:lstStyle>
            <a:lvl1pPr marL="0" indent="0" algn="ctr" defTabSz="914400" rtl="0" eaLnBrk="1" latinLnBrk="0" hangingPunct="1">
              <a:buNone/>
              <a:defRPr lang="zh-CN" altLang="en-US" sz="3600" b="0" kern="1200" baseline="0" dirty="0"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34" name="文本占位符 51">
            <a:extLst>
              <a:ext uri="{FF2B5EF4-FFF2-40B4-BE49-F238E27FC236}">
                <a16:creationId xmlns:a16="http://schemas.microsoft.com/office/drawing/2014/main" id="{60AB3A18-7A2F-4FD4-ABB3-1CDE67DF88E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83367" y="3328426"/>
            <a:ext cx="719242" cy="761929"/>
          </a:xfrm>
          <a:solidFill>
            <a:schemeClr val="accent1"/>
          </a:solidFill>
          <a:ln>
            <a:noFill/>
          </a:ln>
        </p:spPr>
        <p:txBody>
          <a:bodyPr lIns="0" tIns="0" rIns="0" bIns="0" anchor="ctr" anchorCtr="0">
            <a:normAutofit/>
          </a:bodyPr>
          <a:lstStyle>
            <a:lvl1pPr marL="0" indent="0" algn="ctr" defTabSz="914400" rtl="0" eaLnBrk="1" latinLnBrk="0" hangingPunct="1">
              <a:buNone/>
              <a:defRPr lang="zh-CN" altLang="en-US" sz="3600" b="0" kern="1200" baseline="0" dirty="0"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35" name="文本占位符 51">
            <a:extLst>
              <a:ext uri="{FF2B5EF4-FFF2-40B4-BE49-F238E27FC236}">
                <a16:creationId xmlns:a16="http://schemas.microsoft.com/office/drawing/2014/main" id="{4668EF71-B816-4732-A6FB-9AAEFAF3E5C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08078" y="4711253"/>
            <a:ext cx="719242" cy="761929"/>
          </a:xfrm>
          <a:solidFill>
            <a:schemeClr val="accent1"/>
          </a:solidFill>
          <a:ln>
            <a:noFill/>
          </a:ln>
        </p:spPr>
        <p:txBody>
          <a:bodyPr lIns="0" tIns="0" rIns="0" bIns="0" anchor="ctr" anchorCtr="0">
            <a:normAutofit/>
          </a:bodyPr>
          <a:lstStyle>
            <a:lvl1pPr marL="0" indent="0" algn="ctr" defTabSz="914400" rtl="0" eaLnBrk="1" latinLnBrk="0" hangingPunct="1">
              <a:buNone/>
              <a:defRPr lang="zh-CN" altLang="en-US" sz="3600" b="0" kern="1200" baseline="0" dirty="0"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36" name="文本占位符 51">
            <a:extLst>
              <a:ext uri="{FF2B5EF4-FFF2-40B4-BE49-F238E27FC236}">
                <a16:creationId xmlns:a16="http://schemas.microsoft.com/office/drawing/2014/main" id="{20285630-4C32-48BA-BF4B-B2730023A00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83367" y="4711253"/>
            <a:ext cx="719242" cy="761929"/>
          </a:xfrm>
          <a:solidFill>
            <a:schemeClr val="accent1"/>
          </a:solidFill>
          <a:ln>
            <a:noFill/>
          </a:ln>
        </p:spPr>
        <p:txBody>
          <a:bodyPr lIns="0" tIns="0" rIns="0" bIns="0" anchor="ctr" anchorCtr="0">
            <a:normAutofit/>
          </a:bodyPr>
          <a:lstStyle>
            <a:lvl1pPr marL="0" indent="0" algn="ctr" defTabSz="914400" rtl="0" eaLnBrk="1" latinLnBrk="0" hangingPunct="1">
              <a:buNone/>
              <a:defRPr lang="zh-CN" altLang="en-US" sz="3600" b="0" kern="1200" baseline="0" dirty="0"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DC204C41-1572-4884-9F8F-D226B9450054}"/>
              </a:ext>
            </a:extLst>
          </p:cNvPr>
          <p:cNvPicPr>
            <a:picLocks noChangeAspect="1"/>
          </p:cNvPicPr>
          <p:nvPr userDrawn="1"/>
        </p:nvPicPr>
        <p:blipFill>
          <a:blip r:embed="rId7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51847" y="550504"/>
            <a:ext cx="1967053" cy="46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8621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引言母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6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5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7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图片占位符 5">
            <a:extLst>
              <a:ext uri="{FF2B5EF4-FFF2-40B4-BE49-F238E27FC236}">
                <a16:creationId xmlns:a16="http://schemas.microsoft.com/office/drawing/2014/main" id="{85A5A06A-E5B4-47C4-A65B-E416659003A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499073" y="1825844"/>
            <a:ext cx="2751289" cy="3553289"/>
          </a:xfrm>
          <a:ln w="19050">
            <a:noFill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F0A50C9A-40BD-43B3-AA6B-25B789C372AE}"/>
              </a:ext>
            </a:extLst>
          </p:cNvPr>
          <p:cNvSpPr/>
          <p:nvPr userDrawn="1"/>
        </p:nvSpPr>
        <p:spPr>
          <a:xfrm>
            <a:off x="1673503" y="5512260"/>
            <a:ext cx="2402429" cy="318692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95000"/>
                  <a:lumOff val="5000"/>
                  <a:alpha val="0"/>
                </a:schemeClr>
              </a:gs>
              <a:gs pos="0">
                <a:schemeClr val="tx1">
                  <a:lumMod val="95000"/>
                  <a:lumOff val="5000"/>
                  <a:alpha val="5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10218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视频母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6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5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7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>
            <a:extLst>
              <a:ext uri="{FF2B5EF4-FFF2-40B4-BE49-F238E27FC236}">
                <a16:creationId xmlns:a16="http://schemas.microsoft.com/office/drawing/2014/main" id="{56F145ED-F2E4-4AA7-A4D3-D53C16269E0A}"/>
              </a:ext>
            </a:extLst>
          </p:cNvPr>
          <p:cNvGrpSpPr/>
          <p:nvPr userDrawn="1"/>
        </p:nvGrpSpPr>
        <p:grpSpPr>
          <a:xfrm>
            <a:off x="670560" y="1959198"/>
            <a:ext cx="6136670" cy="3434133"/>
            <a:chOff x="2891583" y="1950543"/>
            <a:chExt cx="5965680" cy="3434133"/>
          </a:xfrm>
        </p:grpSpPr>
        <p:sp>
          <p:nvSpPr>
            <p:cNvPr id="14" name="Freeform 45">
              <a:extLst>
                <a:ext uri="{FF2B5EF4-FFF2-40B4-BE49-F238E27FC236}">
                  <a16:creationId xmlns:a16="http://schemas.microsoft.com/office/drawing/2014/main" id="{221EB8A2-4E91-4E4F-A387-46AB7ACD1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1583" y="5252070"/>
              <a:ext cx="3004934" cy="132606"/>
            </a:xfrm>
            <a:custGeom>
              <a:avLst/>
              <a:gdLst>
                <a:gd name="T0" fmla="*/ 0 w 885"/>
                <a:gd name="T1" fmla="*/ 16 h 39"/>
                <a:gd name="T2" fmla="*/ 78 w 885"/>
                <a:gd name="T3" fmla="*/ 39 h 39"/>
                <a:gd name="T4" fmla="*/ 885 w 885"/>
                <a:gd name="T5" fmla="*/ 39 h 39"/>
                <a:gd name="T6" fmla="*/ 885 w 885"/>
                <a:gd name="T7" fmla="*/ 0 h 39"/>
                <a:gd name="T8" fmla="*/ 0 w 885"/>
                <a:gd name="T9" fmla="*/ 0 h 39"/>
                <a:gd name="T10" fmla="*/ 0 w 885"/>
                <a:gd name="T11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5" h="39">
                  <a:moveTo>
                    <a:pt x="0" y="16"/>
                  </a:moveTo>
                  <a:cubicBezTo>
                    <a:pt x="0" y="23"/>
                    <a:pt x="30" y="39"/>
                    <a:pt x="78" y="39"/>
                  </a:cubicBezTo>
                  <a:cubicBezTo>
                    <a:pt x="126" y="39"/>
                    <a:pt x="885" y="39"/>
                    <a:pt x="885" y="39"/>
                  </a:cubicBezTo>
                  <a:cubicBezTo>
                    <a:pt x="885" y="0"/>
                    <a:pt x="885" y="0"/>
                    <a:pt x="885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6"/>
                  </a:lnTo>
                  <a:close/>
                </a:path>
              </a:pathLst>
            </a:custGeom>
            <a:solidFill>
              <a:srgbClr val="2E2E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15" name="Freeform 46">
              <a:extLst>
                <a:ext uri="{FF2B5EF4-FFF2-40B4-BE49-F238E27FC236}">
                  <a16:creationId xmlns:a16="http://schemas.microsoft.com/office/drawing/2014/main" id="{1ACA4D26-9BB4-46B9-915C-702783F63E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2327" y="5252070"/>
              <a:ext cx="3004934" cy="132606"/>
            </a:xfrm>
            <a:custGeom>
              <a:avLst/>
              <a:gdLst>
                <a:gd name="T0" fmla="*/ 884 w 884"/>
                <a:gd name="T1" fmla="*/ 16 h 39"/>
                <a:gd name="T2" fmla="*/ 806 w 884"/>
                <a:gd name="T3" fmla="*/ 39 h 39"/>
                <a:gd name="T4" fmla="*/ 0 w 884"/>
                <a:gd name="T5" fmla="*/ 39 h 39"/>
                <a:gd name="T6" fmla="*/ 0 w 884"/>
                <a:gd name="T7" fmla="*/ 0 h 39"/>
                <a:gd name="T8" fmla="*/ 884 w 884"/>
                <a:gd name="T9" fmla="*/ 0 h 39"/>
                <a:gd name="T10" fmla="*/ 884 w 884"/>
                <a:gd name="T11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4" h="39">
                  <a:moveTo>
                    <a:pt x="884" y="16"/>
                  </a:moveTo>
                  <a:cubicBezTo>
                    <a:pt x="884" y="23"/>
                    <a:pt x="854" y="39"/>
                    <a:pt x="806" y="39"/>
                  </a:cubicBezTo>
                  <a:cubicBezTo>
                    <a:pt x="758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84" y="0"/>
                    <a:pt x="884" y="0"/>
                    <a:pt x="884" y="0"/>
                  </a:cubicBezTo>
                  <a:lnTo>
                    <a:pt x="884" y="16"/>
                  </a:lnTo>
                  <a:close/>
                </a:path>
              </a:pathLst>
            </a:custGeom>
            <a:solidFill>
              <a:srgbClr val="2E2E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17" name="Freeform 47">
              <a:extLst>
                <a:ext uri="{FF2B5EF4-FFF2-40B4-BE49-F238E27FC236}">
                  <a16:creationId xmlns:a16="http://schemas.microsoft.com/office/drawing/2014/main" id="{A4B8622A-3DE8-4531-B546-514E71E2D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9652" y="1950543"/>
              <a:ext cx="4833729" cy="3311728"/>
            </a:xfrm>
            <a:custGeom>
              <a:avLst/>
              <a:gdLst>
                <a:gd name="T0" fmla="*/ 1378 w 1423"/>
                <a:gd name="T1" fmla="*/ 0 h 974"/>
                <a:gd name="T2" fmla="*/ 45 w 1423"/>
                <a:gd name="T3" fmla="*/ 0 h 974"/>
                <a:gd name="T4" fmla="*/ 0 w 1423"/>
                <a:gd name="T5" fmla="*/ 45 h 974"/>
                <a:gd name="T6" fmla="*/ 0 w 1423"/>
                <a:gd name="T7" fmla="*/ 218 h 974"/>
                <a:gd name="T8" fmla="*/ 0 w 1423"/>
                <a:gd name="T9" fmla="*/ 929 h 974"/>
                <a:gd name="T10" fmla="*/ 45 w 1423"/>
                <a:gd name="T11" fmla="*/ 974 h 974"/>
                <a:gd name="T12" fmla="*/ 1378 w 1423"/>
                <a:gd name="T13" fmla="*/ 974 h 974"/>
                <a:gd name="T14" fmla="*/ 1423 w 1423"/>
                <a:gd name="T15" fmla="*/ 929 h 974"/>
                <a:gd name="T16" fmla="*/ 1423 w 1423"/>
                <a:gd name="T17" fmla="*/ 45 h 974"/>
                <a:gd name="T18" fmla="*/ 1378 w 1423"/>
                <a:gd name="T19" fmla="*/ 0 h 9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23" h="974">
                  <a:moveTo>
                    <a:pt x="1378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20" y="0"/>
                    <a:pt x="0" y="20"/>
                    <a:pt x="0" y="45"/>
                  </a:cubicBezTo>
                  <a:cubicBezTo>
                    <a:pt x="0" y="218"/>
                    <a:pt x="0" y="218"/>
                    <a:pt x="0" y="218"/>
                  </a:cubicBezTo>
                  <a:cubicBezTo>
                    <a:pt x="0" y="929"/>
                    <a:pt x="0" y="929"/>
                    <a:pt x="0" y="929"/>
                  </a:cubicBezTo>
                  <a:cubicBezTo>
                    <a:pt x="0" y="954"/>
                    <a:pt x="20" y="974"/>
                    <a:pt x="45" y="974"/>
                  </a:cubicBezTo>
                  <a:cubicBezTo>
                    <a:pt x="1378" y="974"/>
                    <a:pt x="1378" y="974"/>
                    <a:pt x="1378" y="974"/>
                  </a:cubicBezTo>
                  <a:cubicBezTo>
                    <a:pt x="1403" y="974"/>
                    <a:pt x="1423" y="954"/>
                    <a:pt x="1423" y="929"/>
                  </a:cubicBezTo>
                  <a:cubicBezTo>
                    <a:pt x="1423" y="45"/>
                    <a:pt x="1423" y="45"/>
                    <a:pt x="1423" y="45"/>
                  </a:cubicBezTo>
                  <a:cubicBezTo>
                    <a:pt x="1423" y="20"/>
                    <a:pt x="1403" y="0"/>
                    <a:pt x="1378" y="0"/>
                  </a:cubicBezTo>
                  <a:close/>
                </a:path>
              </a:pathLst>
            </a:custGeom>
            <a:solidFill>
              <a:srgbClr val="D2D3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18" name="Freeform 48">
              <a:extLst>
                <a:ext uri="{FF2B5EF4-FFF2-40B4-BE49-F238E27FC236}">
                  <a16:creationId xmlns:a16="http://schemas.microsoft.com/office/drawing/2014/main" id="{93D0A57E-1120-46BB-ABE4-724F388C76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6649" y="1967543"/>
              <a:ext cx="4803138" cy="3277727"/>
            </a:xfrm>
            <a:custGeom>
              <a:avLst/>
              <a:gdLst>
                <a:gd name="T0" fmla="*/ 40 w 1414"/>
                <a:gd name="T1" fmla="*/ 964 h 964"/>
                <a:gd name="T2" fmla="*/ 0 w 1414"/>
                <a:gd name="T3" fmla="*/ 924 h 964"/>
                <a:gd name="T4" fmla="*/ 0 w 1414"/>
                <a:gd name="T5" fmla="*/ 40 h 964"/>
                <a:gd name="T6" fmla="*/ 40 w 1414"/>
                <a:gd name="T7" fmla="*/ 0 h 964"/>
                <a:gd name="T8" fmla="*/ 1373 w 1414"/>
                <a:gd name="T9" fmla="*/ 0 h 964"/>
                <a:gd name="T10" fmla="*/ 1414 w 1414"/>
                <a:gd name="T11" fmla="*/ 40 h 964"/>
                <a:gd name="T12" fmla="*/ 1414 w 1414"/>
                <a:gd name="T13" fmla="*/ 924 h 964"/>
                <a:gd name="T14" fmla="*/ 1373 w 1414"/>
                <a:gd name="T15" fmla="*/ 964 h 964"/>
                <a:gd name="T16" fmla="*/ 40 w 1414"/>
                <a:gd name="T17" fmla="*/ 964 h 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14" h="964">
                  <a:moveTo>
                    <a:pt x="40" y="964"/>
                  </a:moveTo>
                  <a:cubicBezTo>
                    <a:pt x="18" y="964"/>
                    <a:pt x="0" y="946"/>
                    <a:pt x="0" y="924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1373" y="0"/>
                    <a:pt x="1373" y="0"/>
                    <a:pt x="1373" y="0"/>
                  </a:cubicBezTo>
                  <a:cubicBezTo>
                    <a:pt x="1396" y="0"/>
                    <a:pt x="1414" y="18"/>
                    <a:pt x="1414" y="40"/>
                  </a:cubicBezTo>
                  <a:cubicBezTo>
                    <a:pt x="1414" y="924"/>
                    <a:pt x="1414" y="924"/>
                    <a:pt x="1414" y="924"/>
                  </a:cubicBezTo>
                  <a:cubicBezTo>
                    <a:pt x="1414" y="946"/>
                    <a:pt x="1396" y="964"/>
                    <a:pt x="1373" y="964"/>
                  </a:cubicBezTo>
                  <a:lnTo>
                    <a:pt x="40" y="964"/>
                  </a:lnTo>
                  <a:close/>
                </a:path>
              </a:pathLst>
            </a:custGeom>
            <a:solidFill>
              <a:srgbClr val="2E2E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19" name="Rectangle 50">
              <a:extLst>
                <a:ext uri="{FF2B5EF4-FFF2-40B4-BE49-F238E27FC236}">
                  <a16:creationId xmlns:a16="http://schemas.microsoft.com/office/drawing/2014/main" id="{2D04603D-E9F6-4705-8F37-93266BAC27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1583" y="5197667"/>
              <a:ext cx="5965680" cy="108804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20" name="Freeform 51">
              <a:extLst>
                <a:ext uri="{FF2B5EF4-FFF2-40B4-BE49-F238E27FC236}">
                  <a16:creationId xmlns:a16="http://schemas.microsoft.com/office/drawing/2014/main" id="{54A6738D-D833-42A9-A2F9-DCEE5CD00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4416" y="5197667"/>
              <a:ext cx="856610" cy="61202"/>
            </a:xfrm>
            <a:custGeom>
              <a:avLst/>
              <a:gdLst>
                <a:gd name="T0" fmla="*/ 0 w 252"/>
                <a:gd name="T1" fmla="*/ 0 h 18"/>
                <a:gd name="T2" fmla="*/ 22 w 252"/>
                <a:gd name="T3" fmla="*/ 18 h 18"/>
                <a:gd name="T4" fmla="*/ 230 w 252"/>
                <a:gd name="T5" fmla="*/ 18 h 18"/>
                <a:gd name="T6" fmla="*/ 252 w 252"/>
                <a:gd name="T7" fmla="*/ 0 h 18"/>
                <a:gd name="T8" fmla="*/ 0 w 252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2" h="18">
                  <a:moveTo>
                    <a:pt x="0" y="0"/>
                  </a:moveTo>
                  <a:cubicBezTo>
                    <a:pt x="2" y="10"/>
                    <a:pt x="11" y="18"/>
                    <a:pt x="22" y="18"/>
                  </a:cubicBezTo>
                  <a:cubicBezTo>
                    <a:pt x="230" y="18"/>
                    <a:pt x="230" y="18"/>
                    <a:pt x="230" y="18"/>
                  </a:cubicBezTo>
                  <a:cubicBezTo>
                    <a:pt x="241" y="18"/>
                    <a:pt x="250" y="10"/>
                    <a:pt x="25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3B4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22" name="Oval 54">
              <a:extLst>
                <a:ext uri="{FF2B5EF4-FFF2-40B4-BE49-F238E27FC236}">
                  <a16:creationId xmlns:a16="http://schemas.microsoft.com/office/drawing/2014/main" id="{A52C5F2B-3C52-4FB4-AB57-0D540D3334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9324" y="2055946"/>
              <a:ext cx="50989" cy="51003"/>
            </a:xfrm>
            <a:prstGeom prst="ellipse">
              <a:avLst/>
            </a:prstGeom>
            <a:solidFill>
              <a:srgbClr val="2C2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23" name="Oval 55">
              <a:extLst>
                <a:ext uri="{FF2B5EF4-FFF2-40B4-BE49-F238E27FC236}">
                  <a16:creationId xmlns:a16="http://schemas.microsoft.com/office/drawing/2014/main" id="{D795516F-1E01-4018-9B71-B5741DC2E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9324" y="2052547"/>
              <a:ext cx="50989" cy="47602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24" name="Oval 56">
              <a:extLst>
                <a:ext uri="{FF2B5EF4-FFF2-40B4-BE49-F238E27FC236}">
                  <a16:creationId xmlns:a16="http://schemas.microsoft.com/office/drawing/2014/main" id="{28CADEAE-2D10-4A72-AAA3-F94B33359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9520" y="2059347"/>
              <a:ext cx="30595" cy="3400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25" name="Oval 57">
              <a:extLst>
                <a:ext uri="{FF2B5EF4-FFF2-40B4-BE49-F238E27FC236}">
                  <a16:creationId xmlns:a16="http://schemas.microsoft.com/office/drawing/2014/main" id="{343F6F32-0741-42E6-9CA7-B6C8894002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86318" y="2069547"/>
              <a:ext cx="16998" cy="17002"/>
            </a:xfrm>
            <a:prstGeom prst="ellipse">
              <a:avLst/>
            </a:prstGeom>
            <a:solidFill>
              <a:srgbClr val="2C9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  <p:sp>
          <p:nvSpPr>
            <p:cNvPr id="26" name="Freeform 58">
              <a:extLst>
                <a:ext uri="{FF2B5EF4-FFF2-40B4-BE49-F238E27FC236}">
                  <a16:creationId xmlns:a16="http://schemas.microsoft.com/office/drawing/2014/main" id="{8BFE0A9B-A41F-4A60-85B6-DE6990F01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3117" y="2072948"/>
              <a:ext cx="3400" cy="6801"/>
            </a:xfrm>
            <a:custGeom>
              <a:avLst/>
              <a:gdLst>
                <a:gd name="T0" fmla="*/ 1 w 1"/>
                <a:gd name="T1" fmla="*/ 1 h 2"/>
                <a:gd name="T2" fmla="*/ 1 w 1"/>
                <a:gd name="T3" fmla="*/ 2 h 2"/>
                <a:gd name="T4" fmla="*/ 0 w 1"/>
                <a:gd name="T5" fmla="*/ 1 h 2"/>
                <a:gd name="T6" fmla="*/ 1 w 1"/>
                <a:gd name="T7" fmla="*/ 0 h 2"/>
                <a:gd name="T8" fmla="*/ 1 w 1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1"/>
                  </a:moveTo>
                  <a:lnTo>
                    <a:pt x="1" y="2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0" i="0" u="none" strike="noStrike" kern="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Roboto Light"/>
              </a:endParaRPr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B0920997-CFBD-46E3-B932-CAA3E1B89BB2}"/>
              </a:ext>
            </a:extLst>
          </p:cNvPr>
          <p:cNvSpPr>
            <a:spLocks noChangeAspect="1"/>
          </p:cNvSpPr>
          <p:nvPr userDrawn="1"/>
        </p:nvSpPr>
        <p:spPr>
          <a:xfrm>
            <a:off x="1469639" y="2349701"/>
            <a:ext cx="4592069" cy="2583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3E804BD-F1B6-49E5-ABA6-3976E2780915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1468873" y="2345176"/>
            <a:ext cx="4593600" cy="2592088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0713953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C0EB142D-9574-4384-A5E6-34C00A42B34F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custGeom>
            <a:avLst/>
            <a:gdLst>
              <a:gd name="connsiteX0" fmla="*/ 373694 w 12192000"/>
              <a:gd name="connsiteY0" fmla="*/ 254634 h 6857999"/>
              <a:gd name="connsiteX1" fmla="*/ 289383 w 12192000"/>
              <a:gd name="connsiteY1" fmla="*/ 338945 h 6857999"/>
              <a:gd name="connsiteX2" fmla="*/ 289383 w 12192000"/>
              <a:gd name="connsiteY2" fmla="*/ 6519056 h 6857999"/>
              <a:gd name="connsiteX3" fmla="*/ 373694 w 12192000"/>
              <a:gd name="connsiteY3" fmla="*/ 6603367 h 6857999"/>
              <a:gd name="connsiteX4" fmla="*/ 11818307 w 12192000"/>
              <a:gd name="connsiteY4" fmla="*/ 6603367 h 6857999"/>
              <a:gd name="connsiteX5" fmla="*/ 11902618 w 12192000"/>
              <a:gd name="connsiteY5" fmla="*/ 6519056 h 6857999"/>
              <a:gd name="connsiteX6" fmla="*/ 11902618 w 12192000"/>
              <a:gd name="connsiteY6" fmla="*/ 338945 h 6857999"/>
              <a:gd name="connsiteX7" fmla="*/ 11818307 w 12192000"/>
              <a:gd name="connsiteY7" fmla="*/ 254634 h 6857999"/>
              <a:gd name="connsiteX8" fmla="*/ 0 w 12192000"/>
              <a:gd name="connsiteY8" fmla="*/ 0 h 6857999"/>
              <a:gd name="connsiteX9" fmla="*/ 12192000 w 12192000"/>
              <a:gd name="connsiteY9" fmla="*/ 0 h 6857999"/>
              <a:gd name="connsiteX10" fmla="*/ 12192000 w 12192000"/>
              <a:gd name="connsiteY10" fmla="*/ 6857999 h 6857999"/>
              <a:gd name="connsiteX11" fmla="*/ 0 w 12192000"/>
              <a:gd name="connsiteY11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7999">
                <a:moveTo>
                  <a:pt x="373694" y="254634"/>
                </a:moveTo>
                <a:cubicBezTo>
                  <a:pt x="327130" y="254634"/>
                  <a:pt x="289383" y="292381"/>
                  <a:pt x="289383" y="338945"/>
                </a:cubicBezTo>
                <a:lnTo>
                  <a:pt x="289383" y="6519056"/>
                </a:lnTo>
                <a:cubicBezTo>
                  <a:pt x="289383" y="6565620"/>
                  <a:pt x="327130" y="6603367"/>
                  <a:pt x="373694" y="6603367"/>
                </a:cubicBezTo>
                <a:lnTo>
                  <a:pt x="11818307" y="6603367"/>
                </a:lnTo>
                <a:cubicBezTo>
                  <a:pt x="11864871" y="6603367"/>
                  <a:pt x="11902618" y="6565620"/>
                  <a:pt x="11902618" y="6519056"/>
                </a:cubicBezTo>
                <a:lnTo>
                  <a:pt x="11902618" y="338945"/>
                </a:lnTo>
                <a:cubicBezTo>
                  <a:pt x="11902618" y="292381"/>
                  <a:pt x="11864871" y="254634"/>
                  <a:pt x="11818307" y="254634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19665FE-503E-4460-BDD1-6DCF431D60E5}"/>
              </a:ext>
            </a:extLst>
          </p:cNvPr>
          <p:cNvSpPr/>
          <p:nvPr userDrawn="1"/>
        </p:nvSpPr>
        <p:spPr>
          <a:xfrm>
            <a:off x="289383" y="254634"/>
            <a:ext cx="11613235" cy="6348733"/>
          </a:xfrm>
          <a:prstGeom prst="roundRect">
            <a:avLst>
              <a:gd name="adj" fmla="val 1328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76200" sx="101000" sy="101000" algn="ctr" rotWithShape="0">
              <a:prstClr val="black">
                <a:alpha val="3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BB4B086-4071-4C4C-9FF8-B987D7306B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2549" y="2332940"/>
            <a:ext cx="8186902" cy="833759"/>
          </a:xfrm>
        </p:spPr>
        <p:txBody>
          <a:bodyPr lIns="0" rIns="0" bIns="0" anchor="b" anchorCtr="0">
            <a:normAutofit/>
          </a:bodyPr>
          <a:lstStyle>
            <a:lvl1pPr algn="ctr">
              <a:defRPr lang="zh-CN" altLang="en-US" sz="4400" b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4A60CE9-1EA3-4611-84E6-17C89EA437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2549" y="3234727"/>
            <a:ext cx="8186902" cy="472251"/>
          </a:xfrm>
        </p:spPr>
        <p:txBody>
          <a:bodyPr wrap="square" lIns="0" rIns="0" anchor="t" anchorCtr="0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94492432-9BB1-4669-BEEE-B68FB0384BC7}"/>
              </a:ext>
            </a:extLst>
          </p:cNvPr>
          <p:cNvPicPr>
            <a:picLocks noChangeAspect="1"/>
          </p:cNvPicPr>
          <p:nvPr userDrawn="1"/>
        </p:nvPicPr>
        <p:blipFill>
          <a:blip r:embed="rId3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59659" y="1128211"/>
            <a:ext cx="3072682" cy="767856"/>
          </a:xfrm>
          <a:prstGeom prst="rect">
            <a:avLst/>
          </a:prstGeom>
        </p:spPr>
      </p:pic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8977E7C2-2B89-433F-A7EE-303D1B03D9D7}"/>
              </a:ext>
            </a:extLst>
          </p:cNvPr>
          <p:cNvCxnSpPr/>
          <p:nvPr userDrawn="1"/>
        </p:nvCxnSpPr>
        <p:spPr>
          <a:xfrm>
            <a:off x="5186680" y="3897585"/>
            <a:ext cx="18186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2CC9A4A0-69C9-4E77-A0BB-28CAB1458C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0598" y="4207533"/>
            <a:ext cx="5150803" cy="472252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23" name="十字形 22">
            <a:extLst>
              <a:ext uri="{FF2B5EF4-FFF2-40B4-BE49-F238E27FC236}">
                <a16:creationId xmlns:a16="http://schemas.microsoft.com/office/drawing/2014/main" id="{0F1F8DAF-7488-47D8-BBF2-F04987CA33E4}"/>
              </a:ext>
            </a:extLst>
          </p:cNvPr>
          <p:cNvSpPr/>
          <p:nvPr userDrawn="1"/>
        </p:nvSpPr>
        <p:spPr>
          <a:xfrm rot="2700000">
            <a:off x="5951999" y="5523207"/>
            <a:ext cx="288000" cy="288000"/>
          </a:xfrm>
          <a:prstGeom prst="plus">
            <a:avLst>
              <a:gd name="adj" fmla="val 45863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ACDFF073-5D91-4F98-8F4C-D6BEB5D8F7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71639" y="5893688"/>
            <a:ext cx="4248721" cy="342012"/>
          </a:xfrm>
        </p:spPr>
        <p:txBody>
          <a:bodyPr wrap="square">
            <a:noAutofit/>
          </a:bodyPr>
          <a:lstStyle>
            <a:lvl1pPr marL="0" indent="0" algn="ctr">
              <a:buNone/>
              <a:defRPr lang="zh-CN" altLang="en-US" sz="1600" kern="12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zh-CN" altLang="en-US" dirty="0"/>
              <a:t>这里可以写你的学院或者专业名称</a:t>
            </a:r>
          </a:p>
        </p:txBody>
      </p:sp>
    </p:spTree>
    <p:extLst>
      <p:ext uri="{BB962C8B-B14F-4D97-AF65-F5344CB8AC3E}">
        <p14:creationId xmlns:p14="http://schemas.microsoft.com/office/powerpoint/2010/main" val="40690166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3BA538-016A-4651-BD25-C4067E19E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1165224"/>
            <a:ext cx="10858500" cy="473773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6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5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7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674827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张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6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5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7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图片占位符 3">
            <a:extLst>
              <a:ext uri="{FF2B5EF4-FFF2-40B4-BE49-F238E27FC236}">
                <a16:creationId xmlns:a16="http://schemas.microsoft.com/office/drawing/2014/main" id="{2A4991FC-73E2-4BF2-A28B-7D7A275207F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0400" y="1444625"/>
            <a:ext cx="10871200" cy="3059113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588818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C0EB142D-9574-4384-A5E6-34C00A42B34F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custGeom>
            <a:avLst/>
            <a:gdLst>
              <a:gd name="connsiteX0" fmla="*/ 373694 w 12192000"/>
              <a:gd name="connsiteY0" fmla="*/ 254634 h 6857999"/>
              <a:gd name="connsiteX1" fmla="*/ 289383 w 12192000"/>
              <a:gd name="connsiteY1" fmla="*/ 338945 h 6857999"/>
              <a:gd name="connsiteX2" fmla="*/ 289383 w 12192000"/>
              <a:gd name="connsiteY2" fmla="*/ 6519056 h 6857999"/>
              <a:gd name="connsiteX3" fmla="*/ 373694 w 12192000"/>
              <a:gd name="connsiteY3" fmla="*/ 6603367 h 6857999"/>
              <a:gd name="connsiteX4" fmla="*/ 11818307 w 12192000"/>
              <a:gd name="connsiteY4" fmla="*/ 6603367 h 6857999"/>
              <a:gd name="connsiteX5" fmla="*/ 11902618 w 12192000"/>
              <a:gd name="connsiteY5" fmla="*/ 6519056 h 6857999"/>
              <a:gd name="connsiteX6" fmla="*/ 11902618 w 12192000"/>
              <a:gd name="connsiteY6" fmla="*/ 338945 h 6857999"/>
              <a:gd name="connsiteX7" fmla="*/ 11818307 w 12192000"/>
              <a:gd name="connsiteY7" fmla="*/ 254634 h 6857999"/>
              <a:gd name="connsiteX8" fmla="*/ 0 w 12192000"/>
              <a:gd name="connsiteY8" fmla="*/ 0 h 6857999"/>
              <a:gd name="connsiteX9" fmla="*/ 12192000 w 12192000"/>
              <a:gd name="connsiteY9" fmla="*/ 0 h 6857999"/>
              <a:gd name="connsiteX10" fmla="*/ 12192000 w 12192000"/>
              <a:gd name="connsiteY10" fmla="*/ 6857999 h 6857999"/>
              <a:gd name="connsiteX11" fmla="*/ 0 w 12192000"/>
              <a:gd name="connsiteY11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7999">
                <a:moveTo>
                  <a:pt x="373694" y="254634"/>
                </a:moveTo>
                <a:cubicBezTo>
                  <a:pt x="327130" y="254634"/>
                  <a:pt x="289383" y="292381"/>
                  <a:pt x="289383" y="338945"/>
                </a:cubicBezTo>
                <a:lnTo>
                  <a:pt x="289383" y="6519056"/>
                </a:lnTo>
                <a:cubicBezTo>
                  <a:pt x="289383" y="6565620"/>
                  <a:pt x="327130" y="6603367"/>
                  <a:pt x="373694" y="6603367"/>
                </a:cubicBezTo>
                <a:lnTo>
                  <a:pt x="11818307" y="6603367"/>
                </a:lnTo>
                <a:cubicBezTo>
                  <a:pt x="11864871" y="6603367"/>
                  <a:pt x="11902618" y="6565620"/>
                  <a:pt x="11902618" y="6519056"/>
                </a:cubicBezTo>
                <a:lnTo>
                  <a:pt x="11902618" y="338945"/>
                </a:lnTo>
                <a:cubicBezTo>
                  <a:pt x="11902618" y="292381"/>
                  <a:pt x="11864871" y="254634"/>
                  <a:pt x="11818307" y="254634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19665FE-503E-4460-BDD1-6DCF431D60E5}"/>
              </a:ext>
            </a:extLst>
          </p:cNvPr>
          <p:cNvSpPr/>
          <p:nvPr userDrawn="1"/>
        </p:nvSpPr>
        <p:spPr>
          <a:xfrm>
            <a:off x="289383" y="254634"/>
            <a:ext cx="11613235" cy="6348733"/>
          </a:xfrm>
          <a:prstGeom prst="roundRect">
            <a:avLst>
              <a:gd name="adj" fmla="val 1328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76200" sx="101000" sy="101000" algn="ctr" rotWithShape="0">
              <a:prstClr val="black">
                <a:alpha val="3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429AF2EF-D536-42D3-86A7-16327B81A270}"/>
              </a:ext>
            </a:extLst>
          </p:cNvPr>
          <p:cNvGrpSpPr/>
          <p:nvPr userDrawn="1"/>
        </p:nvGrpSpPr>
        <p:grpSpPr>
          <a:xfrm>
            <a:off x="8817557" y="0"/>
            <a:ext cx="6882359" cy="6858000"/>
            <a:chOff x="4804858" y="3977648"/>
            <a:chExt cx="1793875" cy="1787526"/>
          </a:xfrm>
          <a:solidFill>
            <a:schemeClr val="bg1">
              <a:lumMod val="85000"/>
              <a:alpha val="40000"/>
            </a:schemeClr>
          </a:solidFill>
        </p:grpSpPr>
        <p:sp>
          <p:nvSpPr>
            <p:cNvPr id="42" name="Rectangle 51">
              <a:extLst>
                <a:ext uri="{FF2B5EF4-FFF2-40B4-BE49-F238E27FC236}">
                  <a16:creationId xmlns:a16="http://schemas.microsoft.com/office/drawing/2014/main" id="{6713D310-EEAB-4462-AE9C-747C64BF35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7383" y="4693611"/>
              <a:ext cx="7938" cy="15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52">
              <a:extLst>
                <a:ext uri="{FF2B5EF4-FFF2-40B4-BE49-F238E27FC236}">
                  <a16:creationId xmlns:a16="http://schemas.microsoft.com/office/drawing/2014/main" id="{FDF2ACF9-F5B5-4A65-9F62-CA1334D7F0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7608" y="4339598"/>
              <a:ext cx="917575" cy="1074738"/>
            </a:xfrm>
            <a:custGeom>
              <a:avLst/>
              <a:gdLst>
                <a:gd name="T0" fmla="*/ 342 w 495"/>
                <a:gd name="T1" fmla="*/ 490 h 581"/>
                <a:gd name="T2" fmla="*/ 267 w 495"/>
                <a:gd name="T3" fmla="*/ 393 h 581"/>
                <a:gd name="T4" fmla="*/ 155 w 495"/>
                <a:gd name="T5" fmla="*/ 426 h 581"/>
                <a:gd name="T6" fmla="*/ 159 w 495"/>
                <a:gd name="T7" fmla="*/ 351 h 581"/>
                <a:gd name="T8" fmla="*/ 108 w 495"/>
                <a:gd name="T9" fmla="*/ 266 h 581"/>
                <a:gd name="T10" fmla="*/ 118 w 495"/>
                <a:gd name="T11" fmla="*/ 114 h 581"/>
                <a:gd name="T12" fmla="*/ 157 w 495"/>
                <a:gd name="T13" fmla="*/ 118 h 581"/>
                <a:gd name="T14" fmla="*/ 168 w 495"/>
                <a:gd name="T15" fmla="*/ 129 h 581"/>
                <a:gd name="T16" fmla="*/ 173 w 495"/>
                <a:gd name="T17" fmla="*/ 168 h 581"/>
                <a:gd name="T18" fmla="*/ 68 w 495"/>
                <a:gd name="T19" fmla="*/ 266 h 581"/>
                <a:gd name="T20" fmla="*/ 153 w 495"/>
                <a:gd name="T21" fmla="*/ 111 h 581"/>
                <a:gd name="T22" fmla="*/ 142 w 495"/>
                <a:gd name="T23" fmla="*/ 149 h 581"/>
                <a:gd name="T24" fmla="*/ 181 w 495"/>
                <a:gd name="T25" fmla="*/ 133 h 581"/>
                <a:gd name="T26" fmla="*/ 182 w 495"/>
                <a:gd name="T27" fmla="*/ 47 h 581"/>
                <a:gd name="T28" fmla="*/ 197 w 495"/>
                <a:gd name="T29" fmla="*/ 282 h 581"/>
                <a:gd name="T30" fmla="*/ 199 w 495"/>
                <a:gd name="T31" fmla="*/ 136 h 581"/>
                <a:gd name="T32" fmla="*/ 201 w 495"/>
                <a:gd name="T33" fmla="*/ 5 h 581"/>
                <a:gd name="T34" fmla="*/ 212 w 495"/>
                <a:gd name="T35" fmla="*/ 61 h 581"/>
                <a:gd name="T36" fmla="*/ 256 w 495"/>
                <a:gd name="T37" fmla="*/ 145 h 581"/>
                <a:gd name="T38" fmla="*/ 279 w 495"/>
                <a:gd name="T39" fmla="*/ 84 h 581"/>
                <a:gd name="T40" fmla="*/ 358 w 495"/>
                <a:gd name="T41" fmla="*/ 54 h 581"/>
                <a:gd name="T42" fmla="*/ 412 w 495"/>
                <a:gd name="T43" fmla="*/ 93 h 581"/>
                <a:gd name="T44" fmla="*/ 431 w 495"/>
                <a:gd name="T45" fmla="*/ 95 h 581"/>
                <a:gd name="T46" fmla="*/ 463 w 495"/>
                <a:gd name="T47" fmla="*/ 155 h 581"/>
                <a:gd name="T48" fmla="*/ 222 w 495"/>
                <a:gd name="T49" fmla="*/ 279 h 581"/>
                <a:gd name="T50" fmla="*/ 350 w 495"/>
                <a:gd name="T51" fmla="*/ 257 h 581"/>
                <a:gd name="T52" fmla="*/ 398 w 495"/>
                <a:gd name="T53" fmla="*/ 210 h 581"/>
                <a:gd name="T54" fmla="*/ 407 w 495"/>
                <a:gd name="T55" fmla="*/ 219 h 581"/>
                <a:gd name="T56" fmla="*/ 412 w 495"/>
                <a:gd name="T57" fmla="*/ 451 h 581"/>
                <a:gd name="T58" fmla="*/ 406 w 495"/>
                <a:gd name="T59" fmla="*/ 320 h 581"/>
                <a:gd name="T60" fmla="*/ 469 w 495"/>
                <a:gd name="T61" fmla="*/ 184 h 581"/>
                <a:gd name="T62" fmla="*/ 460 w 495"/>
                <a:gd name="T63" fmla="*/ 233 h 581"/>
                <a:gd name="T64" fmla="*/ 384 w 495"/>
                <a:gd name="T65" fmla="*/ 222 h 581"/>
                <a:gd name="T66" fmla="*/ 421 w 495"/>
                <a:gd name="T67" fmla="*/ 188 h 581"/>
                <a:gd name="T68" fmla="*/ 364 w 495"/>
                <a:gd name="T69" fmla="*/ 225 h 581"/>
                <a:gd name="T70" fmla="*/ 361 w 495"/>
                <a:gd name="T71" fmla="*/ 188 h 581"/>
                <a:gd name="T72" fmla="*/ 387 w 495"/>
                <a:gd name="T73" fmla="*/ 356 h 581"/>
                <a:gd name="T74" fmla="*/ 220 w 495"/>
                <a:gd name="T75" fmla="*/ 351 h 581"/>
                <a:gd name="T76" fmla="*/ 236 w 495"/>
                <a:gd name="T77" fmla="*/ 315 h 581"/>
                <a:gd name="T78" fmla="*/ 207 w 495"/>
                <a:gd name="T79" fmla="*/ 171 h 581"/>
                <a:gd name="T80" fmla="*/ 239 w 495"/>
                <a:gd name="T81" fmla="*/ 166 h 581"/>
                <a:gd name="T82" fmla="*/ 252 w 495"/>
                <a:gd name="T83" fmla="*/ 158 h 581"/>
                <a:gd name="T84" fmla="*/ 270 w 495"/>
                <a:gd name="T85" fmla="*/ 130 h 581"/>
                <a:gd name="T86" fmla="*/ 279 w 495"/>
                <a:gd name="T87" fmla="*/ 100 h 581"/>
                <a:gd name="T88" fmla="*/ 394 w 495"/>
                <a:gd name="T89" fmla="*/ 130 h 581"/>
                <a:gd name="T90" fmla="*/ 438 w 495"/>
                <a:gd name="T91" fmla="*/ 100 h 581"/>
                <a:gd name="T92" fmla="*/ 439 w 495"/>
                <a:gd name="T93" fmla="*/ 153 h 581"/>
                <a:gd name="T94" fmla="*/ 457 w 495"/>
                <a:gd name="T95" fmla="*/ 159 h 581"/>
                <a:gd name="T96" fmla="*/ 475 w 495"/>
                <a:gd name="T97" fmla="*/ 100 h 581"/>
                <a:gd name="T98" fmla="*/ 456 w 495"/>
                <a:gd name="T99" fmla="*/ 80 h 581"/>
                <a:gd name="T100" fmla="*/ 344 w 495"/>
                <a:gd name="T101" fmla="*/ 34 h 581"/>
                <a:gd name="T102" fmla="*/ 207 w 495"/>
                <a:gd name="T103" fmla="*/ 0 h 581"/>
                <a:gd name="T104" fmla="*/ 173 w 495"/>
                <a:gd name="T105" fmla="*/ 7 h 581"/>
                <a:gd name="T106" fmla="*/ 144 w 495"/>
                <a:gd name="T107" fmla="*/ 23 h 581"/>
                <a:gd name="T108" fmla="*/ 122 w 495"/>
                <a:gd name="T109" fmla="*/ 51 h 581"/>
                <a:gd name="T110" fmla="*/ 149 w 495"/>
                <a:gd name="T111" fmla="*/ 82 h 581"/>
                <a:gd name="T112" fmla="*/ 59 w 495"/>
                <a:gd name="T113" fmla="*/ 98 h 581"/>
                <a:gd name="T114" fmla="*/ 108 w 495"/>
                <a:gd name="T115" fmla="*/ 286 h 581"/>
                <a:gd name="T116" fmla="*/ 153 w 495"/>
                <a:gd name="T117" fmla="*/ 307 h 581"/>
                <a:gd name="T118" fmla="*/ 103 w 495"/>
                <a:gd name="T119" fmla="*/ 418 h 581"/>
                <a:gd name="T120" fmla="*/ 495 w 495"/>
                <a:gd name="T121" fmla="*/ 512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5" h="581">
                  <a:moveTo>
                    <a:pt x="370" y="368"/>
                  </a:moveTo>
                  <a:cubicBezTo>
                    <a:pt x="334" y="361"/>
                    <a:pt x="334" y="361"/>
                    <a:pt x="334" y="361"/>
                  </a:cubicBezTo>
                  <a:cubicBezTo>
                    <a:pt x="290" y="370"/>
                    <a:pt x="290" y="370"/>
                    <a:pt x="290" y="370"/>
                  </a:cubicBezTo>
                  <a:cubicBezTo>
                    <a:pt x="299" y="361"/>
                    <a:pt x="299" y="361"/>
                    <a:pt x="299" y="361"/>
                  </a:cubicBezTo>
                  <a:cubicBezTo>
                    <a:pt x="338" y="349"/>
                    <a:pt x="338" y="349"/>
                    <a:pt x="338" y="349"/>
                  </a:cubicBezTo>
                  <a:cubicBezTo>
                    <a:pt x="377" y="362"/>
                    <a:pt x="377" y="362"/>
                    <a:pt x="377" y="362"/>
                  </a:cubicBezTo>
                  <a:lnTo>
                    <a:pt x="370" y="368"/>
                  </a:lnTo>
                  <a:close/>
                  <a:moveTo>
                    <a:pt x="342" y="490"/>
                  </a:moveTo>
                  <a:cubicBezTo>
                    <a:pt x="338" y="469"/>
                    <a:pt x="338" y="469"/>
                    <a:pt x="338" y="469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65" y="420"/>
                    <a:pt x="365" y="420"/>
                    <a:pt x="365" y="420"/>
                  </a:cubicBezTo>
                  <a:cubicBezTo>
                    <a:pt x="376" y="493"/>
                    <a:pt x="376" y="493"/>
                    <a:pt x="376" y="493"/>
                  </a:cubicBezTo>
                  <a:cubicBezTo>
                    <a:pt x="365" y="492"/>
                    <a:pt x="354" y="491"/>
                    <a:pt x="342" y="490"/>
                  </a:cubicBezTo>
                  <a:close/>
                  <a:moveTo>
                    <a:pt x="267" y="393"/>
                  </a:moveTo>
                  <a:cubicBezTo>
                    <a:pt x="300" y="401"/>
                    <a:pt x="300" y="401"/>
                    <a:pt x="300" y="401"/>
                  </a:cubicBezTo>
                  <a:cubicBezTo>
                    <a:pt x="345" y="384"/>
                    <a:pt x="345" y="384"/>
                    <a:pt x="345" y="384"/>
                  </a:cubicBezTo>
                  <a:cubicBezTo>
                    <a:pt x="370" y="396"/>
                    <a:pt x="370" y="396"/>
                    <a:pt x="370" y="396"/>
                  </a:cubicBezTo>
                  <a:cubicBezTo>
                    <a:pt x="345" y="392"/>
                    <a:pt x="345" y="392"/>
                    <a:pt x="345" y="392"/>
                  </a:cubicBezTo>
                  <a:cubicBezTo>
                    <a:pt x="299" y="409"/>
                    <a:pt x="299" y="409"/>
                    <a:pt x="299" y="409"/>
                  </a:cubicBezTo>
                  <a:lnTo>
                    <a:pt x="267" y="393"/>
                  </a:lnTo>
                  <a:close/>
                  <a:moveTo>
                    <a:pt x="172" y="472"/>
                  </a:moveTo>
                  <a:cubicBezTo>
                    <a:pt x="155" y="426"/>
                    <a:pt x="155" y="426"/>
                    <a:pt x="155" y="426"/>
                  </a:cubicBezTo>
                  <a:cubicBezTo>
                    <a:pt x="132" y="419"/>
                    <a:pt x="132" y="419"/>
                    <a:pt x="132" y="419"/>
                  </a:cubicBezTo>
                  <a:cubicBezTo>
                    <a:pt x="171" y="407"/>
                    <a:pt x="171" y="407"/>
                    <a:pt x="171" y="407"/>
                  </a:cubicBezTo>
                  <a:cubicBezTo>
                    <a:pt x="186" y="457"/>
                    <a:pt x="186" y="457"/>
                    <a:pt x="186" y="457"/>
                  </a:cubicBezTo>
                  <a:cubicBezTo>
                    <a:pt x="278" y="443"/>
                    <a:pt x="278" y="443"/>
                    <a:pt x="278" y="443"/>
                  </a:cubicBezTo>
                  <a:lnTo>
                    <a:pt x="172" y="472"/>
                  </a:lnTo>
                  <a:close/>
                  <a:moveTo>
                    <a:pt x="155" y="326"/>
                  </a:moveTo>
                  <a:cubicBezTo>
                    <a:pt x="159" y="326"/>
                    <a:pt x="159" y="326"/>
                    <a:pt x="159" y="326"/>
                  </a:cubicBezTo>
                  <a:cubicBezTo>
                    <a:pt x="159" y="351"/>
                    <a:pt x="159" y="351"/>
                    <a:pt x="159" y="351"/>
                  </a:cubicBezTo>
                  <a:cubicBezTo>
                    <a:pt x="155" y="351"/>
                    <a:pt x="155" y="351"/>
                    <a:pt x="155" y="351"/>
                  </a:cubicBezTo>
                  <a:lnTo>
                    <a:pt x="155" y="326"/>
                  </a:lnTo>
                  <a:close/>
                  <a:moveTo>
                    <a:pt x="164" y="326"/>
                  </a:moveTo>
                  <a:cubicBezTo>
                    <a:pt x="187" y="326"/>
                    <a:pt x="187" y="326"/>
                    <a:pt x="187" y="326"/>
                  </a:cubicBezTo>
                  <a:cubicBezTo>
                    <a:pt x="187" y="351"/>
                    <a:pt x="187" y="351"/>
                    <a:pt x="187" y="351"/>
                  </a:cubicBezTo>
                  <a:cubicBezTo>
                    <a:pt x="164" y="351"/>
                    <a:pt x="164" y="351"/>
                    <a:pt x="164" y="351"/>
                  </a:cubicBezTo>
                  <a:lnTo>
                    <a:pt x="164" y="326"/>
                  </a:lnTo>
                  <a:close/>
                  <a:moveTo>
                    <a:pt x="108" y="266"/>
                  </a:moveTo>
                  <a:cubicBezTo>
                    <a:pt x="108" y="266"/>
                    <a:pt x="108" y="266"/>
                    <a:pt x="108" y="266"/>
                  </a:cubicBezTo>
                  <a:cubicBezTo>
                    <a:pt x="79" y="266"/>
                    <a:pt x="79" y="266"/>
                    <a:pt x="79" y="266"/>
                  </a:cubicBezTo>
                  <a:cubicBezTo>
                    <a:pt x="79" y="100"/>
                    <a:pt x="79" y="100"/>
                    <a:pt x="79" y="100"/>
                  </a:cubicBezTo>
                  <a:cubicBezTo>
                    <a:pt x="110" y="100"/>
                    <a:pt x="110" y="100"/>
                    <a:pt x="110" y="100"/>
                  </a:cubicBezTo>
                  <a:cubicBezTo>
                    <a:pt x="110" y="98"/>
                    <a:pt x="110" y="98"/>
                    <a:pt x="110" y="98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9" y="99"/>
                    <a:pt x="149" y="100"/>
                    <a:pt x="150" y="101"/>
                  </a:cubicBezTo>
                  <a:cubicBezTo>
                    <a:pt x="118" y="114"/>
                    <a:pt x="118" y="114"/>
                    <a:pt x="118" y="114"/>
                  </a:cubicBezTo>
                  <a:cubicBezTo>
                    <a:pt x="117" y="112"/>
                    <a:pt x="117" y="112"/>
                    <a:pt x="117" y="112"/>
                  </a:cubicBezTo>
                  <a:cubicBezTo>
                    <a:pt x="117" y="112"/>
                    <a:pt x="117" y="112"/>
                    <a:pt x="117" y="112"/>
                  </a:cubicBezTo>
                  <a:cubicBezTo>
                    <a:pt x="113" y="114"/>
                    <a:pt x="113" y="114"/>
                    <a:pt x="113" y="114"/>
                  </a:cubicBezTo>
                  <a:cubicBezTo>
                    <a:pt x="120" y="132"/>
                    <a:pt x="120" y="132"/>
                    <a:pt x="120" y="132"/>
                  </a:cubicBezTo>
                  <a:cubicBezTo>
                    <a:pt x="124" y="130"/>
                    <a:pt x="124" y="130"/>
                    <a:pt x="124" y="130"/>
                  </a:cubicBezTo>
                  <a:cubicBezTo>
                    <a:pt x="123" y="128"/>
                    <a:pt x="123" y="128"/>
                    <a:pt x="123" y="128"/>
                  </a:cubicBezTo>
                  <a:cubicBezTo>
                    <a:pt x="155" y="115"/>
                    <a:pt x="155" y="115"/>
                    <a:pt x="155" y="115"/>
                  </a:cubicBezTo>
                  <a:cubicBezTo>
                    <a:pt x="156" y="116"/>
                    <a:pt x="157" y="117"/>
                    <a:pt x="157" y="118"/>
                  </a:cubicBezTo>
                  <a:cubicBezTo>
                    <a:pt x="134" y="142"/>
                    <a:pt x="134" y="142"/>
                    <a:pt x="134" y="142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29" y="144"/>
                    <a:pt x="129" y="144"/>
                    <a:pt x="129" y="144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46" y="155"/>
                    <a:pt x="146" y="155"/>
                    <a:pt x="146" y="155"/>
                  </a:cubicBezTo>
                  <a:cubicBezTo>
                    <a:pt x="144" y="153"/>
                    <a:pt x="144" y="153"/>
                    <a:pt x="144" y="153"/>
                  </a:cubicBezTo>
                  <a:cubicBezTo>
                    <a:pt x="168" y="129"/>
                    <a:pt x="168" y="129"/>
                    <a:pt x="168" y="129"/>
                  </a:cubicBezTo>
                  <a:cubicBezTo>
                    <a:pt x="169" y="130"/>
                    <a:pt x="170" y="131"/>
                    <a:pt x="171" y="131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57" y="162"/>
                    <a:pt x="157" y="162"/>
                    <a:pt x="157" y="162"/>
                  </a:cubicBezTo>
                  <a:cubicBezTo>
                    <a:pt x="157" y="162"/>
                    <a:pt x="157" y="162"/>
                    <a:pt x="157" y="162"/>
                  </a:cubicBezTo>
                  <a:cubicBezTo>
                    <a:pt x="155" y="166"/>
                    <a:pt x="155" y="166"/>
                    <a:pt x="155" y="166"/>
                  </a:cubicBezTo>
                  <a:cubicBezTo>
                    <a:pt x="173" y="173"/>
                    <a:pt x="173" y="173"/>
                    <a:pt x="173" y="173"/>
                  </a:cubicBezTo>
                  <a:cubicBezTo>
                    <a:pt x="175" y="169"/>
                    <a:pt x="175" y="169"/>
                    <a:pt x="175" y="169"/>
                  </a:cubicBezTo>
                  <a:cubicBezTo>
                    <a:pt x="173" y="168"/>
                    <a:pt x="173" y="168"/>
                    <a:pt x="173" y="168"/>
                  </a:cubicBezTo>
                  <a:cubicBezTo>
                    <a:pt x="185" y="137"/>
                    <a:pt x="185" y="137"/>
                    <a:pt x="185" y="137"/>
                  </a:cubicBezTo>
                  <a:cubicBezTo>
                    <a:pt x="187" y="137"/>
                    <a:pt x="188" y="138"/>
                    <a:pt x="190" y="138"/>
                  </a:cubicBezTo>
                  <a:cubicBezTo>
                    <a:pt x="190" y="171"/>
                    <a:pt x="190" y="171"/>
                    <a:pt x="190" y="171"/>
                  </a:cubicBezTo>
                  <a:cubicBezTo>
                    <a:pt x="187" y="171"/>
                    <a:pt x="187" y="171"/>
                    <a:pt x="187" y="171"/>
                  </a:cubicBezTo>
                  <a:cubicBezTo>
                    <a:pt x="187" y="266"/>
                    <a:pt x="187" y="266"/>
                    <a:pt x="187" y="266"/>
                  </a:cubicBezTo>
                  <a:lnTo>
                    <a:pt x="108" y="266"/>
                  </a:lnTo>
                  <a:close/>
                  <a:moveTo>
                    <a:pt x="74" y="266"/>
                  </a:moveTo>
                  <a:cubicBezTo>
                    <a:pt x="68" y="266"/>
                    <a:pt x="68" y="266"/>
                    <a:pt x="68" y="266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74" y="100"/>
                    <a:pt x="74" y="100"/>
                    <a:pt x="74" y="100"/>
                  </a:cubicBezTo>
                  <a:lnTo>
                    <a:pt x="74" y="266"/>
                  </a:lnTo>
                  <a:close/>
                  <a:moveTo>
                    <a:pt x="153" y="111"/>
                  </a:moveTo>
                  <a:cubicBezTo>
                    <a:pt x="153" y="112"/>
                    <a:pt x="154" y="112"/>
                    <a:pt x="154" y="113"/>
                  </a:cubicBezTo>
                  <a:cubicBezTo>
                    <a:pt x="125" y="125"/>
                    <a:pt x="125" y="125"/>
                    <a:pt x="125" y="125"/>
                  </a:cubicBezTo>
                  <a:cubicBezTo>
                    <a:pt x="124" y="123"/>
                    <a:pt x="124" y="123"/>
                    <a:pt x="124" y="123"/>
                  </a:cubicBezTo>
                  <a:lnTo>
                    <a:pt x="153" y="111"/>
                  </a:lnTo>
                  <a:close/>
                  <a:moveTo>
                    <a:pt x="122" y="57"/>
                  </a:moveTo>
                  <a:cubicBezTo>
                    <a:pt x="123" y="55"/>
                    <a:pt x="123" y="55"/>
                    <a:pt x="123" y="55"/>
                  </a:cubicBezTo>
                  <a:cubicBezTo>
                    <a:pt x="156" y="69"/>
                    <a:pt x="156" y="69"/>
                    <a:pt x="156" y="69"/>
                  </a:cubicBezTo>
                  <a:cubicBezTo>
                    <a:pt x="155" y="70"/>
                    <a:pt x="155" y="70"/>
                    <a:pt x="155" y="70"/>
                  </a:cubicBezTo>
                  <a:lnTo>
                    <a:pt x="122" y="57"/>
                  </a:lnTo>
                  <a:close/>
                  <a:moveTo>
                    <a:pt x="166" y="124"/>
                  </a:moveTo>
                  <a:cubicBezTo>
                    <a:pt x="166" y="125"/>
                    <a:pt x="167" y="125"/>
                    <a:pt x="168" y="126"/>
                  </a:cubicBezTo>
                  <a:cubicBezTo>
                    <a:pt x="142" y="149"/>
                    <a:pt x="142" y="149"/>
                    <a:pt x="142" y="149"/>
                  </a:cubicBezTo>
                  <a:cubicBezTo>
                    <a:pt x="141" y="148"/>
                    <a:pt x="141" y="148"/>
                    <a:pt x="141" y="148"/>
                  </a:cubicBezTo>
                  <a:lnTo>
                    <a:pt x="166" y="124"/>
                  </a:lnTo>
                  <a:close/>
                  <a:moveTo>
                    <a:pt x="140" y="29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68" y="54"/>
                    <a:pt x="168" y="54"/>
                    <a:pt x="168" y="54"/>
                  </a:cubicBezTo>
                  <a:cubicBezTo>
                    <a:pt x="166" y="56"/>
                    <a:pt x="166" y="56"/>
                    <a:pt x="166" y="56"/>
                  </a:cubicBezTo>
                  <a:lnTo>
                    <a:pt x="140" y="29"/>
                  </a:lnTo>
                  <a:close/>
                  <a:moveTo>
                    <a:pt x="181" y="133"/>
                  </a:moveTo>
                  <a:cubicBezTo>
                    <a:pt x="182" y="133"/>
                    <a:pt x="182" y="134"/>
                    <a:pt x="183" y="134"/>
                  </a:cubicBezTo>
                  <a:cubicBezTo>
                    <a:pt x="170" y="166"/>
                    <a:pt x="170" y="166"/>
                    <a:pt x="170" y="166"/>
                  </a:cubicBezTo>
                  <a:cubicBezTo>
                    <a:pt x="168" y="165"/>
                    <a:pt x="168" y="165"/>
                    <a:pt x="168" y="165"/>
                  </a:cubicBezTo>
                  <a:lnTo>
                    <a:pt x="181" y="133"/>
                  </a:lnTo>
                  <a:close/>
                  <a:moveTo>
                    <a:pt x="167" y="10"/>
                  </a:moveTo>
                  <a:cubicBezTo>
                    <a:pt x="171" y="17"/>
                    <a:pt x="171" y="17"/>
                    <a:pt x="171" y="17"/>
                  </a:cubicBezTo>
                  <a:cubicBezTo>
                    <a:pt x="185" y="46"/>
                    <a:pt x="185" y="46"/>
                    <a:pt x="185" y="46"/>
                  </a:cubicBezTo>
                  <a:cubicBezTo>
                    <a:pt x="184" y="46"/>
                    <a:pt x="183" y="47"/>
                    <a:pt x="182" y="47"/>
                  </a:cubicBezTo>
                  <a:lnTo>
                    <a:pt x="167" y="10"/>
                  </a:lnTo>
                  <a:close/>
                  <a:moveTo>
                    <a:pt x="197" y="323"/>
                  </a:moveTo>
                  <a:cubicBezTo>
                    <a:pt x="197" y="323"/>
                    <a:pt x="197" y="323"/>
                    <a:pt x="197" y="323"/>
                  </a:cubicBezTo>
                  <a:cubicBezTo>
                    <a:pt x="201" y="328"/>
                    <a:pt x="201" y="328"/>
                    <a:pt x="201" y="328"/>
                  </a:cubicBezTo>
                  <a:cubicBezTo>
                    <a:pt x="201" y="351"/>
                    <a:pt x="201" y="351"/>
                    <a:pt x="201" y="351"/>
                  </a:cubicBezTo>
                  <a:cubicBezTo>
                    <a:pt x="197" y="351"/>
                    <a:pt x="197" y="351"/>
                    <a:pt x="197" y="351"/>
                  </a:cubicBezTo>
                  <a:lnTo>
                    <a:pt x="197" y="323"/>
                  </a:lnTo>
                  <a:close/>
                  <a:moveTo>
                    <a:pt x="197" y="282"/>
                  </a:moveTo>
                  <a:cubicBezTo>
                    <a:pt x="197" y="282"/>
                    <a:pt x="197" y="282"/>
                    <a:pt x="197" y="282"/>
                  </a:cubicBezTo>
                  <a:cubicBezTo>
                    <a:pt x="201" y="287"/>
                    <a:pt x="201" y="287"/>
                    <a:pt x="201" y="287"/>
                  </a:cubicBezTo>
                  <a:cubicBezTo>
                    <a:pt x="201" y="307"/>
                    <a:pt x="201" y="307"/>
                    <a:pt x="201" y="307"/>
                  </a:cubicBezTo>
                  <a:cubicBezTo>
                    <a:pt x="197" y="307"/>
                    <a:pt x="197" y="307"/>
                    <a:pt x="197" y="307"/>
                  </a:cubicBezTo>
                  <a:lnTo>
                    <a:pt x="197" y="282"/>
                  </a:lnTo>
                  <a:close/>
                  <a:moveTo>
                    <a:pt x="197" y="171"/>
                  </a:moveTo>
                  <a:cubicBezTo>
                    <a:pt x="199" y="171"/>
                    <a:pt x="199" y="171"/>
                    <a:pt x="199" y="171"/>
                  </a:cubicBezTo>
                  <a:cubicBezTo>
                    <a:pt x="199" y="136"/>
                    <a:pt x="199" y="136"/>
                    <a:pt x="199" y="136"/>
                  </a:cubicBezTo>
                  <a:cubicBezTo>
                    <a:pt x="200" y="136"/>
                    <a:pt x="201" y="136"/>
                    <a:pt x="201" y="136"/>
                  </a:cubicBezTo>
                  <a:cubicBezTo>
                    <a:pt x="201" y="171"/>
                    <a:pt x="201" y="171"/>
                    <a:pt x="201" y="171"/>
                  </a:cubicBezTo>
                  <a:cubicBezTo>
                    <a:pt x="201" y="171"/>
                    <a:pt x="201" y="171"/>
                    <a:pt x="201" y="171"/>
                  </a:cubicBezTo>
                  <a:cubicBezTo>
                    <a:pt x="201" y="267"/>
                    <a:pt x="201" y="267"/>
                    <a:pt x="201" y="267"/>
                  </a:cubicBezTo>
                  <a:cubicBezTo>
                    <a:pt x="197" y="267"/>
                    <a:pt x="197" y="267"/>
                    <a:pt x="197" y="267"/>
                  </a:cubicBezTo>
                  <a:lnTo>
                    <a:pt x="197" y="171"/>
                  </a:lnTo>
                  <a:close/>
                  <a:moveTo>
                    <a:pt x="199" y="5"/>
                  </a:moveTo>
                  <a:cubicBezTo>
                    <a:pt x="201" y="5"/>
                    <a:pt x="201" y="5"/>
                    <a:pt x="201" y="5"/>
                  </a:cubicBezTo>
                  <a:cubicBezTo>
                    <a:pt x="201" y="45"/>
                    <a:pt x="201" y="45"/>
                    <a:pt x="201" y="45"/>
                  </a:cubicBezTo>
                  <a:cubicBezTo>
                    <a:pt x="201" y="45"/>
                    <a:pt x="200" y="45"/>
                    <a:pt x="199" y="44"/>
                  </a:cubicBezTo>
                  <a:lnTo>
                    <a:pt x="199" y="5"/>
                  </a:lnTo>
                  <a:close/>
                  <a:moveTo>
                    <a:pt x="212" y="61"/>
                  </a:moveTo>
                  <a:cubicBezTo>
                    <a:pt x="217" y="61"/>
                    <a:pt x="222" y="66"/>
                    <a:pt x="222" y="71"/>
                  </a:cubicBezTo>
                  <a:cubicBezTo>
                    <a:pt x="222" y="77"/>
                    <a:pt x="217" y="81"/>
                    <a:pt x="212" y="81"/>
                  </a:cubicBezTo>
                  <a:cubicBezTo>
                    <a:pt x="206" y="81"/>
                    <a:pt x="202" y="77"/>
                    <a:pt x="202" y="71"/>
                  </a:cubicBezTo>
                  <a:cubicBezTo>
                    <a:pt x="202" y="66"/>
                    <a:pt x="206" y="61"/>
                    <a:pt x="212" y="61"/>
                  </a:cubicBezTo>
                  <a:close/>
                  <a:moveTo>
                    <a:pt x="231" y="164"/>
                  </a:moveTo>
                  <a:cubicBezTo>
                    <a:pt x="230" y="164"/>
                    <a:pt x="230" y="164"/>
                    <a:pt x="230" y="164"/>
                  </a:cubicBezTo>
                  <a:cubicBezTo>
                    <a:pt x="217" y="131"/>
                    <a:pt x="217" y="131"/>
                    <a:pt x="217" y="131"/>
                  </a:cubicBezTo>
                  <a:cubicBezTo>
                    <a:pt x="220" y="130"/>
                    <a:pt x="220" y="130"/>
                    <a:pt x="220" y="130"/>
                  </a:cubicBezTo>
                  <a:lnTo>
                    <a:pt x="231" y="164"/>
                  </a:lnTo>
                  <a:close/>
                  <a:moveTo>
                    <a:pt x="233" y="119"/>
                  </a:moveTo>
                  <a:cubicBezTo>
                    <a:pt x="258" y="143"/>
                    <a:pt x="258" y="143"/>
                    <a:pt x="258" y="143"/>
                  </a:cubicBezTo>
                  <a:cubicBezTo>
                    <a:pt x="256" y="145"/>
                    <a:pt x="256" y="145"/>
                    <a:pt x="256" y="145"/>
                  </a:cubicBezTo>
                  <a:cubicBezTo>
                    <a:pt x="231" y="120"/>
                    <a:pt x="231" y="120"/>
                    <a:pt x="231" y="120"/>
                  </a:cubicBezTo>
                  <a:cubicBezTo>
                    <a:pt x="232" y="120"/>
                    <a:pt x="232" y="119"/>
                    <a:pt x="233" y="119"/>
                  </a:cubicBezTo>
                  <a:close/>
                  <a:moveTo>
                    <a:pt x="241" y="103"/>
                  </a:moveTo>
                  <a:cubicBezTo>
                    <a:pt x="273" y="116"/>
                    <a:pt x="273" y="116"/>
                    <a:pt x="273" y="116"/>
                  </a:cubicBezTo>
                  <a:cubicBezTo>
                    <a:pt x="272" y="118"/>
                    <a:pt x="272" y="118"/>
                    <a:pt x="272" y="118"/>
                  </a:cubicBezTo>
                  <a:cubicBezTo>
                    <a:pt x="240" y="104"/>
                    <a:pt x="240" y="104"/>
                    <a:pt x="240" y="104"/>
                  </a:cubicBezTo>
                  <a:cubicBezTo>
                    <a:pt x="240" y="104"/>
                    <a:pt x="241" y="103"/>
                    <a:pt x="241" y="103"/>
                  </a:cubicBezTo>
                  <a:close/>
                  <a:moveTo>
                    <a:pt x="279" y="84"/>
                  </a:moveTo>
                  <a:cubicBezTo>
                    <a:pt x="375" y="84"/>
                    <a:pt x="375" y="84"/>
                    <a:pt x="375" y="84"/>
                  </a:cubicBezTo>
                  <a:cubicBezTo>
                    <a:pt x="375" y="88"/>
                    <a:pt x="375" y="88"/>
                    <a:pt x="375" y="88"/>
                  </a:cubicBezTo>
                  <a:cubicBezTo>
                    <a:pt x="279" y="88"/>
                    <a:pt x="279" y="88"/>
                    <a:pt x="279" y="88"/>
                  </a:cubicBezTo>
                  <a:lnTo>
                    <a:pt x="279" y="84"/>
                  </a:lnTo>
                  <a:close/>
                  <a:moveTo>
                    <a:pt x="359" y="55"/>
                  </a:moveTo>
                  <a:cubicBezTo>
                    <a:pt x="362" y="80"/>
                    <a:pt x="362" y="80"/>
                    <a:pt x="362" y="80"/>
                  </a:cubicBezTo>
                  <a:cubicBezTo>
                    <a:pt x="360" y="80"/>
                    <a:pt x="360" y="80"/>
                    <a:pt x="360" y="80"/>
                  </a:cubicBezTo>
                  <a:cubicBezTo>
                    <a:pt x="358" y="54"/>
                    <a:pt x="358" y="54"/>
                    <a:pt x="358" y="54"/>
                  </a:cubicBezTo>
                  <a:lnTo>
                    <a:pt x="359" y="55"/>
                  </a:lnTo>
                  <a:close/>
                  <a:moveTo>
                    <a:pt x="370" y="67"/>
                  </a:moveTo>
                  <a:cubicBezTo>
                    <a:pt x="397" y="83"/>
                    <a:pt x="397" y="83"/>
                    <a:pt x="397" y="83"/>
                  </a:cubicBezTo>
                  <a:cubicBezTo>
                    <a:pt x="397" y="85"/>
                    <a:pt x="397" y="85"/>
                    <a:pt x="397" y="85"/>
                  </a:cubicBezTo>
                  <a:cubicBezTo>
                    <a:pt x="370" y="72"/>
                    <a:pt x="370" y="72"/>
                    <a:pt x="370" y="72"/>
                  </a:cubicBezTo>
                  <a:lnTo>
                    <a:pt x="370" y="67"/>
                  </a:lnTo>
                  <a:close/>
                  <a:moveTo>
                    <a:pt x="411" y="89"/>
                  </a:moveTo>
                  <a:cubicBezTo>
                    <a:pt x="412" y="93"/>
                    <a:pt x="412" y="93"/>
                    <a:pt x="412" y="93"/>
                  </a:cubicBezTo>
                  <a:cubicBezTo>
                    <a:pt x="382" y="99"/>
                    <a:pt x="382" y="99"/>
                    <a:pt x="382" y="99"/>
                  </a:cubicBezTo>
                  <a:cubicBezTo>
                    <a:pt x="378" y="97"/>
                    <a:pt x="378" y="97"/>
                    <a:pt x="378" y="97"/>
                  </a:cubicBezTo>
                  <a:lnTo>
                    <a:pt x="411" y="89"/>
                  </a:lnTo>
                  <a:close/>
                  <a:moveTo>
                    <a:pt x="431" y="95"/>
                  </a:moveTo>
                  <a:cubicBezTo>
                    <a:pt x="403" y="130"/>
                    <a:pt x="403" y="130"/>
                    <a:pt x="403" y="130"/>
                  </a:cubicBezTo>
                  <a:cubicBezTo>
                    <a:pt x="400" y="127"/>
                    <a:pt x="400" y="127"/>
                    <a:pt x="400" y="127"/>
                  </a:cubicBezTo>
                  <a:cubicBezTo>
                    <a:pt x="428" y="91"/>
                    <a:pt x="428" y="91"/>
                    <a:pt x="428" y="91"/>
                  </a:cubicBezTo>
                  <a:lnTo>
                    <a:pt x="431" y="95"/>
                  </a:lnTo>
                  <a:close/>
                  <a:moveTo>
                    <a:pt x="447" y="98"/>
                  </a:moveTo>
                  <a:cubicBezTo>
                    <a:pt x="432" y="144"/>
                    <a:pt x="432" y="144"/>
                    <a:pt x="432" y="144"/>
                  </a:cubicBezTo>
                  <a:cubicBezTo>
                    <a:pt x="430" y="143"/>
                    <a:pt x="430" y="143"/>
                    <a:pt x="430" y="143"/>
                  </a:cubicBezTo>
                  <a:cubicBezTo>
                    <a:pt x="445" y="96"/>
                    <a:pt x="445" y="96"/>
                    <a:pt x="445" y="96"/>
                  </a:cubicBezTo>
                  <a:lnTo>
                    <a:pt x="447" y="98"/>
                  </a:lnTo>
                  <a:close/>
                  <a:moveTo>
                    <a:pt x="461" y="95"/>
                  </a:moveTo>
                  <a:cubicBezTo>
                    <a:pt x="463" y="95"/>
                    <a:pt x="463" y="95"/>
                    <a:pt x="463" y="95"/>
                  </a:cubicBezTo>
                  <a:cubicBezTo>
                    <a:pt x="463" y="155"/>
                    <a:pt x="463" y="155"/>
                    <a:pt x="463" y="155"/>
                  </a:cubicBezTo>
                  <a:cubicBezTo>
                    <a:pt x="461" y="155"/>
                    <a:pt x="461" y="155"/>
                    <a:pt x="461" y="155"/>
                  </a:cubicBezTo>
                  <a:lnTo>
                    <a:pt x="461" y="95"/>
                  </a:lnTo>
                  <a:close/>
                  <a:moveTo>
                    <a:pt x="207" y="286"/>
                  </a:moveTo>
                  <a:cubicBezTo>
                    <a:pt x="217" y="286"/>
                    <a:pt x="217" y="286"/>
                    <a:pt x="217" y="286"/>
                  </a:cubicBezTo>
                  <a:cubicBezTo>
                    <a:pt x="217" y="307"/>
                    <a:pt x="217" y="307"/>
                    <a:pt x="217" y="307"/>
                  </a:cubicBezTo>
                  <a:cubicBezTo>
                    <a:pt x="207" y="307"/>
                    <a:pt x="207" y="307"/>
                    <a:pt x="207" y="307"/>
                  </a:cubicBezTo>
                  <a:lnTo>
                    <a:pt x="207" y="286"/>
                  </a:lnTo>
                  <a:close/>
                  <a:moveTo>
                    <a:pt x="222" y="279"/>
                  </a:moveTo>
                  <a:cubicBezTo>
                    <a:pt x="226" y="276"/>
                    <a:pt x="226" y="276"/>
                    <a:pt x="226" y="276"/>
                  </a:cubicBezTo>
                  <a:cubicBezTo>
                    <a:pt x="226" y="311"/>
                    <a:pt x="226" y="311"/>
                    <a:pt x="226" y="311"/>
                  </a:cubicBezTo>
                  <a:cubicBezTo>
                    <a:pt x="222" y="309"/>
                    <a:pt x="222" y="309"/>
                    <a:pt x="222" y="309"/>
                  </a:cubicBezTo>
                  <a:lnTo>
                    <a:pt x="222" y="279"/>
                  </a:lnTo>
                  <a:close/>
                  <a:moveTo>
                    <a:pt x="345" y="260"/>
                  </a:moveTo>
                  <a:cubicBezTo>
                    <a:pt x="345" y="236"/>
                    <a:pt x="345" y="236"/>
                    <a:pt x="345" y="236"/>
                  </a:cubicBezTo>
                  <a:cubicBezTo>
                    <a:pt x="348" y="236"/>
                    <a:pt x="348" y="236"/>
                    <a:pt x="348" y="236"/>
                  </a:cubicBezTo>
                  <a:cubicBezTo>
                    <a:pt x="350" y="257"/>
                    <a:pt x="350" y="257"/>
                    <a:pt x="350" y="257"/>
                  </a:cubicBezTo>
                  <a:cubicBezTo>
                    <a:pt x="365" y="285"/>
                    <a:pt x="365" y="285"/>
                    <a:pt x="365" y="285"/>
                  </a:cubicBezTo>
                  <a:lnTo>
                    <a:pt x="345" y="260"/>
                  </a:lnTo>
                  <a:close/>
                  <a:moveTo>
                    <a:pt x="397" y="192"/>
                  </a:moveTo>
                  <a:cubicBezTo>
                    <a:pt x="397" y="182"/>
                    <a:pt x="397" y="182"/>
                    <a:pt x="397" y="182"/>
                  </a:cubicBezTo>
                  <a:cubicBezTo>
                    <a:pt x="401" y="182"/>
                    <a:pt x="401" y="182"/>
                    <a:pt x="401" y="182"/>
                  </a:cubicBezTo>
                  <a:cubicBezTo>
                    <a:pt x="409" y="190"/>
                    <a:pt x="409" y="190"/>
                    <a:pt x="409" y="190"/>
                  </a:cubicBezTo>
                  <a:cubicBezTo>
                    <a:pt x="407" y="204"/>
                    <a:pt x="407" y="204"/>
                    <a:pt x="407" y="204"/>
                  </a:cubicBezTo>
                  <a:cubicBezTo>
                    <a:pt x="398" y="210"/>
                    <a:pt x="398" y="210"/>
                    <a:pt x="398" y="210"/>
                  </a:cubicBezTo>
                  <a:cubicBezTo>
                    <a:pt x="395" y="210"/>
                    <a:pt x="395" y="210"/>
                    <a:pt x="395" y="210"/>
                  </a:cubicBezTo>
                  <a:cubicBezTo>
                    <a:pt x="395" y="203"/>
                    <a:pt x="395" y="203"/>
                    <a:pt x="395" y="203"/>
                  </a:cubicBezTo>
                  <a:cubicBezTo>
                    <a:pt x="400" y="203"/>
                    <a:pt x="400" y="203"/>
                    <a:pt x="400" y="203"/>
                  </a:cubicBezTo>
                  <a:cubicBezTo>
                    <a:pt x="400" y="201"/>
                    <a:pt x="400" y="201"/>
                    <a:pt x="400" y="201"/>
                  </a:cubicBezTo>
                  <a:cubicBezTo>
                    <a:pt x="395" y="201"/>
                    <a:pt x="395" y="201"/>
                    <a:pt x="395" y="201"/>
                  </a:cubicBezTo>
                  <a:cubicBezTo>
                    <a:pt x="395" y="192"/>
                    <a:pt x="395" y="192"/>
                    <a:pt x="395" y="192"/>
                  </a:cubicBezTo>
                  <a:lnTo>
                    <a:pt x="397" y="192"/>
                  </a:lnTo>
                  <a:close/>
                  <a:moveTo>
                    <a:pt x="407" y="219"/>
                  </a:moveTo>
                  <a:cubicBezTo>
                    <a:pt x="401" y="219"/>
                    <a:pt x="401" y="219"/>
                    <a:pt x="401" y="219"/>
                  </a:cubicBezTo>
                  <a:cubicBezTo>
                    <a:pt x="401" y="212"/>
                    <a:pt x="401" y="212"/>
                    <a:pt x="401" y="212"/>
                  </a:cubicBezTo>
                  <a:cubicBezTo>
                    <a:pt x="412" y="206"/>
                    <a:pt x="412" y="206"/>
                    <a:pt x="412" y="206"/>
                  </a:cubicBezTo>
                  <a:lnTo>
                    <a:pt x="407" y="219"/>
                  </a:lnTo>
                  <a:close/>
                  <a:moveTo>
                    <a:pt x="413" y="497"/>
                  </a:moveTo>
                  <a:cubicBezTo>
                    <a:pt x="426" y="428"/>
                    <a:pt x="426" y="428"/>
                    <a:pt x="426" y="428"/>
                  </a:cubicBezTo>
                  <a:cubicBezTo>
                    <a:pt x="423" y="403"/>
                    <a:pt x="423" y="403"/>
                    <a:pt x="423" y="403"/>
                  </a:cubicBezTo>
                  <a:cubicBezTo>
                    <a:pt x="412" y="451"/>
                    <a:pt x="412" y="451"/>
                    <a:pt x="412" y="451"/>
                  </a:cubicBezTo>
                  <a:cubicBezTo>
                    <a:pt x="406" y="451"/>
                    <a:pt x="406" y="451"/>
                    <a:pt x="406" y="451"/>
                  </a:cubicBezTo>
                  <a:cubicBezTo>
                    <a:pt x="406" y="408"/>
                    <a:pt x="406" y="408"/>
                    <a:pt x="406" y="408"/>
                  </a:cubicBezTo>
                  <a:cubicBezTo>
                    <a:pt x="424" y="395"/>
                    <a:pt x="424" y="395"/>
                    <a:pt x="424" y="395"/>
                  </a:cubicBezTo>
                  <a:cubicBezTo>
                    <a:pt x="433" y="320"/>
                    <a:pt x="433" y="320"/>
                    <a:pt x="433" y="320"/>
                  </a:cubicBezTo>
                  <a:cubicBezTo>
                    <a:pt x="398" y="400"/>
                    <a:pt x="398" y="400"/>
                    <a:pt x="398" y="400"/>
                  </a:cubicBezTo>
                  <a:cubicBezTo>
                    <a:pt x="395" y="400"/>
                    <a:pt x="395" y="400"/>
                    <a:pt x="395" y="400"/>
                  </a:cubicBezTo>
                  <a:cubicBezTo>
                    <a:pt x="395" y="351"/>
                    <a:pt x="395" y="351"/>
                    <a:pt x="395" y="351"/>
                  </a:cubicBezTo>
                  <a:cubicBezTo>
                    <a:pt x="406" y="320"/>
                    <a:pt x="406" y="320"/>
                    <a:pt x="406" y="320"/>
                  </a:cubicBezTo>
                  <a:cubicBezTo>
                    <a:pt x="385" y="302"/>
                    <a:pt x="385" y="302"/>
                    <a:pt x="385" y="302"/>
                  </a:cubicBezTo>
                  <a:cubicBezTo>
                    <a:pt x="406" y="280"/>
                    <a:pt x="406" y="280"/>
                    <a:pt x="406" y="280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04" y="301"/>
                    <a:pt x="404" y="301"/>
                    <a:pt x="404" y="301"/>
                  </a:cubicBezTo>
                  <a:cubicBezTo>
                    <a:pt x="425" y="319"/>
                    <a:pt x="425" y="319"/>
                    <a:pt x="425" y="319"/>
                  </a:cubicBezTo>
                  <a:cubicBezTo>
                    <a:pt x="456" y="296"/>
                    <a:pt x="456" y="296"/>
                    <a:pt x="456" y="296"/>
                  </a:cubicBezTo>
                  <a:cubicBezTo>
                    <a:pt x="478" y="218"/>
                    <a:pt x="478" y="218"/>
                    <a:pt x="478" y="218"/>
                  </a:cubicBezTo>
                  <a:cubicBezTo>
                    <a:pt x="469" y="184"/>
                    <a:pt x="469" y="184"/>
                    <a:pt x="469" y="184"/>
                  </a:cubicBezTo>
                  <a:cubicBezTo>
                    <a:pt x="482" y="173"/>
                    <a:pt x="482" y="173"/>
                    <a:pt x="482" y="173"/>
                  </a:cubicBezTo>
                  <a:cubicBezTo>
                    <a:pt x="486" y="167"/>
                    <a:pt x="486" y="167"/>
                    <a:pt x="486" y="167"/>
                  </a:cubicBezTo>
                  <a:cubicBezTo>
                    <a:pt x="485" y="167"/>
                    <a:pt x="485" y="167"/>
                    <a:pt x="485" y="167"/>
                  </a:cubicBezTo>
                  <a:cubicBezTo>
                    <a:pt x="485" y="167"/>
                    <a:pt x="485" y="167"/>
                    <a:pt x="485" y="167"/>
                  </a:cubicBezTo>
                  <a:cubicBezTo>
                    <a:pt x="462" y="176"/>
                    <a:pt x="462" y="176"/>
                    <a:pt x="462" y="176"/>
                  </a:cubicBezTo>
                  <a:cubicBezTo>
                    <a:pt x="457" y="226"/>
                    <a:pt x="457" y="226"/>
                    <a:pt x="457" y="226"/>
                  </a:cubicBezTo>
                  <a:cubicBezTo>
                    <a:pt x="417" y="228"/>
                    <a:pt x="417" y="228"/>
                    <a:pt x="417" y="228"/>
                  </a:cubicBezTo>
                  <a:cubicBezTo>
                    <a:pt x="460" y="233"/>
                    <a:pt x="460" y="233"/>
                    <a:pt x="460" y="233"/>
                  </a:cubicBezTo>
                  <a:cubicBezTo>
                    <a:pt x="416" y="240"/>
                    <a:pt x="416" y="240"/>
                    <a:pt x="416" y="240"/>
                  </a:cubicBezTo>
                  <a:cubicBezTo>
                    <a:pt x="421" y="255"/>
                    <a:pt x="421" y="255"/>
                    <a:pt x="421" y="255"/>
                  </a:cubicBezTo>
                  <a:cubicBezTo>
                    <a:pt x="413" y="265"/>
                    <a:pt x="413" y="265"/>
                    <a:pt x="413" y="265"/>
                  </a:cubicBezTo>
                  <a:cubicBezTo>
                    <a:pt x="394" y="257"/>
                    <a:pt x="394" y="257"/>
                    <a:pt x="394" y="257"/>
                  </a:cubicBezTo>
                  <a:cubicBezTo>
                    <a:pt x="377" y="266"/>
                    <a:pt x="377" y="266"/>
                    <a:pt x="377" y="266"/>
                  </a:cubicBezTo>
                  <a:cubicBezTo>
                    <a:pt x="368" y="256"/>
                    <a:pt x="368" y="256"/>
                    <a:pt x="368" y="256"/>
                  </a:cubicBezTo>
                  <a:cubicBezTo>
                    <a:pt x="379" y="222"/>
                    <a:pt x="379" y="222"/>
                    <a:pt x="379" y="222"/>
                  </a:cubicBezTo>
                  <a:cubicBezTo>
                    <a:pt x="384" y="222"/>
                    <a:pt x="384" y="222"/>
                    <a:pt x="384" y="222"/>
                  </a:cubicBezTo>
                  <a:cubicBezTo>
                    <a:pt x="387" y="251"/>
                    <a:pt x="387" y="251"/>
                    <a:pt x="387" y="251"/>
                  </a:cubicBezTo>
                  <a:cubicBezTo>
                    <a:pt x="394" y="230"/>
                    <a:pt x="394" y="230"/>
                    <a:pt x="394" y="230"/>
                  </a:cubicBezTo>
                  <a:cubicBezTo>
                    <a:pt x="411" y="231"/>
                    <a:pt x="411" y="231"/>
                    <a:pt x="411" y="231"/>
                  </a:cubicBezTo>
                  <a:cubicBezTo>
                    <a:pt x="404" y="228"/>
                    <a:pt x="404" y="228"/>
                    <a:pt x="404" y="228"/>
                  </a:cubicBezTo>
                  <a:cubicBezTo>
                    <a:pt x="415" y="227"/>
                    <a:pt x="415" y="227"/>
                    <a:pt x="415" y="227"/>
                  </a:cubicBezTo>
                  <a:cubicBezTo>
                    <a:pt x="412" y="220"/>
                    <a:pt x="412" y="220"/>
                    <a:pt x="412" y="220"/>
                  </a:cubicBezTo>
                  <a:cubicBezTo>
                    <a:pt x="418" y="210"/>
                    <a:pt x="418" y="210"/>
                    <a:pt x="418" y="210"/>
                  </a:cubicBezTo>
                  <a:cubicBezTo>
                    <a:pt x="421" y="188"/>
                    <a:pt x="421" y="188"/>
                    <a:pt x="421" y="188"/>
                  </a:cubicBezTo>
                  <a:cubicBezTo>
                    <a:pt x="406" y="175"/>
                    <a:pt x="406" y="175"/>
                    <a:pt x="406" y="175"/>
                  </a:cubicBezTo>
                  <a:cubicBezTo>
                    <a:pt x="394" y="176"/>
                    <a:pt x="394" y="176"/>
                    <a:pt x="394" y="176"/>
                  </a:cubicBezTo>
                  <a:cubicBezTo>
                    <a:pt x="384" y="184"/>
                    <a:pt x="384" y="184"/>
                    <a:pt x="384" y="184"/>
                  </a:cubicBezTo>
                  <a:cubicBezTo>
                    <a:pt x="381" y="122"/>
                    <a:pt x="381" y="122"/>
                    <a:pt x="381" y="122"/>
                  </a:cubicBezTo>
                  <a:cubicBezTo>
                    <a:pt x="378" y="118"/>
                    <a:pt x="378" y="118"/>
                    <a:pt x="378" y="118"/>
                  </a:cubicBezTo>
                  <a:cubicBezTo>
                    <a:pt x="375" y="221"/>
                    <a:pt x="375" y="221"/>
                    <a:pt x="375" y="221"/>
                  </a:cubicBezTo>
                  <a:cubicBezTo>
                    <a:pt x="367" y="233"/>
                    <a:pt x="367" y="233"/>
                    <a:pt x="367" y="233"/>
                  </a:cubicBezTo>
                  <a:cubicBezTo>
                    <a:pt x="367" y="233"/>
                    <a:pt x="366" y="232"/>
                    <a:pt x="364" y="225"/>
                  </a:cubicBezTo>
                  <a:cubicBezTo>
                    <a:pt x="362" y="218"/>
                    <a:pt x="365" y="200"/>
                    <a:pt x="365" y="200"/>
                  </a:cubicBezTo>
                  <a:cubicBezTo>
                    <a:pt x="373" y="120"/>
                    <a:pt x="373" y="120"/>
                    <a:pt x="373" y="120"/>
                  </a:cubicBezTo>
                  <a:cubicBezTo>
                    <a:pt x="367" y="127"/>
                    <a:pt x="367" y="127"/>
                    <a:pt x="367" y="127"/>
                  </a:cubicBezTo>
                  <a:cubicBezTo>
                    <a:pt x="363" y="176"/>
                    <a:pt x="363" y="176"/>
                    <a:pt x="363" y="176"/>
                  </a:cubicBezTo>
                  <a:cubicBezTo>
                    <a:pt x="345" y="189"/>
                    <a:pt x="345" y="189"/>
                    <a:pt x="345" y="189"/>
                  </a:cubicBezTo>
                  <a:cubicBezTo>
                    <a:pt x="340" y="215"/>
                    <a:pt x="340" y="215"/>
                    <a:pt x="340" y="215"/>
                  </a:cubicBezTo>
                  <a:cubicBezTo>
                    <a:pt x="347" y="195"/>
                    <a:pt x="347" y="195"/>
                    <a:pt x="347" y="195"/>
                  </a:cubicBezTo>
                  <a:cubicBezTo>
                    <a:pt x="361" y="188"/>
                    <a:pt x="361" y="188"/>
                    <a:pt x="361" y="188"/>
                  </a:cubicBezTo>
                  <a:cubicBezTo>
                    <a:pt x="359" y="201"/>
                    <a:pt x="359" y="201"/>
                    <a:pt x="359" y="201"/>
                  </a:cubicBezTo>
                  <a:cubicBezTo>
                    <a:pt x="350" y="207"/>
                    <a:pt x="350" y="207"/>
                    <a:pt x="350" y="207"/>
                  </a:cubicBezTo>
                  <a:cubicBezTo>
                    <a:pt x="332" y="230"/>
                    <a:pt x="332" y="230"/>
                    <a:pt x="332" y="230"/>
                  </a:cubicBezTo>
                  <a:cubicBezTo>
                    <a:pt x="330" y="270"/>
                    <a:pt x="330" y="270"/>
                    <a:pt x="330" y="270"/>
                  </a:cubicBezTo>
                  <a:cubicBezTo>
                    <a:pt x="370" y="304"/>
                    <a:pt x="370" y="304"/>
                    <a:pt x="370" y="304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394" y="351"/>
                    <a:pt x="394" y="351"/>
                    <a:pt x="394" y="351"/>
                  </a:cubicBezTo>
                  <a:cubicBezTo>
                    <a:pt x="387" y="356"/>
                    <a:pt x="387" y="356"/>
                    <a:pt x="387" y="356"/>
                  </a:cubicBezTo>
                  <a:cubicBezTo>
                    <a:pt x="350" y="337"/>
                    <a:pt x="350" y="337"/>
                    <a:pt x="350" y="337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290" y="318"/>
                    <a:pt x="290" y="318"/>
                    <a:pt x="290" y="318"/>
                  </a:cubicBezTo>
                  <a:cubicBezTo>
                    <a:pt x="253" y="336"/>
                    <a:pt x="253" y="336"/>
                    <a:pt x="253" y="336"/>
                  </a:cubicBezTo>
                  <a:cubicBezTo>
                    <a:pt x="253" y="350"/>
                    <a:pt x="253" y="350"/>
                    <a:pt x="253" y="350"/>
                  </a:cubicBezTo>
                  <a:cubicBezTo>
                    <a:pt x="253" y="367"/>
                    <a:pt x="253" y="367"/>
                    <a:pt x="253" y="367"/>
                  </a:cubicBezTo>
                  <a:cubicBezTo>
                    <a:pt x="229" y="367"/>
                    <a:pt x="229" y="367"/>
                    <a:pt x="229" y="367"/>
                  </a:cubicBezTo>
                  <a:cubicBezTo>
                    <a:pt x="220" y="351"/>
                    <a:pt x="220" y="351"/>
                    <a:pt x="220" y="351"/>
                  </a:cubicBezTo>
                  <a:cubicBezTo>
                    <a:pt x="207" y="351"/>
                    <a:pt x="207" y="351"/>
                    <a:pt x="207" y="351"/>
                  </a:cubicBezTo>
                  <a:cubicBezTo>
                    <a:pt x="207" y="326"/>
                    <a:pt x="207" y="326"/>
                    <a:pt x="207" y="326"/>
                  </a:cubicBezTo>
                  <a:cubicBezTo>
                    <a:pt x="227" y="326"/>
                    <a:pt x="227" y="326"/>
                    <a:pt x="227" y="326"/>
                  </a:cubicBezTo>
                  <a:cubicBezTo>
                    <a:pt x="227" y="326"/>
                    <a:pt x="227" y="326"/>
                    <a:pt x="227" y="326"/>
                  </a:cubicBezTo>
                  <a:cubicBezTo>
                    <a:pt x="232" y="326"/>
                    <a:pt x="235" y="323"/>
                    <a:pt x="235" y="318"/>
                  </a:cubicBezTo>
                  <a:cubicBezTo>
                    <a:pt x="235" y="318"/>
                    <a:pt x="235" y="318"/>
                    <a:pt x="235" y="318"/>
                  </a:cubicBezTo>
                  <a:cubicBezTo>
                    <a:pt x="235" y="315"/>
                    <a:pt x="235" y="315"/>
                    <a:pt x="235" y="315"/>
                  </a:cubicBezTo>
                  <a:cubicBezTo>
                    <a:pt x="236" y="315"/>
                    <a:pt x="236" y="315"/>
                    <a:pt x="236" y="315"/>
                  </a:cubicBezTo>
                  <a:cubicBezTo>
                    <a:pt x="236" y="286"/>
                    <a:pt x="236" y="286"/>
                    <a:pt x="236" y="286"/>
                  </a:cubicBezTo>
                  <a:cubicBezTo>
                    <a:pt x="236" y="286"/>
                    <a:pt x="236" y="286"/>
                    <a:pt x="236" y="286"/>
                  </a:cubicBezTo>
                  <a:cubicBezTo>
                    <a:pt x="236" y="275"/>
                    <a:pt x="236" y="275"/>
                    <a:pt x="236" y="275"/>
                  </a:cubicBezTo>
                  <a:cubicBezTo>
                    <a:pt x="236" y="275"/>
                    <a:pt x="236" y="275"/>
                    <a:pt x="236" y="274"/>
                  </a:cubicBezTo>
                  <a:cubicBezTo>
                    <a:pt x="236" y="270"/>
                    <a:pt x="232" y="266"/>
                    <a:pt x="228" y="266"/>
                  </a:cubicBezTo>
                  <a:cubicBezTo>
                    <a:pt x="227" y="266"/>
                    <a:pt x="227" y="266"/>
                    <a:pt x="227" y="266"/>
                  </a:cubicBezTo>
                  <a:cubicBezTo>
                    <a:pt x="207" y="266"/>
                    <a:pt x="207" y="266"/>
                    <a:pt x="207" y="266"/>
                  </a:cubicBezTo>
                  <a:cubicBezTo>
                    <a:pt x="207" y="171"/>
                    <a:pt x="207" y="171"/>
                    <a:pt x="207" y="171"/>
                  </a:cubicBezTo>
                  <a:cubicBezTo>
                    <a:pt x="205" y="171"/>
                    <a:pt x="205" y="171"/>
                    <a:pt x="205" y="171"/>
                  </a:cubicBezTo>
                  <a:cubicBezTo>
                    <a:pt x="205" y="138"/>
                    <a:pt x="205" y="138"/>
                    <a:pt x="205" y="138"/>
                  </a:cubicBezTo>
                  <a:cubicBezTo>
                    <a:pt x="206" y="137"/>
                    <a:pt x="208" y="137"/>
                    <a:pt x="209" y="137"/>
                  </a:cubicBezTo>
                  <a:cubicBezTo>
                    <a:pt x="221" y="168"/>
                    <a:pt x="221" y="168"/>
                    <a:pt x="221" y="168"/>
                  </a:cubicBezTo>
                  <a:cubicBezTo>
                    <a:pt x="219" y="169"/>
                    <a:pt x="219" y="169"/>
                    <a:pt x="219" y="169"/>
                  </a:cubicBezTo>
                  <a:cubicBezTo>
                    <a:pt x="219" y="169"/>
                    <a:pt x="219" y="169"/>
                    <a:pt x="219" y="169"/>
                  </a:cubicBezTo>
                  <a:cubicBezTo>
                    <a:pt x="220" y="173"/>
                    <a:pt x="220" y="173"/>
                    <a:pt x="220" y="17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37" y="162"/>
                    <a:pt x="237" y="162"/>
                    <a:pt x="237" y="162"/>
                  </a:cubicBezTo>
                  <a:cubicBezTo>
                    <a:pt x="235" y="163"/>
                    <a:pt x="235" y="163"/>
                    <a:pt x="235" y="163"/>
                  </a:cubicBezTo>
                  <a:cubicBezTo>
                    <a:pt x="223" y="131"/>
                    <a:pt x="223" y="131"/>
                    <a:pt x="223" y="131"/>
                  </a:cubicBezTo>
                  <a:cubicBezTo>
                    <a:pt x="224" y="130"/>
                    <a:pt x="225" y="129"/>
                    <a:pt x="226" y="129"/>
                  </a:cubicBezTo>
                  <a:cubicBezTo>
                    <a:pt x="250" y="153"/>
                    <a:pt x="250" y="153"/>
                    <a:pt x="250" y="153"/>
                  </a:cubicBezTo>
                  <a:cubicBezTo>
                    <a:pt x="249" y="155"/>
                    <a:pt x="249" y="155"/>
                    <a:pt x="249" y="155"/>
                  </a:cubicBezTo>
                  <a:cubicBezTo>
                    <a:pt x="249" y="155"/>
                    <a:pt x="249" y="155"/>
                    <a:pt x="249" y="155"/>
                  </a:cubicBezTo>
                  <a:cubicBezTo>
                    <a:pt x="252" y="158"/>
                    <a:pt x="252" y="158"/>
                    <a:pt x="252" y="158"/>
                  </a:cubicBezTo>
                  <a:cubicBezTo>
                    <a:pt x="265" y="144"/>
                    <a:pt x="265" y="144"/>
                    <a:pt x="265" y="144"/>
                  </a:cubicBezTo>
                  <a:cubicBezTo>
                    <a:pt x="262" y="141"/>
                    <a:pt x="262" y="141"/>
                    <a:pt x="262" y="141"/>
                  </a:cubicBezTo>
                  <a:cubicBezTo>
                    <a:pt x="261" y="142"/>
                    <a:pt x="261" y="142"/>
                    <a:pt x="261" y="142"/>
                  </a:cubicBezTo>
                  <a:cubicBezTo>
                    <a:pt x="236" y="118"/>
                    <a:pt x="236" y="118"/>
                    <a:pt x="236" y="118"/>
                  </a:cubicBezTo>
                  <a:cubicBezTo>
                    <a:pt x="237" y="117"/>
                    <a:pt x="237" y="116"/>
                    <a:pt x="238" y="115"/>
                  </a:cubicBezTo>
                  <a:cubicBezTo>
                    <a:pt x="271" y="128"/>
                    <a:pt x="271" y="128"/>
                    <a:pt x="271" y="128"/>
                  </a:cubicBezTo>
                  <a:cubicBezTo>
                    <a:pt x="270" y="130"/>
                    <a:pt x="270" y="130"/>
                    <a:pt x="270" y="130"/>
                  </a:cubicBezTo>
                  <a:cubicBezTo>
                    <a:pt x="270" y="130"/>
                    <a:pt x="270" y="130"/>
                    <a:pt x="270" y="130"/>
                  </a:cubicBezTo>
                  <a:cubicBezTo>
                    <a:pt x="274" y="132"/>
                    <a:pt x="274" y="132"/>
                    <a:pt x="274" y="132"/>
                  </a:cubicBezTo>
                  <a:cubicBezTo>
                    <a:pt x="281" y="114"/>
                    <a:pt x="281" y="114"/>
                    <a:pt x="281" y="114"/>
                  </a:cubicBezTo>
                  <a:cubicBezTo>
                    <a:pt x="277" y="112"/>
                    <a:pt x="277" y="112"/>
                    <a:pt x="277" y="112"/>
                  </a:cubicBezTo>
                  <a:cubicBezTo>
                    <a:pt x="277" y="114"/>
                    <a:pt x="277" y="114"/>
                    <a:pt x="277" y="114"/>
                  </a:cubicBezTo>
                  <a:cubicBezTo>
                    <a:pt x="244" y="101"/>
                    <a:pt x="244" y="101"/>
                    <a:pt x="244" y="101"/>
                  </a:cubicBezTo>
                  <a:cubicBezTo>
                    <a:pt x="244" y="100"/>
                    <a:pt x="244" y="99"/>
                    <a:pt x="244" y="98"/>
                  </a:cubicBezTo>
                  <a:cubicBezTo>
                    <a:pt x="279" y="98"/>
                    <a:pt x="279" y="98"/>
                    <a:pt x="279" y="98"/>
                  </a:cubicBezTo>
                  <a:cubicBezTo>
                    <a:pt x="279" y="100"/>
                    <a:pt x="279" y="100"/>
                    <a:pt x="279" y="100"/>
                  </a:cubicBezTo>
                  <a:cubicBezTo>
                    <a:pt x="368" y="100"/>
                    <a:pt x="368" y="100"/>
                    <a:pt x="368" y="100"/>
                  </a:cubicBezTo>
                  <a:cubicBezTo>
                    <a:pt x="369" y="101"/>
                    <a:pt x="369" y="103"/>
                    <a:pt x="370" y="105"/>
                  </a:cubicBezTo>
                  <a:cubicBezTo>
                    <a:pt x="371" y="109"/>
                    <a:pt x="374" y="112"/>
                    <a:pt x="375" y="112"/>
                  </a:cubicBezTo>
                  <a:cubicBezTo>
                    <a:pt x="375" y="112"/>
                    <a:pt x="375" y="112"/>
                    <a:pt x="375" y="112"/>
                  </a:cubicBezTo>
                  <a:cubicBezTo>
                    <a:pt x="375" y="112"/>
                    <a:pt x="375" y="112"/>
                    <a:pt x="375" y="112"/>
                  </a:cubicBezTo>
                  <a:cubicBezTo>
                    <a:pt x="406" y="100"/>
                    <a:pt x="406" y="100"/>
                    <a:pt x="406" y="100"/>
                  </a:cubicBezTo>
                  <a:cubicBezTo>
                    <a:pt x="416" y="100"/>
                    <a:pt x="416" y="100"/>
                    <a:pt x="416" y="10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3" y="131"/>
                    <a:pt x="395" y="134"/>
                    <a:pt x="399" y="136"/>
                  </a:cubicBezTo>
                  <a:cubicBezTo>
                    <a:pt x="403" y="139"/>
                    <a:pt x="406" y="140"/>
                    <a:pt x="407" y="139"/>
                  </a:cubicBezTo>
                  <a:cubicBezTo>
                    <a:pt x="407" y="139"/>
                    <a:pt x="407" y="139"/>
                    <a:pt x="407" y="139"/>
                  </a:cubicBezTo>
                  <a:cubicBezTo>
                    <a:pt x="438" y="100"/>
                    <a:pt x="438" y="100"/>
                    <a:pt x="438" y="100"/>
                  </a:cubicBezTo>
                  <a:cubicBezTo>
                    <a:pt x="439" y="100"/>
                    <a:pt x="439" y="100"/>
                    <a:pt x="439" y="100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2" y="149"/>
                    <a:pt x="426" y="151"/>
                    <a:pt x="430" y="153"/>
                  </a:cubicBezTo>
                  <a:cubicBezTo>
                    <a:pt x="434" y="154"/>
                    <a:pt x="438" y="155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57" y="100"/>
                    <a:pt x="457" y="100"/>
                    <a:pt x="457" y="100"/>
                  </a:cubicBezTo>
                  <a:cubicBezTo>
                    <a:pt x="457" y="100"/>
                    <a:pt x="457" y="100"/>
                    <a:pt x="457" y="100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60"/>
                    <a:pt x="461" y="161"/>
                    <a:pt x="466" y="161"/>
                  </a:cubicBezTo>
                  <a:cubicBezTo>
                    <a:pt x="471" y="161"/>
                    <a:pt x="474" y="160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00"/>
                    <a:pt x="475" y="100"/>
                    <a:pt x="475" y="100"/>
                  </a:cubicBezTo>
                  <a:cubicBezTo>
                    <a:pt x="481" y="100"/>
                    <a:pt x="481" y="100"/>
                    <a:pt x="481" y="100"/>
                  </a:cubicBezTo>
                  <a:cubicBezTo>
                    <a:pt x="481" y="88"/>
                    <a:pt x="481" y="88"/>
                    <a:pt x="481" y="88"/>
                  </a:cubicBezTo>
                  <a:cubicBezTo>
                    <a:pt x="412" y="88"/>
                    <a:pt x="412" y="88"/>
                    <a:pt x="412" y="88"/>
                  </a:cubicBezTo>
                  <a:cubicBezTo>
                    <a:pt x="412" y="84"/>
                    <a:pt x="412" y="84"/>
                    <a:pt x="412" y="84"/>
                  </a:cubicBezTo>
                  <a:cubicBezTo>
                    <a:pt x="481" y="84"/>
                    <a:pt x="481" y="84"/>
                    <a:pt x="481" y="84"/>
                  </a:cubicBezTo>
                  <a:cubicBezTo>
                    <a:pt x="481" y="80"/>
                    <a:pt x="481" y="80"/>
                    <a:pt x="481" y="80"/>
                  </a:cubicBezTo>
                  <a:cubicBezTo>
                    <a:pt x="456" y="80"/>
                    <a:pt x="456" y="80"/>
                    <a:pt x="456" y="80"/>
                  </a:cubicBezTo>
                  <a:cubicBezTo>
                    <a:pt x="456" y="80"/>
                    <a:pt x="456" y="80"/>
                    <a:pt x="456" y="80"/>
                  </a:cubicBezTo>
                  <a:cubicBezTo>
                    <a:pt x="411" y="80"/>
                    <a:pt x="411" y="80"/>
                    <a:pt x="411" y="80"/>
                  </a:cubicBezTo>
                  <a:cubicBezTo>
                    <a:pt x="404" y="79"/>
                    <a:pt x="386" y="75"/>
                    <a:pt x="374" y="63"/>
                  </a:cubicBezTo>
                  <a:cubicBezTo>
                    <a:pt x="357" y="46"/>
                    <a:pt x="357" y="34"/>
                    <a:pt x="357" y="34"/>
                  </a:cubicBezTo>
                  <a:cubicBezTo>
                    <a:pt x="354" y="34"/>
                    <a:pt x="354" y="34"/>
                    <a:pt x="354" y="34"/>
                  </a:cubicBezTo>
                  <a:cubicBezTo>
                    <a:pt x="354" y="80"/>
                    <a:pt x="354" y="80"/>
                    <a:pt x="354" y="80"/>
                  </a:cubicBezTo>
                  <a:cubicBezTo>
                    <a:pt x="350" y="80"/>
                    <a:pt x="350" y="80"/>
                    <a:pt x="350" y="80"/>
                  </a:cubicBezTo>
                  <a:cubicBezTo>
                    <a:pt x="350" y="34"/>
                    <a:pt x="350" y="34"/>
                    <a:pt x="350" y="34"/>
                  </a:cubicBezTo>
                  <a:cubicBezTo>
                    <a:pt x="344" y="34"/>
                    <a:pt x="344" y="34"/>
                    <a:pt x="344" y="34"/>
                  </a:cubicBezTo>
                  <a:cubicBezTo>
                    <a:pt x="344" y="80"/>
                    <a:pt x="344" y="80"/>
                    <a:pt x="344" y="80"/>
                  </a:cubicBezTo>
                  <a:cubicBezTo>
                    <a:pt x="279" y="80"/>
                    <a:pt x="279" y="80"/>
                    <a:pt x="279" y="80"/>
                  </a:cubicBezTo>
                  <a:cubicBezTo>
                    <a:pt x="279" y="82"/>
                    <a:pt x="279" y="82"/>
                    <a:pt x="279" y="82"/>
                  </a:cubicBezTo>
                  <a:cubicBezTo>
                    <a:pt x="244" y="82"/>
                    <a:pt x="244" y="82"/>
                    <a:pt x="244" y="82"/>
                  </a:cubicBezTo>
                  <a:cubicBezTo>
                    <a:pt x="241" y="62"/>
                    <a:pt x="225" y="46"/>
                    <a:pt x="205" y="43"/>
                  </a:cubicBezTo>
                  <a:cubicBezTo>
                    <a:pt x="205" y="4"/>
                    <a:pt x="205" y="4"/>
                    <a:pt x="205" y="4"/>
                  </a:cubicBezTo>
                  <a:cubicBezTo>
                    <a:pt x="207" y="4"/>
                    <a:pt x="207" y="4"/>
                    <a:pt x="207" y="4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187" y="0"/>
                    <a:pt x="187" y="0"/>
                    <a:pt x="187" y="0"/>
                  </a:cubicBezTo>
                  <a:cubicBezTo>
                    <a:pt x="187" y="4"/>
                    <a:pt x="187" y="4"/>
                    <a:pt x="187" y="4"/>
                  </a:cubicBezTo>
                  <a:cubicBezTo>
                    <a:pt x="190" y="4"/>
                    <a:pt x="190" y="4"/>
                    <a:pt x="190" y="4"/>
                  </a:cubicBezTo>
                  <a:cubicBezTo>
                    <a:pt x="190" y="43"/>
                    <a:pt x="190" y="43"/>
                    <a:pt x="190" y="43"/>
                  </a:cubicBezTo>
                  <a:cubicBezTo>
                    <a:pt x="188" y="43"/>
                    <a:pt x="187" y="43"/>
                    <a:pt x="186" y="43"/>
                  </a:cubicBezTo>
                  <a:cubicBezTo>
                    <a:pt x="171" y="8"/>
                    <a:pt x="171" y="8"/>
                    <a:pt x="171" y="8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2" y="3"/>
                    <a:pt x="172" y="3"/>
                    <a:pt x="172" y="3"/>
                  </a:cubicBezTo>
                  <a:cubicBezTo>
                    <a:pt x="154" y="11"/>
                    <a:pt x="154" y="11"/>
                    <a:pt x="154" y="11"/>
                  </a:cubicBezTo>
                  <a:cubicBezTo>
                    <a:pt x="155" y="15"/>
                    <a:pt x="155" y="15"/>
                    <a:pt x="155" y="15"/>
                  </a:cubicBezTo>
                  <a:cubicBezTo>
                    <a:pt x="157" y="14"/>
                    <a:pt x="157" y="14"/>
                    <a:pt x="157" y="14"/>
                  </a:cubicBezTo>
                  <a:cubicBezTo>
                    <a:pt x="172" y="49"/>
                    <a:pt x="172" y="49"/>
                    <a:pt x="172" y="49"/>
                  </a:cubicBezTo>
                  <a:cubicBezTo>
                    <a:pt x="171" y="49"/>
                    <a:pt x="170" y="50"/>
                    <a:pt x="169" y="51"/>
                  </a:cubicBezTo>
                  <a:cubicBezTo>
                    <a:pt x="142" y="24"/>
                    <a:pt x="142" y="24"/>
                    <a:pt x="142" y="24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1" y="20"/>
                    <a:pt x="141" y="20"/>
                    <a:pt x="141" y="20"/>
                  </a:cubicBezTo>
                  <a:cubicBezTo>
                    <a:pt x="127" y="34"/>
                    <a:pt x="127" y="34"/>
                    <a:pt x="127" y="34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2" y="35"/>
                    <a:pt x="132" y="35"/>
                    <a:pt x="132" y="35"/>
                  </a:cubicBezTo>
                  <a:cubicBezTo>
                    <a:pt x="158" y="61"/>
                    <a:pt x="158" y="61"/>
                    <a:pt x="158" y="61"/>
                  </a:cubicBezTo>
                  <a:cubicBezTo>
                    <a:pt x="157" y="62"/>
                    <a:pt x="157" y="63"/>
                    <a:pt x="156" y="64"/>
                  </a:cubicBezTo>
                  <a:cubicBezTo>
                    <a:pt x="122" y="51"/>
                    <a:pt x="122" y="51"/>
                    <a:pt x="122" y="51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2" y="65"/>
                    <a:pt x="112" y="65"/>
                    <a:pt x="112" y="65"/>
                  </a:cubicBezTo>
                  <a:cubicBezTo>
                    <a:pt x="116" y="66"/>
                    <a:pt x="116" y="66"/>
                    <a:pt x="116" y="66"/>
                  </a:cubicBezTo>
                  <a:cubicBezTo>
                    <a:pt x="116" y="64"/>
                    <a:pt x="116" y="64"/>
                    <a:pt x="116" y="64"/>
                  </a:cubicBezTo>
                  <a:cubicBezTo>
                    <a:pt x="150" y="78"/>
                    <a:pt x="150" y="78"/>
                    <a:pt x="150" y="78"/>
                  </a:cubicBezTo>
                  <a:cubicBezTo>
                    <a:pt x="150" y="79"/>
                    <a:pt x="149" y="81"/>
                    <a:pt x="149" y="82"/>
                  </a:cubicBezTo>
                  <a:cubicBezTo>
                    <a:pt x="110" y="82"/>
                    <a:pt x="110" y="82"/>
                    <a:pt x="110" y="82"/>
                  </a:cubicBezTo>
                  <a:cubicBezTo>
                    <a:pt x="110" y="80"/>
                    <a:pt x="110" y="80"/>
                    <a:pt x="110" y="80"/>
                  </a:cubicBezTo>
                  <a:cubicBezTo>
                    <a:pt x="68" y="80"/>
                    <a:pt x="68" y="80"/>
                    <a:pt x="68" y="80"/>
                  </a:cubicBezTo>
                  <a:cubicBezTo>
                    <a:pt x="68" y="80"/>
                    <a:pt x="68" y="80"/>
                    <a:pt x="67" y="80"/>
                  </a:cubicBezTo>
                  <a:cubicBezTo>
                    <a:pt x="63" y="80"/>
                    <a:pt x="59" y="84"/>
                    <a:pt x="59" y="89"/>
                  </a:cubicBezTo>
                  <a:cubicBezTo>
                    <a:pt x="59" y="89"/>
                    <a:pt x="59" y="89"/>
                    <a:pt x="59" y="89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77"/>
                    <a:pt x="59" y="277"/>
                    <a:pt x="59" y="277"/>
                  </a:cubicBezTo>
                  <a:cubicBezTo>
                    <a:pt x="59" y="277"/>
                    <a:pt x="59" y="277"/>
                    <a:pt x="59" y="277"/>
                  </a:cubicBezTo>
                  <a:cubicBezTo>
                    <a:pt x="59" y="282"/>
                    <a:pt x="63" y="286"/>
                    <a:pt x="67" y="286"/>
                  </a:cubicBezTo>
                  <a:cubicBezTo>
                    <a:pt x="68" y="286"/>
                    <a:pt x="68" y="286"/>
                    <a:pt x="68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7" y="286"/>
                    <a:pt x="187" y="286"/>
                    <a:pt x="187" y="286"/>
                  </a:cubicBezTo>
                  <a:cubicBezTo>
                    <a:pt x="187" y="307"/>
                    <a:pt x="187" y="307"/>
                    <a:pt x="187" y="307"/>
                  </a:cubicBezTo>
                  <a:cubicBezTo>
                    <a:pt x="185" y="307"/>
                    <a:pt x="185" y="307"/>
                    <a:pt x="185" y="307"/>
                  </a:cubicBezTo>
                  <a:cubicBezTo>
                    <a:pt x="185" y="307"/>
                    <a:pt x="185" y="307"/>
                    <a:pt x="185" y="307"/>
                  </a:cubicBezTo>
                  <a:cubicBezTo>
                    <a:pt x="153" y="307"/>
                    <a:pt x="153" y="307"/>
                    <a:pt x="153" y="307"/>
                  </a:cubicBezTo>
                  <a:cubicBezTo>
                    <a:pt x="153" y="307"/>
                    <a:pt x="153" y="307"/>
                    <a:pt x="153" y="307"/>
                  </a:cubicBezTo>
                  <a:cubicBezTo>
                    <a:pt x="148" y="307"/>
                    <a:pt x="145" y="310"/>
                    <a:pt x="145" y="315"/>
                  </a:cubicBezTo>
                  <a:cubicBezTo>
                    <a:pt x="145" y="315"/>
                    <a:pt x="145" y="315"/>
                    <a:pt x="145" y="315"/>
                  </a:cubicBezTo>
                  <a:cubicBezTo>
                    <a:pt x="145" y="326"/>
                    <a:pt x="145" y="326"/>
                    <a:pt x="145" y="326"/>
                  </a:cubicBezTo>
                  <a:cubicBezTo>
                    <a:pt x="145" y="326"/>
                    <a:pt x="145" y="326"/>
                    <a:pt x="145" y="326"/>
                  </a:cubicBezTo>
                  <a:cubicBezTo>
                    <a:pt x="145" y="351"/>
                    <a:pt x="145" y="351"/>
                    <a:pt x="145" y="351"/>
                  </a:cubicBezTo>
                  <a:cubicBezTo>
                    <a:pt x="86" y="351"/>
                    <a:pt x="86" y="351"/>
                    <a:pt x="86" y="351"/>
                  </a:cubicBezTo>
                  <a:cubicBezTo>
                    <a:pt x="87" y="400"/>
                    <a:pt x="87" y="400"/>
                    <a:pt x="87" y="400"/>
                  </a:cubicBezTo>
                  <a:cubicBezTo>
                    <a:pt x="103" y="418"/>
                    <a:pt x="103" y="418"/>
                    <a:pt x="103" y="418"/>
                  </a:cubicBezTo>
                  <a:cubicBezTo>
                    <a:pt x="103" y="451"/>
                    <a:pt x="103" y="451"/>
                    <a:pt x="103" y="451"/>
                  </a:cubicBezTo>
                  <a:cubicBezTo>
                    <a:pt x="122" y="459"/>
                    <a:pt x="122" y="459"/>
                    <a:pt x="122" y="459"/>
                  </a:cubicBezTo>
                  <a:cubicBezTo>
                    <a:pt x="122" y="505"/>
                    <a:pt x="122" y="505"/>
                    <a:pt x="122" y="505"/>
                  </a:cubicBezTo>
                  <a:cubicBezTo>
                    <a:pt x="38" y="520"/>
                    <a:pt x="7" y="539"/>
                    <a:pt x="4" y="540"/>
                  </a:cubicBezTo>
                  <a:cubicBezTo>
                    <a:pt x="0" y="540"/>
                    <a:pt x="19" y="543"/>
                    <a:pt x="46" y="556"/>
                  </a:cubicBezTo>
                  <a:cubicBezTo>
                    <a:pt x="80" y="572"/>
                    <a:pt x="76" y="581"/>
                    <a:pt x="76" y="581"/>
                  </a:cubicBezTo>
                  <a:cubicBezTo>
                    <a:pt x="76" y="581"/>
                    <a:pt x="135" y="543"/>
                    <a:pt x="263" y="520"/>
                  </a:cubicBezTo>
                  <a:cubicBezTo>
                    <a:pt x="330" y="508"/>
                    <a:pt x="451" y="503"/>
                    <a:pt x="495" y="512"/>
                  </a:cubicBezTo>
                  <a:cubicBezTo>
                    <a:pt x="495" y="512"/>
                    <a:pt x="461" y="504"/>
                    <a:pt x="413" y="49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53">
              <a:extLst>
                <a:ext uri="{FF2B5EF4-FFF2-40B4-BE49-F238E27FC236}">
                  <a16:creationId xmlns:a16="http://schemas.microsoft.com/office/drawing/2014/main" id="{2028C96A-498C-4DC3-9A17-28E4317CB0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04858" y="3977648"/>
              <a:ext cx="1793875" cy="1787526"/>
            </a:xfrm>
            <a:custGeom>
              <a:avLst/>
              <a:gdLst>
                <a:gd name="T0" fmla="*/ 484 w 968"/>
                <a:gd name="T1" fmla="*/ 953 h 967"/>
                <a:gd name="T2" fmla="*/ 14 w 968"/>
                <a:gd name="T3" fmla="*/ 482 h 967"/>
                <a:gd name="T4" fmla="*/ 484 w 968"/>
                <a:gd name="T5" fmla="*/ 12 h 967"/>
                <a:gd name="T6" fmla="*/ 954 w 968"/>
                <a:gd name="T7" fmla="*/ 482 h 967"/>
                <a:gd name="T8" fmla="*/ 484 w 968"/>
                <a:gd name="T9" fmla="*/ 953 h 967"/>
                <a:gd name="T10" fmla="*/ 484 w 968"/>
                <a:gd name="T11" fmla="*/ 0 h 967"/>
                <a:gd name="T12" fmla="*/ 0 w 968"/>
                <a:gd name="T13" fmla="*/ 483 h 967"/>
                <a:gd name="T14" fmla="*/ 484 w 968"/>
                <a:gd name="T15" fmla="*/ 967 h 967"/>
                <a:gd name="T16" fmla="*/ 968 w 968"/>
                <a:gd name="T17" fmla="*/ 483 h 967"/>
                <a:gd name="T18" fmla="*/ 484 w 968"/>
                <a:gd name="T19" fmla="*/ 0 h 9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8" h="967">
                  <a:moveTo>
                    <a:pt x="484" y="953"/>
                  </a:moveTo>
                  <a:cubicBezTo>
                    <a:pt x="224" y="953"/>
                    <a:pt x="14" y="742"/>
                    <a:pt x="14" y="482"/>
                  </a:cubicBezTo>
                  <a:cubicBezTo>
                    <a:pt x="14" y="223"/>
                    <a:pt x="224" y="12"/>
                    <a:pt x="484" y="12"/>
                  </a:cubicBezTo>
                  <a:cubicBezTo>
                    <a:pt x="744" y="12"/>
                    <a:pt x="954" y="223"/>
                    <a:pt x="954" y="482"/>
                  </a:cubicBezTo>
                  <a:cubicBezTo>
                    <a:pt x="954" y="742"/>
                    <a:pt x="744" y="953"/>
                    <a:pt x="484" y="953"/>
                  </a:cubicBezTo>
                  <a:close/>
                  <a:moveTo>
                    <a:pt x="484" y="0"/>
                  </a:moveTo>
                  <a:cubicBezTo>
                    <a:pt x="217" y="0"/>
                    <a:pt x="0" y="216"/>
                    <a:pt x="0" y="483"/>
                  </a:cubicBezTo>
                  <a:cubicBezTo>
                    <a:pt x="0" y="750"/>
                    <a:pt x="217" y="967"/>
                    <a:pt x="484" y="967"/>
                  </a:cubicBezTo>
                  <a:cubicBezTo>
                    <a:pt x="751" y="967"/>
                    <a:pt x="968" y="750"/>
                    <a:pt x="968" y="483"/>
                  </a:cubicBezTo>
                  <a:cubicBezTo>
                    <a:pt x="968" y="216"/>
                    <a:pt x="751" y="0"/>
                    <a:pt x="48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54">
              <a:extLst>
                <a:ext uri="{FF2B5EF4-FFF2-40B4-BE49-F238E27FC236}">
                  <a16:creationId xmlns:a16="http://schemas.microsoft.com/office/drawing/2014/main" id="{734A2889-6417-4A17-B2CB-D074F35E74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8058" y="4552323"/>
              <a:ext cx="65088" cy="60325"/>
            </a:xfrm>
            <a:custGeom>
              <a:avLst/>
              <a:gdLst>
                <a:gd name="T0" fmla="*/ 23 w 35"/>
                <a:gd name="T1" fmla="*/ 3 h 32"/>
                <a:gd name="T2" fmla="*/ 10 w 35"/>
                <a:gd name="T3" fmla="*/ 1 h 32"/>
                <a:gd name="T4" fmla="*/ 2 w 35"/>
                <a:gd name="T5" fmla="*/ 9 h 32"/>
                <a:gd name="T6" fmla="*/ 1 w 35"/>
                <a:gd name="T7" fmla="*/ 20 h 32"/>
                <a:gd name="T8" fmla="*/ 11 w 35"/>
                <a:gd name="T9" fmla="*/ 29 h 32"/>
                <a:gd name="T10" fmla="*/ 25 w 35"/>
                <a:gd name="T11" fmla="*/ 31 h 32"/>
                <a:gd name="T12" fmla="*/ 33 w 35"/>
                <a:gd name="T13" fmla="*/ 23 h 32"/>
                <a:gd name="T14" fmla="*/ 33 w 35"/>
                <a:gd name="T15" fmla="*/ 12 h 32"/>
                <a:gd name="T16" fmla="*/ 23 w 35"/>
                <a:gd name="T17" fmla="*/ 3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" h="32">
                  <a:moveTo>
                    <a:pt x="23" y="3"/>
                  </a:moveTo>
                  <a:cubicBezTo>
                    <a:pt x="18" y="0"/>
                    <a:pt x="13" y="0"/>
                    <a:pt x="10" y="1"/>
                  </a:cubicBezTo>
                  <a:cubicBezTo>
                    <a:pt x="6" y="2"/>
                    <a:pt x="3" y="5"/>
                    <a:pt x="2" y="9"/>
                  </a:cubicBezTo>
                  <a:cubicBezTo>
                    <a:pt x="0" y="13"/>
                    <a:pt x="0" y="17"/>
                    <a:pt x="1" y="20"/>
                  </a:cubicBezTo>
                  <a:cubicBezTo>
                    <a:pt x="3" y="24"/>
                    <a:pt x="6" y="27"/>
                    <a:pt x="11" y="29"/>
                  </a:cubicBezTo>
                  <a:cubicBezTo>
                    <a:pt x="16" y="31"/>
                    <a:pt x="21" y="32"/>
                    <a:pt x="25" y="31"/>
                  </a:cubicBezTo>
                  <a:cubicBezTo>
                    <a:pt x="28" y="29"/>
                    <a:pt x="31" y="27"/>
                    <a:pt x="33" y="23"/>
                  </a:cubicBezTo>
                  <a:cubicBezTo>
                    <a:pt x="35" y="19"/>
                    <a:pt x="35" y="15"/>
                    <a:pt x="33" y="12"/>
                  </a:cubicBezTo>
                  <a:cubicBezTo>
                    <a:pt x="32" y="8"/>
                    <a:pt x="28" y="5"/>
                    <a:pt x="2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55">
              <a:extLst>
                <a:ext uri="{FF2B5EF4-FFF2-40B4-BE49-F238E27FC236}">
                  <a16:creationId xmlns:a16="http://schemas.microsoft.com/office/drawing/2014/main" id="{CE3D9E6B-856B-4ACD-9720-4C8030A123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1145" y="5347661"/>
              <a:ext cx="41275" cy="74613"/>
            </a:xfrm>
            <a:custGeom>
              <a:avLst/>
              <a:gdLst>
                <a:gd name="T0" fmla="*/ 22 w 22"/>
                <a:gd name="T1" fmla="*/ 0 h 40"/>
                <a:gd name="T2" fmla="*/ 22 w 22"/>
                <a:gd name="T3" fmla="*/ 40 h 40"/>
                <a:gd name="T4" fmla="*/ 11 w 22"/>
                <a:gd name="T5" fmla="*/ 40 h 40"/>
                <a:gd name="T6" fmla="*/ 11 w 22"/>
                <a:gd name="T7" fmla="*/ 14 h 40"/>
                <a:gd name="T8" fmla="*/ 6 w 22"/>
                <a:gd name="T9" fmla="*/ 17 h 40"/>
                <a:gd name="T10" fmla="*/ 0 w 22"/>
                <a:gd name="T11" fmla="*/ 19 h 40"/>
                <a:gd name="T12" fmla="*/ 0 w 22"/>
                <a:gd name="T13" fmla="*/ 11 h 40"/>
                <a:gd name="T14" fmla="*/ 8 w 22"/>
                <a:gd name="T15" fmla="*/ 6 h 40"/>
                <a:gd name="T16" fmla="*/ 13 w 22"/>
                <a:gd name="T17" fmla="*/ 0 h 40"/>
                <a:gd name="T18" fmla="*/ 22 w 22"/>
                <a:gd name="T1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40">
                  <a:moveTo>
                    <a:pt x="22" y="0"/>
                  </a:moveTo>
                  <a:cubicBezTo>
                    <a:pt x="22" y="40"/>
                    <a:pt x="22" y="40"/>
                    <a:pt x="22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9" y="15"/>
                    <a:pt x="8" y="16"/>
                    <a:pt x="6" y="17"/>
                  </a:cubicBezTo>
                  <a:cubicBezTo>
                    <a:pt x="4" y="18"/>
                    <a:pt x="2" y="19"/>
                    <a:pt x="0" y="19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4" y="10"/>
                    <a:pt x="6" y="8"/>
                    <a:pt x="8" y="6"/>
                  </a:cubicBezTo>
                  <a:cubicBezTo>
                    <a:pt x="10" y="5"/>
                    <a:pt x="12" y="3"/>
                    <a:pt x="13" y="0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56">
              <a:extLst>
                <a:ext uri="{FF2B5EF4-FFF2-40B4-BE49-F238E27FC236}">
                  <a16:creationId xmlns:a16="http://schemas.microsoft.com/office/drawing/2014/main" id="{1DE7746A-6B89-42A1-AF1B-D2A6E02FE2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39883" y="5347661"/>
              <a:ext cx="60325" cy="74613"/>
            </a:xfrm>
            <a:custGeom>
              <a:avLst/>
              <a:gdLst>
                <a:gd name="T0" fmla="*/ 21 w 32"/>
                <a:gd name="T1" fmla="*/ 14 h 40"/>
                <a:gd name="T2" fmla="*/ 19 w 32"/>
                <a:gd name="T3" fmla="*/ 9 h 40"/>
                <a:gd name="T4" fmla="*/ 15 w 32"/>
                <a:gd name="T5" fmla="*/ 7 h 40"/>
                <a:gd name="T6" fmla="*/ 12 w 32"/>
                <a:gd name="T7" fmla="*/ 9 h 40"/>
                <a:gd name="T8" fmla="*/ 10 w 32"/>
                <a:gd name="T9" fmla="*/ 13 h 40"/>
                <a:gd name="T10" fmla="*/ 12 w 32"/>
                <a:gd name="T11" fmla="*/ 18 h 40"/>
                <a:gd name="T12" fmla="*/ 15 w 32"/>
                <a:gd name="T13" fmla="*/ 20 h 40"/>
                <a:gd name="T14" fmla="*/ 19 w 32"/>
                <a:gd name="T15" fmla="*/ 18 h 40"/>
                <a:gd name="T16" fmla="*/ 21 w 32"/>
                <a:gd name="T17" fmla="*/ 14 h 40"/>
                <a:gd name="T18" fmla="*/ 1 w 32"/>
                <a:gd name="T19" fmla="*/ 31 h 40"/>
                <a:gd name="T20" fmla="*/ 12 w 32"/>
                <a:gd name="T21" fmla="*/ 30 h 40"/>
                <a:gd name="T22" fmla="*/ 13 w 32"/>
                <a:gd name="T23" fmla="*/ 33 h 40"/>
                <a:gd name="T24" fmla="*/ 15 w 32"/>
                <a:gd name="T25" fmla="*/ 34 h 40"/>
                <a:gd name="T26" fmla="*/ 20 w 32"/>
                <a:gd name="T27" fmla="*/ 31 h 40"/>
                <a:gd name="T28" fmla="*/ 21 w 32"/>
                <a:gd name="T29" fmla="*/ 23 h 40"/>
                <a:gd name="T30" fmla="*/ 17 w 32"/>
                <a:gd name="T31" fmla="*/ 26 h 40"/>
                <a:gd name="T32" fmla="*/ 13 w 32"/>
                <a:gd name="T33" fmla="*/ 27 h 40"/>
                <a:gd name="T34" fmla="*/ 4 w 32"/>
                <a:gd name="T35" fmla="*/ 23 h 40"/>
                <a:gd name="T36" fmla="*/ 0 w 32"/>
                <a:gd name="T37" fmla="*/ 14 h 40"/>
                <a:gd name="T38" fmla="*/ 2 w 32"/>
                <a:gd name="T39" fmla="*/ 7 h 40"/>
                <a:gd name="T40" fmla="*/ 7 w 32"/>
                <a:gd name="T41" fmla="*/ 2 h 40"/>
                <a:gd name="T42" fmla="*/ 15 w 32"/>
                <a:gd name="T43" fmla="*/ 0 h 40"/>
                <a:gd name="T44" fmla="*/ 24 w 32"/>
                <a:gd name="T45" fmla="*/ 2 h 40"/>
                <a:gd name="T46" fmla="*/ 30 w 32"/>
                <a:gd name="T47" fmla="*/ 9 h 40"/>
                <a:gd name="T48" fmla="*/ 32 w 32"/>
                <a:gd name="T49" fmla="*/ 20 h 40"/>
                <a:gd name="T50" fmla="*/ 28 w 32"/>
                <a:gd name="T51" fmla="*/ 35 h 40"/>
                <a:gd name="T52" fmla="*/ 15 w 32"/>
                <a:gd name="T53" fmla="*/ 40 h 40"/>
                <a:gd name="T54" fmla="*/ 8 w 32"/>
                <a:gd name="T55" fmla="*/ 39 h 40"/>
                <a:gd name="T56" fmla="*/ 4 w 32"/>
                <a:gd name="T57" fmla="*/ 36 h 40"/>
                <a:gd name="T58" fmla="*/ 1 w 32"/>
                <a:gd name="T59" fmla="*/ 3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2" h="40">
                  <a:moveTo>
                    <a:pt x="21" y="14"/>
                  </a:moveTo>
                  <a:cubicBezTo>
                    <a:pt x="21" y="12"/>
                    <a:pt x="20" y="10"/>
                    <a:pt x="19" y="9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4" y="7"/>
                    <a:pt x="13" y="8"/>
                    <a:pt x="12" y="9"/>
                  </a:cubicBezTo>
                  <a:cubicBezTo>
                    <a:pt x="11" y="10"/>
                    <a:pt x="10" y="11"/>
                    <a:pt x="10" y="13"/>
                  </a:cubicBezTo>
                  <a:cubicBezTo>
                    <a:pt x="10" y="16"/>
                    <a:pt x="11" y="17"/>
                    <a:pt x="12" y="18"/>
                  </a:cubicBezTo>
                  <a:cubicBezTo>
                    <a:pt x="13" y="20"/>
                    <a:pt x="14" y="20"/>
                    <a:pt x="15" y="20"/>
                  </a:cubicBezTo>
                  <a:cubicBezTo>
                    <a:pt x="17" y="20"/>
                    <a:pt x="18" y="20"/>
                    <a:pt x="19" y="18"/>
                  </a:cubicBezTo>
                  <a:cubicBezTo>
                    <a:pt x="20" y="17"/>
                    <a:pt x="21" y="16"/>
                    <a:pt x="21" y="14"/>
                  </a:cubicBezTo>
                  <a:close/>
                  <a:moveTo>
                    <a:pt x="1" y="31"/>
                  </a:moveTo>
                  <a:cubicBezTo>
                    <a:pt x="12" y="30"/>
                    <a:pt x="12" y="30"/>
                    <a:pt x="12" y="30"/>
                  </a:cubicBezTo>
                  <a:cubicBezTo>
                    <a:pt x="12" y="31"/>
                    <a:pt x="12" y="32"/>
                    <a:pt x="13" y="33"/>
                  </a:cubicBezTo>
                  <a:cubicBezTo>
                    <a:pt x="14" y="33"/>
                    <a:pt x="15" y="34"/>
                    <a:pt x="15" y="34"/>
                  </a:cubicBezTo>
                  <a:cubicBezTo>
                    <a:pt x="17" y="34"/>
                    <a:pt x="19" y="33"/>
                    <a:pt x="20" y="31"/>
                  </a:cubicBezTo>
                  <a:cubicBezTo>
                    <a:pt x="20" y="30"/>
                    <a:pt x="21" y="27"/>
                    <a:pt x="21" y="23"/>
                  </a:cubicBezTo>
                  <a:cubicBezTo>
                    <a:pt x="20" y="24"/>
                    <a:pt x="19" y="25"/>
                    <a:pt x="17" y="26"/>
                  </a:cubicBezTo>
                  <a:cubicBezTo>
                    <a:pt x="16" y="26"/>
                    <a:pt x="14" y="27"/>
                    <a:pt x="13" y="27"/>
                  </a:cubicBezTo>
                  <a:cubicBezTo>
                    <a:pt x="9" y="27"/>
                    <a:pt x="6" y="26"/>
                    <a:pt x="4" y="23"/>
                  </a:cubicBezTo>
                  <a:cubicBezTo>
                    <a:pt x="1" y="21"/>
                    <a:pt x="0" y="17"/>
                    <a:pt x="0" y="14"/>
                  </a:cubicBezTo>
                  <a:cubicBezTo>
                    <a:pt x="0" y="11"/>
                    <a:pt x="1" y="9"/>
                    <a:pt x="2" y="7"/>
                  </a:cubicBezTo>
                  <a:cubicBezTo>
                    <a:pt x="3" y="5"/>
                    <a:pt x="5" y="3"/>
                    <a:pt x="7" y="2"/>
                  </a:cubicBezTo>
                  <a:cubicBezTo>
                    <a:pt x="9" y="1"/>
                    <a:pt x="12" y="0"/>
                    <a:pt x="15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7" y="4"/>
                    <a:pt x="29" y="6"/>
                    <a:pt x="30" y="9"/>
                  </a:cubicBezTo>
                  <a:cubicBezTo>
                    <a:pt x="31" y="11"/>
                    <a:pt x="32" y="15"/>
                    <a:pt x="32" y="20"/>
                  </a:cubicBezTo>
                  <a:cubicBezTo>
                    <a:pt x="32" y="27"/>
                    <a:pt x="31" y="32"/>
                    <a:pt x="28" y="35"/>
                  </a:cubicBezTo>
                  <a:cubicBezTo>
                    <a:pt x="25" y="39"/>
                    <a:pt x="21" y="40"/>
                    <a:pt x="15" y="40"/>
                  </a:cubicBezTo>
                  <a:cubicBezTo>
                    <a:pt x="12" y="40"/>
                    <a:pt x="10" y="40"/>
                    <a:pt x="8" y="39"/>
                  </a:cubicBezTo>
                  <a:cubicBezTo>
                    <a:pt x="6" y="38"/>
                    <a:pt x="5" y="37"/>
                    <a:pt x="4" y="36"/>
                  </a:cubicBezTo>
                  <a:cubicBezTo>
                    <a:pt x="2" y="35"/>
                    <a:pt x="2" y="33"/>
                    <a:pt x="1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57">
              <a:extLst>
                <a:ext uri="{FF2B5EF4-FFF2-40B4-BE49-F238E27FC236}">
                  <a16:creationId xmlns:a16="http://schemas.microsoft.com/office/drawing/2014/main" id="{F790BB2D-DB9B-40EB-9248-310A17DE67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4970" y="5349248"/>
              <a:ext cx="60325" cy="73025"/>
            </a:xfrm>
            <a:custGeom>
              <a:avLst/>
              <a:gdLst>
                <a:gd name="T0" fmla="*/ 4 w 32"/>
                <a:gd name="T1" fmla="*/ 0 h 39"/>
                <a:gd name="T2" fmla="*/ 30 w 32"/>
                <a:gd name="T3" fmla="*/ 0 h 39"/>
                <a:gd name="T4" fmla="*/ 30 w 32"/>
                <a:gd name="T5" fmla="*/ 8 h 39"/>
                <a:gd name="T6" fmla="*/ 13 w 32"/>
                <a:gd name="T7" fmla="*/ 8 h 39"/>
                <a:gd name="T8" fmla="*/ 12 w 32"/>
                <a:gd name="T9" fmla="*/ 14 h 39"/>
                <a:gd name="T10" fmla="*/ 15 w 32"/>
                <a:gd name="T11" fmla="*/ 13 h 39"/>
                <a:gd name="T12" fmla="*/ 19 w 32"/>
                <a:gd name="T13" fmla="*/ 13 h 39"/>
                <a:gd name="T14" fmla="*/ 28 w 32"/>
                <a:gd name="T15" fmla="*/ 16 h 39"/>
                <a:gd name="T16" fmla="*/ 32 w 32"/>
                <a:gd name="T17" fmla="*/ 25 h 39"/>
                <a:gd name="T18" fmla="*/ 30 w 32"/>
                <a:gd name="T19" fmla="*/ 32 h 39"/>
                <a:gd name="T20" fmla="*/ 25 w 32"/>
                <a:gd name="T21" fmla="*/ 37 h 39"/>
                <a:gd name="T22" fmla="*/ 16 w 32"/>
                <a:gd name="T23" fmla="*/ 39 h 39"/>
                <a:gd name="T24" fmla="*/ 9 w 32"/>
                <a:gd name="T25" fmla="*/ 39 h 39"/>
                <a:gd name="T26" fmla="*/ 5 w 32"/>
                <a:gd name="T27" fmla="*/ 36 h 39"/>
                <a:gd name="T28" fmla="*/ 2 w 32"/>
                <a:gd name="T29" fmla="*/ 33 h 39"/>
                <a:gd name="T30" fmla="*/ 0 w 32"/>
                <a:gd name="T31" fmla="*/ 29 h 39"/>
                <a:gd name="T32" fmla="*/ 11 w 32"/>
                <a:gd name="T33" fmla="*/ 27 h 39"/>
                <a:gd name="T34" fmla="*/ 12 w 32"/>
                <a:gd name="T35" fmla="*/ 31 h 39"/>
                <a:gd name="T36" fmla="*/ 16 w 32"/>
                <a:gd name="T37" fmla="*/ 33 h 39"/>
                <a:gd name="T38" fmla="*/ 20 w 32"/>
                <a:gd name="T39" fmla="*/ 31 h 39"/>
                <a:gd name="T40" fmla="*/ 21 w 32"/>
                <a:gd name="T41" fmla="*/ 26 h 39"/>
                <a:gd name="T42" fmla="*/ 20 w 32"/>
                <a:gd name="T43" fmla="*/ 21 h 39"/>
                <a:gd name="T44" fmla="*/ 16 w 32"/>
                <a:gd name="T45" fmla="*/ 19 h 39"/>
                <a:gd name="T46" fmla="*/ 13 w 32"/>
                <a:gd name="T47" fmla="*/ 20 h 39"/>
                <a:gd name="T48" fmla="*/ 10 w 32"/>
                <a:gd name="T49" fmla="*/ 22 h 39"/>
                <a:gd name="T50" fmla="*/ 1 w 32"/>
                <a:gd name="T51" fmla="*/ 21 h 39"/>
                <a:gd name="T52" fmla="*/ 4 w 32"/>
                <a:gd name="T5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" h="39">
                  <a:moveTo>
                    <a:pt x="4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3" y="14"/>
                    <a:pt x="14" y="13"/>
                    <a:pt x="15" y="13"/>
                  </a:cubicBezTo>
                  <a:cubicBezTo>
                    <a:pt x="17" y="13"/>
                    <a:pt x="18" y="13"/>
                    <a:pt x="19" y="13"/>
                  </a:cubicBezTo>
                  <a:cubicBezTo>
                    <a:pt x="23" y="13"/>
                    <a:pt x="26" y="14"/>
                    <a:pt x="28" y="16"/>
                  </a:cubicBezTo>
                  <a:cubicBezTo>
                    <a:pt x="31" y="18"/>
                    <a:pt x="32" y="21"/>
                    <a:pt x="32" y="25"/>
                  </a:cubicBezTo>
                  <a:cubicBezTo>
                    <a:pt x="32" y="27"/>
                    <a:pt x="31" y="30"/>
                    <a:pt x="30" y="32"/>
                  </a:cubicBezTo>
                  <a:cubicBezTo>
                    <a:pt x="29" y="35"/>
                    <a:pt x="27" y="36"/>
                    <a:pt x="25" y="37"/>
                  </a:cubicBezTo>
                  <a:cubicBezTo>
                    <a:pt x="22" y="39"/>
                    <a:pt x="20" y="39"/>
                    <a:pt x="16" y="39"/>
                  </a:cubicBezTo>
                  <a:cubicBezTo>
                    <a:pt x="13" y="39"/>
                    <a:pt x="11" y="39"/>
                    <a:pt x="9" y="39"/>
                  </a:cubicBezTo>
                  <a:cubicBezTo>
                    <a:pt x="8" y="38"/>
                    <a:pt x="6" y="37"/>
                    <a:pt x="5" y="36"/>
                  </a:cubicBezTo>
                  <a:cubicBezTo>
                    <a:pt x="4" y="35"/>
                    <a:pt x="2" y="34"/>
                    <a:pt x="2" y="33"/>
                  </a:cubicBezTo>
                  <a:cubicBezTo>
                    <a:pt x="1" y="32"/>
                    <a:pt x="0" y="30"/>
                    <a:pt x="0" y="29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9"/>
                    <a:pt x="11" y="30"/>
                    <a:pt x="12" y="31"/>
                  </a:cubicBezTo>
                  <a:cubicBezTo>
                    <a:pt x="13" y="32"/>
                    <a:pt x="15" y="33"/>
                    <a:pt x="16" y="33"/>
                  </a:cubicBezTo>
                  <a:cubicBezTo>
                    <a:pt x="17" y="33"/>
                    <a:pt x="19" y="32"/>
                    <a:pt x="20" y="31"/>
                  </a:cubicBezTo>
                  <a:cubicBezTo>
                    <a:pt x="21" y="30"/>
                    <a:pt x="21" y="28"/>
                    <a:pt x="21" y="26"/>
                  </a:cubicBezTo>
                  <a:cubicBezTo>
                    <a:pt x="21" y="24"/>
                    <a:pt x="21" y="22"/>
                    <a:pt x="20" y="21"/>
                  </a:cubicBezTo>
                  <a:cubicBezTo>
                    <a:pt x="19" y="20"/>
                    <a:pt x="17" y="19"/>
                    <a:pt x="16" y="19"/>
                  </a:cubicBezTo>
                  <a:cubicBezTo>
                    <a:pt x="15" y="19"/>
                    <a:pt x="14" y="20"/>
                    <a:pt x="13" y="20"/>
                  </a:cubicBezTo>
                  <a:cubicBezTo>
                    <a:pt x="12" y="20"/>
                    <a:pt x="11" y="21"/>
                    <a:pt x="10" y="22"/>
                  </a:cubicBezTo>
                  <a:cubicBezTo>
                    <a:pt x="1" y="21"/>
                    <a:pt x="1" y="21"/>
                    <a:pt x="1" y="21"/>
                  </a:cubicBez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58">
              <a:extLst>
                <a:ext uri="{FF2B5EF4-FFF2-40B4-BE49-F238E27FC236}">
                  <a16:creationId xmlns:a16="http://schemas.microsoft.com/office/drawing/2014/main" id="{FC881B05-F5FE-4E93-9EE5-329CEA0529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0058" y="5347661"/>
              <a:ext cx="57150" cy="74613"/>
            </a:xfrm>
            <a:custGeom>
              <a:avLst/>
              <a:gdLst>
                <a:gd name="T0" fmla="*/ 10 w 31"/>
                <a:gd name="T1" fmla="*/ 12 h 40"/>
                <a:gd name="T2" fmla="*/ 0 w 31"/>
                <a:gd name="T3" fmla="*/ 10 h 40"/>
                <a:gd name="T4" fmla="*/ 5 w 31"/>
                <a:gd name="T5" fmla="*/ 3 h 40"/>
                <a:gd name="T6" fmla="*/ 15 w 31"/>
                <a:gd name="T7" fmla="*/ 0 h 40"/>
                <a:gd name="T8" fmla="*/ 26 w 31"/>
                <a:gd name="T9" fmla="*/ 3 h 40"/>
                <a:gd name="T10" fmla="*/ 30 w 31"/>
                <a:gd name="T11" fmla="*/ 10 h 40"/>
                <a:gd name="T12" fmla="*/ 28 w 31"/>
                <a:gd name="T13" fmla="*/ 15 h 40"/>
                <a:gd name="T14" fmla="*/ 24 w 31"/>
                <a:gd name="T15" fmla="*/ 18 h 40"/>
                <a:gd name="T16" fmla="*/ 27 w 31"/>
                <a:gd name="T17" fmla="*/ 20 h 40"/>
                <a:gd name="T18" fmla="*/ 30 w 31"/>
                <a:gd name="T19" fmla="*/ 23 h 40"/>
                <a:gd name="T20" fmla="*/ 31 w 31"/>
                <a:gd name="T21" fmla="*/ 27 h 40"/>
                <a:gd name="T22" fmla="*/ 30 w 31"/>
                <a:gd name="T23" fmla="*/ 34 h 40"/>
                <a:gd name="T24" fmla="*/ 25 w 31"/>
                <a:gd name="T25" fmla="*/ 39 h 40"/>
                <a:gd name="T26" fmla="*/ 16 w 31"/>
                <a:gd name="T27" fmla="*/ 40 h 40"/>
                <a:gd name="T28" fmla="*/ 8 w 31"/>
                <a:gd name="T29" fmla="*/ 39 h 40"/>
                <a:gd name="T30" fmla="*/ 3 w 31"/>
                <a:gd name="T31" fmla="*/ 35 h 40"/>
                <a:gd name="T32" fmla="*/ 0 w 31"/>
                <a:gd name="T33" fmla="*/ 29 h 40"/>
                <a:gd name="T34" fmla="*/ 10 w 31"/>
                <a:gd name="T35" fmla="*/ 28 h 40"/>
                <a:gd name="T36" fmla="*/ 12 w 31"/>
                <a:gd name="T37" fmla="*/ 32 h 40"/>
                <a:gd name="T38" fmla="*/ 16 w 31"/>
                <a:gd name="T39" fmla="*/ 34 h 40"/>
                <a:gd name="T40" fmla="*/ 19 w 31"/>
                <a:gd name="T41" fmla="*/ 32 h 40"/>
                <a:gd name="T42" fmla="*/ 21 w 31"/>
                <a:gd name="T43" fmla="*/ 28 h 40"/>
                <a:gd name="T44" fmla="*/ 19 w 31"/>
                <a:gd name="T45" fmla="*/ 24 h 40"/>
                <a:gd name="T46" fmla="*/ 15 w 31"/>
                <a:gd name="T47" fmla="*/ 22 h 40"/>
                <a:gd name="T48" fmla="*/ 12 w 31"/>
                <a:gd name="T49" fmla="*/ 23 h 40"/>
                <a:gd name="T50" fmla="*/ 13 w 31"/>
                <a:gd name="T51" fmla="*/ 15 h 40"/>
                <a:gd name="T52" fmla="*/ 14 w 31"/>
                <a:gd name="T53" fmla="*/ 15 h 40"/>
                <a:gd name="T54" fmla="*/ 17 w 31"/>
                <a:gd name="T55" fmla="*/ 14 h 40"/>
                <a:gd name="T56" fmla="*/ 19 w 31"/>
                <a:gd name="T57" fmla="*/ 11 h 40"/>
                <a:gd name="T58" fmla="*/ 18 w 31"/>
                <a:gd name="T59" fmla="*/ 8 h 40"/>
                <a:gd name="T60" fmla="*/ 15 w 31"/>
                <a:gd name="T61" fmla="*/ 7 h 40"/>
                <a:gd name="T62" fmla="*/ 12 w 31"/>
                <a:gd name="T63" fmla="*/ 8 h 40"/>
                <a:gd name="T64" fmla="*/ 10 w 31"/>
                <a:gd name="T65" fmla="*/ 1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1" h="40">
                  <a:moveTo>
                    <a:pt x="10" y="12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1" y="7"/>
                    <a:pt x="3" y="5"/>
                    <a:pt x="5" y="3"/>
                  </a:cubicBezTo>
                  <a:cubicBezTo>
                    <a:pt x="7" y="1"/>
                    <a:pt x="11" y="0"/>
                    <a:pt x="15" y="0"/>
                  </a:cubicBezTo>
                  <a:cubicBezTo>
                    <a:pt x="20" y="0"/>
                    <a:pt x="24" y="1"/>
                    <a:pt x="26" y="3"/>
                  </a:cubicBezTo>
                  <a:cubicBezTo>
                    <a:pt x="28" y="5"/>
                    <a:pt x="30" y="7"/>
                    <a:pt x="30" y="10"/>
                  </a:cubicBezTo>
                  <a:cubicBezTo>
                    <a:pt x="30" y="12"/>
                    <a:pt x="29" y="13"/>
                    <a:pt x="28" y="15"/>
                  </a:cubicBezTo>
                  <a:cubicBezTo>
                    <a:pt x="27" y="16"/>
                    <a:pt x="26" y="17"/>
                    <a:pt x="24" y="18"/>
                  </a:cubicBezTo>
                  <a:cubicBezTo>
                    <a:pt x="25" y="19"/>
                    <a:pt x="27" y="19"/>
                    <a:pt x="27" y="20"/>
                  </a:cubicBezTo>
                  <a:cubicBezTo>
                    <a:pt x="29" y="20"/>
                    <a:pt x="30" y="21"/>
                    <a:pt x="30" y="23"/>
                  </a:cubicBezTo>
                  <a:cubicBezTo>
                    <a:pt x="31" y="24"/>
                    <a:pt x="31" y="26"/>
                    <a:pt x="31" y="27"/>
                  </a:cubicBezTo>
                  <a:cubicBezTo>
                    <a:pt x="31" y="30"/>
                    <a:pt x="31" y="32"/>
                    <a:pt x="30" y="34"/>
                  </a:cubicBezTo>
                  <a:cubicBezTo>
                    <a:pt x="29" y="36"/>
                    <a:pt x="27" y="38"/>
                    <a:pt x="25" y="39"/>
                  </a:cubicBezTo>
                  <a:cubicBezTo>
                    <a:pt x="22" y="40"/>
                    <a:pt x="19" y="40"/>
                    <a:pt x="16" y="40"/>
                  </a:cubicBezTo>
                  <a:cubicBezTo>
                    <a:pt x="12" y="40"/>
                    <a:pt x="10" y="40"/>
                    <a:pt x="8" y="39"/>
                  </a:cubicBezTo>
                  <a:cubicBezTo>
                    <a:pt x="6" y="38"/>
                    <a:pt x="4" y="37"/>
                    <a:pt x="3" y="35"/>
                  </a:cubicBezTo>
                  <a:cubicBezTo>
                    <a:pt x="1" y="34"/>
                    <a:pt x="0" y="32"/>
                    <a:pt x="0" y="29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1" y="30"/>
                    <a:pt x="11" y="32"/>
                    <a:pt x="12" y="32"/>
                  </a:cubicBezTo>
                  <a:cubicBezTo>
                    <a:pt x="13" y="33"/>
                    <a:pt x="14" y="34"/>
                    <a:pt x="16" y="34"/>
                  </a:cubicBezTo>
                  <a:cubicBezTo>
                    <a:pt x="17" y="34"/>
                    <a:pt x="18" y="33"/>
                    <a:pt x="19" y="32"/>
                  </a:cubicBezTo>
                  <a:cubicBezTo>
                    <a:pt x="20" y="31"/>
                    <a:pt x="21" y="30"/>
                    <a:pt x="21" y="28"/>
                  </a:cubicBezTo>
                  <a:cubicBezTo>
                    <a:pt x="21" y="26"/>
                    <a:pt x="20" y="25"/>
                    <a:pt x="19" y="24"/>
                  </a:cubicBezTo>
                  <a:cubicBezTo>
                    <a:pt x="18" y="23"/>
                    <a:pt x="17" y="22"/>
                    <a:pt x="15" y="22"/>
                  </a:cubicBezTo>
                  <a:cubicBezTo>
                    <a:pt x="15" y="22"/>
                    <a:pt x="14" y="23"/>
                    <a:pt x="12" y="23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5"/>
                    <a:pt x="14" y="15"/>
                    <a:pt x="14" y="15"/>
                  </a:cubicBezTo>
                  <a:cubicBezTo>
                    <a:pt x="15" y="15"/>
                    <a:pt x="17" y="15"/>
                    <a:pt x="17" y="14"/>
                  </a:cubicBezTo>
                  <a:cubicBezTo>
                    <a:pt x="18" y="13"/>
                    <a:pt x="19" y="12"/>
                    <a:pt x="19" y="11"/>
                  </a:cubicBezTo>
                  <a:cubicBezTo>
                    <a:pt x="19" y="10"/>
                    <a:pt x="18" y="9"/>
                    <a:pt x="18" y="8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4" y="7"/>
                    <a:pt x="13" y="7"/>
                    <a:pt x="12" y="8"/>
                  </a:cubicBezTo>
                  <a:cubicBezTo>
                    <a:pt x="11" y="9"/>
                    <a:pt x="11" y="10"/>
                    <a:pt x="1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59">
              <a:extLst>
                <a:ext uri="{FF2B5EF4-FFF2-40B4-BE49-F238E27FC236}">
                  <a16:creationId xmlns:a16="http://schemas.microsoft.com/office/drawing/2014/main" id="{1F3EE822-4F13-4995-8B88-14F3355DC4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7933" y="5415923"/>
              <a:ext cx="17463" cy="9525"/>
            </a:xfrm>
            <a:custGeom>
              <a:avLst/>
              <a:gdLst>
                <a:gd name="T0" fmla="*/ 0 w 11"/>
                <a:gd name="T1" fmla="*/ 6 h 6"/>
                <a:gd name="T2" fmla="*/ 5 w 11"/>
                <a:gd name="T3" fmla="*/ 5 h 6"/>
                <a:gd name="T4" fmla="*/ 11 w 11"/>
                <a:gd name="T5" fmla="*/ 2 h 6"/>
                <a:gd name="T6" fmla="*/ 8 w 11"/>
                <a:gd name="T7" fmla="*/ 1 h 6"/>
                <a:gd name="T8" fmla="*/ 4 w 11"/>
                <a:gd name="T9" fmla="*/ 0 h 6"/>
                <a:gd name="T10" fmla="*/ 0 w 11"/>
                <a:gd name="T11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6">
                  <a:moveTo>
                    <a:pt x="0" y="6"/>
                  </a:moveTo>
                  <a:lnTo>
                    <a:pt x="5" y="5"/>
                  </a:lnTo>
                  <a:lnTo>
                    <a:pt x="11" y="2"/>
                  </a:lnTo>
                  <a:lnTo>
                    <a:pt x="8" y="1"/>
                  </a:lnTo>
                  <a:lnTo>
                    <a:pt x="4" y="0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60">
              <a:extLst>
                <a:ext uri="{FF2B5EF4-FFF2-40B4-BE49-F238E27FC236}">
                  <a16:creationId xmlns:a16="http://schemas.microsoft.com/office/drawing/2014/main" id="{6B861C13-21B3-4954-83ED-2A8A0932E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7945" y="4187198"/>
              <a:ext cx="44450" cy="34925"/>
            </a:xfrm>
            <a:custGeom>
              <a:avLst/>
              <a:gdLst>
                <a:gd name="T0" fmla="*/ 22 w 24"/>
                <a:gd name="T1" fmla="*/ 11 h 19"/>
                <a:gd name="T2" fmla="*/ 24 w 24"/>
                <a:gd name="T3" fmla="*/ 8 h 19"/>
                <a:gd name="T4" fmla="*/ 24 w 24"/>
                <a:gd name="T5" fmla="*/ 4 h 19"/>
                <a:gd name="T6" fmla="*/ 21 w 24"/>
                <a:gd name="T7" fmla="*/ 0 h 19"/>
                <a:gd name="T8" fmla="*/ 16 w 24"/>
                <a:gd name="T9" fmla="*/ 0 h 19"/>
                <a:gd name="T10" fmla="*/ 8 w 24"/>
                <a:gd name="T11" fmla="*/ 4 h 19"/>
                <a:gd name="T12" fmla="*/ 0 w 24"/>
                <a:gd name="T13" fmla="*/ 7 h 19"/>
                <a:gd name="T14" fmla="*/ 5 w 24"/>
                <a:gd name="T15" fmla="*/ 19 h 19"/>
                <a:gd name="T16" fmla="*/ 13 w 24"/>
                <a:gd name="T17" fmla="*/ 16 h 19"/>
                <a:gd name="T18" fmla="*/ 22 w 24"/>
                <a:gd name="T19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9">
                  <a:moveTo>
                    <a:pt x="22" y="11"/>
                  </a:moveTo>
                  <a:cubicBezTo>
                    <a:pt x="23" y="10"/>
                    <a:pt x="24" y="9"/>
                    <a:pt x="24" y="8"/>
                  </a:cubicBezTo>
                  <a:cubicBezTo>
                    <a:pt x="24" y="6"/>
                    <a:pt x="24" y="5"/>
                    <a:pt x="24" y="4"/>
                  </a:cubicBezTo>
                  <a:cubicBezTo>
                    <a:pt x="23" y="2"/>
                    <a:pt x="22" y="1"/>
                    <a:pt x="21" y="0"/>
                  </a:cubicBezTo>
                  <a:cubicBezTo>
                    <a:pt x="19" y="0"/>
                    <a:pt x="18" y="0"/>
                    <a:pt x="16" y="0"/>
                  </a:cubicBezTo>
                  <a:cubicBezTo>
                    <a:pt x="15" y="1"/>
                    <a:pt x="12" y="2"/>
                    <a:pt x="8" y="4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8" y="13"/>
                    <a:pt x="21" y="12"/>
                    <a:pt x="22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Freeform 61">
              <a:extLst>
                <a:ext uri="{FF2B5EF4-FFF2-40B4-BE49-F238E27FC236}">
                  <a16:creationId xmlns:a16="http://schemas.microsoft.com/office/drawing/2014/main" id="{F31CE27D-48F1-4F7C-9F65-82597B1E2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7108" y="4461836"/>
              <a:ext cx="36513" cy="46038"/>
            </a:xfrm>
            <a:custGeom>
              <a:avLst/>
              <a:gdLst>
                <a:gd name="T0" fmla="*/ 10 w 20"/>
                <a:gd name="T1" fmla="*/ 23 h 25"/>
                <a:gd name="T2" fmla="*/ 13 w 20"/>
                <a:gd name="T3" fmla="*/ 25 h 25"/>
                <a:gd name="T4" fmla="*/ 17 w 20"/>
                <a:gd name="T5" fmla="*/ 24 h 25"/>
                <a:gd name="T6" fmla="*/ 20 w 20"/>
                <a:gd name="T7" fmla="*/ 20 h 25"/>
                <a:gd name="T8" fmla="*/ 20 w 20"/>
                <a:gd name="T9" fmla="*/ 15 h 25"/>
                <a:gd name="T10" fmla="*/ 15 w 20"/>
                <a:gd name="T11" fmla="*/ 8 h 25"/>
                <a:gd name="T12" fmla="*/ 11 w 20"/>
                <a:gd name="T13" fmla="*/ 0 h 25"/>
                <a:gd name="T14" fmla="*/ 0 w 20"/>
                <a:gd name="T15" fmla="*/ 7 h 25"/>
                <a:gd name="T16" fmla="*/ 4 w 20"/>
                <a:gd name="T17" fmla="*/ 14 h 25"/>
                <a:gd name="T18" fmla="*/ 10 w 20"/>
                <a:gd name="T19" fmla="*/ 2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25">
                  <a:moveTo>
                    <a:pt x="10" y="23"/>
                  </a:moveTo>
                  <a:cubicBezTo>
                    <a:pt x="11" y="24"/>
                    <a:pt x="12" y="24"/>
                    <a:pt x="13" y="25"/>
                  </a:cubicBezTo>
                  <a:cubicBezTo>
                    <a:pt x="15" y="25"/>
                    <a:pt x="16" y="24"/>
                    <a:pt x="17" y="24"/>
                  </a:cubicBezTo>
                  <a:cubicBezTo>
                    <a:pt x="19" y="23"/>
                    <a:pt x="20" y="21"/>
                    <a:pt x="20" y="20"/>
                  </a:cubicBezTo>
                  <a:cubicBezTo>
                    <a:pt x="20" y="19"/>
                    <a:pt x="20" y="17"/>
                    <a:pt x="20" y="15"/>
                  </a:cubicBezTo>
                  <a:cubicBezTo>
                    <a:pt x="19" y="14"/>
                    <a:pt x="18" y="12"/>
                    <a:pt x="15" y="8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7" y="19"/>
                    <a:pt x="9" y="22"/>
                    <a:pt x="10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62">
              <a:extLst>
                <a:ext uri="{FF2B5EF4-FFF2-40B4-BE49-F238E27FC236}">
                  <a16:creationId xmlns:a16="http://schemas.microsoft.com/office/drawing/2014/main" id="{E749DC76-AF97-475D-9287-67CD093949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5358" y="4642811"/>
              <a:ext cx="39688" cy="28575"/>
            </a:xfrm>
            <a:custGeom>
              <a:avLst/>
              <a:gdLst>
                <a:gd name="T0" fmla="*/ 25 w 25"/>
                <a:gd name="T1" fmla="*/ 0 h 18"/>
                <a:gd name="T2" fmla="*/ 0 w 25"/>
                <a:gd name="T3" fmla="*/ 3 h 18"/>
                <a:gd name="T4" fmla="*/ 19 w 25"/>
                <a:gd name="T5" fmla="*/ 18 h 18"/>
                <a:gd name="T6" fmla="*/ 25 w 25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8">
                  <a:moveTo>
                    <a:pt x="25" y="0"/>
                  </a:moveTo>
                  <a:lnTo>
                    <a:pt x="0" y="3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63">
              <a:extLst>
                <a:ext uri="{FF2B5EF4-FFF2-40B4-BE49-F238E27FC236}">
                  <a16:creationId xmlns:a16="http://schemas.microsoft.com/office/drawing/2014/main" id="{D7544BF4-7F78-4262-86C9-07FC6EA0E8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4820" y="5565148"/>
              <a:ext cx="38100" cy="61913"/>
            </a:xfrm>
            <a:custGeom>
              <a:avLst/>
              <a:gdLst>
                <a:gd name="T0" fmla="*/ 7 w 21"/>
                <a:gd name="T1" fmla="*/ 10 h 33"/>
                <a:gd name="T2" fmla="*/ 4 w 21"/>
                <a:gd name="T3" fmla="*/ 12 h 33"/>
                <a:gd name="T4" fmla="*/ 2 w 21"/>
                <a:gd name="T5" fmla="*/ 15 h 33"/>
                <a:gd name="T6" fmla="*/ 1 w 21"/>
                <a:gd name="T7" fmla="*/ 19 h 33"/>
                <a:gd name="T8" fmla="*/ 0 w 21"/>
                <a:gd name="T9" fmla="*/ 23 h 33"/>
                <a:gd name="T10" fmla="*/ 2 w 21"/>
                <a:gd name="T11" fmla="*/ 26 h 33"/>
                <a:gd name="T12" fmla="*/ 9 w 21"/>
                <a:gd name="T13" fmla="*/ 32 h 33"/>
                <a:gd name="T14" fmla="*/ 12 w 21"/>
                <a:gd name="T15" fmla="*/ 33 h 33"/>
                <a:gd name="T16" fmla="*/ 15 w 21"/>
                <a:gd name="T17" fmla="*/ 33 h 33"/>
                <a:gd name="T18" fmla="*/ 19 w 21"/>
                <a:gd name="T19" fmla="*/ 29 h 33"/>
                <a:gd name="T20" fmla="*/ 20 w 21"/>
                <a:gd name="T21" fmla="*/ 26 h 33"/>
                <a:gd name="T22" fmla="*/ 21 w 21"/>
                <a:gd name="T23" fmla="*/ 24 h 33"/>
                <a:gd name="T24" fmla="*/ 20 w 21"/>
                <a:gd name="T25" fmla="*/ 20 h 33"/>
                <a:gd name="T26" fmla="*/ 14 w 21"/>
                <a:gd name="T27" fmla="*/ 16 h 33"/>
                <a:gd name="T28" fmla="*/ 14 w 21"/>
                <a:gd name="T29" fmla="*/ 11 h 33"/>
                <a:gd name="T30" fmla="*/ 17 w 21"/>
                <a:gd name="T31" fmla="*/ 11 h 33"/>
                <a:gd name="T32" fmla="*/ 18 w 21"/>
                <a:gd name="T33" fmla="*/ 8 h 33"/>
                <a:gd name="T34" fmla="*/ 18 w 21"/>
                <a:gd name="T35" fmla="*/ 5 h 33"/>
                <a:gd name="T36" fmla="*/ 18 w 21"/>
                <a:gd name="T37" fmla="*/ 2 h 33"/>
                <a:gd name="T38" fmla="*/ 15 w 21"/>
                <a:gd name="T39" fmla="*/ 2 h 33"/>
                <a:gd name="T40" fmla="*/ 10 w 21"/>
                <a:gd name="T41" fmla="*/ 8 h 33"/>
                <a:gd name="T42" fmla="*/ 9 w 21"/>
                <a:gd name="T43" fmla="*/ 9 h 33"/>
                <a:gd name="T44" fmla="*/ 7 w 21"/>
                <a:gd name="T45" fmla="*/ 1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33">
                  <a:moveTo>
                    <a:pt x="7" y="10"/>
                  </a:moveTo>
                  <a:cubicBezTo>
                    <a:pt x="5" y="10"/>
                    <a:pt x="4" y="12"/>
                    <a:pt x="4" y="12"/>
                  </a:cubicBezTo>
                  <a:cubicBezTo>
                    <a:pt x="1" y="14"/>
                    <a:pt x="2" y="15"/>
                    <a:pt x="2" y="15"/>
                  </a:cubicBezTo>
                  <a:cubicBezTo>
                    <a:pt x="2" y="16"/>
                    <a:pt x="1" y="19"/>
                    <a:pt x="1" y="19"/>
                  </a:cubicBezTo>
                  <a:cubicBezTo>
                    <a:pt x="0" y="20"/>
                    <a:pt x="0" y="23"/>
                    <a:pt x="0" y="23"/>
                  </a:cubicBezTo>
                  <a:cubicBezTo>
                    <a:pt x="0" y="24"/>
                    <a:pt x="2" y="26"/>
                    <a:pt x="2" y="26"/>
                  </a:cubicBezTo>
                  <a:cubicBezTo>
                    <a:pt x="3" y="29"/>
                    <a:pt x="9" y="32"/>
                    <a:pt x="9" y="32"/>
                  </a:cubicBezTo>
                  <a:cubicBezTo>
                    <a:pt x="10" y="33"/>
                    <a:pt x="11" y="33"/>
                    <a:pt x="12" y="33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9" y="33"/>
                    <a:pt x="19" y="29"/>
                    <a:pt x="19" y="29"/>
                  </a:cubicBezTo>
                  <a:cubicBezTo>
                    <a:pt x="18" y="28"/>
                    <a:pt x="20" y="26"/>
                    <a:pt x="20" y="26"/>
                  </a:cubicBezTo>
                  <a:cubicBezTo>
                    <a:pt x="21" y="25"/>
                    <a:pt x="21" y="24"/>
                    <a:pt x="21" y="24"/>
                  </a:cubicBezTo>
                  <a:cubicBezTo>
                    <a:pt x="20" y="23"/>
                    <a:pt x="20" y="20"/>
                    <a:pt x="20" y="20"/>
                  </a:cubicBezTo>
                  <a:cubicBezTo>
                    <a:pt x="18" y="19"/>
                    <a:pt x="14" y="16"/>
                    <a:pt x="14" y="16"/>
                  </a:cubicBezTo>
                  <a:cubicBezTo>
                    <a:pt x="11" y="12"/>
                    <a:pt x="14" y="11"/>
                    <a:pt x="14" y="11"/>
                  </a:cubicBezTo>
                  <a:cubicBezTo>
                    <a:pt x="16" y="12"/>
                    <a:pt x="17" y="11"/>
                    <a:pt x="17" y="11"/>
                  </a:cubicBezTo>
                  <a:cubicBezTo>
                    <a:pt x="19" y="11"/>
                    <a:pt x="18" y="8"/>
                    <a:pt x="18" y="8"/>
                  </a:cubicBezTo>
                  <a:cubicBezTo>
                    <a:pt x="18" y="6"/>
                    <a:pt x="18" y="5"/>
                    <a:pt x="18" y="5"/>
                  </a:cubicBezTo>
                  <a:cubicBezTo>
                    <a:pt x="19" y="2"/>
                    <a:pt x="18" y="2"/>
                    <a:pt x="18" y="2"/>
                  </a:cubicBezTo>
                  <a:cubicBezTo>
                    <a:pt x="16" y="0"/>
                    <a:pt x="15" y="2"/>
                    <a:pt x="15" y="2"/>
                  </a:cubicBezTo>
                  <a:cubicBezTo>
                    <a:pt x="14" y="4"/>
                    <a:pt x="10" y="8"/>
                    <a:pt x="10" y="8"/>
                  </a:cubicBezTo>
                  <a:cubicBezTo>
                    <a:pt x="9" y="8"/>
                    <a:pt x="9" y="9"/>
                    <a:pt x="9" y="9"/>
                  </a:cubicBezTo>
                  <a:cubicBezTo>
                    <a:pt x="8" y="10"/>
                    <a:pt x="7" y="10"/>
                    <a:pt x="7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64">
              <a:extLst>
                <a:ext uri="{FF2B5EF4-FFF2-40B4-BE49-F238E27FC236}">
                  <a16:creationId xmlns:a16="http://schemas.microsoft.com/office/drawing/2014/main" id="{78920277-B1AA-4CF0-AAC7-39542AB82D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7633" y="5504823"/>
              <a:ext cx="7938" cy="20638"/>
            </a:xfrm>
            <a:custGeom>
              <a:avLst/>
              <a:gdLst>
                <a:gd name="T0" fmla="*/ 0 w 4"/>
                <a:gd name="T1" fmla="*/ 0 h 11"/>
                <a:gd name="T2" fmla="*/ 2 w 4"/>
                <a:gd name="T3" fmla="*/ 5 h 11"/>
                <a:gd name="T4" fmla="*/ 2 w 4"/>
                <a:gd name="T5" fmla="*/ 7 h 11"/>
                <a:gd name="T6" fmla="*/ 3 w 4"/>
                <a:gd name="T7" fmla="*/ 10 h 11"/>
                <a:gd name="T8" fmla="*/ 4 w 4"/>
                <a:gd name="T9" fmla="*/ 9 h 11"/>
                <a:gd name="T10" fmla="*/ 3 w 4"/>
                <a:gd name="T11" fmla="*/ 3 h 11"/>
                <a:gd name="T12" fmla="*/ 3 w 4"/>
                <a:gd name="T13" fmla="*/ 0 h 11"/>
                <a:gd name="T14" fmla="*/ 0 w 4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11">
                  <a:moveTo>
                    <a:pt x="0" y="0"/>
                  </a:moveTo>
                  <a:cubicBezTo>
                    <a:pt x="1" y="3"/>
                    <a:pt x="2" y="4"/>
                    <a:pt x="2" y="5"/>
                  </a:cubicBezTo>
                  <a:cubicBezTo>
                    <a:pt x="2" y="6"/>
                    <a:pt x="2" y="7"/>
                    <a:pt x="2" y="7"/>
                  </a:cubicBezTo>
                  <a:cubicBezTo>
                    <a:pt x="4" y="9"/>
                    <a:pt x="3" y="8"/>
                    <a:pt x="3" y="10"/>
                  </a:cubicBezTo>
                  <a:cubicBezTo>
                    <a:pt x="4" y="11"/>
                    <a:pt x="4" y="10"/>
                    <a:pt x="4" y="9"/>
                  </a:cubicBezTo>
                  <a:cubicBezTo>
                    <a:pt x="4" y="8"/>
                    <a:pt x="4" y="5"/>
                    <a:pt x="3" y="3"/>
                  </a:cubicBezTo>
                  <a:cubicBezTo>
                    <a:pt x="3" y="2"/>
                    <a:pt x="3" y="1"/>
                    <a:pt x="3" y="0"/>
                  </a:cubicBezTo>
                  <a:cubicBezTo>
                    <a:pt x="2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65">
              <a:extLst>
                <a:ext uri="{FF2B5EF4-FFF2-40B4-BE49-F238E27FC236}">
                  <a16:creationId xmlns:a16="http://schemas.microsoft.com/office/drawing/2014/main" id="{A54BCB52-20FB-411B-B5C3-5114FD578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4295" y="5517523"/>
              <a:ext cx="33338" cy="12700"/>
            </a:xfrm>
            <a:custGeom>
              <a:avLst/>
              <a:gdLst>
                <a:gd name="T0" fmla="*/ 0 w 18"/>
                <a:gd name="T1" fmla="*/ 7 h 7"/>
                <a:gd name="T2" fmla="*/ 5 w 18"/>
                <a:gd name="T3" fmla="*/ 6 h 7"/>
                <a:gd name="T4" fmla="*/ 17 w 18"/>
                <a:gd name="T5" fmla="*/ 3 h 7"/>
                <a:gd name="T6" fmla="*/ 18 w 18"/>
                <a:gd name="T7" fmla="*/ 2 h 7"/>
                <a:gd name="T8" fmla="*/ 18 w 18"/>
                <a:gd name="T9" fmla="*/ 2 h 7"/>
                <a:gd name="T10" fmla="*/ 17 w 18"/>
                <a:gd name="T11" fmla="*/ 0 h 7"/>
                <a:gd name="T12" fmla="*/ 0 w 18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7">
                  <a:moveTo>
                    <a:pt x="0" y="7"/>
                  </a:moveTo>
                  <a:cubicBezTo>
                    <a:pt x="1" y="7"/>
                    <a:pt x="3" y="6"/>
                    <a:pt x="5" y="6"/>
                  </a:cubicBezTo>
                  <a:cubicBezTo>
                    <a:pt x="9" y="6"/>
                    <a:pt x="15" y="5"/>
                    <a:pt x="17" y="3"/>
                  </a:cubicBezTo>
                  <a:cubicBezTo>
                    <a:pt x="18" y="3"/>
                    <a:pt x="18" y="3"/>
                    <a:pt x="18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1"/>
                    <a:pt x="17" y="1"/>
                    <a:pt x="17" y="0"/>
                  </a:cubicBezTo>
                  <a:cubicBezTo>
                    <a:pt x="12" y="4"/>
                    <a:pt x="3" y="5"/>
                    <a:pt x="0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66">
              <a:extLst>
                <a:ext uri="{FF2B5EF4-FFF2-40B4-BE49-F238E27FC236}">
                  <a16:creationId xmlns:a16="http://schemas.microsoft.com/office/drawing/2014/main" id="{8C9E9751-5F90-468C-ADA3-17EB4C042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9433" y="4149098"/>
              <a:ext cx="63500" cy="68263"/>
            </a:xfrm>
            <a:custGeom>
              <a:avLst/>
              <a:gdLst>
                <a:gd name="T0" fmla="*/ 12 w 34"/>
                <a:gd name="T1" fmla="*/ 36 h 37"/>
                <a:gd name="T2" fmla="*/ 24 w 34"/>
                <a:gd name="T3" fmla="*/ 35 h 37"/>
                <a:gd name="T4" fmla="*/ 32 w 34"/>
                <a:gd name="T5" fmla="*/ 23 h 37"/>
                <a:gd name="T6" fmla="*/ 32 w 34"/>
                <a:gd name="T7" fmla="*/ 9 h 37"/>
                <a:gd name="T8" fmla="*/ 22 w 34"/>
                <a:gd name="T9" fmla="*/ 2 h 37"/>
                <a:gd name="T10" fmla="*/ 10 w 34"/>
                <a:gd name="T11" fmla="*/ 3 h 37"/>
                <a:gd name="T12" fmla="*/ 2 w 34"/>
                <a:gd name="T13" fmla="*/ 15 h 37"/>
                <a:gd name="T14" fmla="*/ 3 w 34"/>
                <a:gd name="T15" fmla="*/ 29 h 37"/>
                <a:gd name="T16" fmla="*/ 12 w 34"/>
                <a:gd name="T17" fmla="*/ 3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12" y="36"/>
                  </a:moveTo>
                  <a:cubicBezTo>
                    <a:pt x="17" y="37"/>
                    <a:pt x="21" y="37"/>
                    <a:pt x="24" y="35"/>
                  </a:cubicBezTo>
                  <a:cubicBezTo>
                    <a:pt x="28" y="33"/>
                    <a:pt x="31" y="29"/>
                    <a:pt x="32" y="23"/>
                  </a:cubicBezTo>
                  <a:cubicBezTo>
                    <a:pt x="34" y="17"/>
                    <a:pt x="34" y="12"/>
                    <a:pt x="32" y="9"/>
                  </a:cubicBezTo>
                  <a:cubicBezTo>
                    <a:pt x="30" y="5"/>
                    <a:pt x="26" y="3"/>
                    <a:pt x="22" y="2"/>
                  </a:cubicBezTo>
                  <a:cubicBezTo>
                    <a:pt x="17" y="0"/>
                    <a:pt x="13" y="1"/>
                    <a:pt x="10" y="3"/>
                  </a:cubicBezTo>
                  <a:cubicBezTo>
                    <a:pt x="6" y="5"/>
                    <a:pt x="3" y="9"/>
                    <a:pt x="2" y="15"/>
                  </a:cubicBezTo>
                  <a:cubicBezTo>
                    <a:pt x="0" y="20"/>
                    <a:pt x="1" y="25"/>
                    <a:pt x="3" y="29"/>
                  </a:cubicBezTo>
                  <a:cubicBezTo>
                    <a:pt x="5" y="33"/>
                    <a:pt x="8" y="35"/>
                    <a:pt x="12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Freeform 67">
              <a:extLst>
                <a:ext uri="{FF2B5EF4-FFF2-40B4-BE49-F238E27FC236}">
                  <a16:creationId xmlns:a16="http://schemas.microsoft.com/office/drawing/2014/main" id="{3BDF1643-2E89-451C-8DBB-3384B4FDA5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2008" y="4030036"/>
              <a:ext cx="1677988" cy="1673225"/>
            </a:xfrm>
            <a:custGeom>
              <a:avLst/>
              <a:gdLst>
                <a:gd name="T0" fmla="*/ 812 w 905"/>
                <a:gd name="T1" fmla="*/ 404 h 905"/>
                <a:gd name="T2" fmla="*/ 774 w 905"/>
                <a:gd name="T3" fmla="*/ 279 h 905"/>
                <a:gd name="T4" fmla="*/ 779 w 905"/>
                <a:gd name="T5" fmla="*/ 210 h 905"/>
                <a:gd name="T6" fmla="*/ 721 w 905"/>
                <a:gd name="T7" fmla="*/ 187 h 905"/>
                <a:gd name="T8" fmla="*/ 685 w 905"/>
                <a:gd name="T9" fmla="*/ 149 h 905"/>
                <a:gd name="T10" fmla="*/ 617 w 905"/>
                <a:gd name="T11" fmla="*/ 113 h 905"/>
                <a:gd name="T12" fmla="*/ 564 w 905"/>
                <a:gd name="T13" fmla="*/ 108 h 905"/>
                <a:gd name="T14" fmla="*/ 460 w 905"/>
                <a:gd name="T15" fmla="*/ 45 h 905"/>
                <a:gd name="T16" fmla="*/ 375 w 905"/>
                <a:gd name="T17" fmla="*/ 52 h 905"/>
                <a:gd name="T18" fmla="*/ 348 w 905"/>
                <a:gd name="T19" fmla="*/ 78 h 905"/>
                <a:gd name="T20" fmla="*/ 362 w 905"/>
                <a:gd name="T21" fmla="*/ 92 h 905"/>
                <a:gd name="T22" fmla="*/ 312 w 905"/>
                <a:gd name="T23" fmla="*/ 104 h 905"/>
                <a:gd name="T24" fmla="*/ 250 w 905"/>
                <a:gd name="T25" fmla="*/ 96 h 905"/>
                <a:gd name="T26" fmla="*/ 175 w 905"/>
                <a:gd name="T27" fmla="*/ 151 h 905"/>
                <a:gd name="T28" fmla="*/ 121 w 905"/>
                <a:gd name="T29" fmla="*/ 211 h 905"/>
                <a:gd name="T30" fmla="*/ 120 w 905"/>
                <a:gd name="T31" fmla="*/ 281 h 905"/>
                <a:gd name="T32" fmla="*/ 132 w 905"/>
                <a:gd name="T33" fmla="*/ 289 h 905"/>
                <a:gd name="T34" fmla="*/ 95 w 905"/>
                <a:gd name="T35" fmla="*/ 410 h 905"/>
                <a:gd name="T36" fmla="*/ 41 w 905"/>
                <a:gd name="T37" fmla="*/ 453 h 905"/>
                <a:gd name="T38" fmla="*/ 51 w 905"/>
                <a:gd name="T39" fmla="*/ 518 h 905"/>
                <a:gd name="T40" fmla="*/ 101 w 905"/>
                <a:gd name="T41" fmla="*/ 526 h 905"/>
                <a:gd name="T42" fmla="*/ 238 w 905"/>
                <a:gd name="T43" fmla="*/ 764 h 905"/>
                <a:gd name="T44" fmla="*/ 218 w 905"/>
                <a:gd name="T45" fmla="*/ 741 h 905"/>
                <a:gd name="T46" fmla="*/ 196 w 905"/>
                <a:gd name="T47" fmla="*/ 742 h 905"/>
                <a:gd name="T48" fmla="*/ 289 w 905"/>
                <a:gd name="T49" fmla="*/ 829 h 905"/>
                <a:gd name="T50" fmla="*/ 284 w 905"/>
                <a:gd name="T51" fmla="*/ 801 h 905"/>
                <a:gd name="T52" fmla="*/ 309 w 905"/>
                <a:gd name="T53" fmla="*/ 811 h 905"/>
                <a:gd name="T54" fmla="*/ 317 w 905"/>
                <a:gd name="T55" fmla="*/ 787 h 905"/>
                <a:gd name="T56" fmla="*/ 310 w 905"/>
                <a:gd name="T57" fmla="*/ 842 h 905"/>
                <a:gd name="T58" fmla="*/ 352 w 905"/>
                <a:gd name="T59" fmla="*/ 858 h 905"/>
                <a:gd name="T60" fmla="*/ 420 w 905"/>
                <a:gd name="T61" fmla="*/ 807 h 905"/>
                <a:gd name="T62" fmla="*/ 413 w 905"/>
                <a:gd name="T63" fmla="*/ 875 h 905"/>
                <a:gd name="T64" fmla="*/ 399 w 905"/>
                <a:gd name="T65" fmla="*/ 866 h 905"/>
                <a:gd name="T66" fmla="*/ 430 w 905"/>
                <a:gd name="T67" fmla="*/ 858 h 905"/>
                <a:gd name="T68" fmla="*/ 479 w 905"/>
                <a:gd name="T69" fmla="*/ 856 h 905"/>
                <a:gd name="T70" fmla="*/ 477 w 905"/>
                <a:gd name="T71" fmla="*/ 831 h 905"/>
                <a:gd name="T72" fmla="*/ 529 w 905"/>
                <a:gd name="T73" fmla="*/ 866 h 905"/>
                <a:gd name="T74" fmla="*/ 486 w 905"/>
                <a:gd name="T75" fmla="*/ 850 h 905"/>
                <a:gd name="T76" fmla="*/ 516 w 905"/>
                <a:gd name="T77" fmla="*/ 820 h 905"/>
                <a:gd name="T78" fmla="*/ 599 w 905"/>
                <a:gd name="T79" fmla="*/ 840 h 905"/>
                <a:gd name="T80" fmla="*/ 588 w 905"/>
                <a:gd name="T81" fmla="*/ 834 h 905"/>
                <a:gd name="T82" fmla="*/ 584 w 905"/>
                <a:gd name="T83" fmla="*/ 805 h 905"/>
                <a:gd name="T84" fmla="*/ 599 w 905"/>
                <a:gd name="T85" fmla="*/ 796 h 905"/>
                <a:gd name="T86" fmla="*/ 616 w 905"/>
                <a:gd name="T87" fmla="*/ 825 h 905"/>
                <a:gd name="T88" fmla="*/ 655 w 905"/>
                <a:gd name="T89" fmla="*/ 793 h 905"/>
                <a:gd name="T90" fmla="*/ 654 w 905"/>
                <a:gd name="T91" fmla="*/ 760 h 905"/>
                <a:gd name="T92" fmla="*/ 663 w 905"/>
                <a:gd name="T93" fmla="*/ 752 h 905"/>
                <a:gd name="T94" fmla="*/ 668 w 905"/>
                <a:gd name="T95" fmla="*/ 737 h 905"/>
                <a:gd name="T96" fmla="*/ 676 w 905"/>
                <a:gd name="T97" fmla="*/ 737 h 905"/>
                <a:gd name="T98" fmla="*/ 677 w 905"/>
                <a:gd name="T99" fmla="*/ 721 h 905"/>
                <a:gd name="T100" fmla="*/ 691 w 905"/>
                <a:gd name="T101" fmla="*/ 738 h 905"/>
                <a:gd name="T102" fmla="*/ 665 w 905"/>
                <a:gd name="T103" fmla="*/ 771 h 905"/>
                <a:gd name="T104" fmla="*/ 688 w 905"/>
                <a:gd name="T105" fmla="*/ 807 h 905"/>
                <a:gd name="T106" fmla="*/ 679 w 905"/>
                <a:gd name="T107" fmla="*/ 769 h 905"/>
                <a:gd name="T108" fmla="*/ 705 w 905"/>
                <a:gd name="T109" fmla="*/ 766 h 905"/>
                <a:gd name="T110" fmla="*/ 778 w 905"/>
                <a:gd name="T111" fmla="*/ 296 h 905"/>
                <a:gd name="T112" fmla="*/ 810 w 905"/>
                <a:gd name="T113" fmla="*/ 386 h 905"/>
                <a:gd name="T114" fmla="*/ 843 w 905"/>
                <a:gd name="T115" fmla="*/ 516 h 905"/>
                <a:gd name="T116" fmla="*/ 807 w 905"/>
                <a:gd name="T117" fmla="*/ 478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05" h="905">
                  <a:moveTo>
                    <a:pt x="453" y="0"/>
                  </a:moveTo>
                  <a:cubicBezTo>
                    <a:pt x="203" y="0"/>
                    <a:pt x="0" y="203"/>
                    <a:pt x="0" y="453"/>
                  </a:cubicBezTo>
                  <a:cubicBezTo>
                    <a:pt x="0" y="702"/>
                    <a:pt x="203" y="905"/>
                    <a:pt x="453" y="905"/>
                  </a:cubicBezTo>
                  <a:cubicBezTo>
                    <a:pt x="703" y="905"/>
                    <a:pt x="905" y="702"/>
                    <a:pt x="905" y="453"/>
                  </a:cubicBezTo>
                  <a:cubicBezTo>
                    <a:pt x="905" y="203"/>
                    <a:pt x="703" y="0"/>
                    <a:pt x="453" y="0"/>
                  </a:cubicBezTo>
                  <a:close/>
                  <a:moveTo>
                    <a:pt x="858" y="430"/>
                  </a:moveTo>
                  <a:cubicBezTo>
                    <a:pt x="849" y="431"/>
                    <a:pt x="849" y="431"/>
                    <a:pt x="849" y="431"/>
                  </a:cubicBezTo>
                  <a:cubicBezTo>
                    <a:pt x="846" y="400"/>
                    <a:pt x="846" y="400"/>
                    <a:pt x="846" y="400"/>
                  </a:cubicBezTo>
                  <a:cubicBezTo>
                    <a:pt x="835" y="401"/>
                    <a:pt x="835" y="401"/>
                    <a:pt x="835" y="401"/>
                  </a:cubicBezTo>
                  <a:cubicBezTo>
                    <a:pt x="838" y="430"/>
                    <a:pt x="838" y="430"/>
                    <a:pt x="838" y="430"/>
                  </a:cubicBezTo>
                  <a:cubicBezTo>
                    <a:pt x="829" y="431"/>
                    <a:pt x="829" y="431"/>
                    <a:pt x="829" y="431"/>
                  </a:cubicBezTo>
                  <a:cubicBezTo>
                    <a:pt x="826" y="402"/>
                    <a:pt x="826" y="402"/>
                    <a:pt x="826" y="402"/>
                  </a:cubicBezTo>
                  <a:cubicBezTo>
                    <a:pt x="812" y="404"/>
                    <a:pt x="812" y="404"/>
                    <a:pt x="812" y="404"/>
                  </a:cubicBezTo>
                  <a:cubicBezTo>
                    <a:pt x="816" y="435"/>
                    <a:pt x="816" y="435"/>
                    <a:pt x="816" y="435"/>
                  </a:cubicBezTo>
                  <a:cubicBezTo>
                    <a:pt x="807" y="436"/>
                    <a:pt x="807" y="436"/>
                    <a:pt x="807" y="436"/>
                  </a:cubicBezTo>
                  <a:cubicBezTo>
                    <a:pt x="802" y="393"/>
                    <a:pt x="802" y="393"/>
                    <a:pt x="802" y="393"/>
                  </a:cubicBezTo>
                  <a:cubicBezTo>
                    <a:pt x="854" y="388"/>
                    <a:pt x="854" y="388"/>
                    <a:pt x="854" y="388"/>
                  </a:cubicBezTo>
                  <a:lnTo>
                    <a:pt x="858" y="430"/>
                  </a:lnTo>
                  <a:close/>
                  <a:moveTo>
                    <a:pt x="799" y="241"/>
                  </a:moveTo>
                  <a:cubicBezTo>
                    <a:pt x="802" y="246"/>
                    <a:pt x="804" y="250"/>
                    <a:pt x="804" y="253"/>
                  </a:cubicBezTo>
                  <a:cubicBezTo>
                    <a:pt x="805" y="256"/>
                    <a:pt x="805" y="258"/>
                    <a:pt x="804" y="261"/>
                  </a:cubicBezTo>
                  <a:cubicBezTo>
                    <a:pt x="803" y="264"/>
                    <a:pt x="801" y="266"/>
                    <a:pt x="798" y="267"/>
                  </a:cubicBezTo>
                  <a:cubicBezTo>
                    <a:pt x="795" y="269"/>
                    <a:pt x="791" y="270"/>
                    <a:pt x="788" y="269"/>
                  </a:cubicBezTo>
                  <a:cubicBezTo>
                    <a:pt x="784" y="268"/>
                    <a:pt x="781" y="266"/>
                    <a:pt x="778" y="262"/>
                  </a:cubicBezTo>
                  <a:cubicBezTo>
                    <a:pt x="778" y="265"/>
                    <a:pt x="778" y="267"/>
                    <a:pt x="778" y="269"/>
                  </a:cubicBezTo>
                  <a:cubicBezTo>
                    <a:pt x="777" y="272"/>
                    <a:pt x="776" y="275"/>
                    <a:pt x="774" y="279"/>
                  </a:cubicBezTo>
                  <a:cubicBezTo>
                    <a:pt x="769" y="291"/>
                    <a:pt x="769" y="291"/>
                    <a:pt x="769" y="291"/>
                  </a:cubicBezTo>
                  <a:cubicBezTo>
                    <a:pt x="762" y="279"/>
                    <a:pt x="762" y="279"/>
                    <a:pt x="762" y="279"/>
                  </a:cubicBezTo>
                  <a:cubicBezTo>
                    <a:pt x="767" y="266"/>
                    <a:pt x="767" y="266"/>
                    <a:pt x="767" y="266"/>
                  </a:cubicBezTo>
                  <a:cubicBezTo>
                    <a:pt x="769" y="261"/>
                    <a:pt x="770" y="258"/>
                    <a:pt x="770" y="257"/>
                  </a:cubicBezTo>
                  <a:cubicBezTo>
                    <a:pt x="771" y="255"/>
                    <a:pt x="771" y="254"/>
                    <a:pt x="770" y="253"/>
                  </a:cubicBezTo>
                  <a:cubicBezTo>
                    <a:pt x="770" y="252"/>
                    <a:pt x="769" y="250"/>
                    <a:pt x="768" y="248"/>
                  </a:cubicBezTo>
                  <a:cubicBezTo>
                    <a:pt x="766" y="246"/>
                    <a:pt x="766" y="246"/>
                    <a:pt x="766" y="246"/>
                  </a:cubicBezTo>
                  <a:cubicBezTo>
                    <a:pt x="748" y="257"/>
                    <a:pt x="748" y="257"/>
                    <a:pt x="748" y="257"/>
                  </a:cubicBezTo>
                  <a:cubicBezTo>
                    <a:pt x="742" y="247"/>
                    <a:pt x="742" y="247"/>
                    <a:pt x="742" y="247"/>
                  </a:cubicBezTo>
                  <a:cubicBezTo>
                    <a:pt x="786" y="220"/>
                    <a:pt x="786" y="220"/>
                    <a:pt x="786" y="220"/>
                  </a:cubicBezTo>
                  <a:lnTo>
                    <a:pt x="799" y="241"/>
                  </a:lnTo>
                  <a:close/>
                  <a:moveTo>
                    <a:pt x="750" y="176"/>
                  </a:moveTo>
                  <a:cubicBezTo>
                    <a:pt x="779" y="210"/>
                    <a:pt x="779" y="210"/>
                    <a:pt x="779" y="210"/>
                  </a:cubicBezTo>
                  <a:cubicBezTo>
                    <a:pt x="772" y="216"/>
                    <a:pt x="772" y="216"/>
                    <a:pt x="772" y="216"/>
                  </a:cubicBezTo>
                  <a:cubicBezTo>
                    <a:pt x="761" y="203"/>
                    <a:pt x="761" y="203"/>
                    <a:pt x="761" y="203"/>
                  </a:cubicBezTo>
                  <a:cubicBezTo>
                    <a:pt x="728" y="230"/>
                    <a:pt x="728" y="230"/>
                    <a:pt x="728" y="230"/>
                  </a:cubicBezTo>
                  <a:cubicBezTo>
                    <a:pt x="721" y="221"/>
                    <a:pt x="721" y="221"/>
                    <a:pt x="721" y="221"/>
                  </a:cubicBezTo>
                  <a:cubicBezTo>
                    <a:pt x="754" y="194"/>
                    <a:pt x="754" y="194"/>
                    <a:pt x="754" y="194"/>
                  </a:cubicBezTo>
                  <a:cubicBezTo>
                    <a:pt x="744" y="181"/>
                    <a:pt x="744" y="181"/>
                    <a:pt x="744" y="181"/>
                  </a:cubicBezTo>
                  <a:lnTo>
                    <a:pt x="750" y="176"/>
                  </a:lnTo>
                  <a:close/>
                  <a:moveTo>
                    <a:pt x="742" y="167"/>
                  </a:moveTo>
                  <a:cubicBezTo>
                    <a:pt x="736" y="174"/>
                    <a:pt x="736" y="174"/>
                    <a:pt x="736" y="174"/>
                  </a:cubicBezTo>
                  <a:cubicBezTo>
                    <a:pt x="714" y="153"/>
                    <a:pt x="714" y="153"/>
                    <a:pt x="714" y="153"/>
                  </a:cubicBezTo>
                  <a:cubicBezTo>
                    <a:pt x="706" y="162"/>
                    <a:pt x="706" y="162"/>
                    <a:pt x="706" y="162"/>
                  </a:cubicBezTo>
                  <a:cubicBezTo>
                    <a:pt x="727" y="181"/>
                    <a:pt x="727" y="181"/>
                    <a:pt x="727" y="181"/>
                  </a:cubicBezTo>
                  <a:cubicBezTo>
                    <a:pt x="721" y="187"/>
                    <a:pt x="721" y="187"/>
                    <a:pt x="721" y="187"/>
                  </a:cubicBezTo>
                  <a:cubicBezTo>
                    <a:pt x="700" y="168"/>
                    <a:pt x="700" y="168"/>
                    <a:pt x="700" y="168"/>
                  </a:cubicBezTo>
                  <a:cubicBezTo>
                    <a:pt x="691" y="178"/>
                    <a:pt x="691" y="178"/>
                    <a:pt x="691" y="178"/>
                  </a:cubicBezTo>
                  <a:cubicBezTo>
                    <a:pt x="714" y="200"/>
                    <a:pt x="714" y="200"/>
                    <a:pt x="714" y="200"/>
                  </a:cubicBezTo>
                  <a:cubicBezTo>
                    <a:pt x="708" y="206"/>
                    <a:pt x="708" y="206"/>
                    <a:pt x="708" y="206"/>
                  </a:cubicBezTo>
                  <a:cubicBezTo>
                    <a:pt x="677" y="177"/>
                    <a:pt x="677" y="177"/>
                    <a:pt x="677" y="177"/>
                  </a:cubicBezTo>
                  <a:cubicBezTo>
                    <a:pt x="711" y="139"/>
                    <a:pt x="711" y="139"/>
                    <a:pt x="711" y="139"/>
                  </a:cubicBezTo>
                  <a:lnTo>
                    <a:pt x="742" y="167"/>
                  </a:lnTo>
                  <a:close/>
                  <a:moveTo>
                    <a:pt x="665" y="105"/>
                  </a:moveTo>
                  <a:cubicBezTo>
                    <a:pt x="680" y="116"/>
                    <a:pt x="680" y="116"/>
                    <a:pt x="680" y="116"/>
                  </a:cubicBezTo>
                  <a:cubicBezTo>
                    <a:pt x="686" y="120"/>
                    <a:pt x="689" y="122"/>
                    <a:pt x="691" y="124"/>
                  </a:cubicBezTo>
                  <a:cubicBezTo>
                    <a:pt x="693" y="127"/>
                    <a:pt x="694" y="130"/>
                    <a:pt x="695" y="133"/>
                  </a:cubicBezTo>
                  <a:cubicBezTo>
                    <a:pt x="695" y="136"/>
                    <a:pt x="694" y="140"/>
                    <a:pt x="692" y="143"/>
                  </a:cubicBezTo>
                  <a:cubicBezTo>
                    <a:pt x="690" y="146"/>
                    <a:pt x="688" y="148"/>
                    <a:pt x="685" y="149"/>
                  </a:cubicBezTo>
                  <a:cubicBezTo>
                    <a:pt x="683" y="150"/>
                    <a:pt x="681" y="150"/>
                    <a:pt x="679" y="150"/>
                  </a:cubicBezTo>
                  <a:cubicBezTo>
                    <a:pt x="676" y="150"/>
                    <a:pt x="674" y="149"/>
                    <a:pt x="672" y="149"/>
                  </a:cubicBezTo>
                  <a:cubicBezTo>
                    <a:pt x="670" y="148"/>
                    <a:pt x="666" y="145"/>
                    <a:pt x="662" y="143"/>
                  </a:cubicBezTo>
                  <a:cubicBezTo>
                    <a:pt x="656" y="138"/>
                    <a:pt x="656" y="138"/>
                    <a:pt x="656" y="138"/>
                  </a:cubicBezTo>
                  <a:cubicBezTo>
                    <a:pt x="645" y="154"/>
                    <a:pt x="645" y="154"/>
                    <a:pt x="645" y="154"/>
                  </a:cubicBezTo>
                  <a:cubicBezTo>
                    <a:pt x="635" y="148"/>
                    <a:pt x="635" y="148"/>
                    <a:pt x="635" y="148"/>
                  </a:cubicBezTo>
                  <a:lnTo>
                    <a:pt x="665" y="105"/>
                  </a:lnTo>
                  <a:close/>
                  <a:moveTo>
                    <a:pt x="632" y="87"/>
                  </a:moveTo>
                  <a:cubicBezTo>
                    <a:pt x="629" y="95"/>
                    <a:pt x="629" y="95"/>
                    <a:pt x="629" y="95"/>
                  </a:cubicBezTo>
                  <a:cubicBezTo>
                    <a:pt x="603" y="84"/>
                    <a:pt x="603" y="84"/>
                    <a:pt x="603" y="84"/>
                  </a:cubicBezTo>
                  <a:cubicBezTo>
                    <a:pt x="598" y="95"/>
                    <a:pt x="598" y="95"/>
                    <a:pt x="598" y="95"/>
                  </a:cubicBezTo>
                  <a:cubicBezTo>
                    <a:pt x="620" y="105"/>
                    <a:pt x="620" y="105"/>
                    <a:pt x="620" y="105"/>
                  </a:cubicBezTo>
                  <a:cubicBezTo>
                    <a:pt x="617" y="113"/>
                    <a:pt x="617" y="113"/>
                    <a:pt x="617" y="113"/>
                  </a:cubicBezTo>
                  <a:cubicBezTo>
                    <a:pt x="595" y="103"/>
                    <a:pt x="595" y="103"/>
                    <a:pt x="595" y="103"/>
                  </a:cubicBezTo>
                  <a:cubicBezTo>
                    <a:pt x="586" y="123"/>
                    <a:pt x="586" y="123"/>
                    <a:pt x="586" y="123"/>
                  </a:cubicBezTo>
                  <a:cubicBezTo>
                    <a:pt x="576" y="119"/>
                    <a:pt x="576" y="119"/>
                    <a:pt x="576" y="119"/>
                  </a:cubicBezTo>
                  <a:cubicBezTo>
                    <a:pt x="596" y="71"/>
                    <a:pt x="596" y="71"/>
                    <a:pt x="596" y="71"/>
                  </a:cubicBezTo>
                  <a:lnTo>
                    <a:pt x="632" y="87"/>
                  </a:lnTo>
                  <a:close/>
                  <a:moveTo>
                    <a:pt x="523" y="77"/>
                  </a:moveTo>
                  <a:cubicBezTo>
                    <a:pt x="525" y="72"/>
                    <a:pt x="527" y="68"/>
                    <a:pt x="529" y="65"/>
                  </a:cubicBezTo>
                  <a:cubicBezTo>
                    <a:pt x="531" y="63"/>
                    <a:pt x="534" y="61"/>
                    <a:pt x="536" y="59"/>
                  </a:cubicBezTo>
                  <a:cubicBezTo>
                    <a:pt x="539" y="58"/>
                    <a:pt x="542" y="57"/>
                    <a:pt x="545" y="57"/>
                  </a:cubicBezTo>
                  <a:cubicBezTo>
                    <a:pt x="548" y="56"/>
                    <a:pt x="553" y="57"/>
                    <a:pt x="557" y="58"/>
                  </a:cubicBezTo>
                  <a:cubicBezTo>
                    <a:pt x="565" y="60"/>
                    <a:pt x="571" y="64"/>
                    <a:pt x="575" y="70"/>
                  </a:cubicBezTo>
                  <a:cubicBezTo>
                    <a:pt x="578" y="76"/>
                    <a:pt x="579" y="83"/>
                    <a:pt x="577" y="91"/>
                  </a:cubicBezTo>
                  <a:cubicBezTo>
                    <a:pt x="575" y="99"/>
                    <a:pt x="570" y="105"/>
                    <a:pt x="564" y="108"/>
                  </a:cubicBezTo>
                  <a:cubicBezTo>
                    <a:pt x="558" y="111"/>
                    <a:pt x="551" y="112"/>
                    <a:pt x="543" y="110"/>
                  </a:cubicBezTo>
                  <a:cubicBezTo>
                    <a:pt x="535" y="108"/>
                    <a:pt x="529" y="104"/>
                    <a:pt x="526" y="98"/>
                  </a:cubicBezTo>
                  <a:cubicBezTo>
                    <a:pt x="522" y="92"/>
                    <a:pt x="521" y="85"/>
                    <a:pt x="523" y="77"/>
                  </a:cubicBezTo>
                  <a:close/>
                  <a:moveTo>
                    <a:pt x="460" y="45"/>
                  </a:moveTo>
                  <a:cubicBezTo>
                    <a:pt x="473" y="66"/>
                    <a:pt x="473" y="66"/>
                    <a:pt x="473" y="66"/>
                  </a:cubicBezTo>
                  <a:cubicBezTo>
                    <a:pt x="487" y="46"/>
                    <a:pt x="487" y="46"/>
                    <a:pt x="487" y="46"/>
                  </a:cubicBezTo>
                  <a:cubicBezTo>
                    <a:pt x="500" y="47"/>
                    <a:pt x="500" y="47"/>
                    <a:pt x="500" y="47"/>
                  </a:cubicBezTo>
                  <a:cubicBezTo>
                    <a:pt x="477" y="76"/>
                    <a:pt x="477" y="76"/>
                    <a:pt x="477" y="76"/>
                  </a:cubicBezTo>
                  <a:cubicBezTo>
                    <a:pt x="476" y="97"/>
                    <a:pt x="476" y="97"/>
                    <a:pt x="476" y="97"/>
                  </a:cubicBezTo>
                  <a:cubicBezTo>
                    <a:pt x="465" y="97"/>
                    <a:pt x="465" y="97"/>
                    <a:pt x="465" y="97"/>
                  </a:cubicBezTo>
                  <a:cubicBezTo>
                    <a:pt x="466" y="75"/>
                    <a:pt x="466" y="75"/>
                    <a:pt x="466" y="75"/>
                  </a:cubicBezTo>
                  <a:cubicBezTo>
                    <a:pt x="447" y="44"/>
                    <a:pt x="447" y="44"/>
                    <a:pt x="447" y="44"/>
                  </a:cubicBezTo>
                  <a:lnTo>
                    <a:pt x="460" y="45"/>
                  </a:lnTo>
                  <a:close/>
                  <a:moveTo>
                    <a:pt x="441" y="44"/>
                  </a:moveTo>
                  <a:cubicBezTo>
                    <a:pt x="442" y="53"/>
                    <a:pt x="442" y="53"/>
                    <a:pt x="442" y="53"/>
                  </a:cubicBezTo>
                  <a:cubicBezTo>
                    <a:pt x="425" y="54"/>
                    <a:pt x="425" y="54"/>
                    <a:pt x="425" y="54"/>
                  </a:cubicBezTo>
                  <a:cubicBezTo>
                    <a:pt x="428" y="97"/>
                    <a:pt x="428" y="97"/>
                    <a:pt x="428" y="97"/>
                  </a:cubicBezTo>
                  <a:cubicBezTo>
                    <a:pt x="417" y="98"/>
                    <a:pt x="417" y="98"/>
                    <a:pt x="417" y="98"/>
                  </a:cubicBezTo>
                  <a:cubicBezTo>
                    <a:pt x="413" y="55"/>
                    <a:pt x="413" y="55"/>
                    <a:pt x="413" y="55"/>
                  </a:cubicBezTo>
                  <a:cubicBezTo>
                    <a:pt x="397" y="56"/>
                    <a:pt x="397" y="56"/>
                    <a:pt x="397" y="56"/>
                  </a:cubicBezTo>
                  <a:cubicBezTo>
                    <a:pt x="396" y="48"/>
                    <a:pt x="396" y="48"/>
                    <a:pt x="396" y="48"/>
                  </a:cubicBezTo>
                  <a:lnTo>
                    <a:pt x="441" y="44"/>
                  </a:lnTo>
                  <a:close/>
                  <a:moveTo>
                    <a:pt x="386" y="50"/>
                  </a:moveTo>
                  <a:cubicBezTo>
                    <a:pt x="395" y="101"/>
                    <a:pt x="395" y="101"/>
                    <a:pt x="395" y="101"/>
                  </a:cubicBezTo>
                  <a:cubicBezTo>
                    <a:pt x="384" y="103"/>
                    <a:pt x="384" y="103"/>
                    <a:pt x="384" y="103"/>
                  </a:cubicBezTo>
                  <a:cubicBezTo>
                    <a:pt x="375" y="52"/>
                    <a:pt x="375" y="52"/>
                    <a:pt x="375" y="52"/>
                  </a:cubicBezTo>
                  <a:lnTo>
                    <a:pt x="386" y="50"/>
                  </a:lnTo>
                  <a:close/>
                  <a:moveTo>
                    <a:pt x="324" y="70"/>
                  </a:moveTo>
                  <a:cubicBezTo>
                    <a:pt x="325" y="68"/>
                    <a:pt x="327" y="65"/>
                    <a:pt x="330" y="63"/>
                  </a:cubicBezTo>
                  <a:cubicBezTo>
                    <a:pt x="333" y="61"/>
                    <a:pt x="336" y="60"/>
                    <a:pt x="340" y="59"/>
                  </a:cubicBezTo>
                  <a:cubicBezTo>
                    <a:pt x="347" y="57"/>
                    <a:pt x="353" y="57"/>
                    <a:pt x="357" y="59"/>
                  </a:cubicBezTo>
                  <a:cubicBezTo>
                    <a:pt x="361" y="60"/>
                    <a:pt x="364" y="63"/>
                    <a:pt x="365" y="68"/>
                  </a:cubicBezTo>
                  <a:cubicBezTo>
                    <a:pt x="354" y="71"/>
                    <a:pt x="354" y="71"/>
                    <a:pt x="354" y="71"/>
                  </a:cubicBezTo>
                  <a:cubicBezTo>
                    <a:pt x="353" y="69"/>
                    <a:pt x="352" y="67"/>
                    <a:pt x="350" y="67"/>
                  </a:cubicBezTo>
                  <a:cubicBezTo>
                    <a:pt x="348" y="66"/>
                    <a:pt x="345" y="66"/>
                    <a:pt x="342" y="67"/>
                  </a:cubicBezTo>
                  <a:cubicBezTo>
                    <a:pt x="339" y="68"/>
                    <a:pt x="337" y="69"/>
                    <a:pt x="335" y="71"/>
                  </a:cubicBezTo>
                  <a:cubicBezTo>
                    <a:pt x="334" y="72"/>
                    <a:pt x="334" y="73"/>
                    <a:pt x="334" y="74"/>
                  </a:cubicBezTo>
                  <a:cubicBezTo>
                    <a:pt x="335" y="76"/>
                    <a:pt x="336" y="76"/>
                    <a:pt x="337" y="77"/>
                  </a:cubicBezTo>
                  <a:cubicBezTo>
                    <a:pt x="339" y="78"/>
                    <a:pt x="342" y="78"/>
                    <a:pt x="348" y="78"/>
                  </a:cubicBezTo>
                  <a:cubicBezTo>
                    <a:pt x="354" y="77"/>
                    <a:pt x="358" y="77"/>
                    <a:pt x="361" y="78"/>
                  </a:cubicBezTo>
                  <a:cubicBezTo>
                    <a:pt x="364" y="79"/>
                    <a:pt x="366" y="80"/>
                    <a:pt x="368" y="81"/>
                  </a:cubicBezTo>
                  <a:cubicBezTo>
                    <a:pt x="370" y="83"/>
                    <a:pt x="372" y="86"/>
                    <a:pt x="373" y="89"/>
                  </a:cubicBezTo>
                  <a:cubicBezTo>
                    <a:pt x="373" y="92"/>
                    <a:pt x="373" y="95"/>
                    <a:pt x="372" y="98"/>
                  </a:cubicBezTo>
                  <a:cubicBezTo>
                    <a:pt x="371" y="101"/>
                    <a:pt x="369" y="103"/>
                    <a:pt x="366" y="105"/>
                  </a:cubicBezTo>
                  <a:cubicBezTo>
                    <a:pt x="364" y="107"/>
                    <a:pt x="360" y="109"/>
                    <a:pt x="355" y="110"/>
                  </a:cubicBezTo>
                  <a:cubicBezTo>
                    <a:pt x="348" y="112"/>
                    <a:pt x="342" y="112"/>
                    <a:pt x="338" y="110"/>
                  </a:cubicBezTo>
                  <a:cubicBezTo>
                    <a:pt x="333" y="108"/>
                    <a:pt x="330" y="105"/>
                    <a:pt x="328" y="100"/>
                  </a:cubicBezTo>
                  <a:cubicBezTo>
                    <a:pt x="338" y="96"/>
                    <a:pt x="338" y="96"/>
                    <a:pt x="338" y="96"/>
                  </a:cubicBezTo>
                  <a:cubicBezTo>
                    <a:pt x="340" y="99"/>
                    <a:pt x="342" y="101"/>
                    <a:pt x="344" y="102"/>
                  </a:cubicBezTo>
                  <a:cubicBezTo>
                    <a:pt x="346" y="103"/>
                    <a:pt x="349" y="103"/>
                    <a:pt x="353" y="102"/>
                  </a:cubicBezTo>
                  <a:cubicBezTo>
                    <a:pt x="356" y="101"/>
                    <a:pt x="359" y="99"/>
                    <a:pt x="360" y="97"/>
                  </a:cubicBezTo>
                  <a:cubicBezTo>
                    <a:pt x="362" y="96"/>
                    <a:pt x="362" y="94"/>
                    <a:pt x="362" y="92"/>
                  </a:cubicBezTo>
                  <a:cubicBezTo>
                    <a:pt x="361" y="91"/>
                    <a:pt x="361" y="90"/>
                    <a:pt x="360" y="89"/>
                  </a:cubicBezTo>
                  <a:cubicBezTo>
                    <a:pt x="359" y="89"/>
                    <a:pt x="357" y="88"/>
                    <a:pt x="355" y="88"/>
                  </a:cubicBezTo>
                  <a:cubicBezTo>
                    <a:pt x="354" y="88"/>
                    <a:pt x="351" y="88"/>
                    <a:pt x="346" y="88"/>
                  </a:cubicBezTo>
                  <a:cubicBezTo>
                    <a:pt x="339" y="89"/>
                    <a:pt x="335" y="88"/>
                    <a:pt x="332" y="87"/>
                  </a:cubicBezTo>
                  <a:cubicBezTo>
                    <a:pt x="328" y="85"/>
                    <a:pt x="325" y="82"/>
                    <a:pt x="324" y="78"/>
                  </a:cubicBezTo>
                  <a:cubicBezTo>
                    <a:pt x="323" y="76"/>
                    <a:pt x="323" y="73"/>
                    <a:pt x="324" y="70"/>
                  </a:cubicBezTo>
                  <a:close/>
                  <a:moveTo>
                    <a:pt x="286" y="79"/>
                  </a:moveTo>
                  <a:cubicBezTo>
                    <a:pt x="292" y="77"/>
                    <a:pt x="296" y="75"/>
                    <a:pt x="299" y="75"/>
                  </a:cubicBezTo>
                  <a:cubicBezTo>
                    <a:pt x="302" y="75"/>
                    <a:pt x="304" y="75"/>
                    <a:pt x="307" y="77"/>
                  </a:cubicBezTo>
                  <a:cubicBezTo>
                    <a:pt x="309" y="78"/>
                    <a:pt x="311" y="80"/>
                    <a:pt x="312" y="83"/>
                  </a:cubicBezTo>
                  <a:cubicBezTo>
                    <a:pt x="314" y="87"/>
                    <a:pt x="314" y="90"/>
                    <a:pt x="313" y="94"/>
                  </a:cubicBezTo>
                  <a:cubicBezTo>
                    <a:pt x="311" y="97"/>
                    <a:pt x="309" y="100"/>
                    <a:pt x="304" y="102"/>
                  </a:cubicBezTo>
                  <a:cubicBezTo>
                    <a:pt x="307" y="103"/>
                    <a:pt x="310" y="103"/>
                    <a:pt x="312" y="104"/>
                  </a:cubicBezTo>
                  <a:cubicBezTo>
                    <a:pt x="314" y="105"/>
                    <a:pt x="317" y="106"/>
                    <a:pt x="321" y="109"/>
                  </a:cubicBezTo>
                  <a:cubicBezTo>
                    <a:pt x="331" y="115"/>
                    <a:pt x="331" y="115"/>
                    <a:pt x="331" y="115"/>
                  </a:cubicBezTo>
                  <a:cubicBezTo>
                    <a:pt x="319" y="121"/>
                    <a:pt x="319" y="121"/>
                    <a:pt x="319" y="121"/>
                  </a:cubicBezTo>
                  <a:cubicBezTo>
                    <a:pt x="307" y="114"/>
                    <a:pt x="307" y="114"/>
                    <a:pt x="307" y="114"/>
                  </a:cubicBezTo>
                  <a:cubicBezTo>
                    <a:pt x="302" y="112"/>
                    <a:pt x="300" y="110"/>
                    <a:pt x="298" y="109"/>
                  </a:cubicBezTo>
                  <a:cubicBezTo>
                    <a:pt x="297" y="109"/>
                    <a:pt x="295" y="109"/>
                    <a:pt x="294" y="109"/>
                  </a:cubicBezTo>
                  <a:cubicBezTo>
                    <a:pt x="293" y="109"/>
                    <a:pt x="291" y="110"/>
                    <a:pt x="289" y="111"/>
                  </a:cubicBezTo>
                  <a:cubicBezTo>
                    <a:pt x="286" y="112"/>
                    <a:pt x="286" y="112"/>
                    <a:pt x="286" y="112"/>
                  </a:cubicBezTo>
                  <a:cubicBezTo>
                    <a:pt x="295" y="131"/>
                    <a:pt x="295" y="131"/>
                    <a:pt x="295" y="131"/>
                  </a:cubicBezTo>
                  <a:cubicBezTo>
                    <a:pt x="285" y="136"/>
                    <a:pt x="285" y="136"/>
                    <a:pt x="285" y="136"/>
                  </a:cubicBezTo>
                  <a:cubicBezTo>
                    <a:pt x="264" y="89"/>
                    <a:pt x="264" y="89"/>
                    <a:pt x="264" y="89"/>
                  </a:cubicBezTo>
                  <a:lnTo>
                    <a:pt x="286" y="79"/>
                  </a:lnTo>
                  <a:close/>
                  <a:moveTo>
                    <a:pt x="250" y="96"/>
                  </a:moveTo>
                  <a:cubicBezTo>
                    <a:pt x="255" y="104"/>
                    <a:pt x="255" y="104"/>
                    <a:pt x="255" y="104"/>
                  </a:cubicBezTo>
                  <a:cubicBezTo>
                    <a:pt x="229" y="120"/>
                    <a:pt x="229" y="120"/>
                    <a:pt x="229" y="120"/>
                  </a:cubicBezTo>
                  <a:cubicBezTo>
                    <a:pt x="235" y="130"/>
                    <a:pt x="235" y="130"/>
                    <a:pt x="235" y="130"/>
                  </a:cubicBezTo>
                  <a:cubicBezTo>
                    <a:pt x="259" y="115"/>
                    <a:pt x="259" y="115"/>
                    <a:pt x="259" y="115"/>
                  </a:cubicBezTo>
                  <a:cubicBezTo>
                    <a:pt x="264" y="122"/>
                    <a:pt x="264" y="122"/>
                    <a:pt x="264" y="122"/>
                  </a:cubicBezTo>
                  <a:cubicBezTo>
                    <a:pt x="240" y="137"/>
                    <a:pt x="240" y="137"/>
                    <a:pt x="240" y="137"/>
                  </a:cubicBezTo>
                  <a:cubicBezTo>
                    <a:pt x="247" y="149"/>
                    <a:pt x="247" y="149"/>
                    <a:pt x="247" y="149"/>
                  </a:cubicBezTo>
                  <a:cubicBezTo>
                    <a:pt x="274" y="132"/>
                    <a:pt x="274" y="132"/>
                    <a:pt x="274" y="132"/>
                  </a:cubicBezTo>
                  <a:cubicBezTo>
                    <a:pt x="278" y="139"/>
                    <a:pt x="278" y="139"/>
                    <a:pt x="278" y="139"/>
                  </a:cubicBezTo>
                  <a:cubicBezTo>
                    <a:pt x="242" y="162"/>
                    <a:pt x="242" y="162"/>
                    <a:pt x="242" y="162"/>
                  </a:cubicBezTo>
                  <a:cubicBezTo>
                    <a:pt x="214" y="119"/>
                    <a:pt x="214" y="119"/>
                    <a:pt x="214" y="119"/>
                  </a:cubicBezTo>
                  <a:lnTo>
                    <a:pt x="250" y="96"/>
                  </a:lnTo>
                  <a:close/>
                  <a:moveTo>
                    <a:pt x="175" y="151"/>
                  </a:moveTo>
                  <a:cubicBezTo>
                    <a:pt x="210" y="171"/>
                    <a:pt x="210" y="171"/>
                    <a:pt x="210" y="171"/>
                  </a:cubicBezTo>
                  <a:cubicBezTo>
                    <a:pt x="196" y="133"/>
                    <a:pt x="196" y="133"/>
                    <a:pt x="196" y="133"/>
                  </a:cubicBezTo>
                  <a:cubicBezTo>
                    <a:pt x="206" y="125"/>
                    <a:pt x="206" y="125"/>
                    <a:pt x="206" y="125"/>
                  </a:cubicBezTo>
                  <a:cubicBezTo>
                    <a:pt x="223" y="177"/>
                    <a:pt x="223" y="177"/>
                    <a:pt x="223" y="177"/>
                  </a:cubicBezTo>
                  <a:cubicBezTo>
                    <a:pt x="214" y="185"/>
                    <a:pt x="214" y="185"/>
                    <a:pt x="214" y="185"/>
                  </a:cubicBezTo>
                  <a:cubicBezTo>
                    <a:pt x="165" y="159"/>
                    <a:pt x="165" y="159"/>
                    <a:pt x="165" y="159"/>
                  </a:cubicBezTo>
                  <a:lnTo>
                    <a:pt x="175" y="151"/>
                  </a:lnTo>
                  <a:close/>
                  <a:moveTo>
                    <a:pt x="160" y="165"/>
                  </a:moveTo>
                  <a:cubicBezTo>
                    <a:pt x="197" y="201"/>
                    <a:pt x="197" y="201"/>
                    <a:pt x="197" y="201"/>
                  </a:cubicBezTo>
                  <a:cubicBezTo>
                    <a:pt x="189" y="209"/>
                    <a:pt x="189" y="209"/>
                    <a:pt x="189" y="209"/>
                  </a:cubicBezTo>
                  <a:cubicBezTo>
                    <a:pt x="152" y="174"/>
                    <a:pt x="152" y="174"/>
                    <a:pt x="152" y="174"/>
                  </a:cubicBezTo>
                  <a:lnTo>
                    <a:pt x="160" y="165"/>
                  </a:lnTo>
                  <a:close/>
                  <a:moveTo>
                    <a:pt x="121" y="211"/>
                  </a:moveTo>
                  <a:cubicBezTo>
                    <a:pt x="163" y="214"/>
                    <a:pt x="163" y="214"/>
                    <a:pt x="163" y="214"/>
                  </a:cubicBezTo>
                  <a:cubicBezTo>
                    <a:pt x="135" y="193"/>
                    <a:pt x="135" y="193"/>
                    <a:pt x="135" y="193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82" y="216"/>
                    <a:pt x="182" y="216"/>
                    <a:pt x="182" y="216"/>
                  </a:cubicBezTo>
                  <a:cubicBezTo>
                    <a:pt x="175" y="225"/>
                    <a:pt x="175" y="225"/>
                    <a:pt x="175" y="225"/>
                  </a:cubicBezTo>
                  <a:cubicBezTo>
                    <a:pt x="134" y="222"/>
                    <a:pt x="134" y="222"/>
                    <a:pt x="134" y="222"/>
                  </a:cubicBezTo>
                  <a:cubicBezTo>
                    <a:pt x="161" y="243"/>
                    <a:pt x="161" y="243"/>
                    <a:pt x="161" y="243"/>
                  </a:cubicBezTo>
                  <a:cubicBezTo>
                    <a:pt x="155" y="252"/>
                    <a:pt x="155" y="252"/>
                    <a:pt x="155" y="252"/>
                  </a:cubicBezTo>
                  <a:cubicBezTo>
                    <a:pt x="114" y="220"/>
                    <a:pt x="114" y="220"/>
                    <a:pt x="114" y="220"/>
                  </a:cubicBezTo>
                  <a:lnTo>
                    <a:pt x="121" y="211"/>
                  </a:lnTo>
                  <a:close/>
                  <a:moveTo>
                    <a:pt x="88" y="264"/>
                  </a:moveTo>
                  <a:cubicBezTo>
                    <a:pt x="112" y="278"/>
                    <a:pt x="112" y="278"/>
                    <a:pt x="112" y="278"/>
                  </a:cubicBezTo>
                  <a:cubicBezTo>
                    <a:pt x="116" y="280"/>
                    <a:pt x="119" y="281"/>
                    <a:pt x="120" y="281"/>
                  </a:cubicBezTo>
                  <a:cubicBezTo>
                    <a:pt x="122" y="282"/>
                    <a:pt x="124" y="282"/>
                    <a:pt x="126" y="281"/>
                  </a:cubicBezTo>
                  <a:cubicBezTo>
                    <a:pt x="128" y="280"/>
                    <a:pt x="130" y="278"/>
                    <a:pt x="132" y="275"/>
                  </a:cubicBezTo>
                  <a:cubicBezTo>
                    <a:pt x="133" y="272"/>
                    <a:pt x="134" y="270"/>
                    <a:pt x="134" y="268"/>
                  </a:cubicBezTo>
                  <a:cubicBezTo>
                    <a:pt x="134" y="266"/>
                    <a:pt x="133" y="264"/>
                    <a:pt x="131" y="263"/>
                  </a:cubicBezTo>
                  <a:cubicBezTo>
                    <a:pt x="130" y="262"/>
                    <a:pt x="127" y="260"/>
                    <a:pt x="124" y="258"/>
                  </a:cubicBezTo>
                  <a:cubicBezTo>
                    <a:pt x="99" y="244"/>
                    <a:pt x="99" y="244"/>
                    <a:pt x="99" y="244"/>
                  </a:cubicBezTo>
                  <a:cubicBezTo>
                    <a:pt x="104" y="234"/>
                    <a:pt x="104" y="234"/>
                    <a:pt x="104" y="234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34" y="251"/>
                    <a:pt x="137" y="253"/>
                    <a:pt x="139" y="255"/>
                  </a:cubicBezTo>
                  <a:cubicBezTo>
                    <a:pt x="141" y="257"/>
                    <a:pt x="142" y="259"/>
                    <a:pt x="143" y="261"/>
                  </a:cubicBezTo>
                  <a:cubicBezTo>
                    <a:pt x="144" y="263"/>
                    <a:pt x="144" y="266"/>
                    <a:pt x="144" y="269"/>
                  </a:cubicBezTo>
                  <a:cubicBezTo>
                    <a:pt x="143" y="272"/>
                    <a:pt x="142" y="275"/>
                    <a:pt x="140" y="279"/>
                  </a:cubicBezTo>
                  <a:cubicBezTo>
                    <a:pt x="137" y="284"/>
                    <a:pt x="134" y="287"/>
                    <a:pt x="132" y="289"/>
                  </a:cubicBezTo>
                  <a:cubicBezTo>
                    <a:pt x="130" y="291"/>
                    <a:pt x="127" y="292"/>
                    <a:pt x="125" y="293"/>
                  </a:cubicBezTo>
                  <a:cubicBezTo>
                    <a:pt x="123" y="293"/>
                    <a:pt x="120" y="293"/>
                    <a:pt x="118" y="293"/>
                  </a:cubicBezTo>
                  <a:cubicBezTo>
                    <a:pt x="115" y="292"/>
                    <a:pt x="111" y="290"/>
                    <a:pt x="106" y="287"/>
                  </a:cubicBezTo>
                  <a:cubicBezTo>
                    <a:pt x="82" y="274"/>
                    <a:pt x="82" y="274"/>
                    <a:pt x="82" y="274"/>
                  </a:cubicBezTo>
                  <a:lnTo>
                    <a:pt x="88" y="264"/>
                  </a:lnTo>
                  <a:close/>
                  <a:moveTo>
                    <a:pt x="45" y="402"/>
                  </a:moveTo>
                  <a:cubicBezTo>
                    <a:pt x="82" y="384"/>
                    <a:pt x="82" y="384"/>
                    <a:pt x="82" y="384"/>
                  </a:cubicBezTo>
                  <a:cubicBezTo>
                    <a:pt x="48" y="379"/>
                    <a:pt x="48" y="379"/>
                    <a:pt x="48" y="379"/>
                  </a:cubicBezTo>
                  <a:cubicBezTo>
                    <a:pt x="50" y="368"/>
                    <a:pt x="50" y="368"/>
                    <a:pt x="50" y="368"/>
                  </a:cubicBezTo>
                  <a:cubicBezTo>
                    <a:pt x="101" y="376"/>
                    <a:pt x="101" y="376"/>
                    <a:pt x="101" y="376"/>
                  </a:cubicBezTo>
                  <a:cubicBezTo>
                    <a:pt x="99" y="387"/>
                    <a:pt x="99" y="387"/>
                    <a:pt x="99" y="387"/>
                  </a:cubicBezTo>
                  <a:cubicBezTo>
                    <a:pt x="62" y="405"/>
                    <a:pt x="62" y="405"/>
                    <a:pt x="62" y="405"/>
                  </a:cubicBezTo>
                  <a:cubicBezTo>
                    <a:pt x="95" y="410"/>
                    <a:pt x="95" y="410"/>
                    <a:pt x="95" y="410"/>
                  </a:cubicBezTo>
                  <a:cubicBezTo>
                    <a:pt x="94" y="421"/>
                    <a:pt x="94" y="421"/>
                    <a:pt x="94" y="421"/>
                  </a:cubicBezTo>
                  <a:cubicBezTo>
                    <a:pt x="43" y="413"/>
                    <a:pt x="43" y="413"/>
                    <a:pt x="43" y="413"/>
                  </a:cubicBezTo>
                  <a:lnTo>
                    <a:pt x="45" y="402"/>
                  </a:lnTo>
                  <a:close/>
                  <a:moveTo>
                    <a:pt x="42" y="427"/>
                  </a:moveTo>
                  <a:cubicBezTo>
                    <a:pt x="94" y="430"/>
                    <a:pt x="94" y="430"/>
                    <a:pt x="94" y="430"/>
                  </a:cubicBezTo>
                  <a:cubicBezTo>
                    <a:pt x="93" y="441"/>
                    <a:pt x="93" y="441"/>
                    <a:pt x="93" y="441"/>
                  </a:cubicBezTo>
                  <a:cubicBezTo>
                    <a:pt x="42" y="439"/>
                    <a:pt x="42" y="439"/>
                    <a:pt x="42" y="439"/>
                  </a:cubicBezTo>
                  <a:lnTo>
                    <a:pt x="42" y="427"/>
                  </a:lnTo>
                  <a:close/>
                  <a:moveTo>
                    <a:pt x="43" y="487"/>
                  </a:moveTo>
                  <a:cubicBezTo>
                    <a:pt x="63" y="486"/>
                    <a:pt x="63" y="486"/>
                    <a:pt x="63" y="486"/>
                  </a:cubicBezTo>
                  <a:cubicBezTo>
                    <a:pt x="62" y="464"/>
                    <a:pt x="62" y="464"/>
                    <a:pt x="62" y="464"/>
                  </a:cubicBezTo>
                  <a:cubicBezTo>
                    <a:pt x="42" y="465"/>
                    <a:pt x="42" y="465"/>
                    <a:pt x="42" y="465"/>
                  </a:cubicBezTo>
                  <a:cubicBezTo>
                    <a:pt x="41" y="453"/>
                    <a:pt x="41" y="453"/>
                    <a:pt x="41" y="453"/>
                  </a:cubicBezTo>
                  <a:cubicBezTo>
                    <a:pt x="92" y="450"/>
                    <a:pt x="92" y="450"/>
                    <a:pt x="92" y="450"/>
                  </a:cubicBezTo>
                  <a:cubicBezTo>
                    <a:pt x="93" y="462"/>
                    <a:pt x="93" y="462"/>
                    <a:pt x="93" y="462"/>
                  </a:cubicBezTo>
                  <a:cubicBezTo>
                    <a:pt x="71" y="463"/>
                    <a:pt x="71" y="463"/>
                    <a:pt x="71" y="463"/>
                  </a:cubicBezTo>
                  <a:cubicBezTo>
                    <a:pt x="72" y="486"/>
                    <a:pt x="72" y="486"/>
                    <a:pt x="72" y="486"/>
                  </a:cubicBezTo>
                  <a:cubicBezTo>
                    <a:pt x="94" y="484"/>
                    <a:pt x="94" y="484"/>
                    <a:pt x="94" y="484"/>
                  </a:cubicBezTo>
                  <a:cubicBezTo>
                    <a:pt x="95" y="496"/>
                    <a:pt x="95" y="496"/>
                    <a:pt x="95" y="496"/>
                  </a:cubicBezTo>
                  <a:cubicBezTo>
                    <a:pt x="43" y="499"/>
                    <a:pt x="43" y="499"/>
                    <a:pt x="43" y="499"/>
                  </a:cubicBezTo>
                  <a:lnTo>
                    <a:pt x="43" y="487"/>
                  </a:lnTo>
                  <a:close/>
                  <a:moveTo>
                    <a:pt x="98" y="546"/>
                  </a:moveTo>
                  <a:cubicBezTo>
                    <a:pt x="95" y="551"/>
                    <a:pt x="89" y="555"/>
                    <a:pt x="81" y="557"/>
                  </a:cubicBezTo>
                  <a:cubicBezTo>
                    <a:pt x="73" y="559"/>
                    <a:pt x="66" y="558"/>
                    <a:pt x="60" y="554"/>
                  </a:cubicBezTo>
                  <a:cubicBezTo>
                    <a:pt x="54" y="550"/>
                    <a:pt x="51" y="544"/>
                    <a:pt x="49" y="536"/>
                  </a:cubicBezTo>
                  <a:cubicBezTo>
                    <a:pt x="48" y="529"/>
                    <a:pt x="48" y="523"/>
                    <a:pt x="51" y="518"/>
                  </a:cubicBezTo>
                  <a:cubicBezTo>
                    <a:pt x="53" y="515"/>
                    <a:pt x="55" y="513"/>
                    <a:pt x="59" y="511"/>
                  </a:cubicBezTo>
                  <a:cubicBezTo>
                    <a:pt x="64" y="521"/>
                    <a:pt x="64" y="521"/>
                    <a:pt x="64" y="521"/>
                  </a:cubicBezTo>
                  <a:cubicBezTo>
                    <a:pt x="61" y="523"/>
                    <a:pt x="60" y="524"/>
                    <a:pt x="58" y="527"/>
                  </a:cubicBezTo>
                  <a:cubicBezTo>
                    <a:pt x="57" y="529"/>
                    <a:pt x="57" y="532"/>
                    <a:pt x="58" y="535"/>
                  </a:cubicBezTo>
                  <a:cubicBezTo>
                    <a:pt x="59" y="539"/>
                    <a:pt x="61" y="542"/>
                    <a:pt x="64" y="544"/>
                  </a:cubicBezTo>
                  <a:cubicBezTo>
                    <a:pt x="67" y="546"/>
                    <a:pt x="72" y="547"/>
                    <a:pt x="78" y="545"/>
                  </a:cubicBezTo>
                  <a:cubicBezTo>
                    <a:pt x="84" y="544"/>
                    <a:pt x="89" y="542"/>
                    <a:pt x="91" y="539"/>
                  </a:cubicBezTo>
                  <a:cubicBezTo>
                    <a:pt x="93" y="536"/>
                    <a:pt x="94" y="532"/>
                    <a:pt x="93" y="528"/>
                  </a:cubicBezTo>
                  <a:cubicBezTo>
                    <a:pt x="92" y="525"/>
                    <a:pt x="91" y="522"/>
                    <a:pt x="89" y="521"/>
                  </a:cubicBezTo>
                  <a:cubicBezTo>
                    <a:pt x="86" y="519"/>
                    <a:pt x="83" y="518"/>
                    <a:pt x="79" y="518"/>
                  </a:cubicBezTo>
                  <a:cubicBezTo>
                    <a:pt x="80" y="506"/>
                    <a:pt x="80" y="506"/>
                    <a:pt x="80" y="506"/>
                  </a:cubicBezTo>
                  <a:cubicBezTo>
                    <a:pt x="86" y="507"/>
                    <a:pt x="91" y="509"/>
                    <a:pt x="94" y="512"/>
                  </a:cubicBezTo>
                  <a:cubicBezTo>
                    <a:pt x="98" y="515"/>
                    <a:pt x="100" y="520"/>
                    <a:pt x="101" y="526"/>
                  </a:cubicBezTo>
                  <a:cubicBezTo>
                    <a:pt x="103" y="533"/>
                    <a:pt x="102" y="540"/>
                    <a:pt x="98" y="546"/>
                  </a:cubicBezTo>
                  <a:close/>
                  <a:moveTo>
                    <a:pt x="115" y="330"/>
                  </a:moveTo>
                  <a:cubicBezTo>
                    <a:pt x="102" y="331"/>
                    <a:pt x="102" y="331"/>
                    <a:pt x="102" y="331"/>
                  </a:cubicBezTo>
                  <a:cubicBezTo>
                    <a:pt x="95" y="353"/>
                    <a:pt x="95" y="353"/>
                    <a:pt x="95" y="353"/>
                  </a:cubicBezTo>
                  <a:cubicBezTo>
                    <a:pt x="105" y="361"/>
                    <a:pt x="105" y="361"/>
                    <a:pt x="105" y="361"/>
                  </a:cubicBezTo>
                  <a:cubicBezTo>
                    <a:pt x="101" y="373"/>
                    <a:pt x="101" y="373"/>
                    <a:pt x="101" y="373"/>
                  </a:cubicBezTo>
                  <a:cubicBezTo>
                    <a:pt x="59" y="336"/>
                    <a:pt x="59" y="336"/>
                    <a:pt x="59" y="336"/>
                  </a:cubicBezTo>
                  <a:cubicBezTo>
                    <a:pt x="62" y="324"/>
                    <a:pt x="62" y="324"/>
                    <a:pt x="62" y="324"/>
                  </a:cubicBezTo>
                  <a:cubicBezTo>
                    <a:pt x="118" y="318"/>
                    <a:pt x="118" y="318"/>
                    <a:pt x="118" y="318"/>
                  </a:cubicBezTo>
                  <a:lnTo>
                    <a:pt x="115" y="330"/>
                  </a:lnTo>
                  <a:close/>
                  <a:moveTo>
                    <a:pt x="252" y="762"/>
                  </a:moveTo>
                  <a:cubicBezTo>
                    <a:pt x="252" y="763"/>
                    <a:pt x="251" y="764"/>
                    <a:pt x="250" y="764"/>
                  </a:cubicBezTo>
                  <a:cubicBezTo>
                    <a:pt x="248" y="765"/>
                    <a:pt x="239" y="763"/>
                    <a:pt x="238" y="764"/>
                  </a:cubicBezTo>
                  <a:cubicBezTo>
                    <a:pt x="233" y="764"/>
                    <a:pt x="232" y="764"/>
                    <a:pt x="231" y="766"/>
                  </a:cubicBezTo>
                  <a:cubicBezTo>
                    <a:pt x="231" y="767"/>
                    <a:pt x="231" y="770"/>
                    <a:pt x="229" y="770"/>
                  </a:cubicBezTo>
                  <a:cubicBezTo>
                    <a:pt x="227" y="769"/>
                    <a:pt x="222" y="768"/>
                    <a:pt x="219" y="768"/>
                  </a:cubicBezTo>
                  <a:cubicBezTo>
                    <a:pt x="218" y="768"/>
                    <a:pt x="217" y="768"/>
                    <a:pt x="216" y="768"/>
                  </a:cubicBezTo>
                  <a:cubicBezTo>
                    <a:pt x="205" y="781"/>
                    <a:pt x="197" y="792"/>
                    <a:pt x="185" y="804"/>
                  </a:cubicBezTo>
                  <a:cubicBezTo>
                    <a:pt x="185" y="804"/>
                    <a:pt x="183" y="805"/>
                    <a:pt x="183" y="805"/>
                  </a:cubicBezTo>
                  <a:cubicBezTo>
                    <a:pt x="191" y="792"/>
                    <a:pt x="199" y="779"/>
                    <a:pt x="208" y="766"/>
                  </a:cubicBezTo>
                  <a:cubicBezTo>
                    <a:pt x="209" y="764"/>
                    <a:pt x="208" y="763"/>
                    <a:pt x="208" y="763"/>
                  </a:cubicBezTo>
                  <a:cubicBezTo>
                    <a:pt x="207" y="761"/>
                    <a:pt x="210" y="758"/>
                    <a:pt x="212" y="758"/>
                  </a:cubicBezTo>
                  <a:cubicBezTo>
                    <a:pt x="212" y="758"/>
                    <a:pt x="213" y="758"/>
                    <a:pt x="214" y="758"/>
                  </a:cubicBezTo>
                  <a:cubicBezTo>
                    <a:pt x="219" y="750"/>
                    <a:pt x="219" y="750"/>
                    <a:pt x="221" y="747"/>
                  </a:cubicBezTo>
                  <a:cubicBezTo>
                    <a:pt x="219" y="746"/>
                    <a:pt x="211" y="743"/>
                    <a:pt x="213" y="741"/>
                  </a:cubicBezTo>
                  <a:cubicBezTo>
                    <a:pt x="214" y="741"/>
                    <a:pt x="216" y="741"/>
                    <a:pt x="218" y="741"/>
                  </a:cubicBezTo>
                  <a:cubicBezTo>
                    <a:pt x="220" y="742"/>
                    <a:pt x="222" y="742"/>
                    <a:pt x="223" y="743"/>
                  </a:cubicBezTo>
                  <a:cubicBezTo>
                    <a:pt x="227" y="739"/>
                    <a:pt x="229" y="736"/>
                    <a:pt x="231" y="731"/>
                  </a:cubicBezTo>
                  <a:cubicBezTo>
                    <a:pt x="231" y="730"/>
                    <a:pt x="234" y="726"/>
                    <a:pt x="233" y="726"/>
                  </a:cubicBezTo>
                  <a:cubicBezTo>
                    <a:pt x="233" y="724"/>
                    <a:pt x="233" y="724"/>
                    <a:pt x="233" y="723"/>
                  </a:cubicBezTo>
                  <a:cubicBezTo>
                    <a:pt x="237" y="725"/>
                    <a:pt x="239" y="727"/>
                    <a:pt x="239" y="731"/>
                  </a:cubicBezTo>
                  <a:cubicBezTo>
                    <a:pt x="239" y="731"/>
                    <a:pt x="239" y="734"/>
                    <a:pt x="239" y="735"/>
                  </a:cubicBezTo>
                  <a:cubicBezTo>
                    <a:pt x="236" y="738"/>
                    <a:pt x="234" y="742"/>
                    <a:pt x="231" y="745"/>
                  </a:cubicBezTo>
                  <a:cubicBezTo>
                    <a:pt x="232" y="746"/>
                    <a:pt x="233" y="746"/>
                    <a:pt x="234" y="746"/>
                  </a:cubicBezTo>
                  <a:cubicBezTo>
                    <a:pt x="237" y="748"/>
                    <a:pt x="239" y="748"/>
                    <a:pt x="242" y="750"/>
                  </a:cubicBezTo>
                  <a:cubicBezTo>
                    <a:pt x="243" y="749"/>
                    <a:pt x="244" y="750"/>
                    <a:pt x="244" y="749"/>
                  </a:cubicBezTo>
                  <a:cubicBezTo>
                    <a:pt x="252" y="753"/>
                    <a:pt x="253" y="761"/>
                    <a:pt x="252" y="762"/>
                  </a:cubicBezTo>
                  <a:close/>
                  <a:moveTo>
                    <a:pt x="189" y="735"/>
                  </a:moveTo>
                  <a:cubicBezTo>
                    <a:pt x="192" y="737"/>
                    <a:pt x="195" y="739"/>
                    <a:pt x="196" y="742"/>
                  </a:cubicBezTo>
                  <a:cubicBezTo>
                    <a:pt x="197" y="743"/>
                    <a:pt x="201" y="748"/>
                    <a:pt x="203" y="754"/>
                  </a:cubicBezTo>
                  <a:cubicBezTo>
                    <a:pt x="204" y="757"/>
                    <a:pt x="205" y="758"/>
                    <a:pt x="204" y="761"/>
                  </a:cubicBezTo>
                  <a:cubicBezTo>
                    <a:pt x="199" y="758"/>
                    <a:pt x="200" y="757"/>
                    <a:pt x="198" y="752"/>
                  </a:cubicBezTo>
                  <a:cubicBezTo>
                    <a:pt x="198" y="750"/>
                    <a:pt x="197" y="748"/>
                    <a:pt x="193" y="744"/>
                  </a:cubicBezTo>
                  <a:cubicBezTo>
                    <a:pt x="193" y="742"/>
                    <a:pt x="189" y="738"/>
                    <a:pt x="189" y="735"/>
                  </a:cubicBezTo>
                  <a:close/>
                  <a:moveTo>
                    <a:pt x="262" y="820"/>
                  </a:moveTo>
                  <a:cubicBezTo>
                    <a:pt x="262" y="818"/>
                    <a:pt x="260" y="817"/>
                    <a:pt x="260" y="815"/>
                  </a:cubicBezTo>
                  <a:cubicBezTo>
                    <a:pt x="266" y="807"/>
                    <a:pt x="274" y="789"/>
                    <a:pt x="281" y="779"/>
                  </a:cubicBezTo>
                  <a:cubicBezTo>
                    <a:pt x="282" y="777"/>
                    <a:pt x="283" y="776"/>
                    <a:pt x="284" y="776"/>
                  </a:cubicBezTo>
                  <a:cubicBezTo>
                    <a:pt x="284" y="777"/>
                    <a:pt x="285" y="777"/>
                    <a:pt x="283" y="781"/>
                  </a:cubicBezTo>
                  <a:cubicBezTo>
                    <a:pt x="283" y="782"/>
                    <a:pt x="263" y="819"/>
                    <a:pt x="265" y="821"/>
                  </a:cubicBezTo>
                  <a:cubicBezTo>
                    <a:pt x="263" y="821"/>
                    <a:pt x="263" y="821"/>
                    <a:pt x="262" y="820"/>
                  </a:cubicBezTo>
                  <a:close/>
                  <a:moveTo>
                    <a:pt x="289" y="829"/>
                  </a:moveTo>
                  <a:cubicBezTo>
                    <a:pt x="288" y="830"/>
                    <a:pt x="288" y="830"/>
                    <a:pt x="287" y="830"/>
                  </a:cubicBezTo>
                  <a:cubicBezTo>
                    <a:pt x="286" y="830"/>
                    <a:pt x="284" y="829"/>
                    <a:pt x="282" y="828"/>
                  </a:cubicBezTo>
                  <a:cubicBezTo>
                    <a:pt x="280" y="826"/>
                    <a:pt x="275" y="818"/>
                    <a:pt x="276" y="816"/>
                  </a:cubicBezTo>
                  <a:cubicBezTo>
                    <a:pt x="276" y="816"/>
                    <a:pt x="276" y="816"/>
                    <a:pt x="276" y="816"/>
                  </a:cubicBezTo>
                  <a:cubicBezTo>
                    <a:pt x="278" y="822"/>
                    <a:pt x="286" y="820"/>
                    <a:pt x="294" y="818"/>
                  </a:cubicBezTo>
                  <a:cubicBezTo>
                    <a:pt x="300" y="816"/>
                    <a:pt x="305" y="813"/>
                    <a:pt x="305" y="812"/>
                  </a:cubicBezTo>
                  <a:cubicBezTo>
                    <a:pt x="305" y="811"/>
                    <a:pt x="305" y="810"/>
                    <a:pt x="304" y="809"/>
                  </a:cubicBezTo>
                  <a:cubicBezTo>
                    <a:pt x="304" y="810"/>
                    <a:pt x="301" y="811"/>
                    <a:pt x="297" y="812"/>
                  </a:cubicBezTo>
                  <a:cubicBezTo>
                    <a:pt x="288" y="814"/>
                    <a:pt x="275" y="816"/>
                    <a:pt x="273" y="815"/>
                  </a:cubicBezTo>
                  <a:cubicBezTo>
                    <a:pt x="270" y="814"/>
                    <a:pt x="270" y="813"/>
                    <a:pt x="273" y="809"/>
                  </a:cubicBezTo>
                  <a:cubicBezTo>
                    <a:pt x="279" y="807"/>
                    <a:pt x="290" y="805"/>
                    <a:pt x="297" y="802"/>
                  </a:cubicBezTo>
                  <a:cubicBezTo>
                    <a:pt x="297" y="801"/>
                    <a:pt x="299" y="801"/>
                    <a:pt x="298" y="799"/>
                  </a:cubicBezTo>
                  <a:cubicBezTo>
                    <a:pt x="295" y="800"/>
                    <a:pt x="286" y="801"/>
                    <a:pt x="284" y="801"/>
                  </a:cubicBezTo>
                  <a:cubicBezTo>
                    <a:pt x="281" y="798"/>
                    <a:pt x="283" y="795"/>
                    <a:pt x="284" y="792"/>
                  </a:cubicBezTo>
                  <a:cubicBezTo>
                    <a:pt x="285" y="792"/>
                    <a:pt x="284" y="792"/>
                    <a:pt x="285" y="792"/>
                  </a:cubicBezTo>
                  <a:cubicBezTo>
                    <a:pt x="287" y="794"/>
                    <a:pt x="294" y="792"/>
                    <a:pt x="295" y="791"/>
                  </a:cubicBezTo>
                  <a:cubicBezTo>
                    <a:pt x="294" y="789"/>
                    <a:pt x="292" y="784"/>
                    <a:pt x="293" y="785"/>
                  </a:cubicBezTo>
                  <a:cubicBezTo>
                    <a:pt x="295" y="786"/>
                    <a:pt x="295" y="787"/>
                    <a:pt x="298" y="787"/>
                  </a:cubicBezTo>
                  <a:cubicBezTo>
                    <a:pt x="298" y="787"/>
                    <a:pt x="299" y="787"/>
                    <a:pt x="298" y="787"/>
                  </a:cubicBezTo>
                  <a:cubicBezTo>
                    <a:pt x="297" y="786"/>
                    <a:pt x="295" y="785"/>
                    <a:pt x="295" y="784"/>
                  </a:cubicBezTo>
                  <a:cubicBezTo>
                    <a:pt x="296" y="782"/>
                    <a:pt x="298" y="782"/>
                    <a:pt x="299" y="783"/>
                  </a:cubicBezTo>
                  <a:cubicBezTo>
                    <a:pt x="301" y="784"/>
                    <a:pt x="308" y="789"/>
                    <a:pt x="308" y="789"/>
                  </a:cubicBezTo>
                  <a:cubicBezTo>
                    <a:pt x="309" y="790"/>
                    <a:pt x="309" y="790"/>
                    <a:pt x="309" y="790"/>
                  </a:cubicBezTo>
                  <a:cubicBezTo>
                    <a:pt x="310" y="791"/>
                    <a:pt x="310" y="792"/>
                    <a:pt x="310" y="793"/>
                  </a:cubicBezTo>
                  <a:cubicBezTo>
                    <a:pt x="310" y="796"/>
                    <a:pt x="308" y="797"/>
                    <a:pt x="305" y="797"/>
                  </a:cubicBezTo>
                  <a:cubicBezTo>
                    <a:pt x="306" y="802"/>
                    <a:pt x="306" y="806"/>
                    <a:pt x="309" y="811"/>
                  </a:cubicBezTo>
                  <a:cubicBezTo>
                    <a:pt x="311" y="809"/>
                    <a:pt x="313" y="809"/>
                    <a:pt x="313" y="808"/>
                  </a:cubicBezTo>
                  <a:cubicBezTo>
                    <a:pt x="316" y="810"/>
                    <a:pt x="317" y="811"/>
                    <a:pt x="317" y="814"/>
                  </a:cubicBezTo>
                  <a:cubicBezTo>
                    <a:pt x="315" y="818"/>
                    <a:pt x="310" y="817"/>
                    <a:pt x="309" y="819"/>
                  </a:cubicBezTo>
                  <a:cubicBezTo>
                    <a:pt x="308" y="823"/>
                    <a:pt x="309" y="831"/>
                    <a:pt x="307" y="834"/>
                  </a:cubicBezTo>
                  <a:cubicBezTo>
                    <a:pt x="307" y="835"/>
                    <a:pt x="306" y="835"/>
                    <a:pt x="305" y="834"/>
                  </a:cubicBezTo>
                  <a:cubicBezTo>
                    <a:pt x="304" y="831"/>
                    <a:pt x="305" y="824"/>
                    <a:pt x="305" y="820"/>
                  </a:cubicBezTo>
                  <a:cubicBezTo>
                    <a:pt x="303" y="821"/>
                    <a:pt x="299" y="823"/>
                    <a:pt x="295" y="823"/>
                  </a:cubicBezTo>
                  <a:cubicBezTo>
                    <a:pt x="295" y="824"/>
                    <a:pt x="295" y="824"/>
                    <a:pt x="295" y="825"/>
                  </a:cubicBezTo>
                  <a:cubicBezTo>
                    <a:pt x="297" y="826"/>
                    <a:pt x="297" y="827"/>
                    <a:pt x="298" y="828"/>
                  </a:cubicBezTo>
                  <a:cubicBezTo>
                    <a:pt x="298" y="829"/>
                    <a:pt x="296" y="830"/>
                    <a:pt x="296" y="831"/>
                  </a:cubicBezTo>
                  <a:cubicBezTo>
                    <a:pt x="295" y="831"/>
                    <a:pt x="293" y="830"/>
                    <a:pt x="291" y="829"/>
                  </a:cubicBezTo>
                  <a:cubicBezTo>
                    <a:pt x="290" y="829"/>
                    <a:pt x="289" y="829"/>
                    <a:pt x="289" y="829"/>
                  </a:cubicBezTo>
                  <a:close/>
                  <a:moveTo>
                    <a:pt x="317" y="787"/>
                  </a:moveTo>
                  <a:cubicBezTo>
                    <a:pt x="317" y="785"/>
                    <a:pt x="319" y="786"/>
                    <a:pt x="320" y="786"/>
                  </a:cubicBezTo>
                  <a:cubicBezTo>
                    <a:pt x="323" y="788"/>
                    <a:pt x="325" y="789"/>
                    <a:pt x="326" y="794"/>
                  </a:cubicBezTo>
                  <a:cubicBezTo>
                    <a:pt x="326" y="795"/>
                    <a:pt x="326" y="796"/>
                    <a:pt x="325" y="798"/>
                  </a:cubicBezTo>
                  <a:cubicBezTo>
                    <a:pt x="323" y="798"/>
                    <a:pt x="319" y="798"/>
                    <a:pt x="319" y="795"/>
                  </a:cubicBezTo>
                  <a:cubicBezTo>
                    <a:pt x="318" y="793"/>
                    <a:pt x="316" y="788"/>
                    <a:pt x="317" y="787"/>
                  </a:cubicBezTo>
                  <a:close/>
                  <a:moveTo>
                    <a:pt x="341" y="802"/>
                  </a:moveTo>
                  <a:cubicBezTo>
                    <a:pt x="334" y="803"/>
                    <a:pt x="319" y="845"/>
                    <a:pt x="312" y="854"/>
                  </a:cubicBezTo>
                  <a:cubicBezTo>
                    <a:pt x="308" y="861"/>
                    <a:pt x="306" y="861"/>
                    <a:pt x="303" y="858"/>
                  </a:cubicBezTo>
                  <a:cubicBezTo>
                    <a:pt x="299" y="854"/>
                    <a:pt x="294" y="836"/>
                    <a:pt x="295" y="832"/>
                  </a:cubicBezTo>
                  <a:cubicBezTo>
                    <a:pt x="296" y="833"/>
                    <a:pt x="297" y="836"/>
                    <a:pt x="297" y="837"/>
                  </a:cubicBezTo>
                  <a:cubicBezTo>
                    <a:pt x="298" y="836"/>
                    <a:pt x="297" y="836"/>
                    <a:pt x="298" y="835"/>
                  </a:cubicBezTo>
                  <a:cubicBezTo>
                    <a:pt x="299" y="838"/>
                    <a:pt x="303" y="846"/>
                    <a:pt x="304" y="847"/>
                  </a:cubicBezTo>
                  <a:cubicBezTo>
                    <a:pt x="307" y="849"/>
                    <a:pt x="308" y="844"/>
                    <a:pt x="310" y="842"/>
                  </a:cubicBezTo>
                  <a:cubicBezTo>
                    <a:pt x="314" y="834"/>
                    <a:pt x="325" y="807"/>
                    <a:pt x="329" y="799"/>
                  </a:cubicBezTo>
                  <a:cubicBezTo>
                    <a:pt x="332" y="794"/>
                    <a:pt x="334" y="789"/>
                    <a:pt x="331" y="786"/>
                  </a:cubicBezTo>
                  <a:cubicBezTo>
                    <a:pt x="320" y="780"/>
                    <a:pt x="306" y="784"/>
                    <a:pt x="296" y="778"/>
                  </a:cubicBezTo>
                  <a:cubicBezTo>
                    <a:pt x="296" y="778"/>
                    <a:pt x="296" y="778"/>
                    <a:pt x="296" y="778"/>
                  </a:cubicBezTo>
                  <a:cubicBezTo>
                    <a:pt x="302" y="776"/>
                    <a:pt x="328" y="782"/>
                    <a:pt x="328" y="782"/>
                  </a:cubicBezTo>
                  <a:cubicBezTo>
                    <a:pt x="336" y="784"/>
                    <a:pt x="346" y="792"/>
                    <a:pt x="341" y="802"/>
                  </a:cubicBezTo>
                  <a:close/>
                  <a:moveTo>
                    <a:pt x="365" y="858"/>
                  </a:moveTo>
                  <a:cubicBezTo>
                    <a:pt x="365" y="858"/>
                    <a:pt x="363" y="859"/>
                    <a:pt x="362" y="859"/>
                  </a:cubicBezTo>
                  <a:cubicBezTo>
                    <a:pt x="362" y="859"/>
                    <a:pt x="362" y="860"/>
                    <a:pt x="360" y="861"/>
                  </a:cubicBezTo>
                  <a:cubicBezTo>
                    <a:pt x="360" y="861"/>
                    <a:pt x="358" y="862"/>
                    <a:pt x="356" y="861"/>
                  </a:cubicBezTo>
                  <a:cubicBezTo>
                    <a:pt x="356" y="861"/>
                    <a:pt x="355" y="860"/>
                    <a:pt x="354" y="860"/>
                  </a:cubicBezTo>
                  <a:cubicBezTo>
                    <a:pt x="354" y="860"/>
                    <a:pt x="352" y="859"/>
                    <a:pt x="351" y="859"/>
                  </a:cubicBezTo>
                  <a:cubicBezTo>
                    <a:pt x="351" y="859"/>
                    <a:pt x="349" y="859"/>
                    <a:pt x="352" y="858"/>
                  </a:cubicBezTo>
                  <a:cubicBezTo>
                    <a:pt x="352" y="858"/>
                    <a:pt x="352" y="857"/>
                    <a:pt x="353" y="857"/>
                  </a:cubicBezTo>
                  <a:cubicBezTo>
                    <a:pt x="353" y="857"/>
                    <a:pt x="354" y="857"/>
                    <a:pt x="354" y="857"/>
                  </a:cubicBezTo>
                  <a:cubicBezTo>
                    <a:pt x="354" y="857"/>
                    <a:pt x="354" y="856"/>
                    <a:pt x="355" y="857"/>
                  </a:cubicBezTo>
                  <a:cubicBezTo>
                    <a:pt x="355" y="857"/>
                    <a:pt x="356" y="858"/>
                    <a:pt x="357" y="855"/>
                  </a:cubicBezTo>
                  <a:cubicBezTo>
                    <a:pt x="357" y="855"/>
                    <a:pt x="357" y="855"/>
                    <a:pt x="358" y="855"/>
                  </a:cubicBezTo>
                  <a:cubicBezTo>
                    <a:pt x="358" y="855"/>
                    <a:pt x="362" y="853"/>
                    <a:pt x="371" y="847"/>
                  </a:cubicBezTo>
                  <a:cubicBezTo>
                    <a:pt x="371" y="847"/>
                    <a:pt x="379" y="842"/>
                    <a:pt x="384" y="837"/>
                  </a:cubicBezTo>
                  <a:cubicBezTo>
                    <a:pt x="384" y="837"/>
                    <a:pt x="388" y="834"/>
                    <a:pt x="393" y="830"/>
                  </a:cubicBezTo>
                  <a:cubicBezTo>
                    <a:pt x="393" y="830"/>
                    <a:pt x="406" y="820"/>
                    <a:pt x="408" y="817"/>
                  </a:cubicBezTo>
                  <a:cubicBezTo>
                    <a:pt x="408" y="817"/>
                    <a:pt x="399" y="812"/>
                    <a:pt x="400" y="808"/>
                  </a:cubicBezTo>
                  <a:cubicBezTo>
                    <a:pt x="400" y="808"/>
                    <a:pt x="401" y="806"/>
                    <a:pt x="402" y="808"/>
                  </a:cubicBezTo>
                  <a:cubicBezTo>
                    <a:pt x="402" y="808"/>
                    <a:pt x="406" y="811"/>
                    <a:pt x="413" y="810"/>
                  </a:cubicBezTo>
                  <a:cubicBezTo>
                    <a:pt x="413" y="810"/>
                    <a:pt x="416" y="810"/>
                    <a:pt x="420" y="807"/>
                  </a:cubicBezTo>
                  <a:cubicBezTo>
                    <a:pt x="420" y="807"/>
                    <a:pt x="425" y="806"/>
                    <a:pt x="427" y="815"/>
                  </a:cubicBezTo>
                  <a:cubicBezTo>
                    <a:pt x="427" y="815"/>
                    <a:pt x="427" y="819"/>
                    <a:pt x="425" y="818"/>
                  </a:cubicBezTo>
                  <a:cubicBezTo>
                    <a:pt x="425" y="818"/>
                    <a:pt x="422" y="818"/>
                    <a:pt x="419" y="819"/>
                  </a:cubicBezTo>
                  <a:cubicBezTo>
                    <a:pt x="419" y="819"/>
                    <a:pt x="418" y="818"/>
                    <a:pt x="416" y="820"/>
                  </a:cubicBezTo>
                  <a:cubicBezTo>
                    <a:pt x="416" y="820"/>
                    <a:pt x="410" y="826"/>
                    <a:pt x="397" y="834"/>
                  </a:cubicBezTo>
                  <a:cubicBezTo>
                    <a:pt x="397" y="834"/>
                    <a:pt x="390" y="839"/>
                    <a:pt x="381" y="848"/>
                  </a:cubicBezTo>
                  <a:cubicBezTo>
                    <a:pt x="381" y="848"/>
                    <a:pt x="374" y="854"/>
                    <a:pt x="365" y="858"/>
                  </a:cubicBezTo>
                  <a:close/>
                  <a:moveTo>
                    <a:pt x="430" y="858"/>
                  </a:moveTo>
                  <a:cubicBezTo>
                    <a:pt x="430" y="858"/>
                    <a:pt x="430" y="859"/>
                    <a:pt x="430" y="860"/>
                  </a:cubicBezTo>
                  <a:cubicBezTo>
                    <a:pt x="430" y="860"/>
                    <a:pt x="430" y="862"/>
                    <a:pt x="427" y="862"/>
                  </a:cubicBezTo>
                  <a:cubicBezTo>
                    <a:pt x="427" y="862"/>
                    <a:pt x="420" y="864"/>
                    <a:pt x="419" y="866"/>
                  </a:cubicBezTo>
                  <a:cubicBezTo>
                    <a:pt x="419" y="866"/>
                    <a:pt x="415" y="869"/>
                    <a:pt x="416" y="872"/>
                  </a:cubicBezTo>
                  <a:cubicBezTo>
                    <a:pt x="416" y="872"/>
                    <a:pt x="416" y="874"/>
                    <a:pt x="413" y="875"/>
                  </a:cubicBezTo>
                  <a:cubicBezTo>
                    <a:pt x="413" y="875"/>
                    <a:pt x="411" y="875"/>
                    <a:pt x="409" y="875"/>
                  </a:cubicBezTo>
                  <a:cubicBezTo>
                    <a:pt x="409" y="875"/>
                    <a:pt x="407" y="873"/>
                    <a:pt x="404" y="875"/>
                  </a:cubicBezTo>
                  <a:cubicBezTo>
                    <a:pt x="404" y="875"/>
                    <a:pt x="404" y="876"/>
                    <a:pt x="402" y="875"/>
                  </a:cubicBezTo>
                  <a:cubicBezTo>
                    <a:pt x="402" y="875"/>
                    <a:pt x="402" y="874"/>
                    <a:pt x="401" y="874"/>
                  </a:cubicBezTo>
                  <a:cubicBezTo>
                    <a:pt x="401" y="874"/>
                    <a:pt x="400" y="873"/>
                    <a:pt x="400" y="872"/>
                  </a:cubicBezTo>
                  <a:cubicBezTo>
                    <a:pt x="400" y="872"/>
                    <a:pt x="400" y="870"/>
                    <a:pt x="398" y="869"/>
                  </a:cubicBezTo>
                  <a:cubicBezTo>
                    <a:pt x="398" y="869"/>
                    <a:pt x="397" y="869"/>
                    <a:pt x="397" y="867"/>
                  </a:cubicBezTo>
                  <a:cubicBezTo>
                    <a:pt x="397" y="867"/>
                    <a:pt x="396" y="861"/>
                    <a:pt x="395" y="858"/>
                  </a:cubicBezTo>
                  <a:cubicBezTo>
                    <a:pt x="395" y="858"/>
                    <a:pt x="394" y="855"/>
                    <a:pt x="391" y="854"/>
                  </a:cubicBezTo>
                  <a:cubicBezTo>
                    <a:pt x="391" y="854"/>
                    <a:pt x="387" y="848"/>
                    <a:pt x="389" y="848"/>
                  </a:cubicBezTo>
                  <a:cubicBezTo>
                    <a:pt x="389" y="848"/>
                    <a:pt x="393" y="848"/>
                    <a:pt x="396" y="854"/>
                  </a:cubicBezTo>
                  <a:cubicBezTo>
                    <a:pt x="396" y="854"/>
                    <a:pt x="396" y="856"/>
                    <a:pt x="396" y="858"/>
                  </a:cubicBezTo>
                  <a:cubicBezTo>
                    <a:pt x="396" y="858"/>
                    <a:pt x="397" y="859"/>
                    <a:pt x="399" y="866"/>
                  </a:cubicBezTo>
                  <a:cubicBezTo>
                    <a:pt x="399" y="866"/>
                    <a:pt x="400" y="867"/>
                    <a:pt x="400" y="865"/>
                  </a:cubicBezTo>
                  <a:cubicBezTo>
                    <a:pt x="402" y="863"/>
                    <a:pt x="402" y="863"/>
                    <a:pt x="402" y="863"/>
                  </a:cubicBezTo>
                  <a:cubicBezTo>
                    <a:pt x="402" y="863"/>
                    <a:pt x="403" y="861"/>
                    <a:pt x="404" y="862"/>
                  </a:cubicBezTo>
                  <a:cubicBezTo>
                    <a:pt x="404" y="862"/>
                    <a:pt x="404" y="863"/>
                    <a:pt x="405" y="862"/>
                  </a:cubicBezTo>
                  <a:cubicBezTo>
                    <a:pt x="405" y="862"/>
                    <a:pt x="408" y="860"/>
                    <a:pt x="410" y="858"/>
                  </a:cubicBezTo>
                  <a:cubicBezTo>
                    <a:pt x="410" y="858"/>
                    <a:pt x="413" y="856"/>
                    <a:pt x="412" y="855"/>
                  </a:cubicBezTo>
                  <a:cubicBezTo>
                    <a:pt x="412" y="855"/>
                    <a:pt x="409" y="851"/>
                    <a:pt x="408" y="850"/>
                  </a:cubicBezTo>
                  <a:cubicBezTo>
                    <a:pt x="408" y="850"/>
                    <a:pt x="405" y="848"/>
                    <a:pt x="407" y="848"/>
                  </a:cubicBezTo>
                  <a:cubicBezTo>
                    <a:pt x="407" y="848"/>
                    <a:pt x="408" y="848"/>
                    <a:pt x="411" y="849"/>
                  </a:cubicBezTo>
                  <a:cubicBezTo>
                    <a:pt x="411" y="849"/>
                    <a:pt x="417" y="850"/>
                    <a:pt x="419" y="848"/>
                  </a:cubicBezTo>
                  <a:cubicBezTo>
                    <a:pt x="419" y="848"/>
                    <a:pt x="419" y="846"/>
                    <a:pt x="421" y="847"/>
                  </a:cubicBezTo>
                  <a:cubicBezTo>
                    <a:pt x="421" y="847"/>
                    <a:pt x="424" y="850"/>
                    <a:pt x="425" y="850"/>
                  </a:cubicBezTo>
                  <a:cubicBezTo>
                    <a:pt x="425" y="850"/>
                    <a:pt x="431" y="852"/>
                    <a:pt x="430" y="858"/>
                  </a:cubicBezTo>
                  <a:close/>
                  <a:moveTo>
                    <a:pt x="485" y="876"/>
                  </a:moveTo>
                  <a:cubicBezTo>
                    <a:pt x="485" y="876"/>
                    <a:pt x="485" y="878"/>
                    <a:pt x="483" y="877"/>
                  </a:cubicBezTo>
                  <a:cubicBezTo>
                    <a:pt x="483" y="877"/>
                    <a:pt x="477" y="874"/>
                    <a:pt x="475" y="866"/>
                  </a:cubicBezTo>
                  <a:cubicBezTo>
                    <a:pt x="475" y="866"/>
                    <a:pt x="473" y="857"/>
                    <a:pt x="473" y="856"/>
                  </a:cubicBezTo>
                  <a:cubicBezTo>
                    <a:pt x="473" y="856"/>
                    <a:pt x="473" y="856"/>
                    <a:pt x="473" y="854"/>
                  </a:cubicBezTo>
                  <a:cubicBezTo>
                    <a:pt x="472" y="848"/>
                    <a:pt x="472" y="848"/>
                    <a:pt x="472" y="848"/>
                  </a:cubicBezTo>
                  <a:cubicBezTo>
                    <a:pt x="472" y="848"/>
                    <a:pt x="472" y="848"/>
                    <a:pt x="473" y="847"/>
                  </a:cubicBezTo>
                  <a:cubicBezTo>
                    <a:pt x="473" y="847"/>
                    <a:pt x="472" y="846"/>
                    <a:pt x="473" y="845"/>
                  </a:cubicBezTo>
                  <a:cubicBezTo>
                    <a:pt x="473" y="845"/>
                    <a:pt x="473" y="845"/>
                    <a:pt x="473" y="845"/>
                  </a:cubicBezTo>
                  <a:cubicBezTo>
                    <a:pt x="473" y="845"/>
                    <a:pt x="473" y="842"/>
                    <a:pt x="474" y="843"/>
                  </a:cubicBezTo>
                  <a:cubicBezTo>
                    <a:pt x="474" y="843"/>
                    <a:pt x="475" y="844"/>
                    <a:pt x="474" y="846"/>
                  </a:cubicBezTo>
                  <a:cubicBezTo>
                    <a:pt x="474" y="846"/>
                    <a:pt x="473" y="848"/>
                    <a:pt x="477" y="855"/>
                  </a:cubicBezTo>
                  <a:cubicBezTo>
                    <a:pt x="477" y="855"/>
                    <a:pt x="478" y="856"/>
                    <a:pt x="479" y="856"/>
                  </a:cubicBezTo>
                  <a:cubicBezTo>
                    <a:pt x="479" y="856"/>
                    <a:pt x="480" y="857"/>
                    <a:pt x="481" y="860"/>
                  </a:cubicBezTo>
                  <a:cubicBezTo>
                    <a:pt x="481" y="860"/>
                    <a:pt x="481" y="862"/>
                    <a:pt x="481" y="862"/>
                  </a:cubicBezTo>
                  <a:cubicBezTo>
                    <a:pt x="481" y="862"/>
                    <a:pt x="480" y="864"/>
                    <a:pt x="482" y="863"/>
                  </a:cubicBezTo>
                  <a:cubicBezTo>
                    <a:pt x="482" y="863"/>
                    <a:pt x="483" y="863"/>
                    <a:pt x="483" y="864"/>
                  </a:cubicBezTo>
                  <a:cubicBezTo>
                    <a:pt x="483" y="864"/>
                    <a:pt x="483" y="867"/>
                    <a:pt x="483" y="868"/>
                  </a:cubicBezTo>
                  <a:cubicBezTo>
                    <a:pt x="483" y="868"/>
                    <a:pt x="484" y="869"/>
                    <a:pt x="484" y="870"/>
                  </a:cubicBezTo>
                  <a:cubicBezTo>
                    <a:pt x="484" y="870"/>
                    <a:pt x="484" y="871"/>
                    <a:pt x="484" y="871"/>
                  </a:cubicBezTo>
                  <a:cubicBezTo>
                    <a:pt x="484" y="871"/>
                    <a:pt x="485" y="871"/>
                    <a:pt x="485" y="871"/>
                  </a:cubicBezTo>
                  <a:cubicBezTo>
                    <a:pt x="485" y="871"/>
                    <a:pt x="486" y="876"/>
                    <a:pt x="485" y="876"/>
                  </a:cubicBezTo>
                  <a:close/>
                  <a:moveTo>
                    <a:pt x="482" y="834"/>
                  </a:moveTo>
                  <a:cubicBezTo>
                    <a:pt x="482" y="834"/>
                    <a:pt x="481" y="833"/>
                    <a:pt x="480" y="833"/>
                  </a:cubicBezTo>
                  <a:cubicBezTo>
                    <a:pt x="480" y="833"/>
                    <a:pt x="479" y="833"/>
                    <a:pt x="478" y="833"/>
                  </a:cubicBezTo>
                  <a:cubicBezTo>
                    <a:pt x="478" y="833"/>
                    <a:pt x="476" y="833"/>
                    <a:pt x="477" y="831"/>
                  </a:cubicBezTo>
                  <a:cubicBezTo>
                    <a:pt x="477" y="831"/>
                    <a:pt x="479" y="827"/>
                    <a:pt x="478" y="823"/>
                  </a:cubicBezTo>
                  <a:cubicBezTo>
                    <a:pt x="478" y="823"/>
                    <a:pt x="478" y="822"/>
                    <a:pt x="479" y="821"/>
                  </a:cubicBezTo>
                  <a:cubicBezTo>
                    <a:pt x="479" y="821"/>
                    <a:pt x="479" y="820"/>
                    <a:pt x="480" y="821"/>
                  </a:cubicBezTo>
                  <a:cubicBezTo>
                    <a:pt x="480" y="821"/>
                    <a:pt x="485" y="828"/>
                    <a:pt x="485" y="832"/>
                  </a:cubicBezTo>
                  <a:cubicBezTo>
                    <a:pt x="485" y="832"/>
                    <a:pt x="486" y="835"/>
                    <a:pt x="482" y="834"/>
                  </a:cubicBezTo>
                  <a:close/>
                  <a:moveTo>
                    <a:pt x="540" y="838"/>
                  </a:moveTo>
                  <a:cubicBezTo>
                    <a:pt x="540" y="838"/>
                    <a:pt x="539" y="842"/>
                    <a:pt x="537" y="843"/>
                  </a:cubicBezTo>
                  <a:cubicBezTo>
                    <a:pt x="537" y="843"/>
                    <a:pt x="536" y="844"/>
                    <a:pt x="536" y="846"/>
                  </a:cubicBezTo>
                  <a:cubicBezTo>
                    <a:pt x="536" y="846"/>
                    <a:pt x="533" y="852"/>
                    <a:pt x="531" y="853"/>
                  </a:cubicBezTo>
                  <a:cubicBezTo>
                    <a:pt x="531" y="853"/>
                    <a:pt x="528" y="855"/>
                    <a:pt x="529" y="857"/>
                  </a:cubicBezTo>
                  <a:cubicBezTo>
                    <a:pt x="529" y="857"/>
                    <a:pt x="533" y="860"/>
                    <a:pt x="532" y="864"/>
                  </a:cubicBezTo>
                  <a:cubicBezTo>
                    <a:pt x="532" y="864"/>
                    <a:pt x="532" y="865"/>
                    <a:pt x="531" y="865"/>
                  </a:cubicBezTo>
                  <a:cubicBezTo>
                    <a:pt x="531" y="865"/>
                    <a:pt x="530" y="866"/>
                    <a:pt x="529" y="866"/>
                  </a:cubicBezTo>
                  <a:cubicBezTo>
                    <a:pt x="529" y="866"/>
                    <a:pt x="528" y="866"/>
                    <a:pt x="528" y="866"/>
                  </a:cubicBezTo>
                  <a:cubicBezTo>
                    <a:pt x="528" y="866"/>
                    <a:pt x="524" y="868"/>
                    <a:pt x="522" y="868"/>
                  </a:cubicBezTo>
                  <a:cubicBezTo>
                    <a:pt x="522" y="868"/>
                    <a:pt x="520" y="868"/>
                    <a:pt x="517" y="868"/>
                  </a:cubicBezTo>
                  <a:cubicBezTo>
                    <a:pt x="517" y="868"/>
                    <a:pt x="517" y="867"/>
                    <a:pt x="516" y="868"/>
                  </a:cubicBezTo>
                  <a:cubicBezTo>
                    <a:pt x="516" y="868"/>
                    <a:pt x="512" y="873"/>
                    <a:pt x="507" y="869"/>
                  </a:cubicBezTo>
                  <a:cubicBezTo>
                    <a:pt x="507" y="869"/>
                    <a:pt x="506" y="868"/>
                    <a:pt x="505" y="867"/>
                  </a:cubicBezTo>
                  <a:cubicBezTo>
                    <a:pt x="504" y="867"/>
                    <a:pt x="503" y="866"/>
                    <a:pt x="502" y="866"/>
                  </a:cubicBezTo>
                  <a:cubicBezTo>
                    <a:pt x="502" y="866"/>
                    <a:pt x="496" y="862"/>
                    <a:pt x="494" y="861"/>
                  </a:cubicBezTo>
                  <a:cubicBezTo>
                    <a:pt x="494" y="861"/>
                    <a:pt x="490" y="858"/>
                    <a:pt x="490" y="856"/>
                  </a:cubicBezTo>
                  <a:cubicBezTo>
                    <a:pt x="490" y="856"/>
                    <a:pt x="489" y="853"/>
                    <a:pt x="487" y="853"/>
                  </a:cubicBezTo>
                  <a:cubicBezTo>
                    <a:pt x="487" y="853"/>
                    <a:pt x="486" y="853"/>
                    <a:pt x="486" y="851"/>
                  </a:cubicBezTo>
                  <a:cubicBezTo>
                    <a:pt x="486" y="851"/>
                    <a:pt x="486" y="851"/>
                    <a:pt x="486" y="851"/>
                  </a:cubicBezTo>
                  <a:cubicBezTo>
                    <a:pt x="486" y="851"/>
                    <a:pt x="486" y="851"/>
                    <a:pt x="486" y="850"/>
                  </a:cubicBezTo>
                  <a:cubicBezTo>
                    <a:pt x="486" y="850"/>
                    <a:pt x="485" y="849"/>
                    <a:pt x="487" y="846"/>
                  </a:cubicBezTo>
                  <a:cubicBezTo>
                    <a:pt x="487" y="846"/>
                    <a:pt x="489" y="844"/>
                    <a:pt x="491" y="843"/>
                  </a:cubicBezTo>
                  <a:cubicBezTo>
                    <a:pt x="491" y="843"/>
                    <a:pt x="495" y="839"/>
                    <a:pt x="498" y="837"/>
                  </a:cubicBezTo>
                  <a:cubicBezTo>
                    <a:pt x="498" y="837"/>
                    <a:pt x="499" y="836"/>
                    <a:pt x="500" y="835"/>
                  </a:cubicBezTo>
                  <a:cubicBezTo>
                    <a:pt x="501" y="834"/>
                    <a:pt x="502" y="833"/>
                    <a:pt x="502" y="833"/>
                  </a:cubicBezTo>
                  <a:cubicBezTo>
                    <a:pt x="502" y="833"/>
                    <a:pt x="504" y="831"/>
                    <a:pt x="506" y="830"/>
                  </a:cubicBezTo>
                  <a:cubicBezTo>
                    <a:pt x="506" y="830"/>
                    <a:pt x="509" y="829"/>
                    <a:pt x="509" y="828"/>
                  </a:cubicBezTo>
                  <a:cubicBezTo>
                    <a:pt x="509" y="828"/>
                    <a:pt x="509" y="825"/>
                    <a:pt x="509" y="824"/>
                  </a:cubicBezTo>
                  <a:cubicBezTo>
                    <a:pt x="507" y="809"/>
                    <a:pt x="507" y="809"/>
                    <a:pt x="507" y="809"/>
                  </a:cubicBezTo>
                  <a:cubicBezTo>
                    <a:pt x="507" y="809"/>
                    <a:pt x="507" y="808"/>
                    <a:pt x="508" y="809"/>
                  </a:cubicBezTo>
                  <a:cubicBezTo>
                    <a:pt x="508" y="809"/>
                    <a:pt x="509" y="809"/>
                    <a:pt x="510" y="809"/>
                  </a:cubicBezTo>
                  <a:cubicBezTo>
                    <a:pt x="510" y="809"/>
                    <a:pt x="512" y="808"/>
                    <a:pt x="513" y="812"/>
                  </a:cubicBezTo>
                  <a:cubicBezTo>
                    <a:pt x="513" y="812"/>
                    <a:pt x="515" y="816"/>
                    <a:pt x="516" y="820"/>
                  </a:cubicBezTo>
                  <a:cubicBezTo>
                    <a:pt x="516" y="820"/>
                    <a:pt x="516" y="825"/>
                    <a:pt x="516" y="826"/>
                  </a:cubicBezTo>
                  <a:cubicBezTo>
                    <a:pt x="516" y="826"/>
                    <a:pt x="516" y="828"/>
                    <a:pt x="518" y="828"/>
                  </a:cubicBezTo>
                  <a:cubicBezTo>
                    <a:pt x="518" y="828"/>
                    <a:pt x="520" y="828"/>
                    <a:pt x="523" y="828"/>
                  </a:cubicBezTo>
                  <a:cubicBezTo>
                    <a:pt x="527" y="829"/>
                    <a:pt x="531" y="829"/>
                    <a:pt x="533" y="829"/>
                  </a:cubicBezTo>
                  <a:cubicBezTo>
                    <a:pt x="533" y="829"/>
                    <a:pt x="537" y="830"/>
                    <a:pt x="541" y="835"/>
                  </a:cubicBezTo>
                  <a:cubicBezTo>
                    <a:pt x="541" y="835"/>
                    <a:pt x="542" y="835"/>
                    <a:pt x="540" y="838"/>
                  </a:cubicBezTo>
                  <a:close/>
                  <a:moveTo>
                    <a:pt x="604" y="809"/>
                  </a:moveTo>
                  <a:cubicBezTo>
                    <a:pt x="604" y="809"/>
                    <a:pt x="603" y="809"/>
                    <a:pt x="603" y="811"/>
                  </a:cubicBezTo>
                  <a:cubicBezTo>
                    <a:pt x="603" y="811"/>
                    <a:pt x="602" y="814"/>
                    <a:pt x="603" y="816"/>
                  </a:cubicBezTo>
                  <a:cubicBezTo>
                    <a:pt x="603" y="816"/>
                    <a:pt x="603" y="818"/>
                    <a:pt x="602" y="821"/>
                  </a:cubicBezTo>
                  <a:cubicBezTo>
                    <a:pt x="602" y="821"/>
                    <a:pt x="598" y="826"/>
                    <a:pt x="601" y="831"/>
                  </a:cubicBezTo>
                  <a:cubicBezTo>
                    <a:pt x="601" y="831"/>
                    <a:pt x="604" y="834"/>
                    <a:pt x="601" y="836"/>
                  </a:cubicBezTo>
                  <a:cubicBezTo>
                    <a:pt x="601" y="836"/>
                    <a:pt x="600" y="837"/>
                    <a:pt x="599" y="840"/>
                  </a:cubicBezTo>
                  <a:cubicBezTo>
                    <a:pt x="599" y="840"/>
                    <a:pt x="599" y="842"/>
                    <a:pt x="599" y="842"/>
                  </a:cubicBezTo>
                  <a:cubicBezTo>
                    <a:pt x="599" y="842"/>
                    <a:pt x="598" y="844"/>
                    <a:pt x="598" y="845"/>
                  </a:cubicBezTo>
                  <a:cubicBezTo>
                    <a:pt x="598" y="845"/>
                    <a:pt x="598" y="847"/>
                    <a:pt x="595" y="848"/>
                  </a:cubicBezTo>
                  <a:cubicBezTo>
                    <a:pt x="595" y="848"/>
                    <a:pt x="593" y="850"/>
                    <a:pt x="592" y="851"/>
                  </a:cubicBezTo>
                  <a:cubicBezTo>
                    <a:pt x="592" y="851"/>
                    <a:pt x="591" y="853"/>
                    <a:pt x="590" y="853"/>
                  </a:cubicBezTo>
                  <a:cubicBezTo>
                    <a:pt x="590" y="853"/>
                    <a:pt x="590" y="853"/>
                    <a:pt x="590" y="854"/>
                  </a:cubicBezTo>
                  <a:cubicBezTo>
                    <a:pt x="590" y="854"/>
                    <a:pt x="589" y="856"/>
                    <a:pt x="586" y="857"/>
                  </a:cubicBezTo>
                  <a:cubicBezTo>
                    <a:pt x="586" y="857"/>
                    <a:pt x="586" y="850"/>
                    <a:pt x="586" y="848"/>
                  </a:cubicBezTo>
                  <a:cubicBezTo>
                    <a:pt x="586" y="848"/>
                    <a:pt x="586" y="845"/>
                    <a:pt x="586" y="843"/>
                  </a:cubicBezTo>
                  <a:cubicBezTo>
                    <a:pt x="586" y="843"/>
                    <a:pt x="586" y="840"/>
                    <a:pt x="588" y="840"/>
                  </a:cubicBezTo>
                  <a:cubicBezTo>
                    <a:pt x="588" y="840"/>
                    <a:pt x="588" y="841"/>
                    <a:pt x="588" y="840"/>
                  </a:cubicBezTo>
                  <a:cubicBezTo>
                    <a:pt x="588" y="840"/>
                    <a:pt x="590" y="836"/>
                    <a:pt x="590" y="835"/>
                  </a:cubicBezTo>
                  <a:cubicBezTo>
                    <a:pt x="590" y="835"/>
                    <a:pt x="588" y="834"/>
                    <a:pt x="588" y="834"/>
                  </a:cubicBezTo>
                  <a:cubicBezTo>
                    <a:pt x="588" y="834"/>
                    <a:pt x="587" y="833"/>
                    <a:pt x="587" y="832"/>
                  </a:cubicBezTo>
                  <a:cubicBezTo>
                    <a:pt x="587" y="832"/>
                    <a:pt x="587" y="832"/>
                    <a:pt x="586" y="831"/>
                  </a:cubicBezTo>
                  <a:cubicBezTo>
                    <a:pt x="586" y="831"/>
                    <a:pt x="584" y="830"/>
                    <a:pt x="584" y="831"/>
                  </a:cubicBezTo>
                  <a:cubicBezTo>
                    <a:pt x="584" y="831"/>
                    <a:pt x="584" y="831"/>
                    <a:pt x="582" y="831"/>
                  </a:cubicBezTo>
                  <a:cubicBezTo>
                    <a:pt x="582" y="831"/>
                    <a:pt x="573" y="829"/>
                    <a:pt x="577" y="827"/>
                  </a:cubicBezTo>
                  <a:cubicBezTo>
                    <a:pt x="577" y="827"/>
                    <a:pt x="582" y="827"/>
                    <a:pt x="585" y="822"/>
                  </a:cubicBezTo>
                  <a:cubicBezTo>
                    <a:pt x="585" y="822"/>
                    <a:pt x="586" y="822"/>
                    <a:pt x="587" y="814"/>
                  </a:cubicBezTo>
                  <a:cubicBezTo>
                    <a:pt x="587" y="814"/>
                    <a:pt x="587" y="813"/>
                    <a:pt x="586" y="813"/>
                  </a:cubicBezTo>
                  <a:cubicBezTo>
                    <a:pt x="586" y="813"/>
                    <a:pt x="585" y="812"/>
                    <a:pt x="586" y="812"/>
                  </a:cubicBezTo>
                  <a:cubicBezTo>
                    <a:pt x="586" y="812"/>
                    <a:pt x="586" y="811"/>
                    <a:pt x="585" y="810"/>
                  </a:cubicBezTo>
                  <a:cubicBezTo>
                    <a:pt x="585" y="810"/>
                    <a:pt x="584" y="809"/>
                    <a:pt x="585" y="808"/>
                  </a:cubicBezTo>
                  <a:cubicBezTo>
                    <a:pt x="585" y="808"/>
                    <a:pt x="585" y="807"/>
                    <a:pt x="584" y="806"/>
                  </a:cubicBezTo>
                  <a:cubicBezTo>
                    <a:pt x="584" y="806"/>
                    <a:pt x="584" y="806"/>
                    <a:pt x="584" y="805"/>
                  </a:cubicBezTo>
                  <a:cubicBezTo>
                    <a:pt x="584" y="805"/>
                    <a:pt x="584" y="805"/>
                    <a:pt x="583" y="803"/>
                  </a:cubicBezTo>
                  <a:cubicBezTo>
                    <a:pt x="583" y="803"/>
                    <a:pt x="583" y="803"/>
                    <a:pt x="584" y="802"/>
                  </a:cubicBezTo>
                  <a:cubicBezTo>
                    <a:pt x="584" y="802"/>
                    <a:pt x="585" y="803"/>
                    <a:pt x="584" y="801"/>
                  </a:cubicBezTo>
                  <a:cubicBezTo>
                    <a:pt x="584" y="801"/>
                    <a:pt x="583" y="800"/>
                    <a:pt x="582" y="799"/>
                  </a:cubicBezTo>
                  <a:cubicBezTo>
                    <a:pt x="581" y="798"/>
                    <a:pt x="581" y="798"/>
                    <a:pt x="581" y="798"/>
                  </a:cubicBezTo>
                  <a:cubicBezTo>
                    <a:pt x="577" y="791"/>
                    <a:pt x="577" y="791"/>
                    <a:pt x="577" y="791"/>
                  </a:cubicBezTo>
                  <a:cubicBezTo>
                    <a:pt x="577" y="791"/>
                    <a:pt x="574" y="788"/>
                    <a:pt x="578" y="789"/>
                  </a:cubicBezTo>
                  <a:cubicBezTo>
                    <a:pt x="578" y="789"/>
                    <a:pt x="581" y="788"/>
                    <a:pt x="584" y="789"/>
                  </a:cubicBezTo>
                  <a:cubicBezTo>
                    <a:pt x="584" y="789"/>
                    <a:pt x="587" y="789"/>
                    <a:pt x="589" y="789"/>
                  </a:cubicBezTo>
                  <a:cubicBezTo>
                    <a:pt x="589" y="789"/>
                    <a:pt x="590" y="788"/>
                    <a:pt x="591" y="792"/>
                  </a:cubicBezTo>
                  <a:cubicBezTo>
                    <a:pt x="591" y="792"/>
                    <a:pt x="593" y="795"/>
                    <a:pt x="593" y="795"/>
                  </a:cubicBezTo>
                  <a:cubicBezTo>
                    <a:pt x="593" y="795"/>
                    <a:pt x="598" y="796"/>
                    <a:pt x="599" y="797"/>
                  </a:cubicBezTo>
                  <a:cubicBezTo>
                    <a:pt x="599" y="797"/>
                    <a:pt x="599" y="797"/>
                    <a:pt x="599" y="796"/>
                  </a:cubicBezTo>
                  <a:cubicBezTo>
                    <a:pt x="599" y="796"/>
                    <a:pt x="601" y="796"/>
                    <a:pt x="603" y="798"/>
                  </a:cubicBezTo>
                  <a:cubicBezTo>
                    <a:pt x="603" y="798"/>
                    <a:pt x="602" y="800"/>
                    <a:pt x="604" y="799"/>
                  </a:cubicBezTo>
                  <a:cubicBezTo>
                    <a:pt x="604" y="799"/>
                    <a:pt x="606" y="799"/>
                    <a:pt x="606" y="802"/>
                  </a:cubicBezTo>
                  <a:cubicBezTo>
                    <a:pt x="606" y="802"/>
                    <a:pt x="607" y="806"/>
                    <a:pt x="604" y="809"/>
                  </a:cubicBezTo>
                  <a:close/>
                  <a:moveTo>
                    <a:pt x="632" y="834"/>
                  </a:moveTo>
                  <a:cubicBezTo>
                    <a:pt x="632" y="834"/>
                    <a:pt x="631" y="837"/>
                    <a:pt x="628" y="838"/>
                  </a:cubicBezTo>
                  <a:cubicBezTo>
                    <a:pt x="628" y="838"/>
                    <a:pt x="626" y="839"/>
                    <a:pt x="624" y="839"/>
                  </a:cubicBezTo>
                  <a:cubicBezTo>
                    <a:pt x="624" y="839"/>
                    <a:pt x="622" y="839"/>
                    <a:pt x="622" y="838"/>
                  </a:cubicBezTo>
                  <a:cubicBezTo>
                    <a:pt x="622" y="838"/>
                    <a:pt x="621" y="838"/>
                    <a:pt x="620" y="839"/>
                  </a:cubicBezTo>
                  <a:cubicBezTo>
                    <a:pt x="620" y="839"/>
                    <a:pt x="619" y="839"/>
                    <a:pt x="618" y="837"/>
                  </a:cubicBezTo>
                  <a:cubicBezTo>
                    <a:pt x="618" y="837"/>
                    <a:pt x="616" y="836"/>
                    <a:pt x="616" y="834"/>
                  </a:cubicBezTo>
                  <a:cubicBezTo>
                    <a:pt x="616" y="834"/>
                    <a:pt x="616" y="831"/>
                    <a:pt x="615" y="829"/>
                  </a:cubicBezTo>
                  <a:cubicBezTo>
                    <a:pt x="615" y="829"/>
                    <a:pt x="613" y="824"/>
                    <a:pt x="616" y="825"/>
                  </a:cubicBezTo>
                  <a:cubicBezTo>
                    <a:pt x="616" y="825"/>
                    <a:pt x="617" y="825"/>
                    <a:pt x="619" y="824"/>
                  </a:cubicBezTo>
                  <a:cubicBezTo>
                    <a:pt x="619" y="824"/>
                    <a:pt x="622" y="825"/>
                    <a:pt x="626" y="826"/>
                  </a:cubicBezTo>
                  <a:cubicBezTo>
                    <a:pt x="626" y="826"/>
                    <a:pt x="629" y="828"/>
                    <a:pt x="630" y="828"/>
                  </a:cubicBezTo>
                  <a:cubicBezTo>
                    <a:pt x="630" y="828"/>
                    <a:pt x="632" y="828"/>
                    <a:pt x="632" y="831"/>
                  </a:cubicBezTo>
                  <a:cubicBezTo>
                    <a:pt x="632" y="831"/>
                    <a:pt x="632" y="832"/>
                    <a:pt x="632" y="833"/>
                  </a:cubicBezTo>
                  <a:cubicBezTo>
                    <a:pt x="632" y="833"/>
                    <a:pt x="632" y="834"/>
                    <a:pt x="632" y="834"/>
                  </a:cubicBezTo>
                  <a:close/>
                  <a:moveTo>
                    <a:pt x="667" y="773"/>
                  </a:moveTo>
                  <a:cubicBezTo>
                    <a:pt x="667" y="773"/>
                    <a:pt x="665" y="772"/>
                    <a:pt x="664" y="772"/>
                  </a:cubicBezTo>
                  <a:cubicBezTo>
                    <a:pt x="664" y="772"/>
                    <a:pt x="662" y="770"/>
                    <a:pt x="662" y="773"/>
                  </a:cubicBezTo>
                  <a:cubicBezTo>
                    <a:pt x="662" y="773"/>
                    <a:pt x="656" y="778"/>
                    <a:pt x="656" y="783"/>
                  </a:cubicBezTo>
                  <a:cubicBezTo>
                    <a:pt x="656" y="783"/>
                    <a:pt x="656" y="784"/>
                    <a:pt x="657" y="785"/>
                  </a:cubicBezTo>
                  <a:cubicBezTo>
                    <a:pt x="657" y="785"/>
                    <a:pt x="657" y="788"/>
                    <a:pt x="656" y="789"/>
                  </a:cubicBezTo>
                  <a:cubicBezTo>
                    <a:pt x="656" y="789"/>
                    <a:pt x="656" y="792"/>
                    <a:pt x="655" y="793"/>
                  </a:cubicBezTo>
                  <a:cubicBezTo>
                    <a:pt x="655" y="793"/>
                    <a:pt x="654" y="793"/>
                    <a:pt x="653" y="794"/>
                  </a:cubicBezTo>
                  <a:cubicBezTo>
                    <a:pt x="653" y="794"/>
                    <a:pt x="653" y="794"/>
                    <a:pt x="652" y="794"/>
                  </a:cubicBezTo>
                  <a:cubicBezTo>
                    <a:pt x="652" y="794"/>
                    <a:pt x="647" y="794"/>
                    <a:pt x="648" y="791"/>
                  </a:cubicBezTo>
                  <a:cubicBezTo>
                    <a:pt x="648" y="791"/>
                    <a:pt x="648" y="787"/>
                    <a:pt x="648" y="785"/>
                  </a:cubicBezTo>
                  <a:cubicBezTo>
                    <a:pt x="648" y="785"/>
                    <a:pt x="646" y="782"/>
                    <a:pt x="649" y="781"/>
                  </a:cubicBezTo>
                  <a:cubicBezTo>
                    <a:pt x="649" y="781"/>
                    <a:pt x="651" y="780"/>
                    <a:pt x="652" y="780"/>
                  </a:cubicBezTo>
                  <a:cubicBezTo>
                    <a:pt x="652" y="780"/>
                    <a:pt x="653" y="780"/>
                    <a:pt x="654" y="779"/>
                  </a:cubicBezTo>
                  <a:cubicBezTo>
                    <a:pt x="654" y="779"/>
                    <a:pt x="659" y="773"/>
                    <a:pt x="661" y="770"/>
                  </a:cubicBezTo>
                  <a:cubicBezTo>
                    <a:pt x="661" y="770"/>
                    <a:pt x="662" y="769"/>
                    <a:pt x="660" y="767"/>
                  </a:cubicBezTo>
                  <a:cubicBezTo>
                    <a:pt x="660" y="767"/>
                    <a:pt x="654" y="762"/>
                    <a:pt x="650" y="760"/>
                  </a:cubicBezTo>
                  <a:cubicBezTo>
                    <a:pt x="650" y="760"/>
                    <a:pt x="645" y="758"/>
                    <a:pt x="642" y="759"/>
                  </a:cubicBezTo>
                  <a:cubicBezTo>
                    <a:pt x="642" y="759"/>
                    <a:pt x="634" y="758"/>
                    <a:pt x="640" y="756"/>
                  </a:cubicBezTo>
                  <a:cubicBezTo>
                    <a:pt x="640" y="756"/>
                    <a:pt x="645" y="754"/>
                    <a:pt x="654" y="760"/>
                  </a:cubicBezTo>
                  <a:cubicBezTo>
                    <a:pt x="654" y="760"/>
                    <a:pt x="660" y="764"/>
                    <a:pt x="661" y="767"/>
                  </a:cubicBezTo>
                  <a:cubicBezTo>
                    <a:pt x="661" y="767"/>
                    <a:pt x="662" y="768"/>
                    <a:pt x="663" y="767"/>
                  </a:cubicBezTo>
                  <a:cubicBezTo>
                    <a:pt x="663" y="767"/>
                    <a:pt x="666" y="765"/>
                    <a:pt x="664" y="763"/>
                  </a:cubicBezTo>
                  <a:cubicBezTo>
                    <a:pt x="664" y="763"/>
                    <a:pt x="661" y="757"/>
                    <a:pt x="650" y="750"/>
                  </a:cubicBezTo>
                  <a:cubicBezTo>
                    <a:pt x="650" y="750"/>
                    <a:pt x="646" y="747"/>
                    <a:pt x="644" y="748"/>
                  </a:cubicBezTo>
                  <a:cubicBezTo>
                    <a:pt x="644" y="748"/>
                    <a:pt x="642" y="747"/>
                    <a:pt x="644" y="747"/>
                  </a:cubicBezTo>
                  <a:cubicBezTo>
                    <a:pt x="644" y="747"/>
                    <a:pt x="649" y="745"/>
                    <a:pt x="656" y="750"/>
                  </a:cubicBezTo>
                  <a:cubicBezTo>
                    <a:pt x="656" y="750"/>
                    <a:pt x="661" y="754"/>
                    <a:pt x="664" y="758"/>
                  </a:cubicBezTo>
                  <a:cubicBezTo>
                    <a:pt x="664" y="758"/>
                    <a:pt x="666" y="760"/>
                    <a:pt x="665" y="758"/>
                  </a:cubicBezTo>
                  <a:cubicBezTo>
                    <a:pt x="665" y="758"/>
                    <a:pt x="664" y="756"/>
                    <a:pt x="665" y="755"/>
                  </a:cubicBezTo>
                  <a:cubicBezTo>
                    <a:pt x="665" y="755"/>
                    <a:pt x="665" y="755"/>
                    <a:pt x="665" y="754"/>
                  </a:cubicBezTo>
                  <a:cubicBezTo>
                    <a:pt x="665" y="754"/>
                    <a:pt x="664" y="753"/>
                    <a:pt x="664" y="752"/>
                  </a:cubicBezTo>
                  <a:cubicBezTo>
                    <a:pt x="664" y="752"/>
                    <a:pt x="665" y="752"/>
                    <a:pt x="663" y="752"/>
                  </a:cubicBezTo>
                  <a:cubicBezTo>
                    <a:pt x="663" y="752"/>
                    <a:pt x="662" y="751"/>
                    <a:pt x="661" y="751"/>
                  </a:cubicBezTo>
                  <a:cubicBezTo>
                    <a:pt x="661" y="751"/>
                    <a:pt x="656" y="751"/>
                    <a:pt x="660" y="750"/>
                  </a:cubicBezTo>
                  <a:cubicBezTo>
                    <a:pt x="660" y="750"/>
                    <a:pt x="661" y="750"/>
                    <a:pt x="663" y="750"/>
                  </a:cubicBezTo>
                  <a:cubicBezTo>
                    <a:pt x="663" y="750"/>
                    <a:pt x="664" y="750"/>
                    <a:pt x="663" y="749"/>
                  </a:cubicBezTo>
                  <a:cubicBezTo>
                    <a:pt x="663" y="749"/>
                    <a:pt x="661" y="745"/>
                    <a:pt x="661" y="744"/>
                  </a:cubicBezTo>
                  <a:cubicBezTo>
                    <a:pt x="661" y="744"/>
                    <a:pt x="660" y="742"/>
                    <a:pt x="660" y="744"/>
                  </a:cubicBezTo>
                  <a:cubicBezTo>
                    <a:pt x="660" y="744"/>
                    <a:pt x="659" y="746"/>
                    <a:pt x="656" y="744"/>
                  </a:cubicBezTo>
                  <a:cubicBezTo>
                    <a:pt x="656" y="744"/>
                    <a:pt x="651" y="744"/>
                    <a:pt x="651" y="741"/>
                  </a:cubicBezTo>
                  <a:cubicBezTo>
                    <a:pt x="651" y="741"/>
                    <a:pt x="652" y="737"/>
                    <a:pt x="649" y="737"/>
                  </a:cubicBezTo>
                  <a:cubicBezTo>
                    <a:pt x="649" y="737"/>
                    <a:pt x="646" y="736"/>
                    <a:pt x="649" y="735"/>
                  </a:cubicBezTo>
                  <a:cubicBezTo>
                    <a:pt x="649" y="735"/>
                    <a:pt x="652" y="734"/>
                    <a:pt x="656" y="735"/>
                  </a:cubicBezTo>
                  <a:cubicBezTo>
                    <a:pt x="656" y="735"/>
                    <a:pt x="656" y="736"/>
                    <a:pt x="658" y="735"/>
                  </a:cubicBezTo>
                  <a:cubicBezTo>
                    <a:pt x="658" y="735"/>
                    <a:pt x="667" y="731"/>
                    <a:pt x="668" y="737"/>
                  </a:cubicBezTo>
                  <a:cubicBezTo>
                    <a:pt x="668" y="737"/>
                    <a:pt x="667" y="741"/>
                    <a:pt x="669" y="744"/>
                  </a:cubicBezTo>
                  <a:cubicBezTo>
                    <a:pt x="669" y="744"/>
                    <a:pt x="669" y="746"/>
                    <a:pt x="669" y="747"/>
                  </a:cubicBezTo>
                  <a:cubicBezTo>
                    <a:pt x="669" y="747"/>
                    <a:pt x="669" y="748"/>
                    <a:pt x="670" y="750"/>
                  </a:cubicBezTo>
                  <a:cubicBezTo>
                    <a:pt x="670" y="750"/>
                    <a:pt x="671" y="750"/>
                    <a:pt x="670" y="751"/>
                  </a:cubicBezTo>
                  <a:cubicBezTo>
                    <a:pt x="670" y="751"/>
                    <a:pt x="670" y="753"/>
                    <a:pt x="670" y="755"/>
                  </a:cubicBezTo>
                  <a:cubicBezTo>
                    <a:pt x="670" y="755"/>
                    <a:pt x="669" y="758"/>
                    <a:pt x="671" y="756"/>
                  </a:cubicBezTo>
                  <a:cubicBezTo>
                    <a:pt x="671" y="756"/>
                    <a:pt x="676" y="749"/>
                    <a:pt x="678" y="746"/>
                  </a:cubicBezTo>
                  <a:cubicBezTo>
                    <a:pt x="678" y="746"/>
                    <a:pt x="680" y="744"/>
                    <a:pt x="677" y="744"/>
                  </a:cubicBezTo>
                  <a:cubicBezTo>
                    <a:pt x="677" y="744"/>
                    <a:pt x="674" y="743"/>
                    <a:pt x="672" y="742"/>
                  </a:cubicBezTo>
                  <a:cubicBezTo>
                    <a:pt x="672" y="742"/>
                    <a:pt x="670" y="741"/>
                    <a:pt x="672" y="740"/>
                  </a:cubicBezTo>
                  <a:cubicBezTo>
                    <a:pt x="672" y="740"/>
                    <a:pt x="674" y="741"/>
                    <a:pt x="674" y="740"/>
                  </a:cubicBezTo>
                  <a:cubicBezTo>
                    <a:pt x="674" y="740"/>
                    <a:pt x="673" y="739"/>
                    <a:pt x="674" y="739"/>
                  </a:cubicBezTo>
                  <a:cubicBezTo>
                    <a:pt x="674" y="739"/>
                    <a:pt x="676" y="739"/>
                    <a:pt x="676" y="737"/>
                  </a:cubicBezTo>
                  <a:cubicBezTo>
                    <a:pt x="676" y="737"/>
                    <a:pt x="675" y="734"/>
                    <a:pt x="674" y="735"/>
                  </a:cubicBezTo>
                  <a:cubicBezTo>
                    <a:pt x="674" y="735"/>
                    <a:pt x="670" y="735"/>
                    <a:pt x="669" y="733"/>
                  </a:cubicBezTo>
                  <a:cubicBezTo>
                    <a:pt x="669" y="733"/>
                    <a:pt x="667" y="732"/>
                    <a:pt x="667" y="731"/>
                  </a:cubicBezTo>
                  <a:cubicBezTo>
                    <a:pt x="667" y="731"/>
                    <a:pt x="667" y="730"/>
                    <a:pt x="669" y="731"/>
                  </a:cubicBezTo>
                  <a:cubicBezTo>
                    <a:pt x="669" y="731"/>
                    <a:pt x="673" y="733"/>
                    <a:pt x="671" y="730"/>
                  </a:cubicBezTo>
                  <a:cubicBezTo>
                    <a:pt x="669" y="728"/>
                    <a:pt x="669" y="728"/>
                    <a:pt x="669" y="728"/>
                  </a:cubicBezTo>
                  <a:cubicBezTo>
                    <a:pt x="669" y="728"/>
                    <a:pt x="669" y="726"/>
                    <a:pt x="666" y="728"/>
                  </a:cubicBezTo>
                  <a:cubicBezTo>
                    <a:pt x="666" y="728"/>
                    <a:pt x="660" y="729"/>
                    <a:pt x="662" y="727"/>
                  </a:cubicBezTo>
                  <a:cubicBezTo>
                    <a:pt x="662" y="727"/>
                    <a:pt x="664" y="726"/>
                    <a:pt x="663" y="725"/>
                  </a:cubicBezTo>
                  <a:cubicBezTo>
                    <a:pt x="663" y="725"/>
                    <a:pt x="663" y="724"/>
                    <a:pt x="665" y="723"/>
                  </a:cubicBezTo>
                  <a:cubicBezTo>
                    <a:pt x="665" y="723"/>
                    <a:pt x="666" y="722"/>
                    <a:pt x="665" y="721"/>
                  </a:cubicBezTo>
                  <a:cubicBezTo>
                    <a:pt x="665" y="721"/>
                    <a:pt x="665" y="721"/>
                    <a:pt x="668" y="720"/>
                  </a:cubicBezTo>
                  <a:cubicBezTo>
                    <a:pt x="668" y="720"/>
                    <a:pt x="676" y="717"/>
                    <a:pt x="677" y="721"/>
                  </a:cubicBezTo>
                  <a:cubicBezTo>
                    <a:pt x="677" y="721"/>
                    <a:pt x="678" y="723"/>
                    <a:pt x="677" y="725"/>
                  </a:cubicBezTo>
                  <a:cubicBezTo>
                    <a:pt x="677" y="725"/>
                    <a:pt x="676" y="725"/>
                    <a:pt x="677" y="729"/>
                  </a:cubicBezTo>
                  <a:cubicBezTo>
                    <a:pt x="677" y="729"/>
                    <a:pt x="677" y="731"/>
                    <a:pt x="679" y="732"/>
                  </a:cubicBezTo>
                  <a:cubicBezTo>
                    <a:pt x="679" y="732"/>
                    <a:pt x="680" y="734"/>
                    <a:pt x="681" y="736"/>
                  </a:cubicBezTo>
                  <a:cubicBezTo>
                    <a:pt x="681" y="736"/>
                    <a:pt x="683" y="739"/>
                    <a:pt x="683" y="740"/>
                  </a:cubicBezTo>
                  <a:cubicBezTo>
                    <a:pt x="683" y="740"/>
                    <a:pt x="683" y="742"/>
                    <a:pt x="684" y="741"/>
                  </a:cubicBezTo>
                  <a:cubicBezTo>
                    <a:pt x="684" y="741"/>
                    <a:pt x="692" y="731"/>
                    <a:pt x="698" y="734"/>
                  </a:cubicBezTo>
                  <a:cubicBezTo>
                    <a:pt x="698" y="734"/>
                    <a:pt x="701" y="733"/>
                    <a:pt x="697" y="738"/>
                  </a:cubicBezTo>
                  <a:cubicBezTo>
                    <a:pt x="697" y="738"/>
                    <a:pt x="696" y="740"/>
                    <a:pt x="695" y="740"/>
                  </a:cubicBezTo>
                  <a:cubicBezTo>
                    <a:pt x="688" y="743"/>
                    <a:pt x="688" y="743"/>
                    <a:pt x="688" y="743"/>
                  </a:cubicBezTo>
                  <a:cubicBezTo>
                    <a:pt x="688" y="743"/>
                    <a:pt x="686" y="744"/>
                    <a:pt x="689" y="742"/>
                  </a:cubicBezTo>
                  <a:cubicBezTo>
                    <a:pt x="689" y="742"/>
                    <a:pt x="692" y="739"/>
                    <a:pt x="692" y="738"/>
                  </a:cubicBezTo>
                  <a:cubicBezTo>
                    <a:pt x="692" y="738"/>
                    <a:pt x="692" y="736"/>
                    <a:pt x="691" y="738"/>
                  </a:cubicBezTo>
                  <a:cubicBezTo>
                    <a:pt x="691" y="738"/>
                    <a:pt x="687" y="741"/>
                    <a:pt x="686" y="742"/>
                  </a:cubicBezTo>
                  <a:cubicBezTo>
                    <a:pt x="686" y="742"/>
                    <a:pt x="684" y="743"/>
                    <a:pt x="685" y="745"/>
                  </a:cubicBezTo>
                  <a:cubicBezTo>
                    <a:pt x="685" y="745"/>
                    <a:pt x="685" y="746"/>
                    <a:pt x="685" y="746"/>
                  </a:cubicBezTo>
                  <a:cubicBezTo>
                    <a:pt x="685" y="746"/>
                    <a:pt x="685" y="747"/>
                    <a:pt x="685" y="747"/>
                  </a:cubicBezTo>
                  <a:cubicBezTo>
                    <a:pt x="685" y="747"/>
                    <a:pt x="687" y="751"/>
                    <a:pt x="684" y="751"/>
                  </a:cubicBezTo>
                  <a:cubicBezTo>
                    <a:pt x="684" y="751"/>
                    <a:pt x="681" y="751"/>
                    <a:pt x="680" y="749"/>
                  </a:cubicBezTo>
                  <a:cubicBezTo>
                    <a:pt x="680" y="749"/>
                    <a:pt x="679" y="747"/>
                    <a:pt x="678" y="750"/>
                  </a:cubicBezTo>
                  <a:cubicBezTo>
                    <a:pt x="678" y="750"/>
                    <a:pt x="675" y="755"/>
                    <a:pt x="673" y="757"/>
                  </a:cubicBezTo>
                  <a:cubicBezTo>
                    <a:pt x="673" y="757"/>
                    <a:pt x="668" y="762"/>
                    <a:pt x="669" y="763"/>
                  </a:cubicBezTo>
                  <a:cubicBezTo>
                    <a:pt x="669" y="763"/>
                    <a:pt x="671" y="765"/>
                    <a:pt x="670" y="765"/>
                  </a:cubicBezTo>
                  <a:cubicBezTo>
                    <a:pt x="670" y="765"/>
                    <a:pt x="669" y="766"/>
                    <a:pt x="667" y="765"/>
                  </a:cubicBezTo>
                  <a:cubicBezTo>
                    <a:pt x="667" y="765"/>
                    <a:pt x="667" y="765"/>
                    <a:pt x="666" y="767"/>
                  </a:cubicBezTo>
                  <a:cubicBezTo>
                    <a:pt x="666" y="767"/>
                    <a:pt x="663" y="770"/>
                    <a:pt x="665" y="771"/>
                  </a:cubicBezTo>
                  <a:cubicBezTo>
                    <a:pt x="665" y="771"/>
                    <a:pt x="666" y="771"/>
                    <a:pt x="667" y="772"/>
                  </a:cubicBezTo>
                  <a:cubicBezTo>
                    <a:pt x="667" y="772"/>
                    <a:pt x="669" y="772"/>
                    <a:pt x="667" y="773"/>
                  </a:cubicBezTo>
                  <a:close/>
                  <a:moveTo>
                    <a:pt x="706" y="796"/>
                  </a:moveTo>
                  <a:cubicBezTo>
                    <a:pt x="706" y="796"/>
                    <a:pt x="706" y="797"/>
                    <a:pt x="706" y="799"/>
                  </a:cubicBezTo>
                  <a:cubicBezTo>
                    <a:pt x="706" y="799"/>
                    <a:pt x="706" y="800"/>
                    <a:pt x="705" y="801"/>
                  </a:cubicBezTo>
                  <a:cubicBezTo>
                    <a:pt x="695" y="808"/>
                    <a:pt x="695" y="808"/>
                    <a:pt x="695" y="808"/>
                  </a:cubicBezTo>
                  <a:cubicBezTo>
                    <a:pt x="695" y="808"/>
                    <a:pt x="694" y="807"/>
                    <a:pt x="693" y="809"/>
                  </a:cubicBezTo>
                  <a:cubicBezTo>
                    <a:pt x="693" y="809"/>
                    <a:pt x="693" y="808"/>
                    <a:pt x="692" y="808"/>
                  </a:cubicBezTo>
                  <a:cubicBezTo>
                    <a:pt x="692" y="808"/>
                    <a:pt x="692" y="808"/>
                    <a:pt x="692" y="809"/>
                  </a:cubicBezTo>
                  <a:cubicBezTo>
                    <a:pt x="692" y="809"/>
                    <a:pt x="690" y="808"/>
                    <a:pt x="690" y="809"/>
                  </a:cubicBezTo>
                  <a:cubicBezTo>
                    <a:pt x="684" y="810"/>
                    <a:pt x="684" y="810"/>
                    <a:pt x="684" y="810"/>
                  </a:cubicBezTo>
                  <a:cubicBezTo>
                    <a:pt x="684" y="810"/>
                    <a:pt x="682" y="810"/>
                    <a:pt x="685" y="809"/>
                  </a:cubicBezTo>
                  <a:cubicBezTo>
                    <a:pt x="685" y="809"/>
                    <a:pt x="692" y="807"/>
                    <a:pt x="688" y="807"/>
                  </a:cubicBezTo>
                  <a:cubicBezTo>
                    <a:pt x="688" y="807"/>
                    <a:pt x="686" y="806"/>
                    <a:pt x="688" y="806"/>
                  </a:cubicBezTo>
                  <a:cubicBezTo>
                    <a:pt x="688" y="806"/>
                    <a:pt x="695" y="801"/>
                    <a:pt x="697" y="796"/>
                  </a:cubicBezTo>
                  <a:cubicBezTo>
                    <a:pt x="697" y="796"/>
                    <a:pt x="704" y="785"/>
                    <a:pt x="695" y="779"/>
                  </a:cubicBezTo>
                  <a:cubicBezTo>
                    <a:pt x="695" y="779"/>
                    <a:pt x="691" y="779"/>
                    <a:pt x="688" y="784"/>
                  </a:cubicBezTo>
                  <a:cubicBezTo>
                    <a:pt x="688" y="784"/>
                    <a:pt x="686" y="789"/>
                    <a:pt x="683" y="790"/>
                  </a:cubicBezTo>
                  <a:cubicBezTo>
                    <a:pt x="683" y="790"/>
                    <a:pt x="678" y="789"/>
                    <a:pt x="675" y="787"/>
                  </a:cubicBezTo>
                  <a:cubicBezTo>
                    <a:pt x="675" y="787"/>
                    <a:pt x="672" y="786"/>
                    <a:pt x="675" y="786"/>
                  </a:cubicBezTo>
                  <a:cubicBezTo>
                    <a:pt x="675" y="786"/>
                    <a:pt x="676" y="786"/>
                    <a:pt x="678" y="784"/>
                  </a:cubicBezTo>
                  <a:cubicBezTo>
                    <a:pt x="678" y="784"/>
                    <a:pt x="681" y="783"/>
                    <a:pt x="681" y="782"/>
                  </a:cubicBezTo>
                  <a:cubicBezTo>
                    <a:pt x="681" y="782"/>
                    <a:pt x="683" y="779"/>
                    <a:pt x="685" y="777"/>
                  </a:cubicBezTo>
                  <a:cubicBezTo>
                    <a:pt x="685" y="777"/>
                    <a:pt x="688" y="775"/>
                    <a:pt x="689" y="773"/>
                  </a:cubicBezTo>
                  <a:cubicBezTo>
                    <a:pt x="689" y="773"/>
                    <a:pt x="689" y="771"/>
                    <a:pt x="687" y="772"/>
                  </a:cubicBezTo>
                  <a:cubicBezTo>
                    <a:pt x="687" y="772"/>
                    <a:pt x="683" y="776"/>
                    <a:pt x="679" y="769"/>
                  </a:cubicBezTo>
                  <a:cubicBezTo>
                    <a:pt x="679" y="769"/>
                    <a:pt x="679" y="761"/>
                    <a:pt x="678" y="764"/>
                  </a:cubicBezTo>
                  <a:cubicBezTo>
                    <a:pt x="678" y="764"/>
                    <a:pt x="676" y="769"/>
                    <a:pt x="673" y="770"/>
                  </a:cubicBezTo>
                  <a:cubicBezTo>
                    <a:pt x="673" y="770"/>
                    <a:pt x="671" y="771"/>
                    <a:pt x="669" y="770"/>
                  </a:cubicBezTo>
                  <a:cubicBezTo>
                    <a:pt x="669" y="770"/>
                    <a:pt x="666" y="769"/>
                    <a:pt x="669" y="769"/>
                  </a:cubicBezTo>
                  <a:cubicBezTo>
                    <a:pt x="669" y="769"/>
                    <a:pt x="672" y="768"/>
                    <a:pt x="674" y="764"/>
                  </a:cubicBezTo>
                  <a:cubicBezTo>
                    <a:pt x="674" y="764"/>
                    <a:pt x="676" y="761"/>
                    <a:pt x="676" y="759"/>
                  </a:cubicBezTo>
                  <a:cubicBezTo>
                    <a:pt x="676" y="759"/>
                    <a:pt x="675" y="758"/>
                    <a:pt x="678" y="757"/>
                  </a:cubicBezTo>
                  <a:cubicBezTo>
                    <a:pt x="678" y="757"/>
                    <a:pt x="684" y="752"/>
                    <a:pt x="688" y="755"/>
                  </a:cubicBezTo>
                  <a:cubicBezTo>
                    <a:pt x="688" y="755"/>
                    <a:pt x="689" y="757"/>
                    <a:pt x="688" y="760"/>
                  </a:cubicBezTo>
                  <a:cubicBezTo>
                    <a:pt x="688" y="760"/>
                    <a:pt x="687" y="762"/>
                    <a:pt x="690" y="765"/>
                  </a:cubicBezTo>
                  <a:cubicBezTo>
                    <a:pt x="690" y="765"/>
                    <a:pt x="694" y="767"/>
                    <a:pt x="695" y="766"/>
                  </a:cubicBezTo>
                  <a:cubicBezTo>
                    <a:pt x="695" y="766"/>
                    <a:pt x="700" y="762"/>
                    <a:pt x="702" y="763"/>
                  </a:cubicBezTo>
                  <a:cubicBezTo>
                    <a:pt x="702" y="763"/>
                    <a:pt x="706" y="763"/>
                    <a:pt x="705" y="766"/>
                  </a:cubicBezTo>
                  <a:cubicBezTo>
                    <a:pt x="705" y="766"/>
                    <a:pt x="704" y="768"/>
                    <a:pt x="704" y="769"/>
                  </a:cubicBezTo>
                  <a:cubicBezTo>
                    <a:pt x="704" y="769"/>
                    <a:pt x="704" y="769"/>
                    <a:pt x="702" y="770"/>
                  </a:cubicBezTo>
                  <a:cubicBezTo>
                    <a:pt x="702" y="770"/>
                    <a:pt x="699" y="772"/>
                    <a:pt x="702" y="775"/>
                  </a:cubicBezTo>
                  <a:cubicBezTo>
                    <a:pt x="707" y="782"/>
                    <a:pt x="707" y="782"/>
                    <a:pt x="707" y="782"/>
                  </a:cubicBezTo>
                  <a:cubicBezTo>
                    <a:pt x="707" y="782"/>
                    <a:pt x="709" y="788"/>
                    <a:pt x="708" y="793"/>
                  </a:cubicBezTo>
                  <a:cubicBezTo>
                    <a:pt x="708" y="793"/>
                    <a:pt x="707" y="795"/>
                    <a:pt x="706" y="796"/>
                  </a:cubicBezTo>
                  <a:close/>
                  <a:moveTo>
                    <a:pt x="452" y="787"/>
                  </a:moveTo>
                  <a:cubicBezTo>
                    <a:pt x="268" y="787"/>
                    <a:pt x="119" y="638"/>
                    <a:pt x="119" y="454"/>
                  </a:cubicBezTo>
                  <a:cubicBezTo>
                    <a:pt x="119" y="270"/>
                    <a:pt x="268" y="121"/>
                    <a:pt x="452" y="121"/>
                  </a:cubicBezTo>
                  <a:cubicBezTo>
                    <a:pt x="636" y="121"/>
                    <a:pt x="785" y="270"/>
                    <a:pt x="785" y="454"/>
                  </a:cubicBezTo>
                  <a:cubicBezTo>
                    <a:pt x="785" y="638"/>
                    <a:pt x="636" y="787"/>
                    <a:pt x="452" y="787"/>
                  </a:cubicBezTo>
                  <a:close/>
                  <a:moveTo>
                    <a:pt x="779" y="318"/>
                  </a:moveTo>
                  <a:cubicBezTo>
                    <a:pt x="776" y="310"/>
                    <a:pt x="775" y="303"/>
                    <a:pt x="778" y="296"/>
                  </a:cubicBezTo>
                  <a:cubicBezTo>
                    <a:pt x="780" y="290"/>
                    <a:pt x="785" y="285"/>
                    <a:pt x="793" y="282"/>
                  </a:cubicBezTo>
                  <a:cubicBezTo>
                    <a:pt x="798" y="280"/>
                    <a:pt x="802" y="279"/>
                    <a:pt x="806" y="279"/>
                  </a:cubicBezTo>
                  <a:cubicBezTo>
                    <a:pt x="809" y="279"/>
                    <a:pt x="812" y="280"/>
                    <a:pt x="815" y="281"/>
                  </a:cubicBezTo>
                  <a:cubicBezTo>
                    <a:pt x="817" y="283"/>
                    <a:pt x="820" y="284"/>
                    <a:pt x="822" y="286"/>
                  </a:cubicBezTo>
                  <a:cubicBezTo>
                    <a:pt x="824" y="289"/>
                    <a:pt x="827" y="293"/>
                    <a:pt x="828" y="297"/>
                  </a:cubicBezTo>
                  <a:cubicBezTo>
                    <a:pt x="832" y="305"/>
                    <a:pt x="832" y="312"/>
                    <a:pt x="829" y="318"/>
                  </a:cubicBezTo>
                  <a:cubicBezTo>
                    <a:pt x="827" y="325"/>
                    <a:pt x="822" y="330"/>
                    <a:pt x="814" y="333"/>
                  </a:cubicBezTo>
                  <a:cubicBezTo>
                    <a:pt x="806" y="336"/>
                    <a:pt x="799" y="336"/>
                    <a:pt x="793" y="333"/>
                  </a:cubicBezTo>
                  <a:cubicBezTo>
                    <a:pt x="787" y="331"/>
                    <a:pt x="782" y="325"/>
                    <a:pt x="779" y="318"/>
                  </a:cubicBezTo>
                  <a:close/>
                  <a:moveTo>
                    <a:pt x="841" y="337"/>
                  </a:moveTo>
                  <a:cubicBezTo>
                    <a:pt x="844" y="348"/>
                    <a:pt x="844" y="348"/>
                    <a:pt x="844" y="348"/>
                  </a:cubicBezTo>
                  <a:cubicBezTo>
                    <a:pt x="803" y="358"/>
                    <a:pt x="803" y="358"/>
                    <a:pt x="803" y="358"/>
                  </a:cubicBezTo>
                  <a:cubicBezTo>
                    <a:pt x="810" y="386"/>
                    <a:pt x="810" y="386"/>
                    <a:pt x="810" y="386"/>
                  </a:cubicBezTo>
                  <a:cubicBezTo>
                    <a:pt x="801" y="388"/>
                    <a:pt x="801" y="388"/>
                    <a:pt x="801" y="388"/>
                  </a:cubicBezTo>
                  <a:cubicBezTo>
                    <a:pt x="792" y="349"/>
                    <a:pt x="792" y="349"/>
                    <a:pt x="792" y="349"/>
                  </a:cubicBezTo>
                  <a:lnTo>
                    <a:pt x="841" y="337"/>
                  </a:lnTo>
                  <a:close/>
                  <a:moveTo>
                    <a:pt x="852" y="525"/>
                  </a:moveTo>
                  <a:cubicBezTo>
                    <a:pt x="816" y="528"/>
                    <a:pt x="816" y="528"/>
                    <a:pt x="816" y="528"/>
                  </a:cubicBezTo>
                  <a:cubicBezTo>
                    <a:pt x="848" y="545"/>
                    <a:pt x="848" y="545"/>
                    <a:pt x="848" y="545"/>
                  </a:cubicBezTo>
                  <a:cubicBezTo>
                    <a:pt x="845" y="562"/>
                    <a:pt x="845" y="562"/>
                    <a:pt x="845" y="562"/>
                  </a:cubicBezTo>
                  <a:cubicBezTo>
                    <a:pt x="794" y="552"/>
                    <a:pt x="794" y="552"/>
                    <a:pt x="794" y="552"/>
                  </a:cubicBezTo>
                  <a:cubicBezTo>
                    <a:pt x="796" y="541"/>
                    <a:pt x="796" y="541"/>
                    <a:pt x="796" y="541"/>
                  </a:cubicBezTo>
                  <a:cubicBezTo>
                    <a:pt x="836" y="549"/>
                    <a:pt x="836" y="549"/>
                    <a:pt x="836" y="549"/>
                  </a:cubicBezTo>
                  <a:cubicBezTo>
                    <a:pt x="798" y="530"/>
                    <a:pt x="798" y="530"/>
                    <a:pt x="798" y="530"/>
                  </a:cubicBezTo>
                  <a:cubicBezTo>
                    <a:pt x="801" y="519"/>
                    <a:pt x="801" y="519"/>
                    <a:pt x="801" y="519"/>
                  </a:cubicBezTo>
                  <a:cubicBezTo>
                    <a:pt x="843" y="516"/>
                    <a:pt x="843" y="516"/>
                    <a:pt x="843" y="516"/>
                  </a:cubicBezTo>
                  <a:cubicBezTo>
                    <a:pt x="803" y="508"/>
                    <a:pt x="803" y="508"/>
                    <a:pt x="803" y="508"/>
                  </a:cubicBezTo>
                  <a:cubicBezTo>
                    <a:pt x="805" y="498"/>
                    <a:pt x="805" y="498"/>
                    <a:pt x="805" y="498"/>
                  </a:cubicBezTo>
                  <a:cubicBezTo>
                    <a:pt x="856" y="508"/>
                    <a:pt x="856" y="508"/>
                    <a:pt x="856" y="508"/>
                  </a:cubicBezTo>
                  <a:lnTo>
                    <a:pt x="852" y="525"/>
                  </a:lnTo>
                  <a:close/>
                  <a:moveTo>
                    <a:pt x="816" y="474"/>
                  </a:moveTo>
                  <a:cubicBezTo>
                    <a:pt x="817" y="476"/>
                    <a:pt x="818" y="477"/>
                    <a:pt x="820" y="477"/>
                  </a:cubicBezTo>
                  <a:cubicBezTo>
                    <a:pt x="822" y="478"/>
                    <a:pt x="825" y="478"/>
                    <a:pt x="829" y="478"/>
                  </a:cubicBezTo>
                  <a:cubicBezTo>
                    <a:pt x="858" y="479"/>
                    <a:pt x="858" y="479"/>
                    <a:pt x="858" y="479"/>
                  </a:cubicBezTo>
                  <a:cubicBezTo>
                    <a:pt x="857" y="491"/>
                    <a:pt x="857" y="491"/>
                    <a:pt x="857" y="491"/>
                  </a:cubicBezTo>
                  <a:cubicBezTo>
                    <a:pt x="830" y="490"/>
                    <a:pt x="830" y="490"/>
                    <a:pt x="830" y="490"/>
                  </a:cubicBezTo>
                  <a:cubicBezTo>
                    <a:pt x="824" y="490"/>
                    <a:pt x="819" y="489"/>
                    <a:pt x="817" y="488"/>
                  </a:cubicBezTo>
                  <a:cubicBezTo>
                    <a:pt x="814" y="488"/>
                    <a:pt x="812" y="486"/>
                    <a:pt x="811" y="485"/>
                  </a:cubicBezTo>
                  <a:cubicBezTo>
                    <a:pt x="809" y="483"/>
                    <a:pt x="808" y="481"/>
                    <a:pt x="807" y="478"/>
                  </a:cubicBezTo>
                  <a:cubicBezTo>
                    <a:pt x="806" y="475"/>
                    <a:pt x="805" y="471"/>
                    <a:pt x="805" y="467"/>
                  </a:cubicBezTo>
                  <a:cubicBezTo>
                    <a:pt x="806" y="461"/>
                    <a:pt x="806" y="457"/>
                    <a:pt x="808" y="455"/>
                  </a:cubicBezTo>
                  <a:cubicBezTo>
                    <a:pt x="809" y="452"/>
                    <a:pt x="810" y="450"/>
                    <a:pt x="812" y="448"/>
                  </a:cubicBezTo>
                  <a:cubicBezTo>
                    <a:pt x="814" y="447"/>
                    <a:pt x="816" y="446"/>
                    <a:pt x="818" y="445"/>
                  </a:cubicBezTo>
                  <a:cubicBezTo>
                    <a:pt x="821" y="444"/>
                    <a:pt x="825" y="444"/>
                    <a:pt x="831" y="444"/>
                  </a:cubicBezTo>
                  <a:cubicBezTo>
                    <a:pt x="859" y="445"/>
                    <a:pt x="859" y="445"/>
                    <a:pt x="859" y="445"/>
                  </a:cubicBezTo>
                  <a:cubicBezTo>
                    <a:pt x="858" y="457"/>
                    <a:pt x="858" y="457"/>
                    <a:pt x="858" y="457"/>
                  </a:cubicBezTo>
                  <a:cubicBezTo>
                    <a:pt x="830" y="456"/>
                    <a:pt x="830" y="456"/>
                    <a:pt x="830" y="456"/>
                  </a:cubicBezTo>
                  <a:cubicBezTo>
                    <a:pt x="826" y="456"/>
                    <a:pt x="823" y="456"/>
                    <a:pt x="822" y="456"/>
                  </a:cubicBezTo>
                  <a:cubicBezTo>
                    <a:pt x="819" y="456"/>
                    <a:pt x="818" y="457"/>
                    <a:pt x="816" y="459"/>
                  </a:cubicBezTo>
                  <a:cubicBezTo>
                    <a:pt x="815" y="461"/>
                    <a:pt x="814" y="464"/>
                    <a:pt x="814" y="467"/>
                  </a:cubicBezTo>
                  <a:cubicBezTo>
                    <a:pt x="814" y="470"/>
                    <a:pt x="815" y="473"/>
                    <a:pt x="816" y="4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68">
              <a:extLst>
                <a:ext uri="{FF2B5EF4-FFF2-40B4-BE49-F238E27FC236}">
                  <a16:creationId xmlns:a16="http://schemas.microsoft.com/office/drawing/2014/main" id="{015BF771-E8FB-492E-9FB3-3B6694E64A6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7558" y="4249111"/>
              <a:ext cx="41275" cy="39688"/>
            </a:xfrm>
            <a:custGeom>
              <a:avLst/>
              <a:gdLst>
                <a:gd name="T0" fmla="*/ 13 w 22"/>
                <a:gd name="T1" fmla="*/ 20 h 21"/>
                <a:gd name="T2" fmla="*/ 17 w 22"/>
                <a:gd name="T3" fmla="*/ 20 h 21"/>
                <a:gd name="T4" fmla="*/ 21 w 22"/>
                <a:gd name="T5" fmla="*/ 17 h 21"/>
                <a:gd name="T6" fmla="*/ 22 w 22"/>
                <a:gd name="T7" fmla="*/ 13 h 21"/>
                <a:gd name="T8" fmla="*/ 19 w 22"/>
                <a:gd name="T9" fmla="*/ 8 h 21"/>
                <a:gd name="T10" fmla="*/ 13 w 22"/>
                <a:gd name="T11" fmla="*/ 3 h 21"/>
                <a:gd name="T12" fmla="*/ 8 w 22"/>
                <a:gd name="T13" fmla="*/ 0 h 21"/>
                <a:gd name="T14" fmla="*/ 0 w 22"/>
                <a:gd name="T15" fmla="*/ 12 h 21"/>
                <a:gd name="T16" fmla="*/ 5 w 22"/>
                <a:gd name="T17" fmla="*/ 16 h 21"/>
                <a:gd name="T18" fmla="*/ 13 w 22"/>
                <a:gd name="T19" fmla="*/ 2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21">
                  <a:moveTo>
                    <a:pt x="13" y="20"/>
                  </a:moveTo>
                  <a:cubicBezTo>
                    <a:pt x="14" y="21"/>
                    <a:pt x="16" y="21"/>
                    <a:pt x="17" y="20"/>
                  </a:cubicBezTo>
                  <a:cubicBezTo>
                    <a:pt x="19" y="20"/>
                    <a:pt x="20" y="19"/>
                    <a:pt x="21" y="17"/>
                  </a:cubicBezTo>
                  <a:cubicBezTo>
                    <a:pt x="22" y="16"/>
                    <a:pt x="22" y="14"/>
                    <a:pt x="22" y="13"/>
                  </a:cubicBezTo>
                  <a:cubicBezTo>
                    <a:pt x="22" y="11"/>
                    <a:pt x="21" y="9"/>
                    <a:pt x="19" y="8"/>
                  </a:cubicBezTo>
                  <a:cubicBezTo>
                    <a:pt x="18" y="7"/>
                    <a:pt x="16" y="5"/>
                    <a:pt x="13" y="3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9" y="18"/>
                    <a:pt x="11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Freeform 69">
              <a:extLst>
                <a:ext uri="{FF2B5EF4-FFF2-40B4-BE49-F238E27FC236}">
                  <a16:creationId xmlns:a16="http://schemas.microsoft.com/office/drawing/2014/main" id="{D1FAA13E-7209-4451-89BD-CA978A6CA0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9270" y="5563561"/>
              <a:ext cx="33338" cy="52388"/>
            </a:xfrm>
            <a:custGeom>
              <a:avLst/>
              <a:gdLst>
                <a:gd name="T0" fmla="*/ 3 w 18"/>
                <a:gd name="T1" fmla="*/ 3 h 28"/>
                <a:gd name="T2" fmla="*/ 5 w 18"/>
                <a:gd name="T3" fmla="*/ 6 h 28"/>
                <a:gd name="T4" fmla="*/ 7 w 18"/>
                <a:gd name="T5" fmla="*/ 8 h 28"/>
                <a:gd name="T6" fmla="*/ 7 w 18"/>
                <a:gd name="T7" fmla="*/ 11 h 28"/>
                <a:gd name="T8" fmla="*/ 6 w 18"/>
                <a:gd name="T9" fmla="*/ 13 h 28"/>
                <a:gd name="T10" fmla="*/ 2 w 18"/>
                <a:gd name="T11" fmla="*/ 19 h 28"/>
                <a:gd name="T12" fmla="*/ 3 w 18"/>
                <a:gd name="T13" fmla="*/ 25 h 28"/>
                <a:gd name="T14" fmla="*/ 8 w 18"/>
                <a:gd name="T15" fmla="*/ 22 h 28"/>
                <a:gd name="T16" fmla="*/ 9 w 18"/>
                <a:gd name="T17" fmla="*/ 21 h 28"/>
                <a:gd name="T18" fmla="*/ 10 w 18"/>
                <a:gd name="T19" fmla="*/ 19 h 28"/>
                <a:gd name="T20" fmla="*/ 14 w 18"/>
                <a:gd name="T21" fmla="*/ 13 h 28"/>
                <a:gd name="T22" fmla="*/ 17 w 18"/>
                <a:gd name="T23" fmla="*/ 6 h 28"/>
                <a:gd name="T24" fmla="*/ 17 w 18"/>
                <a:gd name="T25" fmla="*/ 4 h 28"/>
                <a:gd name="T26" fmla="*/ 12 w 18"/>
                <a:gd name="T27" fmla="*/ 1 h 28"/>
                <a:gd name="T28" fmla="*/ 7 w 18"/>
                <a:gd name="T29" fmla="*/ 0 h 28"/>
                <a:gd name="T30" fmla="*/ 4 w 18"/>
                <a:gd name="T31" fmla="*/ 0 h 28"/>
                <a:gd name="T32" fmla="*/ 3 w 18"/>
                <a:gd name="T33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" h="28">
                  <a:moveTo>
                    <a:pt x="3" y="3"/>
                  </a:moveTo>
                  <a:cubicBezTo>
                    <a:pt x="4" y="4"/>
                    <a:pt x="5" y="6"/>
                    <a:pt x="5" y="6"/>
                  </a:cubicBezTo>
                  <a:cubicBezTo>
                    <a:pt x="6" y="8"/>
                    <a:pt x="7" y="8"/>
                    <a:pt x="7" y="8"/>
                  </a:cubicBezTo>
                  <a:cubicBezTo>
                    <a:pt x="8" y="9"/>
                    <a:pt x="7" y="11"/>
                    <a:pt x="7" y="11"/>
                  </a:cubicBezTo>
                  <a:cubicBezTo>
                    <a:pt x="6" y="12"/>
                    <a:pt x="6" y="13"/>
                    <a:pt x="6" y="13"/>
                  </a:cubicBezTo>
                  <a:cubicBezTo>
                    <a:pt x="5" y="16"/>
                    <a:pt x="2" y="19"/>
                    <a:pt x="2" y="19"/>
                  </a:cubicBezTo>
                  <a:cubicBezTo>
                    <a:pt x="0" y="21"/>
                    <a:pt x="3" y="25"/>
                    <a:pt x="3" y="25"/>
                  </a:cubicBezTo>
                  <a:cubicBezTo>
                    <a:pt x="4" y="28"/>
                    <a:pt x="8" y="22"/>
                    <a:pt x="8" y="22"/>
                  </a:cubicBezTo>
                  <a:cubicBezTo>
                    <a:pt x="8" y="21"/>
                    <a:pt x="9" y="21"/>
                    <a:pt x="9" y="21"/>
                  </a:cubicBezTo>
                  <a:cubicBezTo>
                    <a:pt x="10" y="20"/>
                    <a:pt x="10" y="19"/>
                    <a:pt x="10" y="19"/>
                  </a:cubicBezTo>
                  <a:cubicBezTo>
                    <a:pt x="12" y="16"/>
                    <a:pt x="14" y="13"/>
                    <a:pt x="14" y="13"/>
                  </a:cubicBezTo>
                  <a:cubicBezTo>
                    <a:pt x="15" y="12"/>
                    <a:pt x="17" y="6"/>
                    <a:pt x="17" y="6"/>
                  </a:cubicBezTo>
                  <a:cubicBezTo>
                    <a:pt x="18" y="6"/>
                    <a:pt x="17" y="4"/>
                    <a:pt x="17" y="4"/>
                  </a:cubicBezTo>
                  <a:cubicBezTo>
                    <a:pt x="17" y="3"/>
                    <a:pt x="12" y="1"/>
                    <a:pt x="12" y="1"/>
                  </a:cubicBezTo>
                  <a:cubicBezTo>
                    <a:pt x="11" y="1"/>
                    <a:pt x="9" y="0"/>
                    <a:pt x="7" y="0"/>
                  </a:cubicBezTo>
                  <a:cubicBezTo>
                    <a:pt x="6" y="0"/>
                    <a:pt x="4" y="0"/>
                    <a:pt x="4" y="0"/>
                  </a:cubicBezTo>
                  <a:cubicBezTo>
                    <a:pt x="1" y="1"/>
                    <a:pt x="3" y="3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70">
              <a:extLst>
                <a:ext uri="{FF2B5EF4-FFF2-40B4-BE49-F238E27FC236}">
                  <a16:creationId xmlns:a16="http://schemas.microsoft.com/office/drawing/2014/main" id="{8E2E4C7D-FFF9-4617-8DFA-F21FDED366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7745" y="4565023"/>
              <a:ext cx="68263" cy="63500"/>
            </a:xfrm>
            <a:custGeom>
              <a:avLst/>
              <a:gdLst>
                <a:gd name="T0" fmla="*/ 25 w 37"/>
                <a:gd name="T1" fmla="*/ 32 h 34"/>
                <a:gd name="T2" fmla="*/ 35 w 37"/>
                <a:gd name="T3" fmla="*/ 23 h 34"/>
                <a:gd name="T4" fmla="*/ 35 w 37"/>
                <a:gd name="T5" fmla="*/ 10 h 34"/>
                <a:gd name="T6" fmla="*/ 27 w 37"/>
                <a:gd name="T7" fmla="*/ 2 h 34"/>
                <a:gd name="T8" fmla="*/ 13 w 37"/>
                <a:gd name="T9" fmla="*/ 3 h 34"/>
                <a:gd name="T10" fmla="*/ 2 w 37"/>
                <a:gd name="T11" fmla="*/ 12 h 34"/>
                <a:gd name="T12" fmla="*/ 2 w 37"/>
                <a:gd name="T13" fmla="*/ 24 h 34"/>
                <a:gd name="T14" fmla="*/ 11 w 37"/>
                <a:gd name="T15" fmla="*/ 33 h 34"/>
                <a:gd name="T16" fmla="*/ 25 w 37"/>
                <a:gd name="T17" fmla="*/ 3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34">
                  <a:moveTo>
                    <a:pt x="25" y="32"/>
                  </a:moveTo>
                  <a:cubicBezTo>
                    <a:pt x="30" y="29"/>
                    <a:pt x="34" y="26"/>
                    <a:pt x="35" y="23"/>
                  </a:cubicBezTo>
                  <a:cubicBezTo>
                    <a:pt x="37" y="19"/>
                    <a:pt x="37" y="15"/>
                    <a:pt x="35" y="10"/>
                  </a:cubicBezTo>
                  <a:cubicBezTo>
                    <a:pt x="33" y="6"/>
                    <a:pt x="31" y="3"/>
                    <a:pt x="27" y="2"/>
                  </a:cubicBezTo>
                  <a:cubicBezTo>
                    <a:pt x="23" y="0"/>
                    <a:pt x="18" y="0"/>
                    <a:pt x="13" y="3"/>
                  </a:cubicBezTo>
                  <a:cubicBezTo>
                    <a:pt x="7" y="5"/>
                    <a:pt x="4" y="8"/>
                    <a:pt x="2" y="12"/>
                  </a:cubicBezTo>
                  <a:cubicBezTo>
                    <a:pt x="0" y="16"/>
                    <a:pt x="0" y="20"/>
                    <a:pt x="2" y="24"/>
                  </a:cubicBezTo>
                  <a:cubicBezTo>
                    <a:pt x="4" y="28"/>
                    <a:pt x="7" y="31"/>
                    <a:pt x="11" y="33"/>
                  </a:cubicBezTo>
                  <a:cubicBezTo>
                    <a:pt x="14" y="34"/>
                    <a:pt x="19" y="34"/>
                    <a:pt x="25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6ADBFEBD-5E77-4378-BA2D-B0541D3F26E0}"/>
              </a:ext>
            </a:extLst>
          </p:cNvPr>
          <p:cNvGrpSpPr/>
          <p:nvPr userDrawn="1"/>
        </p:nvGrpSpPr>
        <p:grpSpPr>
          <a:xfrm>
            <a:off x="-3520096" y="0"/>
            <a:ext cx="6882359" cy="6858000"/>
            <a:chOff x="4804858" y="3977648"/>
            <a:chExt cx="1793875" cy="1787526"/>
          </a:xfrm>
          <a:solidFill>
            <a:schemeClr val="bg1">
              <a:lumMod val="85000"/>
              <a:alpha val="40000"/>
            </a:schemeClr>
          </a:solidFill>
        </p:grpSpPr>
        <p:sp>
          <p:nvSpPr>
            <p:cNvPr id="63" name="Rectangle 51">
              <a:extLst>
                <a:ext uri="{FF2B5EF4-FFF2-40B4-BE49-F238E27FC236}">
                  <a16:creationId xmlns:a16="http://schemas.microsoft.com/office/drawing/2014/main" id="{6B7E4719-139E-4E9A-A3D6-93F5E30A9C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7383" y="4693611"/>
              <a:ext cx="7938" cy="15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Freeform 52">
              <a:extLst>
                <a:ext uri="{FF2B5EF4-FFF2-40B4-BE49-F238E27FC236}">
                  <a16:creationId xmlns:a16="http://schemas.microsoft.com/office/drawing/2014/main" id="{68F124EC-6F9B-4B28-9F3F-4F9963C512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7608" y="4339598"/>
              <a:ext cx="917575" cy="1074738"/>
            </a:xfrm>
            <a:custGeom>
              <a:avLst/>
              <a:gdLst>
                <a:gd name="T0" fmla="*/ 342 w 495"/>
                <a:gd name="T1" fmla="*/ 490 h 581"/>
                <a:gd name="T2" fmla="*/ 267 w 495"/>
                <a:gd name="T3" fmla="*/ 393 h 581"/>
                <a:gd name="T4" fmla="*/ 155 w 495"/>
                <a:gd name="T5" fmla="*/ 426 h 581"/>
                <a:gd name="T6" fmla="*/ 159 w 495"/>
                <a:gd name="T7" fmla="*/ 351 h 581"/>
                <a:gd name="T8" fmla="*/ 108 w 495"/>
                <a:gd name="T9" fmla="*/ 266 h 581"/>
                <a:gd name="T10" fmla="*/ 118 w 495"/>
                <a:gd name="T11" fmla="*/ 114 h 581"/>
                <a:gd name="T12" fmla="*/ 157 w 495"/>
                <a:gd name="T13" fmla="*/ 118 h 581"/>
                <a:gd name="T14" fmla="*/ 168 w 495"/>
                <a:gd name="T15" fmla="*/ 129 h 581"/>
                <a:gd name="T16" fmla="*/ 173 w 495"/>
                <a:gd name="T17" fmla="*/ 168 h 581"/>
                <a:gd name="T18" fmla="*/ 68 w 495"/>
                <a:gd name="T19" fmla="*/ 266 h 581"/>
                <a:gd name="T20" fmla="*/ 153 w 495"/>
                <a:gd name="T21" fmla="*/ 111 h 581"/>
                <a:gd name="T22" fmla="*/ 142 w 495"/>
                <a:gd name="T23" fmla="*/ 149 h 581"/>
                <a:gd name="T24" fmla="*/ 181 w 495"/>
                <a:gd name="T25" fmla="*/ 133 h 581"/>
                <a:gd name="T26" fmla="*/ 182 w 495"/>
                <a:gd name="T27" fmla="*/ 47 h 581"/>
                <a:gd name="T28" fmla="*/ 197 w 495"/>
                <a:gd name="T29" fmla="*/ 282 h 581"/>
                <a:gd name="T30" fmla="*/ 199 w 495"/>
                <a:gd name="T31" fmla="*/ 136 h 581"/>
                <a:gd name="T32" fmla="*/ 201 w 495"/>
                <a:gd name="T33" fmla="*/ 5 h 581"/>
                <a:gd name="T34" fmla="*/ 212 w 495"/>
                <a:gd name="T35" fmla="*/ 61 h 581"/>
                <a:gd name="T36" fmla="*/ 256 w 495"/>
                <a:gd name="T37" fmla="*/ 145 h 581"/>
                <a:gd name="T38" fmla="*/ 279 w 495"/>
                <a:gd name="T39" fmla="*/ 84 h 581"/>
                <a:gd name="T40" fmla="*/ 358 w 495"/>
                <a:gd name="T41" fmla="*/ 54 h 581"/>
                <a:gd name="T42" fmla="*/ 412 w 495"/>
                <a:gd name="T43" fmla="*/ 93 h 581"/>
                <a:gd name="T44" fmla="*/ 431 w 495"/>
                <a:gd name="T45" fmla="*/ 95 h 581"/>
                <a:gd name="T46" fmla="*/ 463 w 495"/>
                <a:gd name="T47" fmla="*/ 155 h 581"/>
                <a:gd name="T48" fmla="*/ 222 w 495"/>
                <a:gd name="T49" fmla="*/ 279 h 581"/>
                <a:gd name="T50" fmla="*/ 350 w 495"/>
                <a:gd name="T51" fmla="*/ 257 h 581"/>
                <a:gd name="T52" fmla="*/ 398 w 495"/>
                <a:gd name="T53" fmla="*/ 210 h 581"/>
                <a:gd name="T54" fmla="*/ 407 w 495"/>
                <a:gd name="T55" fmla="*/ 219 h 581"/>
                <a:gd name="T56" fmla="*/ 412 w 495"/>
                <a:gd name="T57" fmla="*/ 451 h 581"/>
                <a:gd name="T58" fmla="*/ 406 w 495"/>
                <a:gd name="T59" fmla="*/ 320 h 581"/>
                <a:gd name="T60" fmla="*/ 469 w 495"/>
                <a:gd name="T61" fmla="*/ 184 h 581"/>
                <a:gd name="T62" fmla="*/ 460 w 495"/>
                <a:gd name="T63" fmla="*/ 233 h 581"/>
                <a:gd name="T64" fmla="*/ 384 w 495"/>
                <a:gd name="T65" fmla="*/ 222 h 581"/>
                <a:gd name="T66" fmla="*/ 421 w 495"/>
                <a:gd name="T67" fmla="*/ 188 h 581"/>
                <a:gd name="T68" fmla="*/ 364 w 495"/>
                <a:gd name="T69" fmla="*/ 225 h 581"/>
                <a:gd name="T70" fmla="*/ 361 w 495"/>
                <a:gd name="T71" fmla="*/ 188 h 581"/>
                <a:gd name="T72" fmla="*/ 387 w 495"/>
                <a:gd name="T73" fmla="*/ 356 h 581"/>
                <a:gd name="T74" fmla="*/ 220 w 495"/>
                <a:gd name="T75" fmla="*/ 351 h 581"/>
                <a:gd name="T76" fmla="*/ 236 w 495"/>
                <a:gd name="T77" fmla="*/ 315 h 581"/>
                <a:gd name="T78" fmla="*/ 207 w 495"/>
                <a:gd name="T79" fmla="*/ 171 h 581"/>
                <a:gd name="T80" fmla="*/ 239 w 495"/>
                <a:gd name="T81" fmla="*/ 166 h 581"/>
                <a:gd name="T82" fmla="*/ 252 w 495"/>
                <a:gd name="T83" fmla="*/ 158 h 581"/>
                <a:gd name="T84" fmla="*/ 270 w 495"/>
                <a:gd name="T85" fmla="*/ 130 h 581"/>
                <a:gd name="T86" fmla="*/ 279 w 495"/>
                <a:gd name="T87" fmla="*/ 100 h 581"/>
                <a:gd name="T88" fmla="*/ 394 w 495"/>
                <a:gd name="T89" fmla="*/ 130 h 581"/>
                <a:gd name="T90" fmla="*/ 438 w 495"/>
                <a:gd name="T91" fmla="*/ 100 h 581"/>
                <a:gd name="T92" fmla="*/ 439 w 495"/>
                <a:gd name="T93" fmla="*/ 153 h 581"/>
                <a:gd name="T94" fmla="*/ 457 w 495"/>
                <a:gd name="T95" fmla="*/ 159 h 581"/>
                <a:gd name="T96" fmla="*/ 475 w 495"/>
                <a:gd name="T97" fmla="*/ 100 h 581"/>
                <a:gd name="T98" fmla="*/ 456 w 495"/>
                <a:gd name="T99" fmla="*/ 80 h 581"/>
                <a:gd name="T100" fmla="*/ 344 w 495"/>
                <a:gd name="T101" fmla="*/ 34 h 581"/>
                <a:gd name="T102" fmla="*/ 207 w 495"/>
                <a:gd name="T103" fmla="*/ 0 h 581"/>
                <a:gd name="T104" fmla="*/ 173 w 495"/>
                <a:gd name="T105" fmla="*/ 7 h 581"/>
                <a:gd name="T106" fmla="*/ 144 w 495"/>
                <a:gd name="T107" fmla="*/ 23 h 581"/>
                <a:gd name="T108" fmla="*/ 122 w 495"/>
                <a:gd name="T109" fmla="*/ 51 h 581"/>
                <a:gd name="T110" fmla="*/ 149 w 495"/>
                <a:gd name="T111" fmla="*/ 82 h 581"/>
                <a:gd name="T112" fmla="*/ 59 w 495"/>
                <a:gd name="T113" fmla="*/ 98 h 581"/>
                <a:gd name="T114" fmla="*/ 108 w 495"/>
                <a:gd name="T115" fmla="*/ 286 h 581"/>
                <a:gd name="T116" fmla="*/ 153 w 495"/>
                <a:gd name="T117" fmla="*/ 307 h 581"/>
                <a:gd name="T118" fmla="*/ 103 w 495"/>
                <a:gd name="T119" fmla="*/ 418 h 581"/>
                <a:gd name="T120" fmla="*/ 495 w 495"/>
                <a:gd name="T121" fmla="*/ 512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5" h="581">
                  <a:moveTo>
                    <a:pt x="370" y="368"/>
                  </a:moveTo>
                  <a:cubicBezTo>
                    <a:pt x="334" y="361"/>
                    <a:pt x="334" y="361"/>
                    <a:pt x="334" y="361"/>
                  </a:cubicBezTo>
                  <a:cubicBezTo>
                    <a:pt x="290" y="370"/>
                    <a:pt x="290" y="370"/>
                    <a:pt x="290" y="370"/>
                  </a:cubicBezTo>
                  <a:cubicBezTo>
                    <a:pt x="299" y="361"/>
                    <a:pt x="299" y="361"/>
                    <a:pt x="299" y="361"/>
                  </a:cubicBezTo>
                  <a:cubicBezTo>
                    <a:pt x="338" y="349"/>
                    <a:pt x="338" y="349"/>
                    <a:pt x="338" y="349"/>
                  </a:cubicBezTo>
                  <a:cubicBezTo>
                    <a:pt x="377" y="362"/>
                    <a:pt x="377" y="362"/>
                    <a:pt x="377" y="362"/>
                  </a:cubicBezTo>
                  <a:lnTo>
                    <a:pt x="370" y="368"/>
                  </a:lnTo>
                  <a:close/>
                  <a:moveTo>
                    <a:pt x="342" y="490"/>
                  </a:moveTo>
                  <a:cubicBezTo>
                    <a:pt x="338" y="469"/>
                    <a:pt x="338" y="469"/>
                    <a:pt x="338" y="469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65" y="420"/>
                    <a:pt x="365" y="420"/>
                    <a:pt x="365" y="420"/>
                  </a:cubicBezTo>
                  <a:cubicBezTo>
                    <a:pt x="376" y="493"/>
                    <a:pt x="376" y="493"/>
                    <a:pt x="376" y="493"/>
                  </a:cubicBezTo>
                  <a:cubicBezTo>
                    <a:pt x="365" y="492"/>
                    <a:pt x="354" y="491"/>
                    <a:pt x="342" y="490"/>
                  </a:cubicBezTo>
                  <a:close/>
                  <a:moveTo>
                    <a:pt x="267" y="393"/>
                  </a:moveTo>
                  <a:cubicBezTo>
                    <a:pt x="300" y="401"/>
                    <a:pt x="300" y="401"/>
                    <a:pt x="300" y="401"/>
                  </a:cubicBezTo>
                  <a:cubicBezTo>
                    <a:pt x="345" y="384"/>
                    <a:pt x="345" y="384"/>
                    <a:pt x="345" y="384"/>
                  </a:cubicBezTo>
                  <a:cubicBezTo>
                    <a:pt x="370" y="396"/>
                    <a:pt x="370" y="396"/>
                    <a:pt x="370" y="396"/>
                  </a:cubicBezTo>
                  <a:cubicBezTo>
                    <a:pt x="345" y="392"/>
                    <a:pt x="345" y="392"/>
                    <a:pt x="345" y="392"/>
                  </a:cubicBezTo>
                  <a:cubicBezTo>
                    <a:pt x="299" y="409"/>
                    <a:pt x="299" y="409"/>
                    <a:pt x="299" y="409"/>
                  </a:cubicBezTo>
                  <a:lnTo>
                    <a:pt x="267" y="393"/>
                  </a:lnTo>
                  <a:close/>
                  <a:moveTo>
                    <a:pt x="172" y="472"/>
                  </a:moveTo>
                  <a:cubicBezTo>
                    <a:pt x="155" y="426"/>
                    <a:pt x="155" y="426"/>
                    <a:pt x="155" y="426"/>
                  </a:cubicBezTo>
                  <a:cubicBezTo>
                    <a:pt x="132" y="419"/>
                    <a:pt x="132" y="419"/>
                    <a:pt x="132" y="419"/>
                  </a:cubicBezTo>
                  <a:cubicBezTo>
                    <a:pt x="171" y="407"/>
                    <a:pt x="171" y="407"/>
                    <a:pt x="171" y="407"/>
                  </a:cubicBezTo>
                  <a:cubicBezTo>
                    <a:pt x="186" y="457"/>
                    <a:pt x="186" y="457"/>
                    <a:pt x="186" y="457"/>
                  </a:cubicBezTo>
                  <a:cubicBezTo>
                    <a:pt x="278" y="443"/>
                    <a:pt x="278" y="443"/>
                    <a:pt x="278" y="443"/>
                  </a:cubicBezTo>
                  <a:lnTo>
                    <a:pt x="172" y="472"/>
                  </a:lnTo>
                  <a:close/>
                  <a:moveTo>
                    <a:pt x="155" y="326"/>
                  </a:moveTo>
                  <a:cubicBezTo>
                    <a:pt x="159" y="326"/>
                    <a:pt x="159" y="326"/>
                    <a:pt x="159" y="326"/>
                  </a:cubicBezTo>
                  <a:cubicBezTo>
                    <a:pt x="159" y="351"/>
                    <a:pt x="159" y="351"/>
                    <a:pt x="159" y="351"/>
                  </a:cubicBezTo>
                  <a:cubicBezTo>
                    <a:pt x="155" y="351"/>
                    <a:pt x="155" y="351"/>
                    <a:pt x="155" y="351"/>
                  </a:cubicBezTo>
                  <a:lnTo>
                    <a:pt x="155" y="326"/>
                  </a:lnTo>
                  <a:close/>
                  <a:moveTo>
                    <a:pt x="164" y="326"/>
                  </a:moveTo>
                  <a:cubicBezTo>
                    <a:pt x="187" y="326"/>
                    <a:pt x="187" y="326"/>
                    <a:pt x="187" y="326"/>
                  </a:cubicBezTo>
                  <a:cubicBezTo>
                    <a:pt x="187" y="351"/>
                    <a:pt x="187" y="351"/>
                    <a:pt x="187" y="351"/>
                  </a:cubicBezTo>
                  <a:cubicBezTo>
                    <a:pt x="164" y="351"/>
                    <a:pt x="164" y="351"/>
                    <a:pt x="164" y="351"/>
                  </a:cubicBezTo>
                  <a:lnTo>
                    <a:pt x="164" y="326"/>
                  </a:lnTo>
                  <a:close/>
                  <a:moveTo>
                    <a:pt x="108" y="266"/>
                  </a:moveTo>
                  <a:cubicBezTo>
                    <a:pt x="108" y="266"/>
                    <a:pt x="108" y="266"/>
                    <a:pt x="108" y="266"/>
                  </a:cubicBezTo>
                  <a:cubicBezTo>
                    <a:pt x="79" y="266"/>
                    <a:pt x="79" y="266"/>
                    <a:pt x="79" y="266"/>
                  </a:cubicBezTo>
                  <a:cubicBezTo>
                    <a:pt x="79" y="100"/>
                    <a:pt x="79" y="100"/>
                    <a:pt x="79" y="100"/>
                  </a:cubicBezTo>
                  <a:cubicBezTo>
                    <a:pt x="110" y="100"/>
                    <a:pt x="110" y="100"/>
                    <a:pt x="110" y="100"/>
                  </a:cubicBezTo>
                  <a:cubicBezTo>
                    <a:pt x="110" y="98"/>
                    <a:pt x="110" y="98"/>
                    <a:pt x="110" y="98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9" y="99"/>
                    <a:pt x="149" y="100"/>
                    <a:pt x="150" y="101"/>
                  </a:cubicBezTo>
                  <a:cubicBezTo>
                    <a:pt x="118" y="114"/>
                    <a:pt x="118" y="114"/>
                    <a:pt x="118" y="114"/>
                  </a:cubicBezTo>
                  <a:cubicBezTo>
                    <a:pt x="117" y="112"/>
                    <a:pt x="117" y="112"/>
                    <a:pt x="117" y="112"/>
                  </a:cubicBezTo>
                  <a:cubicBezTo>
                    <a:pt x="117" y="112"/>
                    <a:pt x="117" y="112"/>
                    <a:pt x="117" y="112"/>
                  </a:cubicBezTo>
                  <a:cubicBezTo>
                    <a:pt x="113" y="114"/>
                    <a:pt x="113" y="114"/>
                    <a:pt x="113" y="114"/>
                  </a:cubicBezTo>
                  <a:cubicBezTo>
                    <a:pt x="120" y="132"/>
                    <a:pt x="120" y="132"/>
                    <a:pt x="120" y="132"/>
                  </a:cubicBezTo>
                  <a:cubicBezTo>
                    <a:pt x="124" y="130"/>
                    <a:pt x="124" y="130"/>
                    <a:pt x="124" y="130"/>
                  </a:cubicBezTo>
                  <a:cubicBezTo>
                    <a:pt x="123" y="128"/>
                    <a:pt x="123" y="128"/>
                    <a:pt x="123" y="128"/>
                  </a:cubicBezTo>
                  <a:cubicBezTo>
                    <a:pt x="155" y="115"/>
                    <a:pt x="155" y="115"/>
                    <a:pt x="155" y="115"/>
                  </a:cubicBezTo>
                  <a:cubicBezTo>
                    <a:pt x="156" y="116"/>
                    <a:pt x="157" y="117"/>
                    <a:pt x="157" y="118"/>
                  </a:cubicBezTo>
                  <a:cubicBezTo>
                    <a:pt x="134" y="142"/>
                    <a:pt x="134" y="142"/>
                    <a:pt x="134" y="142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29" y="144"/>
                    <a:pt x="129" y="144"/>
                    <a:pt x="129" y="144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46" y="155"/>
                    <a:pt x="146" y="155"/>
                    <a:pt x="146" y="155"/>
                  </a:cubicBezTo>
                  <a:cubicBezTo>
                    <a:pt x="144" y="153"/>
                    <a:pt x="144" y="153"/>
                    <a:pt x="144" y="153"/>
                  </a:cubicBezTo>
                  <a:cubicBezTo>
                    <a:pt x="168" y="129"/>
                    <a:pt x="168" y="129"/>
                    <a:pt x="168" y="129"/>
                  </a:cubicBezTo>
                  <a:cubicBezTo>
                    <a:pt x="169" y="130"/>
                    <a:pt x="170" y="131"/>
                    <a:pt x="171" y="131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57" y="162"/>
                    <a:pt x="157" y="162"/>
                    <a:pt x="157" y="162"/>
                  </a:cubicBezTo>
                  <a:cubicBezTo>
                    <a:pt x="157" y="162"/>
                    <a:pt x="157" y="162"/>
                    <a:pt x="157" y="162"/>
                  </a:cubicBezTo>
                  <a:cubicBezTo>
                    <a:pt x="155" y="166"/>
                    <a:pt x="155" y="166"/>
                    <a:pt x="155" y="166"/>
                  </a:cubicBezTo>
                  <a:cubicBezTo>
                    <a:pt x="173" y="173"/>
                    <a:pt x="173" y="173"/>
                    <a:pt x="173" y="173"/>
                  </a:cubicBezTo>
                  <a:cubicBezTo>
                    <a:pt x="175" y="169"/>
                    <a:pt x="175" y="169"/>
                    <a:pt x="175" y="169"/>
                  </a:cubicBezTo>
                  <a:cubicBezTo>
                    <a:pt x="173" y="168"/>
                    <a:pt x="173" y="168"/>
                    <a:pt x="173" y="168"/>
                  </a:cubicBezTo>
                  <a:cubicBezTo>
                    <a:pt x="185" y="137"/>
                    <a:pt x="185" y="137"/>
                    <a:pt x="185" y="137"/>
                  </a:cubicBezTo>
                  <a:cubicBezTo>
                    <a:pt x="187" y="137"/>
                    <a:pt x="188" y="138"/>
                    <a:pt x="190" y="138"/>
                  </a:cubicBezTo>
                  <a:cubicBezTo>
                    <a:pt x="190" y="171"/>
                    <a:pt x="190" y="171"/>
                    <a:pt x="190" y="171"/>
                  </a:cubicBezTo>
                  <a:cubicBezTo>
                    <a:pt x="187" y="171"/>
                    <a:pt x="187" y="171"/>
                    <a:pt x="187" y="171"/>
                  </a:cubicBezTo>
                  <a:cubicBezTo>
                    <a:pt x="187" y="266"/>
                    <a:pt x="187" y="266"/>
                    <a:pt x="187" y="266"/>
                  </a:cubicBezTo>
                  <a:lnTo>
                    <a:pt x="108" y="266"/>
                  </a:lnTo>
                  <a:close/>
                  <a:moveTo>
                    <a:pt x="74" y="266"/>
                  </a:moveTo>
                  <a:cubicBezTo>
                    <a:pt x="68" y="266"/>
                    <a:pt x="68" y="266"/>
                    <a:pt x="68" y="266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74" y="100"/>
                    <a:pt x="74" y="100"/>
                    <a:pt x="74" y="100"/>
                  </a:cubicBezTo>
                  <a:lnTo>
                    <a:pt x="74" y="266"/>
                  </a:lnTo>
                  <a:close/>
                  <a:moveTo>
                    <a:pt x="153" y="111"/>
                  </a:moveTo>
                  <a:cubicBezTo>
                    <a:pt x="153" y="112"/>
                    <a:pt x="154" y="112"/>
                    <a:pt x="154" y="113"/>
                  </a:cubicBezTo>
                  <a:cubicBezTo>
                    <a:pt x="125" y="125"/>
                    <a:pt x="125" y="125"/>
                    <a:pt x="125" y="125"/>
                  </a:cubicBezTo>
                  <a:cubicBezTo>
                    <a:pt x="124" y="123"/>
                    <a:pt x="124" y="123"/>
                    <a:pt x="124" y="123"/>
                  </a:cubicBezTo>
                  <a:lnTo>
                    <a:pt x="153" y="111"/>
                  </a:lnTo>
                  <a:close/>
                  <a:moveTo>
                    <a:pt x="122" y="57"/>
                  </a:moveTo>
                  <a:cubicBezTo>
                    <a:pt x="123" y="55"/>
                    <a:pt x="123" y="55"/>
                    <a:pt x="123" y="55"/>
                  </a:cubicBezTo>
                  <a:cubicBezTo>
                    <a:pt x="156" y="69"/>
                    <a:pt x="156" y="69"/>
                    <a:pt x="156" y="69"/>
                  </a:cubicBezTo>
                  <a:cubicBezTo>
                    <a:pt x="155" y="70"/>
                    <a:pt x="155" y="70"/>
                    <a:pt x="155" y="70"/>
                  </a:cubicBezTo>
                  <a:lnTo>
                    <a:pt x="122" y="57"/>
                  </a:lnTo>
                  <a:close/>
                  <a:moveTo>
                    <a:pt x="166" y="124"/>
                  </a:moveTo>
                  <a:cubicBezTo>
                    <a:pt x="166" y="125"/>
                    <a:pt x="167" y="125"/>
                    <a:pt x="168" y="126"/>
                  </a:cubicBezTo>
                  <a:cubicBezTo>
                    <a:pt x="142" y="149"/>
                    <a:pt x="142" y="149"/>
                    <a:pt x="142" y="149"/>
                  </a:cubicBezTo>
                  <a:cubicBezTo>
                    <a:pt x="141" y="148"/>
                    <a:pt x="141" y="148"/>
                    <a:pt x="141" y="148"/>
                  </a:cubicBezTo>
                  <a:lnTo>
                    <a:pt x="166" y="124"/>
                  </a:lnTo>
                  <a:close/>
                  <a:moveTo>
                    <a:pt x="140" y="29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68" y="54"/>
                    <a:pt x="168" y="54"/>
                    <a:pt x="168" y="54"/>
                  </a:cubicBezTo>
                  <a:cubicBezTo>
                    <a:pt x="166" y="56"/>
                    <a:pt x="166" y="56"/>
                    <a:pt x="166" y="56"/>
                  </a:cubicBezTo>
                  <a:lnTo>
                    <a:pt x="140" y="29"/>
                  </a:lnTo>
                  <a:close/>
                  <a:moveTo>
                    <a:pt x="181" y="133"/>
                  </a:moveTo>
                  <a:cubicBezTo>
                    <a:pt x="182" y="133"/>
                    <a:pt x="182" y="134"/>
                    <a:pt x="183" y="134"/>
                  </a:cubicBezTo>
                  <a:cubicBezTo>
                    <a:pt x="170" y="166"/>
                    <a:pt x="170" y="166"/>
                    <a:pt x="170" y="166"/>
                  </a:cubicBezTo>
                  <a:cubicBezTo>
                    <a:pt x="168" y="165"/>
                    <a:pt x="168" y="165"/>
                    <a:pt x="168" y="165"/>
                  </a:cubicBezTo>
                  <a:lnTo>
                    <a:pt x="181" y="133"/>
                  </a:lnTo>
                  <a:close/>
                  <a:moveTo>
                    <a:pt x="167" y="10"/>
                  </a:moveTo>
                  <a:cubicBezTo>
                    <a:pt x="171" y="17"/>
                    <a:pt x="171" y="17"/>
                    <a:pt x="171" y="17"/>
                  </a:cubicBezTo>
                  <a:cubicBezTo>
                    <a:pt x="185" y="46"/>
                    <a:pt x="185" y="46"/>
                    <a:pt x="185" y="46"/>
                  </a:cubicBezTo>
                  <a:cubicBezTo>
                    <a:pt x="184" y="46"/>
                    <a:pt x="183" y="47"/>
                    <a:pt x="182" y="47"/>
                  </a:cubicBezTo>
                  <a:lnTo>
                    <a:pt x="167" y="10"/>
                  </a:lnTo>
                  <a:close/>
                  <a:moveTo>
                    <a:pt x="197" y="323"/>
                  </a:moveTo>
                  <a:cubicBezTo>
                    <a:pt x="197" y="323"/>
                    <a:pt x="197" y="323"/>
                    <a:pt x="197" y="323"/>
                  </a:cubicBezTo>
                  <a:cubicBezTo>
                    <a:pt x="201" y="328"/>
                    <a:pt x="201" y="328"/>
                    <a:pt x="201" y="328"/>
                  </a:cubicBezTo>
                  <a:cubicBezTo>
                    <a:pt x="201" y="351"/>
                    <a:pt x="201" y="351"/>
                    <a:pt x="201" y="351"/>
                  </a:cubicBezTo>
                  <a:cubicBezTo>
                    <a:pt x="197" y="351"/>
                    <a:pt x="197" y="351"/>
                    <a:pt x="197" y="351"/>
                  </a:cubicBezTo>
                  <a:lnTo>
                    <a:pt x="197" y="323"/>
                  </a:lnTo>
                  <a:close/>
                  <a:moveTo>
                    <a:pt x="197" y="282"/>
                  </a:moveTo>
                  <a:cubicBezTo>
                    <a:pt x="197" y="282"/>
                    <a:pt x="197" y="282"/>
                    <a:pt x="197" y="282"/>
                  </a:cubicBezTo>
                  <a:cubicBezTo>
                    <a:pt x="201" y="287"/>
                    <a:pt x="201" y="287"/>
                    <a:pt x="201" y="287"/>
                  </a:cubicBezTo>
                  <a:cubicBezTo>
                    <a:pt x="201" y="307"/>
                    <a:pt x="201" y="307"/>
                    <a:pt x="201" y="307"/>
                  </a:cubicBezTo>
                  <a:cubicBezTo>
                    <a:pt x="197" y="307"/>
                    <a:pt x="197" y="307"/>
                    <a:pt x="197" y="307"/>
                  </a:cubicBezTo>
                  <a:lnTo>
                    <a:pt x="197" y="282"/>
                  </a:lnTo>
                  <a:close/>
                  <a:moveTo>
                    <a:pt x="197" y="171"/>
                  </a:moveTo>
                  <a:cubicBezTo>
                    <a:pt x="199" y="171"/>
                    <a:pt x="199" y="171"/>
                    <a:pt x="199" y="171"/>
                  </a:cubicBezTo>
                  <a:cubicBezTo>
                    <a:pt x="199" y="136"/>
                    <a:pt x="199" y="136"/>
                    <a:pt x="199" y="136"/>
                  </a:cubicBezTo>
                  <a:cubicBezTo>
                    <a:pt x="200" y="136"/>
                    <a:pt x="201" y="136"/>
                    <a:pt x="201" y="136"/>
                  </a:cubicBezTo>
                  <a:cubicBezTo>
                    <a:pt x="201" y="171"/>
                    <a:pt x="201" y="171"/>
                    <a:pt x="201" y="171"/>
                  </a:cubicBezTo>
                  <a:cubicBezTo>
                    <a:pt x="201" y="171"/>
                    <a:pt x="201" y="171"/>
                    <a:pt x="201" y="171"/>
                  </a:cubicBezTo>
                  <a:cubicBezTo>
                    <a:pt x="201" y="267"/>
                    <a:pt x="201" y="267"/>
                    <a:pt x="201" y="267"/>
                  </a:cubicBezTo>
                  <a:cubicBezTo>
                    <a:pt x="197" y="267"/>
                    <a:pt x="197" y="267"/>
                    <a:pt x="197" y="267"/>
                  </a:cubicBezTo>
                  <a:lnTo>
                    <a:pt x="197" y="171"/>
                  </a:lnTo>
                  <a:close/>
                  <a:moveTo>
                    <a:pt x="199" y="5"/>
                  </a:moveTo>
                  <a:cubicBezTo>
                    <a:pt x="201" y="5"/>
                    <a:pt x="201" y="5"/>
                    <a:pt x="201" y="5"/>
                  </a:cubicBezTo>
                  <a:cubicBezTo>
                    <a:pt x="201" y="45"/>
                    <a:pt x="201" y="45"/>
                    <a:pt x="201" y="45"/>
                  </a:cubicBezTo>
                  <a:cubicBezTo>
                    <a:pt x="201" y="45"/>
                    <a:pt x="200" y="45"/>
                    <a:pt x="199" y="44"/>
                  </a:cubicBezTo>
                  <a:lnTo>
                    <a:pt x="199" y="5"/>
                  </a:lnTo>
                  <a:close/>
                  <a:moveTo>
                    <a:pt x="212" y="61"/>
                  </a:moveTo>
                  <a:cubicBezTo>
                    <a:pt x="217" y="61"/>
                    <a:pt x="222" y="66"/>
                    <a:pt x="222" y="71"/>
                  </a:cubicBezTo>
                  <a:cubicBezTo>
                    <a:pt x="222" y="77"/>
                    <a:pt x="217" y="81"/>
                    <a:pt x="212" y="81"/>
                  </a:cubicBezTo>
                  <a:cubicBezTo>
                    <a:pt x="206" y="81"/>
                    <a:pt x="202" y="77"/>
                    <a:pt x="202" y="71"/>
                  </a:cubicBezTo>
                  <a:cubicBezTo>
                    <a:pt x="202" y="66"/>
                    <a:pt x="206" y="61"/>
                    <a:pt x="212" y="61"/>
                  </a:cubicBezTo>
                  <a:close/>
                  <a:moveTo>
                    <a:pt x="231" y="164"/>
                  </a:moveTo>
                  <a:cubicBezTo>
                    <a:pt x="230" y="164"/>
                    <a:pt x="230" y="164"/>
                    <a:pt x="230" y="164"/>
                  </a:cubicBezTo>
                  <a:cubicBezTo>
                    <a:pt x="217" y="131"/>
                    <a:pt x="217" y="131"/>
                    <a:pt x="217" y="131"/>
                  </a:cubicBezTo>
                  <a:cubicBezTo>
                    <a:pt x="220" y="130"/>
                    <a:pt x="220" y="130"/>
                    <a:pt x="220" y="130"/>
                  </a:cubicBezTo>
                  <a:lnTo>
                    <a:pt x="231" y="164"/>
                  </a:lnTo>
                  <a:close/>
                  <a:moveTo>
                    <a:pt x="233" y="119"/>
                  </a:moveTo>
                  <a:cubicBezTo>
                    <a:pt x="258" y="143"/>
                    <a:pt x="258" y="143"/>
                    <a:pt x="258" y="143"/>
                  </a:cubicBezTo>
                  <a:cubicBezTo>
                    <a:pt x="256" y="145"/>
                    <a:pt x="256" y="145"/>
                    <a:pt x="256" y="145"/>
                  </a:cubicBezTo>
                  <a:cubicBezTo>
                    <a:pt x="231" y="120"/>
                    <a:pt x="231" y="120"/>
                    <a:pt x="231" y="120"/>
                  </a:cubicBezTo>
                  <a:cubicBezTo>
                    <a:pt x="232" y="120"/>
                    <a:pt x="232" y="119"/>
                    <a:pt x="233" y="119"/>
                  </a:cubicBezTo>
                  <a:close/>
                  <a:moveTo>
                    <a:pt x="241" y="103"/>
                  </a:moveTo>
                  <a:cubicBezTo>
                    <a:pt x="273" y="116"/>
                    <a:pt x="273" y="116"/>
                    <a:pt x="273" y="116"/>
                  </a:cubicBezTo>
                  <a:cubicBezTo>
                    <a:pt x="272" y="118"/>
                    <a:pt x="272" y="118"/>
                    <a:pt x="272" y="118"/>
                  </a:cubicBezTo>
                  <a:cubicBezTo>
                    <a:pt x="240" y="104"/>
                    <a:pt x="240" y="104"/>
                    <a:pt x="240" y="104"/>
                  </a:cubicBezTo>
                  <a:cubicBezTo>
                    <a:pt x="240" y="104"/>
                    <a:pt x="241" y="103"/>
                    <a:pt x="241" y="103"/>
                  </a:cubicBezTo>
                  <a:close/>
                  <a:moveTo>
                    <a:pt x="279" y="84"/>
                  </a:moveTo>
                  <a:cubicBezTo>
                    <a:pt x="375" y="84"/>
                    <a:pt x="375" y="84"/>
                    <a:pt x="375" y="84"/>
                  </a:cubicBezTo>
                  <a:cubicBezTo>
                    <a:pt x="375" y="88"/>
                    <a:pt x="375" y="88"/>
                    <a:pt x="375" y="88"/>
                  </a:cubicBezTo>
                  <a:cubicBezTo>
                    <a:pt x="279" y="88"/>
                    <a:pt x="279" y="88"/>
                    <a:pt x="279" y="88"/>
                  </a:cubicBezTo>
                  <a:lnTo>
                    <a:pt x="279" y="84"/>
                  </a:lnTo>
                  <a:close/>
                  <a:moveTo>
                    <a:pt x="359" y="55"/>
                  </a:moveTo>
                  <a:cubicBezTo>
                    <a:pt x="362" y="80"/>
                    <a:pt x="362" y="80"/>
                    <a:pt x="362" y="80"/>
                  </a:cubicBezTo>
                  <a:cubicBezTo>
                    <a:pt x="360" y="80"/>
                    <a:pt x="360" y="80"/>
                    <a:pt x="360" y="80"/>
                  </a:cubicBezTo>
                  <a:cubicBezTo>
                    <a:pt x="358" y="54"/>
                    <a:pt x="358" y="54"/>
                    <a:pt x="358" y="54"/>
                  </a:cubicBezTo>
                  <a:lnTo>
                    <a:pt x="359" y="55"/>
                  </a:lnTo>
                  <a:close/>
                  <a:moveTo>
                    <a:pt x="370" y="67"/>
                  </a:moveTo>
                  <a:cubicBezTo>
                    <a:pt x="397" y="83"/>
                    <a:pt x="397" y="83"/>
                    <a:pt x="397" y="83"/>
                  </a:cubicBezTo>
                  <a:cubicBezTo>
                    <a:pt x="397" y="85"/>
                    <a:pt x="397" y="85"/>
                    <a:pt x="397" y="85"/>
                  </a:cubicBezTo>
                  <a:cubicBezTo>
                    <a:pt x="370" y="72"/>
                    <a:pt x="370" y="72"/>
                    <a:pt x="370" y="72"/>
                  </a:cubicBezTo>
                  <a:lnTo>
                    <a:pt x="370" y="67"/>
                  </a:lnTo>
                  <a:close/>
                  <a:moveTo>
                    <a:pt x="411" y="89"/>
                  </a:moveTo>
                  <a:cubicBezTo>
                    <a:pt x="412" y="93"/>
                    <a:pt x="412" y="93"/>
                    <a:pt x="412" y="93"/>
                  </a:cubicBezTo>
                  <a:cubicBezTo>
                    <a:pt x="382" y="99"/>
                    <a:pt x="382" y="99"/>
                    <a:pt x="382" y="99"/>
                  </a:cubicBezTo>
                  <a:cubicBezTo>
                    <a:pt x="378" y="97"/>
                    <a:pt x="378" y="97"/>
                    <a:pt x="378" y="97"/>
                  </a:cubicBezTo>
                  <a:lnTo>
                    <a:pt x="411" y="89"/>
                  </a:lnTo>
                  <a:close/>
                  <a:moveTo>
                    <a:pt x="431" y="95"/>
                  </a:moveTo>
                  <a:cubicBezTo>
                    <a:pt x="403" y="130"/>
                    <a:pt x="403" y="130"/>
                    <a:pt x="403" y="130"/>
                  </a:cubicBezTo>
                  <a:cubicBezTo>
                    <a:pt x="400" y="127"/>
                    <a:pt x="400" y="127"/>
                    <a:pt x="400" y="127"/>
                  </a:cubicBezTo>
                  <a:cubicBezTo>
                    <a:pt x="428" y="91"/>
                    <a:pt x="428" y="91"/>
                    <a:pt x="428" y="91"/>
                  </a:cubicBezTo>
                  <a:lnTo>
                    <a:pt x="431" y="95"/>
                  </a:lnTo>
                  <a:close/>
                  <a:moveTo>
                    <a:pt x="447" y="98"/>
                  </a:moveTo>
                  <a:cubicBezTo>
                    <a:pt x="432" y="144"/>
                    <a:pt x="432" y="144"/>
                    <a:pt x="432" y="144"/>
                  </a:cubicBezTo>
                  <a:cubicBezTo>
                    <a:pt x="430" y="143"/>
                    <a:pt x="430" y="143"/>
                    <a:pt x="430" y="143"/>
                  </a:cubicBezTo>
                  <a:cubicBezTo>
                    <a:pt x="445" y="96"/>
                    <a:pt x="445" y="96"/>
                    <a:pt x="445" y="96"/>
                  </a:cubicBezTo>
                  <a:lnTo>
                    <a:pt x="447" y="98"/>
                  </a:lnTo>
                  <a:close/>
                  <a:moveTo>
                    <a:pt x="461" y="95"/>
                  </a:moveTo>
                  <a:cubicBezTo>
                    <a:pt x="463" y="95"/>
                    <a:pt x="463" y="95"/>
                    <a:pt x="463" y="95"/>
                  </a:cubicBezTo>
                  <a:cubicBezTo>
                    <a:pt x="463" y="155"/>
                    <a:pt x="463" y="155"/>
                    <a:pt x="463" y="155"/>
                  </a:cubicBezTo>
                  <a:cubicBezTo>
                    <a:pt x="461" y="155"/>
                    <a:pt x="461" y="155"/>
                    <a:pt x="461" y="155"/>
                  </a:cubicBezTo>
                  <a:lnTo>
                    <a:pt x="461" y="95"/>
                  </a:lnTo>
                  <a:close/>
                  <a:moveTo>
                    <a:pt x="207" y="286"/>
                  </a:moveTo>
                  <a:cubicBezTo>
                    <a:pt x="217" y="286"/>
                    <a:pt x="217" y="286"/>
                    <a:pt x="217" y="286"/>
                  </a:cubicBezTo>
                  <a:cubicBezTo>
                    <a:pt x="217" y="307"/>
                    <a:pt x="217" y="307"/>
                    <a:pt x="217" y="307"/>
                  </a:cubicBezTo>
                  <a:cubicBezTo>
                    <a:pt x="207" y="307"/>
                    <a:pt x="207" y="307"/>
                    <a:pt x="207" y="307"/>
                  </a:cubicBezTo>
                  <a:lnTo>
                    <a:pt x="207" y="286"/>
                  </a:lnTo>
                  <a:close/>
                  <a:moveTo>
                    <a:pt x="222" y="279"/>
                  </a:moveTo>
                  <a:cubicBezTo>
                    <a:pt x="226" y="276"/>
                    <a:pt x="226" y="276"/>
                    <a:pt x="226" y="276"/>
                  </a:cubicBezTo>
                  <a:cubicBezTo>
                    <a:pt x="226" y="311"/>
                    <a:pt x="226" y="311"/>
                    <a:pt x="226" y="311"/>
                  </a:cubicBezTo>
                  <a:cubicBezTo>
                    <a:pt x="222" y="309"/>
                    <a:pt x="222" y="309"/>
                    <a:pt x="222" y="309"/>
                  </a:cubicBezTo>
                  <a:lnTo>
                    <a:pt x="222" y="279"/>
                  </a:lnTo>
                  <a:close/>
                  <a:moveTo>
                    <a:pt x="345" y="260"/>
                  </a:moveTo>
                  <a:cubicBezTo>
                    <a:pt x="345" y="236"/>
                    <a:pt x="345" y="236"/>
                    <a:pt x="345" y="236"/>
                  </a:cubicBezTo>
                  <a:cubicBezTo>
                    <a:pt x="348" y="236"/>
                    <a:pt x="348" y="236"/>
                    <a:pt x="348" y="236"/>
                  </a:cubicBezTo>
                  <a:cubicBezTo>
                    <a:pt x="350" y="257"/>
                    <a:pt x="350" y="257"/>
                    <a:pt x="350" y="257"/>
                  </a:cubicBezTo>
                  <a:cubicBezTo>
                    <a:pt x="365" y="285"/>
                    <a:pt x="365" y="285"/>
                    <a:pt x="365" y="285"/>
                  </a:cubicBezTo>
                  <a:lnTo>
                    <a:pt x="345" y="260"/>
                  </a:lnTo>
                  <a:close/>
                  <a:moveTo>
                    <a:pt x="397" y="192"/>
                  </a:moveTo>
                  <a:cubicBezTo>
                    <a:pt x="397" y="182"/>
                    <a:pt x="397" y="182"/>
                    <a:pt x="397" y="182"/>
                  </a:cubicBezTo>
                  <a:cubicBezTo>
                    <a:pt x="401" y="182"/>
                    <a:pt x="401" y="182"/>
                    <a:pt x="401" y="182"/>
                  </a:cubicBezTo>
                  <a:cubicBezTo>
                    <a:pt x="409" y="190"/>
                    <a:pt x="409" y="190"/>
                    <a:pt x="409" y="190"/>
                  </a:cubicBezTo>
                  <a:cubicBezTo>
                    <a:pt x="407" y="204"/>
                    <a:pt x="407" y="204"/>
                    <a:pt x="407" y="204"/>
                  </a:cubicBezTo>
                  <a:cubicBezTo>
                    <a:pt x="398" y="210"/>
                    <a:pt x="398" y="210"/>
                    <a:pt x="398" y="210"/>
                  </a:cubicBezTo>
                  <a:cubicBezTo>
                    <a:pt x="395" y="210"/>
                    <a:pt x="395" y="210"/>
                    <a:pt x="395" y="210"/>
                  </a:cubicBezTo>
                  <a:cubicBezTo>
                    <a:pt x="395" y="203"/>
                    <a:pt x="395" y="203"/>
                    <a:pt x="395" y="203"/>
                  </a:cubicBezTo>
                  <a:cubicBezTo>
                    <a:pt x="400" y="203"/>
                    <a:pt x="400" y="203"/>
                    <a:pt x="400" y="203"/>
                  </a:cubicBezTo>
                  <a:cubicBezTo>
                    <a:pt x="400" y="201"/>
                    <a:pt x="400" y="201"/>
                    <a:pt x="400" y="201"/>
                  </a:cubicBezTo>
                  <a:cubicBezTo>
                    <a:pt x="395" y="201"/>
                    <a:pt x="395" y="201"/>
                    <a:pt x="395" y="201"/>
                  </a:cubicBezTo>
                  <a:cubicBezTo>
                    <a:pt x="395" y="192"/>
                    <a:pt x="395" y="192"/>
                    <a:pt x="395" y="192"/>
                  </a:cubicBezTo>
                  <a:lnTo>
                    <a:pt x="397" y="192"/>
                  </a:lnTo>
                  <a:close/>
                  <a:moveTo>
                    <a:pt x="407" y="219"/>
                  </a:moveTo>
                  <a:cubicBezTo>
                    <a:pt x="401" y="219"/>
                    <a:pt x="401" y="219"/>
                    <a:pt x="401" y="219"/>
                  </a:cubicBezTo>
                  <a:cubicBezTo>
                    <a:pt x="401" y="212"/>
                    <a:pt x="401" y="212"/>
                    <a:pt x="401" y="212"/>
                  </a:cubicBezTo>
                  <a:cubicBezTo>
                    <a:pt x="412" y="206"/>
                    <a:pt x="412" y="206"/>
                    <a:pt x="412" y="206"/>
                  </a:cubicBezTo>
                  <a:lnTo>
                    <a:pt x="407" y="219"/>
                  </a:lnTo>
                  <a:close/>
                  <a:moveTo>
                    <a:pt x="413" y="497"/>
                  </a:moveTo>
                  <a:cubicBezTo>
                    <a:pt x="426" y="428"/>
                    <a:pt x="426" y="428"/>
                    <a:pt x="426" y="428"/>
                  </a:cubicBezTo>
                  <a:cubicBezTo>
                    <a:pt x="423" y="403"/>
                    <a:pt x="423" y="403"/>
                    <a:pt x="423" y="403"/>
                  </a:cubicBezTo>
                  <a:cubicBezTo>
                    <a:pt x="412" y="451"/>
                    <a:pt x="412" y="451"/>
                    <a:pt x="412" y="451"/>
                  </a:cubicBezTo>
                  <a:cubicBezTo>
                    <a:pt x="406" y="451"/>
                    <a:pt x="406" y="451"/>
                    <a:pt x="406" y="451"/>
                  </a:cubicBezTo>
                  <a:cubicBezTo>
                    <a:pt x="406" y="408"/>
                    <a:pt x="406" y="408"/>
                    <a:pt x="406" y="408"/>
                  </a:cubicBezTo>
                  <a:cubicBezTo>
                    <a:pt x="424" y="395"/>
                    <a:pt x="424" y="395"/>
                    <a:pt x="424" y="395"/>
                  </a:cubicBezTo>
                  <a:cubicBezTo>
                    <a:pt x="433" y="320"/>
                    <a:pt x="433" y="320"/>
                    <a:pt x="433" y="320"/>
                  </a:cubicBezTo>
                  <a:cubicBezTo>
                    <a:pt x="398" y="400"/>
                    <a:pt x="398" y="400"/>
                    <a:pt x="398" y="400"/>
                  </a:cubicBezTo>
                  <a:cubicBezTo>
                    <a:pt x="395" y="400"/>
                    <a:pt x="395" y="400"/>
                    <a:pt x="395" y="400"/>
                  </a:cubicBezTo>
                  <a:cubicBezTo>
                    <a:pt x="395" y="351"/>
                    <a:pt x="395" y="351"/>
                    <a:pt x="395" y="351"/>
                  </a:cubicBezTo>
                  <a:cubicBezTo>
                    <a:pt x="406" y="320"/>
                    <a:pt x="406" y="320"/>
                    <a:pt x="406" y="320"/>
                  </a:cubicBezTo>
                  <a:cubicBezTo>
                    <a:pt x="385" y="302"/>
                    <a:pt x="385" y="302"/>
                    <a:pt x="385" y="302"/>
                  </a:cubicBezTo>
                  <a:cubicBezTo>
                    <a:pt x="406" y="280"/>
                    <a:pt x="406" y="280"/>
                    <a:pt x="406" y="280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04" y="301"/>
                    <a:pt x="404" y="301"/>
                    <a:pt x="404" y="301"/>
                  </a:cubicBezTo>
                  <a:cubicBezTo>
                    <a:pt x="425" y="319"/>
                    <a:pt x="425" y="319"/>
                    <a:pt x="425" y="319"/>
                  </a:cubicBezTo>
                  <a:cubicBezTo>
                    <a:pt x="456" y="296"/>
                    <a:pt x="456" y="296"/>
                    <a:pt x="456" y="296"/>
                  </a:cubicBezTo>
                  <a:cubicBezTo>
                    <a:pt x="478" y="218"/>
                    <a:pt x="478" y="218"/>
                    <a:pt x="478" y="218"/>
                  </a:cubicBezTo>
                  <a:cubicBezTo>
                    <a:pt x="469" y="184"/>
                    <a:pt x="469" y="184"/>
                    <a:pt x="469" y="184"/>
                  </a:cubicBezTo>
                  <a:cubicBezTo>
                    <a:pt x="482" y="173"/>
                    <a:pt x="482" y="173"/>
                    <a:pt x="482" y="173"/>
                  </a:cubicBezTo>
                  <a:cubicBezTo>
                    <a:pt x="486" y="167"/>
                    <a:pt x="486" y="167"/>
                    <a:pt x="486" y="167"/>
                  </a:cubicBezTo>
                  <a:cubicBezTo>
                    <a:pt x="485" y="167"/>
                    <a:pt x="485" y="167"/>
                    <a:pt x="485" y="167"/>
                  </a:cubicBezTo>
                  <a:cubicBezTo>
                    <a:pt x="485" y="167"/>
                    <a:pt x="485" y="167"/>
                    <a:pt x="485" y="167"/>
                  </a:cubicBezTo>
                  <a:cubicBezTo>
                    <a:pt x="462" y="176"/>
                    <a:pt x="462" y="176"/>
                    <a:pt x="462" y="176"/>
                  </a:cubicBezTo>
                  <a:cubicBezTo>
                    <a:pt x="457" y="226"/>
                    <a:pt x="457" y="226"/>
                    <a:pt x="457" y="226"/>
                  </a:cubicBezTo>
                  <a:cubicBezTo>
                    <a:pt x="417" y="228"/>
                    <a:pt x="417" y="228"/>
                    <a:pt x="417" y="228"/>
                  </a:cubicBezTo>
                  <a:cubicBezTo>
                    <a:pt x="460" y="233"/>
                    <a:pt x="460" y="233"/>
                    <a:pt x="460" y="233"/>
                  </a:cubicBezTo>
                  <a:cubicBezTo>
                    <a:pt x="416" y="240"/>
                    <a:pt x="416" y="240"/>
                    <a:pt x="416" y="240"/>
                  </a:cubicBezTo>
                  <a:cubicBezTo>
                    <a:pt x="421" y="255"/>
                    <a:pt x="421" y="255"/>
                    <a:pt x="421" y="255"/>
                  </a:cubicBezTo>
                  <a:cubicBezTo>
                    <a:pt x="413" y="265"/>
                    <a:pt x="413" y="265"/>
                    <a:pt x="413" y="265"/>
                  </a:cubicBezTo>
                  <a:cubicBezTo>
                    <a:pt x="394" y="257"/>
                    <a:pt x="394" y="257"/>
                    <a:pt x="394" y="257"/>
                  </a:cubicBezTo>
                  <a:cubicBezTo>
                    <a:pt x="377" y="266"/>
                    <a:pt x="377" y="266"/>
                    <a:pt x="377" y="266"/>
                  </a:cubicBezTo>
                  <a:cubicBezTo>
                    <a:pt x="368" y="256"/>
                    <a:pt x="368" y="256"/>
                    <a:pt x="368" y="256"/>
                  </a:cubicBezTo>
                  <a:cubicBezTo>
                    <a:pt x="379" y="222"/>
                    <a:pt x="379" y="222"/>
                    <a:pt x="379" y="222"/>
                  </a:cubicBezTo>
                  <a:cubicBezTo>
                    <a:pt x="384" y="222"/>
                    <a:pt x="384" y="222"/>
                    <a:pt x="384" y="222"/>
                  </a:cubicBezTo>
                  <a:cubicBezTo>
                    <a:pt x="387" y="251"/>
                    <a:pt x="387" y="251"/>
                    <a:pt x="387" y="251"/>
                  </a:cubicBezTo>
                  <a:cubicBezTo>
                    <a:pt x="394" y="230"/>
                    <a:pt x="394" y="230"/>
                    <a:pt x="394" y="230"/>
                  </a:cubicBezTo>
                  <a:cubicBezTo>
                    <a:pt x="411" y="231"/>
                    <a:pt x="411" y="231"/>
                    <a:pt x="411" y="231"/>
                  </a:cubicBezTo>
                  <a:cubicBezTo>
                    <a:pt x="404" y="228"/>
                    <a:pt x="404" y="228"/>
                    <a:pt x="404" y="228"/>
                  </a:cubicBezTo>
                  <a:cubicBezTo>
                    <a:pt x="415" y="227"/>
                    <a:pt x="415" y="227"/>
                    <a:pt x="415" y="227"/>
                  </a:cubicBezTo>
                  <a:cubicBezTo>
                    <a:pt x="412" y="220"/>
                    <a:pt x="412" y="220"/>
                    <a:pt x="412" y="220"/>
                  </a:cubicBezTo>
                  <a:cubicBezTo>
                    <a:pt x="418" y="210"/>
                    <a:pt x="418" y="210"/>
                    <a:pt x="418" y="210"/>
                  </a:cubicBezTo>
                  <a:cubicBezTo>
                    <a:pt x="421" y="188"/>
                    <a:pt x="421" y="188"/>
                    <a:pt x="421" y="188"/>
                  </a:cubicBezTo>
                  <a:cubicBezTo>
                    <a:pt x="406" y="175"/>
                    <a:pt x="406" y="175"/>
                    <a:pt x="406" y="175"/>
                  </a:cubicBezTo>
                  <a:cubicBezTo>
                    <a:pt x="394" y="176"/>
                    <a:pt x="394" y="176"/>
                    <a:pt x="394" y="176"/>
                  </a:cubicBezTo>
                  <a:cubicBezTo>
                    <a:pt x="384" y="184"/>
                    <a:pt x="384" y="184"/>
                    <a:pt x="384" y="184"/>
                  </a:cubicBezTo>
                  <a:cubicBezTo>
                    <a:pt x="381" y="122"/>
                    <a:pt x="381" y="122"/>
                    <a:pt x="381" y="122"/>
                  </a:cubicBezTo>
                  <a:cubicBezTo>
                    <a:pt x="378" y="118"/>
                    <a:pt x="378" y="118"/>
                    <a:pt x="378" y="118"/>
                  </a:cubicBezTo>
                  <a:cubicBezTo>
                    <a:pt x="375" y="221"/>
                    <a:pt x="375" y="221"/>
                    <a:pt x="375" y="221"/>
                  </a:cubicBezTo>
                  <a:cubicBezTo>
                    <a:pt x="367" y="233"/>
                    <a:pt x="367" y="233"/>
                    <a:pt x="367" y="233"/>
                  </a:cubicBezTo>
                  <a:cubicBezTo>
                    <a:pt x="367" y="233"/>
                    <a:pt x="366" y="232"/>
                    <a:pt x="364" y="225"/>
                  </a:cubicBezTo>
                  <a:cubicBezTo>
                    <a:pt x="362" y="218"/>
                    <a:pt x="365" y="200"/>
                    <a:pt x="365" y="200"/>
                  </a:cubicBezTo>
                  <a:cubicBezTo>
                    <a:pt x="373" y="120"/>
                    <a:pt x="373" y="120"/>
                    <a:pt x="373" y="120"/>
                  </a:cubicBezTo>
                  <a:cubicBezTo>
                    <a:pt x="367" y="127"/>
                    <a:pt x="367" y="127"/>
                    <a:pt x="367" y="127"/>
                  </a:cubicBezTo>
                  <a:cubicBezTo>
                    <a:pt x="363" y="176"/>
                    <a:pt x="363" y="176"/>
                    <a:pt x="363" y="176"/>
                  </a:cubicBezTo>
                  <a:cubicBezTo>
                    <a:pt x="345" y="189"/>
                    <a:pt x="345" y="189"/>
                    <a:pt x="345" y="189"/>
                  </a:cubicBezTo>
                  <a:cubicBezTo>
                    <a:pt x="340" y="215"/>
                    <a:pt x="340" y="215"/>
                    <a:pt x="340" y="215"/>
                  </a:cubicBezTo>
                  <a:cubicBezTo>
                    <a:pt x="347" y="195"/>
                    <a:pt x="347" y="195"/>
                    <a:pt x="347" y="195"/>
                  </a:cubicBezTo>
                  <a:cubicBezTo>
                    <a:pt x="361" y="188"/>
                    <a:pt x="361" y="188"/>
                    <a:pt x="361" y="188"/>
                  </a:cubicBezTo>
                  <a:cubicBezTo>
                    <a:pt x="359" y="201"/>
                    <a:pt x="359" y="201"/>
                    <a:pt x="359" y="201"/>
                  </a:cubicBezTo>
                  <a:cubicBezTo>
                    <a:pt x="350" y="207"/>
                    <a:pt x="350" y="207"/>
                    <a:pt x="350" y="207"/>
                  </a:cubicBezTo>
                  <a:cubicBezTo>
                    <a:pt x="332" y="230"/>
                    <a:pt x="332" y="230"/>
                    <a:pt x="332" y="230"/>
                  </a:cubicBezTo>
                  <a:cubicBezTo>
                    <a:pt x="330" y="270"/>
                    <a:pt x="330" y="270"/>
                    <a:pt x="330" y="270"/>
                  </a:cubicBezTo>
                  <a:cubicBezTo>
                    <a:pt x="370" y="304"/>
                    <a:pt x="370" y="304"/>
                    <a:pt x="370" y="304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394" y="351"/>
                    <a:pt x="394" y="351"/>
                    <a:pt x="394" y="351"/>
                  </a:cubicBezTo>
                  <a:cubicBezTo>
                    <a:pt x="387" y="356"/>
                    <a:pt x="387" y="356"/>
                    <a:pt x="387" y="356"/>
                  </a:cubicBezTo>
                  <a:cubicBezTo>
                    <a:pt x="350" y="337"/>
                    <a:pt x="350" y="337"/>
                    <a:pt x="350" y="337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290" y="318"/>
                    <a:pt x="290" y="318"/>
                    <a:pt x="290" y="318"/>
                  </a:cubicBezTo>
                  <a:cubicBezTo>
                    <a:pt x="253" y="336"/>
                    <a:pt x="253" y="336"/>
                    <a:pt x="253" y="336"/>
                  </a:cubicBezTo>
                  <a:cubicBezTo>
                    <a:pt x="253" y="350"/>
                    <a:pt x="253" y="350"/>
                    <a:pt x="253" y="350"/>
                  </a:cubicBezTo>
                  <a:cubicBezTo>
                    <a:pt x="253" y="367"/>
                    <a:pt x="253" y="367"/>
                    <a:pt x="253" y="367"/>
                  </a:cubicBezTo>
                  <a:cubicBezTo>
                    <a:pt x="229" y="367"/>
                    <a:pt x="229" y="367"/>
                    <a:pt x="229" y="367"/>
                  </a:cubicBezTo>
                  <a:cubicBezTo>
                    <a:pt x="220" y="351"/>
                    <a:pt x="220" y="351"/>
                    <a:pt x="220" y="351"/>
                  </a:cubicBezTo>
                  <a:cubicBezTo>
                    <a:pt x="207" y="351"/>
                    <a:pt x="207" y="351"/>
                    <a:pt x="207" y="351"/>
                  </a:cubicBezTo>
                  <a:cubicBezTo>
                    <a:pt x="207" y="326"/>
                    <a:pt x="207" y="326"/>
                    <a:pt x="207" y="326"/>
                  </a:cubicBezTo>
                  <a:cubicBezTo>
                    <a:pt x="227" y="326"/>
                    <a:pt x="227" y="326"/>
                    <a:pt x="227" y="326"/>
                  </a:cubicBezTo>
                  <a:cubicBezTo>
                    <a:pt x="227" y="326"/>
                    <a:pt x="227" y="326"/>
                    <a:pt x="227" y="326"/>
                  </a:cubicBezTo>
                  <a:cubicBezTo>
                    <a:pt x="232" y="326"/>
                    <a:pt x="235" y="323"/>
                    <a:pt x="235" y="318"/>
                  </a:cubicBezTo>
                  <a:cubicBezTo>
                    <a:pt x="235" y="318"/>
                    <a:pt x="235" y="318"/>
                    <a:pt x="235" y="318"/>
                  </a:cubicBezTo>
                  <a:cubicBezTo>
                    <a:pt x="235" y="315"/>
                    <a:pt x="235" y="315"/>
                    <a:pt x="235" y="315"/>
                  </a:cubicBezTo>
                  <a:cubicBezTo>
                    <a:pt x="236" y="315"/>
                    <a:pt x="236" y="315"/>
                    <a:pt x="236" y="315"/>
                  </a:cubicBezTo>
                  <a:cubicBezTo>
                    <a:pt x="236" y="286"/>
                    <a:pt x="236" y="286"/>
                    <a:pt x="236" y="286"/>
                  </a:cubicBezTo>
                  <a:cubicBezTo>
                    <a:pt x="236" y="286"/>
                    <a:pt x="236" y="286"/>
                    <a:pt x="236" y="286"/>
                  </a:cubicBezTo>
                  <a:cubicBezTo>
                    <a:pt x="236" y="275"/>
                    <a:pt x="236" y="275"/>
                    <a:pt x="236" y="275"/>
                  </a:cubicBezTo>
                  <a:cubicBezTo>
                    <a:pt x="236" y="275"/>
                    <a:pt x="236" y="275"/>
                    <a:pt x="236" y="274"/>
                  </a:cubicBezTo>
                  <a:cubicBezTo>
                    <a:pt x="236" y="270"/>
                    <a:pt x="232" y="266"/>
                    <a:pt x="228" y="266"/>
                  </a:cubicBezTo>
                  <a:cubicBezTo>
                    <a:pt x="227" y="266"/>
                    <a:pt x="227" y="266"/>
                    <a:pt x="227" y="266"/>
                  </a:cubicBezTo>
                  <a:cubicBezTo>
                    <a:pt x="207" y="266"/>
                    <a:pt x="207" y="266"/>
                    <a:pt x="207" y="266"/>
                  </a:cubicBezTo>
                  <a:cubicBezTo>
                    <a:pt x="207" y="171"/>
                    <a:pt x="207" y="171"/>
                    <a:pt x="207" y="171"/>
                  </a:cubicBezTo>
                  <a:cubicBezTo>
                    <a:pt x="205" y="171"/>
                    <a:pt x="205" y="171"/>
                    <a:pt x="205" y="171"/>
                  </a:cubicBezTo>
                  <a:cubicBezTo>
                    <a:pt x="205" y="138"/>
                    <a:pt x="205" y="138"/>
                    <a:pt x="205" y="138"/>
                  </a:cubicBezTo>
                  <a:cubicBezTo>
                    <a:pt x="206" y="137"/>
                    <a:pt x="208" y="137"/>
                    <a:pt x="209" y="137"/>
                  </a:cubicBezTo>
                  <a:cubicBezTo>
                    <a:pt x="221" y="168"/>
                    <a:pt x="221" y="168"/>
                    <a:pt x="221" y="168"/>
                  </a:cubicBezTo>
                  <a:cubicBezTo>
                    <a:pt x="219" y="169"/>
                    <a:pt x="219" y="169"/>
                    <a:pt x="219" y="169"/>
                  </a:cubicBezTo>
                  <a:cubicBezTo>
                    <a:pt x="219" y="169"/>
                    <a:pt x="219" y="169"/>
                    <a:pt x="219" y="169"/>
                  </a:cubicBezTo>
                  <a:cubicBezTo>
                    <a:pt x="220" y="173"/>
                    <a:pt x="220" y="173"/>
                    <a:pt x="220" y="17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37" y="162"/>
                    <a:pt x="237" y="162"/>
                    <a:pt x="237" y="162"/>
                  </a:cubicBezTo>
                  <a:cubicBezTo>
                    <a:pt x="235" y="163"/>
                    <a:pt x="235" y="163"/>
                    <a:pt x="235" y="163"/>
                  </a:cubicBezTo>
                  <a:cubicBezTo>
                    <a:pt x="223" y="131"/>
                    <a:pt x="223" y="131"/>
                    <a:pt x="223" y="131"/>
                  </a:cubicBezTo>
                  <a:cubicBezTo>
                    <a:pt x="224" y="130"/>
                    <a:pt x="225" y="129"/>
                    <a:pt x="226" y="129"/>
                  </a:cubicBezTo>
                  <a:cubicBezTo>
                    <a:pt x="250" y="153"/>
                    <a:pt x="250" y="153"/>
                    <a:pt x="250" y="153"/>
                  </a:cubicBezTo>
                  <a:cubicBezTo>
                    <a:pt x="249" y="155"/>
                    <a:pt x="249" y="155"/>
                    <a:pt x="249" y="155"/>
                  </a:cubicBezTo>
                  <a:cubicBezTo>
                    <a:pt x="249" y="155"/>
                    <a:pt x="249" y="155"/>
                    <a:pt x="249" y="155"/>
                  </a:cubicBezTo>
                  <a:cubicBezTo>
                    <a:pt x="252" y="158"/>
                    <a:pt x="252" y="158"/>
                    <a:pt x="252" y="158"/>
                  </a:cubicBezTo>
                  <a:cubicBezTo>
                    <a:pt x="265" y="144"/>
                    <a:pt x="265" y="144"/>
                    <a:pt x="265" y="144"/>
                  </a:cubicBezTo>
                  <a:cubicBezTo>
                    <a:pt x="262" y="141"/>
                    <a:pt x="262" y="141"/>
                    <a:pt x="262" y="141"/>
                  </a:cubicBezTo>
                  <a:cubicBezTo>
                    <a:pt x="261" y="142"/>
                    <a:pt x="261" y="142"/>
                    <a:pt x="261" y="142"/>
                  </a:cubicBezTo>
                  <a:cubicBezTo>
                    <a:pt x="236" y="118"/>
                    <a:pt x="236" y="118"/>
                    <a:pt x="236" y="118"/>
                  </a:cubicBezTo>
                  <a:cubicBezTo>
                    <a:pt x="237" y="117"/>
                    <a:pt x="237" y="116"/>
                    <a:pt x="238" y="115"/>
                  </a:cubicBezTo>
                  <a:cubicBezTo>
                    <a:pt x="271" y="128"/>
                    <a:pt x="271" y="128"/>
                    <a:pt x="271" y="128"/>
                  </a:cubicBezTo>
                  <a:cubicBezTo>
                    <a:pt x="270" y="130"/>
                    <a:pt x="270" y="130"/>
                    <a:pt x="270" y="130"/>
                  </a:cubicBezTo>
                  <a:cubicBezTo>
                    <a:pt x="270" y="130"/>
                    <a:pt x="270" y="130"/>
                    <a:pt x="270" y="130"/>
                  </a:cubicBezTo>
                  <a:cubicBezTo>
                    <a:pt x="274" y="132"/>
                    <a:pt x="274" y="132"/>
                    <a:pt x="274" y="132"/>
                  </a:cubicBezTo>
                  <a:cubicBezTo>
                    <a:pt x="281" y="114"/>
                    <a:pt x="281" y="114"/>
                    <a:pt x="281" y="114"/>
                  </a:cubicBezTo>
                  <a:cubicBezTo>
                    <a:pt x="277" y="112"/>
                    <a:pt x="277" y="112"/>
                    <a:pt x="277" y="112"/>
                  </a:cubicBezTo>
                  <a:cubicBezTo>
                    <a:pt x="277" y="114"/>
                    <a:pt x="277" y="114"/>
                    <a:pt x="277" y="114"/>
                  </a:cubicBezTo>
                  <a:cubicBezTo>
                    <a:pt x="244" y="101"/>
                    <a:pt x="244" y="101"/>
                    <a:pt x="244" y="101"/>
                  </a:cubicBezTo>
                  <a:cubicBezTo>
                    <a:pt x="244" y="100"/>
                    <a:pt x="244" y="99"/>
                    <a:pt x="244" y="98"/>
                  </a:cubicBezTo>
                  <a:cubicBezTo>
                    <a:pt x="279" y="98"/>
                    <a:pt x="279" y="98"/>
                    <a:pt x="279" y="98"/>
                  </a:cubicBezTo>
                  <a:cubicBezTo>
                    <a:pt x="279" y="100"/>
                    <a:pt x="279" y="100"/>
                    <a:pt x="279" y="100"/>
                  </a:cubicBezTo>
                  <a:cubicBezTo>
                    <a:pt x="368" y="100"/>
                    <a:pt x="368" y="100"/>
                    <a:pt x="368" y="100"/>
                  </a:cubicBezTo>
                  <a:cubicBezTo>
                    <a:pt x="369" y="101"/>
                    <a:pt x="369" y="103"/>
                    <a:pt x="370" y="105"/>
                  </a:cubicBezTo>
                  <a:cubicBezTo>
                    <a:pt x="371" y="109"/>
                    <a:pt x="374" y="112"/>
                    <a:pt x="375" y="112"/>
                  </a:cubicBezTo>
                  <a:cubicBezTo>
                    <a:pt x="375" y="112"/>
                    <a:pt x="375" y="112"/>
                    <a:pt x="375" y="112"/>
                  </a:cubicBezTo>
                  <a:cubicBezTo>
                    <a:pt x="375" y="112"/>
                    <a:pt x="375" y="112"/>
                    <a:pt x="375" y="112"/>
                  </a:cubicBezTo>
                  <a:cubicBezTo>
                    <a:pt x="406" y="100"/>
                    <a:pt x="406" y="100"/>
                    <a:pt x="406" y="100"/>
                  </a:cubicBezTo>
                  <a:cubicBezTo>
                    <a:pt x="416" y="100"/>
                    <a:pt x="416" y="100"/>
                    <a:pt x="416" y="10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3" y="131"/>
                    <a:pt x="395" y="134"/>
                    <a:pt x="399" y="136"/>
                  </a:cubicBezTo>
                  <a:cubicBezTo>
                    <a:pt x="403" y="139"/>
                    <a:pt x="406" y="140"/>
                    <a:pt x="407" y="139"/>
                  </a:cubicBezTo>
                  <a:cubicBezTo>
                    <a:pt x="407" y="139"/>
                    <a:pt x="407" y="139"/>
                    <a:pt x="407" y="139"/>
                  </a:cubicBezTo>
                  <a:cubicBezTo>
                    <a:pt x="438" y="100"/>
                    <a:pt x="438" y="100"/>
                    <a:pt x="438" y="100"/>
                  </a:cubicBezTo>
                  <a:cubicBezTo>
                    <a:pt x="439" y="100"/>
                    <a:pt x="439" y="100"/>
                    <a:pt x="439" y="100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2" y="149"/>
                    <a:pt x="426" y="151"/>
                    <a:pt x="430" y="153"/>
                  </a:cubicBezTo>
                  <a:cubicBezTo>
                    <a:pt x="434" y="154"/>
                    <a:pt x="438" y="155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57" y="100"/>
                    <a:pt x="457" y="100"/>
                    <a:pt x="457" y="100"/>
                  </a:cubicBezTo>
                  <a:cubicBezTo>
                    <a:pt x="457" y="100"/>
                    <a:pt x="457" y="100"/>
                    <a:pt x="457" y="100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60"/>
                    <a:pt x="461" y="161"/>
                    <a:pt x="466" y="161"/>
                  </a:cubicBezTo>
                  <a:cubicBezTo>
                    <a:pt x="471" y="161"/>
                    <a:pt x="474" y="160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00"/>
                    <a:pt x="475" y="100"/>
                    <a:pt x="475" y="100"/>
                  </a:cubicBezTo>
                  <a:cubicBezTo>
                    <a:pt x="481" y="100"/>
                    <a:pt x="481" y="100"/>
                    <a:pt x="481" y="100"/>
                  </a:cubicBezTo>
                  <a:cubicBezTo>
                    <a:pt x="481" y="88"/>
                    <a:pt x="481" y="88"/>
                    <a:pt x="481" y="88"/>
                  </a:cubicBezTo>
                  <a:cubicBezTo>
                    <a:pt x="412" y="88"/>
                    <a:pt x="412" y="88"/>
                    <a:pt x="412" y="88"/>
                  </a:cubicBezTo>
                  <a:cubicBezTo>
                    <a:pt x="412" y="84"/>
                    <a:pt x="412" y="84"/>
                    <a:pt x="412" y="84"/>
                  </a:cubicBezTo>
                  <a:cubicBezTo>
                    <a:pt x="481" y="84"/>
                    <a:pt x="481" y="84"/>
                    <a:pt x="481" y="84"/>
                  </a:cubicBezTo>
                  <a:cubicBezTo>
                    <a:pt x="481" y="80"/>
                    <a:pt x="481" y="80"/>
                    <a:pt x="481" y="80"/>
                  </a:cubicBezTo>
                  <a:cubicBezTo>
                    <a:pt x="456" y="80"/>
                    <a:pt x="456" y="80"/>
                    <a:pt x="456" y="80"/>
                  </a:cubicBezTo>
                  <a:cubicBezTo>
                    <a:pt x="456" y="80"/>
                    <a:pt x="456" y="80"/>
                    <a:pt x="456" y="80"/>
                  </a:cubicBezTo>
                  <a:cubicBezTo>
                    <a:pt x="411" y="80"/>
                    <a:pt x="411" y="80"/>
                    <a:pt x="411" y="80"/>
                  </a:cubicBezTo>
                  <a:cubicBezTo>
                    <a:pt x="404" y="79"/>
                    <a:pt x="386" y="75"/>
                    <a:pt x="374" y="63"/>
                  </a:cubicBezTo>
                  <a:cubicBezTo>
                    <a:pt x="357" y="46"/>
                    <a:pt x="357" y="34"/>
                    <a:pt x="357" y="34"/>
                  </a:cubicBezTo>
                  <a:cubicBezTo>
                    <a:pt x="354" y="34"/>
                    <a:pt x="354" y="34"/>
                    <a:pt x="354" y="34"/>
                  </a:cubicBezTo>
                  <a:cubicBezTo>
                    <a:pt x="354" y="80"/>
                    <a:pt x="354" y="80"/>
                    <a:pt x="354" y="80"/>
                  </a:cubicBezTo>
                  <a:cubicBezTo>
                    <a:pt x="350" y="80"/>
                    <a:pt x="350" y="80"/>
                    <a:pt x="350" y="80"/>
                  </a:cubicBezTo>
                  <a:cubicBezTo>
                    <a:pt x="350" y="34"/>
                    <a:pt x="350" y="34"/>
                    <a:pt x="350" y="34"/>
                  </a:cubicBezTo>
                  <a:cubicBezTo>
                    <a:pt x="344" y="34"/>
                    <a:pt x="344" y="34"/>
                    <a:pt x="344" y="34"/>
                  </a:cubicBezTo>
                  <a:cubicBezTo>
                    <a:pt x="344" y="80"/>
                    <a:pt x="344" y="80"/>
                    <a:pt x="344" y="80"/>
                  </a:cubicBezTo>
                  <a:cubicBezTo>
                    <a:pt x="279" y="80"/>
                    <a:pt x="279" y="80"/>
                    <a:pt x="279" y="80"/>
                  </a:cubicBezTo>
                  <a:cubicBezTo>
                    <a:pt x="279" y="82"/>
                    <a:pt x="279" y="82"/>
                    <a:pt x="279" y="82"/>
                  </a:cubicBezTo>
                  <a:cubicBezTo>
                    <a:pt x="244" y="82"/>
                    <a:pt x="244" y="82"/>
                    <a:pt x="244" y="82"/>
                  </a:cubicBezTo>
                  <a:cubicBezTo>
                    <a:pt x="241" y="62"/>
                    <a:pt x="225" y="46"/>
                    <a:pt x="205" y="43"/>
                  </a:cubicBezTo>
                  <a:cubicBezTo>
                    <a:pt x="205" y="4"/>
                    <a:pt x="205" y="4"/>
                    <a:pt x="205" y="4"/>
                  </a:cubicBezTo>
                  <a:cubicBezTo>
                    <a:pt x="207" y="4"/>
                    <a:pt x="207" y="4"/>
                    <a:pt x="207" y="4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187" y="0"/>
                    <a:pt x="187" y="0"/>
                    <a:pt x="187" y="0"/>
                  </a:cubicBezTo>
                  <a:cubicBezTo>
                    <a:pt x="187" y="4"/>
                    <a:pt x="187" y="4"/>
                    <a:pt x="187" y="4"/>
                  </a:cubicBezTo>
                  <a:cubicBezTo>
                    <a:pt x="190" y="4"/>
                    <a:pt x="190" y="4"/>
                    <a:pt x="190" y="4"/>
                  </a:cubicBezTo>
                  <a:cubicBezTo>
                    <a:pt x="190" y="43"/>
                    <a:pt x="190" y="43"/>
                    <a:pt x="190" y="43"/>
                  </a:cubicBezTo>
                  <a:cubicBezTo>
                    <a:pt x="188" y="43"/>
                    <a:pt x="187" y="43"/>
                    <a:pt x="186" y="43"/>
                  </a:cubicBezTo>
                  <a:cubicBezTo>
                    <a:pt x="171" y="8"/>
                    <a:pt x="171" y="8"/>
                    <a:pt x="171" y="8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2" y="3"/>
                    <a:pt x="172" y="3"/>
                    <a:pt x="172" y="3"/>
                  </a:cubicBezTo>
                  <a:cubicBezTo>
                    <a:pt x="154" y="11"/>
                    <a:pt x="154" y="11"/>
                    <a:pt x="154" y="11"/>
                  </a:cubicBezTo>
                  <a:cubicBezTo>
                    <a:pt x="155" y="15"/>
                    <a:pt x="155" y="15"/>
                    <a:pt x="155" y="15"/>
                  </a:cubicBezTo>
                  <a:cubicBezTo>
                    <a:pt x="157" y="14"/>
                    <a:pt x="157" y="14"/>
                    <a:pt x="157" y="14"/>
                  </a:cubicBezTo>
                  <a:cubicBezTo>
                    <a:pt x="172" y="49"/>
                    <a:pt x="172" y="49"/>
                    <a:pt x="172" y="49"/>
                  </a:cubicBezTo>
                  <a:cubicBezTo>
                    <a:pt x="171" y="49"/>
                    <a:pt x="170" y="50"/>
                    <a:pt x="169" y="51"/>
                  </a:cubicBezTo>
                  <a:cubicBezTo>
                    <a:pt x="142" y="24"/>
                    <a:pt x="142" y="24"/>
                    <a:pt x="142" y="24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1" y="20"/>
                    <a:pt x="141" y="20"/>
                    <a:pt x="141" y="20"/>
                  </a:cubicBezTo>
                  <a:cubicBezTo>
                    <a:pt x="127" y="34"/>
                    <a:pt x="127" y="34"/>
                    <a:pt x="127" y="34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2" y="35"/>
                    <a:pt x="132" y="35"/>
                    <a:pt x="132" y="35"/>
                  </a:cubicBezTo>
                  <a:cubicBezTo>
                    <a:pt x="158" y="61"/>
                    <a:pt x="158" y="61"/>
                    <a:pt x="158" y="61"/>
                  </a:cubicBezTo>
                  <a:cubicBezTo>
                    <a:pt x="157" y="62"/>
                    <a:pt x="157" y="63"/>
                    <a:pt x="156" y="64"/>
                  </a:cubicBezTo>
                  <a:cubicBezTo>
                    <a:pt x="122" y="51"/>
                    <a:pt x="122" y="51"/>
                    <a:pt x="122" y="51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2" y="65"/>
                    <a:pt x="112" y="65"/>
                    <a:pt x="112" y="65"/>
                  </a:cubicBezTo>
                  <a:cubicBezTo>
                    <a:pt x="116" y="66"/>
                    <a:pt x="116" y="66"/>
                    <a:pt x="116" y="66"/>
                  </a:cubicBezTo>
                  <a:cubicBezTo>
                    <a:pt x="116" y="64"/>
                    <a:pt x="116" y="64"/>
                    <a:pt x="116" y="64"/>
                  </a:cubicBezTo>
                  <a:cubicBezTo>
                    <a:pt x="150" y="78"/>
                    <a:pt x="150" y="78"/>
                    <a:pt x="150" y="78"/>
                  </a:cubicBezTo>
                  <a:cubicBezTo>
                    <a:pt x="150" y="79"/>
                    <a:pt x="149" y="81"/>
                    <a:pt x="149" y="82"/>
                  </a:cubicBezTo>
                  <a:cubicBezTo>
                    <a:pt x="110" y="82"/>
                    <a:pt x="110" y="82"/>
                    <a:pt x="110" y="82"/>
                  </a:cubicBezTo>
                  <a:cubicBezTo>
                    <a:pt x="110" y="80"/>
                    <a:pt x="110" y="80"/>
                    <a:pt x="110" y="80"/>
                  </a:cubicBezTo>
                  <a:cubicBezTo>
                    <a:pt x="68" y="80"/>
                    <a:pt x="68" y="80"/>
                    <a:pt x="68" y="80"/>
                  </a:cubicBezTo>
                  <a:cubicBezTo>
                    <a:pt x="68" y="80"/>
                    <a:pt x="68" y="80"/>
                    <a:pt x="67" y="80"/>
                  </a:cubicBezTo>
                  <a:cubicBezTo>
                    <a:pt x="63" y="80"/>
                    <a:pt x="59" y="84"/>
                    <a:pt x="59" y="89"/>
                  </a:cubicBezTo>
                  <a:cubicBezTo>
                    <a:pt x="59" y="89"/>
                    <a:pt x="59" y="89"/>
                    <a:pt x="59" y="89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77"/>
                    <a:pt x="59" y="277"/>
                    <a:pt x="59" y="277"/>
                  </a:cubicBezTo>
                  <a:cubicBezTo>
                    <a:pt x="59" y="277"/>
                    <a:pt x="59" y="277"/>
                    <a:pt x="59" y="277"/>
                  </a:cubicBezTo>
                  <a:cubicBezTo>
                    <a:pt x="59" y="282"/>
                    <a:pt x="63" y="286"/>
                    <a:pt x="67" y="286"/>
                  </a:cubicBezTo>
                  <a:cubicBezTo>
                    <a:pt x="68" y="286"/>
                    <a:pt x="68" y="286"/>
                    <a:pt x="68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7" y="286"/>
                    <a:pt x="187" y="286"/>
                    <a:pt x="187" y="286"/>
                  </a:cubicBezTo>
                  <a:cubicBezTo>
                    <a:pt x="187" y="307"/>
                    <a:pt x="187" y="307"/>
                    <a:pt x="187" y="307"/>
                  </a:cubicBezTo>
                  <a:cubicBezTo>
                    <a:pt x="185" y="307"/>
                    <a:pt x="185" y="307"/>
                    <a:pt x="185" y="307"/>
                  </a:cubicBezTo>
                  <a:cubicBezTo>
                    <a:pt x="185" y="307"/>
                    <a:pt x="185" y="307"/>
                    <a:pt x="185" y="307"/>
                  </a:cubicBezTo>
                  <a:cubicBezTo>
                    <a:pt x="153" y="307"/>
                    <a:pt x="153" y="307"/>
                    <a:pt x="153" y="307"/>
                  </a:cubicBezTo>
                  <a:cubicBezTo>
                    <a:pt x="153" y="307"/>
                    <a:pt x="153" y="307"/>
                    <a:pt x="153" y="307"/>
                  </a:cubicBezTo>
                  <a:cubicBezTo>
                    <a:pt x="148" y="307"/>
                    <a:pt x="145" y="310"/>
                    <a:pt x="145" y="315"/>
                  </a:cubicBezTo>
                  <a:cubicBezTo>
                    <a:pt x="145" y="315"/>
                    <a:pt x="145" y="315"/>
                    <a:pt x="145" y="315"/>
                  </a:cubicBezTo>
                  <a:cubicBezTo>
                    <a:pt x="145" y="326"/>
                    <a:pt x="145" y="326"/>
                    <a:pt x="145" y="326"/>
                  </a:cubicBezTo>
                  <a:cubicBezTo>
                    <a:pt x="145" y="326"/>
                    <a:pt x="145" y="326"/>
                    <a:pt x="145" y="326"/>
                  </a:cubicBezTo>
                  <a:cubicBezTo>
                    <a:pt x="145" y="351"/>
                    <a:pt x="145" y="351"/>
                    <a:pt x="145" y="351"/>
                  </a:cubicBezTo>
                  <a:cubicBezTo>
                    <a:pt x="86" y="351"/>
                    <a:pt x="86" y="351"/>
                    <a:pt x="86" y="351"/>
                  </a:cubicBezTo>
                  <a:cubicBezTo>
                    <a:pt x="87" y="400"/>
                    <a:pt x="87" y="400"/>
                    <a:pt x="87" y="400"/>
                  </a:cubicBezTo>
                  <a:cubicBezTo>
                    <a:pt x="103" y="418"/>
                    <a:pt x="103" y="418"/>
                    <a:pt x="103" y="418"/>
                  </a:cubicBezTo>
                  <a:cubicBezTo>
                    <a:pt x="103" y="451"/>
                    <a:pt x="103" y="451"/>
                    <a:pt x="103" y="451"/>
                  </a:cubicBezTo>
                  <a:cubicBezTo>
                    <a:pt x="122" y="459"/>
                    <a:pt x="122" y="459"/>
                    <a:pt x="122" y="459"/>
                  </a:cubicBezTo>
                  <a:cubicBezTo>
                    <a:pt x="122" y="505"/>
                    <a:pt x="122" y="505"/>
                    <a:pt x="122" y="505"/>
                  </a:cubicBezTo>
                  <a:cubicBezTo>
                    <a:pt x="38" y="520"/>
                    <a:pt x="7" y="539"/>
                    <a:pt x="4" y="540"/>
                  </a:cubicBezTo>
                  <a:cubicBezTo>
                    <a:pt x="0" y="540"/>
                    <a:pt x="19" y="543"/>
                    <a:pt x="46" y="556"/>
                  </a:cubicBezTo>
                  <a:cubicBezTo>
                    <a:pt x="80" y="572"/>
                    <a:pt x="76" y="581"/>
                    <a:pt x="76" y="581"/>
                  </a:cubicBezTo>
                  <a:cubicBezTo>
                    <a:pt x="76" y="581"/>
                    <a:pt x="135" y="543"/>
                    <a:pt x="263" y="520"/>
                  </a:cubicBezTo>
                  <a:cubicBezTo>
                    <a:pt x="330" y="508"/>
                    <a:pt x="451" y="503"/>
                    <a:pt x="495" y="512"/>
                  </a:cubicBezTo>
                  <a:cubicBezTo>
                    <a:pt x="495" y="512"/>
                    <a:pt x="461" y="504"/>
                    <a:pt x="413" y="49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Freeform 53">
              <a:extLst>
                <a:ext uri="{FF2B5EF4-FFF2-40B4-BE49-F238E27FC236}">
                  <a16:creationId xmlns:a16="http://schemas.microsoft.com/office/drawing/2014/main" id="{45425EF7-6385-4D0B-A112-1C196F41AF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04858" y="3977648"/>
              <a:ext cx="1793875" cy="1787526"/>
            </a:xfrm>
            <a:custGeom>
              <a:avLst/>
              <a:gdLst>
                <a:gd name="T0" fmla="*/ 484 w 968"/>
                <a:gd name="T1" fmla="*/ 953 h 967"/>
                <a:gd name="T2" fmla="*/ 14 w 968"/>
                <a:gd name="T3" fmla="*/ 482 h 967"/>
                <a:gd name="T4" fmla="*/ 484 w 968"/>
                <a:gd name="T5" fmla="*/ 12 h 967"/>
                <a:gd name="T6" fmla="*/ 954 w 968"/>
                <a:gd name="T7" fmla="*/ 482 h 967"/>
                <a:gd name="T8" fmla="*/ 484 w 968"/>
                <a:gd name="T9" fmla="*/ 953 h 967"/>
                <a:gd name="T10" fmla="*/ 484 w 968"/>
                <a:gd name="T11" fmla="*/ 0 h 967"/>
                <a:gd name="T12" fmla="*/ 0 w 968"/>
                <a:gd name="T13" fmla="*/ 483 h 967"/>
                <a:gd name="T14" fmla="*/ 484 w 968"/>
                <a:gd name="T15" fmla="*/ 967 h 967"/>
                <a:gd name="T16" fmla="*/ 968 w 968"/>
                <a:gd name="T17" fmla="*/ 483 h 967"/>
                <a:gd name="T18" fmla="*/ 484 w 968"/>
                <a:gd name="T19" fmla="*/ 0 h 9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8" h="967">
                  <a:moveTo>
                    <a:pt x="484" y="953"/>
                  </a:moveTo>
                  <a:cubicBezTo>
                    <a:pt x="224" y="953"/>
                    <a:pt x="14" y="742"/>
                    <a:pt x="14" y="482"/>
                  </a:cubicBezTo>
                  <a:cubicBezTo>
                    <a:pt x="14" y="223"/>
                    <a:pt x="224" y="12"/>
                    <a:pt x="484" y="12"/>
                  </a:cubicBezTo>
                  <a:cubicBezTo>
                    <a:pt x="744" y="12"/>
                    <a:pt x="954" y="223"/>
                    <a:pt x="954" y="482"/>
                  </a:cubicBezTo>
                  <a:cubicBezTo>
                    <a:pt x="954" y="742"/>
                    <a:pt x="744" y="953"/>
                    <a:pt x="484" y="953"/>
                  </a:cubicBezTo>
                  <a:close/>
                  <a:moveTo>
                    <a:pt x="484" y="0"/>
                  </a:moveTo>
                  <a:cubicBezTo>
                    <a:pt x="217" y="0"/>
                    <a:pt x="0" y="216"/>
                    <a:pt x="0" y="483"/>
                  </a:cubicBezTo>
                  <a:cubicBezTo>
                    <a:pt x="0" y="750"/>
                    <a:pt x="217" y="967"/>
                    <a:pt x="484" y="967"/>
                  </a:cubicBezTo>
                  <a:cubicBezTo>
                    <a:pt x="751" y="967"/>
                    <a:pt x="968" y="750"/>
                    <a:pt x="968" y="483"/>
                  </a:cubicBezTo>
                  <a:cubicBezTo>
                    <a:pt x="968" y="216"/>
                    <a:pt x="751" y="0"/>
                    <a:pt x="48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Freeform 54">
              <a:extLst>
                <a:ext uri="{FF2B5EF4-FFF2-40B4-BE49-F238E27FC236}">
                  <a16:creationId xmlns:a16="http://schemas.microsoft.com/office/drawing/2014/main" id="{055993F8-9DEA-46BA-A6E9-1748D40635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8058" y="4552323"/>
              <a:ext cx="65088" cy="60325"/>
            </a:xfrm>
            <a:custGeom>
              <a:avLst/>
              <a:gdLst>
                <a:gd name="T0" fmla="*/ 23 w 35"/>
                <a:gd name="T1" fmla="*/ 3 h 32"/>
                <a:gd name="T2" fmla="*/ 10 w 35"/>
                <a:gd name="T3" fmla="*/ 1 h 32"/>
                <a:gd name="T4" fmla="*/ 2 w 35"/>
                <a:gd name="T5" fmla="*/ 9 h 32"/>
                <a:gd name="T6" fmla="*/ 1 w 35"/>
                <a:gd name="T7" fmla="*/ 20 h 32"/>
                <a:gd name="T8" fmla="*/ 11 w 35"/>
                <a:gd name="T9" fmla="*/ 29 h 32"/>
                <a:gd name="T10" fmla="*/ 25 w 35"/>
                <a:gd name="T11" fmla="*/ 31 h 32"/>
                <a:gd name="T12" fmla="*/ 33 w 35"/>
                <a:gd name="T13" fmla="*/ 23 h 32"/>
                <a:gd name="T14" fmla="*/ 33 w 35"/>
                <a:gd name="T15" fmla="*/ 12 h 32"/>
                <a:gd name="T16" fmla="*/ 23 w 35"/>
                <a:gd name="T17" fmla="*/ 3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" h="32">
                  <a:moveTo>
                    <a:pt x="23" y="3"/>
                  </a:moveTo>
                  <a:cubicBezTo>
                    <a:pt x="18" y="0"/>
                    <a:pt x="13" y="0"/>
                    <a:pt x="10" y="1"/>
                  </a:cubicBezTo>
                  <a:cubicBezTo>
                    <a:pt x="6" y="2"/>
                    <a:pt x="3" y="5"/>
                    <a:pt x="2" y="9"/>
                  </a:cubicBezTo>
                  <a:cubicBezTo>
                    <a:pt x="0" y="13"/>
                    <a:pt x="0" y="17"/>
                    <a:pt x="1" y="20"/>
                  </a:cubicBezTo>
                  <a:cubicBezTo>
                    <a:pt x="3" y="24"/>
                    <a:pt x="6" y="27"/>
                    <a:pt x="11" y="29"/>
                  </a:cubicBezTo>
                  <a:cubicBezTo>
                    <a:pt x="16" y="31"/>
                    <a:pt x="21" y="32"/>
                    <a:pt x="25" y="31"/>
                  </a:cubicBezTo>
                  <a:cubicBezTo>
                    <a:pt x="28" y="29"/>
                    <a:pt x="31" y="27"/>
                    <a:pt x="33" y="23"/>
                  </a:cubicBezTo>
                  <a:cubicBezTo>
                    <a:pt x="35" y="19"/>
                    <a:pt x="35" y="15"/>
                    <a:pt x="33" y="12"/>
                  </a:cubicBezTo>
                  <a:cubicBezTo>
                    <a:pt x="32" y="8"/>
                    <a:pt x="28" y="5"/>
                    <a:pt x="2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" name="Freeform 55">
              <a:extLst>
                <a:ext uri="{FF2B5EF4-FFF2-40B4-BE49-F238E27FC236}">
                  <a16:creationId xmlns:a16="http://schemas.microsoft.com/office/drawing/2014/main" id="{121C4019-58B2-4336-A5C8-41A1D3EEC0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1145" y="5347661"/>
              <a:ext cx="41275" cy="74613"/>
            </a:xfrm>
            <a:custGeom>
              <a:avLst/>
              <a:gdLst>
                <a:gd name="T0" fmla="*/ 22 w 22"/>
                <a:gd name="T1" fmla="*/ 0 h 40"/>
                <a:gd name="T2" fmla="*/ 22 w 22"/>
                <a:gd name="T3" fmla="*/ 40 h 40"/>
                <a:gd name="T4" fmla="*/ 11 w 22"/>
                <a:gd name="T5" fmla="*/ 40 h 40"/>
                <a:gd name="T6" fmla="*/ 11 w 22"/>
                <a:gd name="T7" fmla="*/ 14 h 40"/>
                <a:gd name="T8" fmla="*/ 6 w 22"/>
                <a:gd name="T9" fmla="*/ 17 h 40"/>
                <a:gd name="T10" fmla="*/ 0 w 22"/>
                <a:gd name="T11" fmla="*/ 19 h 40"/>
                <a:gd name="T12" fmla="*/ 0 w 22"/>
                <a:gd name="T13" fmla="*/ 11 h 40"/>
                <a:gd name="T14" fmla="*/ 8 w 22"/>
                <a:gd name="T15" fmla="*/ 6 h 40"/>
                <a:gd name="T16" fmla="*/ 13 w 22"/>
                <a:gd name="T17" fmla="*/ 0 h 40"/>
                <a:gd name="T18" fmla="*/ 22 w 22"/>
                <a:gd name="T1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40">
                  <a:moveTo>
                    <a:pt x="22" y="0"/>
                  </a:moveTo>
                  <a:cubicBezTo>
                    <a:pt x="22" y="40"/>
                    <a:pt x="22" y="40"/>
                    <a:pt x="22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9" y="15"/>
                    <a:pt x="8" y="16"/>
                    <a:pt x="6" y="17"/>
                  </a:cubicBezTo>
                  <a:cubicBezTo>
                    <a:pt x="4" y="18"/>
                    <a:pt x="2" y="19"/>
                    <a:pt x="0" y="19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4" y="10"/>
                    <a:pt x="6" y="8"/>
                    <a:pt x="8" y="6"/>
                  </a:cubicBezTo>
                  <a:cubicBezTo>
                    <a:pt x="10" y="5"/>
                    <a:pt x="12" y="3"/>
                    <a:pt x="13" y="0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Freeform 56">
              <a:extLst>
                <a:ext uri="{FF2B5EF4-FFF2-40B4-BE49-F238E27FC236}">
                  <a16:creationId xmlns:a16="http://schemas.microsoft.com/office/drawing/2014/main" id="{4E1BFDFE-14F3-43F3-96A9-4983249295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39883" y="5347661"/>
              <a:ext cx="60325" cy="74613"/>
            </a:xfrm>
            <a:custGeom>
              <a:avLst/>
              <a:gdLst>
                <a:gd name="T0" fmla="*/ 21 w 32"/>
                <a:gd name="T1" fmla="*/ 14 h 40"/>
                <a:gd name="T2" fmla="*/ 19 w 32"/>
                <a:gd name="T3" fmla="*/ 9 h 40"/>
                <a:gd name="T4" fmla="*/ 15 w 32"/>
                <a:gd name="T5" fmla="*/ 7 h 40"/>
                <a:gd name="T6" fmla="*/ 12 w 32"/>
                <a:gd name="T7" fmla="*/ 9 h 40"/>
                <a:gd name="T8" fmla="*/ 10 w 32"/>
                <a:gd name="T9" fmla="*/ 13 h 40"/>
                <a:gd name="T10" fmla="*/ 12 w 32"/>
                <a:gd name="T11" fmla="*/ 18 h 40"/>
                <a:gd name="T12" fmla="*/ 15 w 32"/>
                <a:gd name="T13" fmla="*/ 20 h 40"/>
                <a:gd name="T14" fmla="*/ 19 w 32"/>
                <a:gd name="T15" fmla="*/ 18 h 40"/>
                <a:gd name="T16" fmla="*/ 21 w 32"/>
                <a:gd name="T17" fmla="*/ 14 h 40"/>
                <a:gd name="T18" fmla="*/ 1 w 32"/>
                <a:gd name="T19" fmla="*/ 31 h 40"/>
                <a:gd name="T20" fmla="*/ 12 w 32"/>
                <a:gd name="T21" fmla="*/ 30 h 40"/>
                <a:gd name="T22" fmla="*/ 13 w 32"/>
                <a:gd name="T23" fmla="*/ 33 h 40"/>
                <a:gd name="T24" fmla="*/ 15 w 32"/>
                <a:gd name="T25" fmla="*/ 34 h 40"/>
                <a:gd name="T26" fmla="*/ 20 w 32"/>
                <a:gd name="T27" fmla="*/ 31 h 40"/>
                <a:gd name="T28" fmla="*/ 21 w 32"/>
                <a:gd name="T29" fmla="*/ 23 h 40"/>
                <a:gd name="T30" fmla="*/ 17 w 32"/>
                <a:gd name="T31" fmla="*/ 26 h 40"/>
                <a:gd name="T32" fmla="*/ 13 w 32"/>
                <a:gd name="T33" fmla="*/ 27 h 40"/>
                <a:gd name="T34" fmla="*/ 4 w 32"/>
                <a:gd name="T35" fmla="*/ 23 h 40"/>
                <a:gd name="T36" fmla="*/ 0 w 32"/>
                <a:gd name="T37" fmla="*/ 14 h 40"/>
                <a:gd name="T38" fmla="*/ 2 w 32"/>
                <a:gd name="T39" fmla="*/ 7 h 40"/>
                <a:gd name="T40" fmla="*/ 7 w 32"/>
                <a:gd name="T41" fmla="*/ 2 h 40"/>
                <a:gd name="T42" fmla="*/ 15 w 32"/>
                <a:gd name="T43" fmla="*/ 0 h 40"/>
                <a:gd name="T44" fmla="*/ 24 w 32"/>
                <a:gd name="T45" fmla="*/ 2 h 40"/>
                <a:gd name="T46" fmla="*/ 30 w 32"/>
                <a:gd name="T47" fmla="*/ 9 h 40"/>
                <a:gd name="T48" fmla="*/ 32 w 32"/>
                <a:gd name="T49" fmla="*/ 20 h 40"/>
                <a:gd name="T50" fmla="*/ 28 w 32"/>
                <a:gd name="T51" fmla="*/ 35 h 40"/>
                <a:gd name="T52" fmla="*/ 15 w 32"/>
                <a:gd name="T53" fmla="*/ 40 h 40"/>
                <a:gd name="T54" fmla="*/ 8 w 32"/>
                <a:gd name="T55" fmla="*/ 39 h 40"/>
                <a:gd name="T56" fmla="*/ 4 w 32"/>
                <a:gd name="T57" fmla="*/ 36 h 40"/>
                <a:gd name="T58" fmla="*/ 1 w 32"/>
                <a:gd name="T59" fmla="*/ 3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2" h="40">
                  <a:moveTo>
                    <a:pt x="21" y="14"/>
                  </a:moveTo>
                  <a:cubicBezTo>
                    <a:pt x="21" y="12"/>
                    <a:pt x="20" y="10"/>
                    <a:pt x="19" y="9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4" y="7"/>
                    <a:pt x="13" y="8"/>
                    <a:pt x="12" y="9"/>
                  </a:cubicBezTo>
                  <a:cubicBezTo>
                    <a:pt x="11" y="10"/>
                    <a:pt x="10" y="11"/>
                    <a:pt x="10" y="13"/>
                  </a:cubicBezTo>
                  <a:cubicBezTo>
                    <a:pt x="10" y="16"/>
                    <a:pt x="11" y="17"/>
                    <a:pt x="12" y="18"/>
                  </a:cubicBezTo>
                  <a:cubicBezTo>
                    <a:pt x="13" y="20"/>
                    <a:pt x="14" y="20"/>
                    <a:pt x="15" y="20"/>
                  </a:cubicBezTo>
                  <a:cubicBezTo>
                    <a:pt x="17" y="20"/>
                    <a:pt x="18" y="20"/>
                    <a:pt x="19" y="18"/>
                  </a:cubicBezTo>
                  <a:cubicBezTo>
                    <a:pt x="20" y="17"/>
                    <a:pt x="21" y="16"/>
                    <a:pt x="21" y="14"/>
                  </a:cubicBezTo>
                  <a:close/>
                  <a:moveTo>
                    <a:pt x="1" y="31"/>
                  </a:moveTo>
                  <a:cubicBezTo>
                    <a:pt x="12" y="30"/>
                    <a:pt x="12" y="30"/>
                    <a:pt x="12" y="30"/>
                  </a:cubicBezTo>
                  <a:cubicBezTo>
                    <a:pt x="12" y="31"/>
                    <a:pt x="12" y="32"/>
                    <a:pt x="13" y="33"/>
                  </a:cubicBezTo>
                  <a:cubicBezTo>
                    <a:pt x="14" y="33"/>
                    <a:pt x="15" y="34"/>
                    <a:pt x="15" y="34"/>
                  </a:cubicBezTo>
                  <a:cubicBezTo>
                    <a:pt x="17" y="34"/>
                    <a:pt x="19" y="33"/>
                    <a:pt x="20" y="31"/>
                  </a:cubicBezTo>
                  <a:cubicBezTo>
                    <a:pt x="20" y="30"/>
                    <a:pt x="21" y="27"/>
                    <a:pt x="21" y="23"/>
                  </a:cubicBezTo>
                  <a:cubicBezTo>
                    <a:pt x="20" y="24"/>
                    <a:pt x="19" y="25"/>
                    <a:pt x="17" y="26"/>
                  </a:cubicBezTo>
                  <a:cubicBezTo>
                    <a:pt x="16" y="26"/>
                    <a:pt x="14" y="27"/>
                    <a:pt x="13" y="27"/>
                  </a:cubicBezTo>
                  <a:cubicBezTo>
                    <a:pt x="9" y="27"/>
                    <a:pt x="6" y="26"/>
                    <a:pt x="4" y="23"/>
                  </a:cubicBezTo>
                  <a:cubicBezTo>
                    <a:pt x="1" y="21"/>
                    <a:pt x="0" y="17"/>
                    <a:pt x="0" y="14"/>
                  </a:cubicBezTo>
                  <a:cubicBezTo>
                    <a:pt x="0" y="11"/>
                    <a:pt x="1" y="9"/>
                    <a:pt x="2" y="7"/>
                  </a:cubicBezTo>
                  <a:cubicBezTo>
                    <a:pt x="3" y="5"/>
                    <a:pt x="5" y="3"/>
                    <a:pt x="7" y="2"/>
                  </a:cubicBezTo>
                  <a:cubicBezTo>
                    <a:pt x="9" y="1"/>
                    <a:pt x="12" y="0"/>
                    <a:pt x="15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7" y="4"/>
                    <a:pt x="29" y="6"/>
                    <a:pt x="30" y="9"/>
                  </a:cubicBezTo>
                  <a:cubicBezTo>
                    <a:pt x="31" y="11"/>
                    <a:pt x="32" y="15"/>
                    <a:pt x="32" y="20"/>
                  </a:cubicBezTo>
                  <a:cubicBezTo>
                    <a:pt x="32" y="27"/>
                    <a:pt x="31" y="32"/>
                    <a:pt x="28" y="35"/>
                  </a:cubicBezTo>
                  <a:cubicBezTo>
                    <a:pt x="25" y="39"/>
                    <a:pt x="21" y="40"/>
                    <a:pt x="15" y="40"/>
                  </a:cubicBezTo>
                  <a:cubicBezTo>
                    <a:pt x="12" y="40"/>
                    <a:pt x="10" y="40"/>
                    <a:pt x="8" y="39"/>
                  </a:cubicBezTo>
                  <a:cubicBezTo>
                    <a:pt x="6" y="38"/>
                    <a:pt x="5" y="37"/>
                    <a:pt x="4" y="36"/>
                  </a:cubicBezTo>
                  <a:cubicBezTo>
                    <a:pt x="2" y="35"/>
                    <a:pt x="2" y="33"/>
                    <a:pt x="1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Freeform 57">
              <a:extLst>
                <a:ext uri="{FF2B5EF4-FFF2-40B4-BE49-F238E27FC236}">
                  <a16:creationId xmlns:a16="http://schemas.microsoft.com/office/drawing/2014/main" id="{DB8CF6AA-A277-4BB3-9468-1EB39BFE9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4970" y="5349248"/>
              <a:ext cx="60325" cy="73025"/>
            </a:xfrm>
            <a:custGeom>
              <a:avLst/>
              <a:gdLst>
                <a:gd name="T0" fmla="*/ 4 w 32"/>
                <a:gd name="T1" fmla="*/ 0 h 39"/>
                <a:gd name="T2" fmla="*/ 30 w 32"/>
                <a:gd name="T3" fmla="*/ 0 h 39"/>
                <a:gd name="T4" fmla="*/ 30 w 32"/>
                <a:gd name="T5" fmla="*/ 8 h 39"/>
                <a:gd name="T6" fmla="*/ 13 w 32"/>
                <a:gd name="T7" fmla="*/ 8 h 39"/>
                <a:gd name="T8" fmla="*/ 12 w 32"/>
                <a:gd name="T9" fmla="*/ 14 h 39"/>
                <a:gd name="T10" fmla="*/ 15 w 32"/>
                <a:gd name="T11" fmla="*/ 13 h 39"/>
                <a:gd name="T12" fmla="*/ 19 w 32"/>
                <a:gd name="T13" fmla="*/ 13 h 39"/>
                <a:gd name="T14" fmla="*/ 28 w 32"/>
                <a:gd name="T15" fmla="*/ 16 h 39"/>
                <a:gd name="T16" fmla="*/ 32 w 32"/>
                <a:gd name="T17" fmla="*/ 25 h 39"/>
                <a:gd name="T18" fmla="*/ 30 w 32"/>
                <a:gd name="T19" fmla="*/ 32 h 39"/>
                <a:gd name="T20" fmla="*/ 25 w 32"/>
                <a:gd name="T21" fmla="*/ 37 h 39"/>
                <a:gd name="T22" fmla="*/ 16 w 32"/>
                <a:gd name="T23" fmla="*/ 39 h 39"/>
                <a:gd name="T24" fmla="*/ 9 w 32"/>
                <a:gd name="T25" fmla="*/ 39 h 39"/>
                <a:gd name="T26" fmla="*/ 5 w 32"/>
                <a:gd name="T27" fmla="*/ 36 h 39"/>
                <a:gd name="T28" fmla="*/ 2 w 32"/>
                <a:gd name="T29" fmla="*/ 33 h 39"/>
                <a:gd name="T30" fmla="*/ 0 w 32"/>
                <a:gd name="T31" fmla="*/ 29 h 39"/>
                <a:gd name="T32" fmla="*/ 11 w 32"/>
                <a:gd name="T33" fmla="*/ 27 h 39"/>
                <a:gd name="T34" fmla="*/ 12 w 32"/>
                <a:gd name="T35" fmla="*/ 31 h 39"/>
                <a:gd name="T36" fmla="*/ 16 w 32"/>
                <a:gd name="T37" fmla="*/ 33 h 39"/>
                <a:gd name="T38" fmla="*/ 20 w 32"/>
                <a:gd name="T39" fmla="*/ 31 h 39"/>
                <a:gd name="T40" fmla="*/ 21 w 32"/>
                <a:gd name="T41" fmla="*/ 26 h 39"/>
                <a:gd name="T42" fmla="*/ 20 w 32"/>
                <a:gd name="T43" fmla="*/ 21 h 39"/>
                <a:gd name="T44" fmla="*/ 16 w 32"/>
                <a:gd name="T45" fmla="*/ 19 h 39"/>
                <a:gd name="T46" fmla="*/ 13 w 32"/>
                <a:gd name="T47" fmla="*/ 20 h 39"/>
                <a:gd name="T48" fmla="*/ 10 w 32"/>
                <a:gd name="T49" fmla="*/ 22 h 39"/>
                <a:gd name="T50" fmla="*/ 1 w 32"/>
                <a:gd name="T51" fmla="*/ 21 h 39"/>
                <a:gd name="T52" fmla="*/ 4 w 32"/>
                <a:gd name="T5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" h="39">
                  <a:moveTo>
                    <a:pt x="4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3" y="14"/>
                    <a:pt x="14" y="13"/>
                    <a:pt x="15" y="13"/>
                  </a:cubicBezTo>
                  <a:cubicBezTo>
                    <a:pt x="17" y="13"/>
                    <a:pt x="18" y="13"/>
                    <a:pt x="19" y="13"/>
                  </a:cubicBezTo>
                  <a:cubicBezTo>
                    <a:pt x="23" y="13"/>
                    <a:pt x="26" y="14"/>
                    <a:pt x="28" y="16"/>
                  </a:cubicBezTo>
                  <a:cubicBezTo>
                    <a:pt x="31" y="18"/>
                    <a:pt x="32" y="21"/>
                    <a:pt x="32" y="25"/>
                  </a:cubicBezTo>
                  <a:cubicBezTo>
                    <a:pt x="32" y="27"/>
                    <a:pt x="31" y="30"/>
                    <a:pt x="30" y="32"/>
                  </a:cubicBezTo>
                  <a:cubicBezTo>
                    <a:pt x="29" y="35"/>
                    <a:pt x="27" y="36"/>
                    <a:pt x="25" y="37"/>
                  </a:cubicBezTo>
                  <a:cubicBezTo>
                    <a:pt x="22" y="39"/>
                    <a:pt x="20" y="39"/>
                    <a:pt x="16" y="39"/>
                  </a:cubicBezTo>
                  <a:cubicBezTo>
                    <a:pt x="13" y="39"/>
                    <a:pt x="11" y="39"/>
                    <a:pt x="9" y="39"/>
                  </a:cubicBezTo>
                  <a:cubicBezTo>
                    <a:pt x="8" y="38"/>
                    <a:pt x="6" y="37"/>
                    <a:pt x="5" y="36"/>
                  </a:cubicBezTo>
                  <a:cubicBezTo>
                    <a:pt x="4" y="35"/>
                    <a:pt x="2" y="34"/>
                    <a:pt x="2" y="33"/>
                  </a:cubicBezTo>
                  <a:cubicBezTo>
                    <a:pt x="1" y="32"/>
                    <a:pt x="0" y="30"/>
                    <a:pt x="0" y="29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9"/>
                    <a:pt x="11" y="30"/>
                    <a:pt x="12" y="31"/>
                  </a:cubicBezTo>
                  <a:cubicBezTo>
                    <a:pt x="13" y="32"/>
                    <a:pt x="15" y="33"/>
                    <a:pt x="16" y="33"/>
                  </a:cubicBezTo>
                  <a:cubicBezTo>
                    <a:pt x="17" y="33"/>
                    <a:pt x="19" y="32"/>
                    <a:pt x="20" y="31"/>
                  </a:cubicBezTo>
                  <a:cubicBezTo>
                    <a:pt x="21" y="30"/>
                    <a:pt x="21" y="28"/>
                    <a:pt x="21" y="26"/>
                  </a:cubicBezTo>
                  <a:cubicBezTo>
                    <a:pt x="21" y="24"/>
                    <a:pt x="21" y="22"/>
                    <a:pt x="20" y="21"/>
                  </a:cubicBezTo>
                  <a:cubicBezTo>
                    <a:pt x="19" y="20"/>
                    <a:pt x="17" y="19"/>
                    <a:pt x="16" y="19"/>
                  </a:cubicBezTo>
                  <a:cubicBezTo>
                    <a:pt x="15" y="19"/>
                    <a:pt x="14" y="20"/>
                    <a:pt x="13" y="20"/>
                  </a:cubicBezTo>
                  <a:cubicBezTo>
                    <a:pt x="12" y="20"/>
                    <a:pt x="11" y="21"/>
                    <a:pt x="10" y="22"/>
                  </a:cubicBezTo>
                  <a:cubicBezTo>
                    <a:pt x="1" y="21"/>
                    <a:pt x="1" y="21"/>
                    <a:pt x="1" y="21"/>
                  </a:cubicBez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Freeform 58">
              <a:extLst>
                <a:ext uri="{FF2B5EF4-FFF2-40B4-BE49-F238E27FC236}">
                  <a16:creationId xmlns:a16="http://schemas.microsoft.com/office/drawing/2014/main" id="{78D65A36-0655-44D3-8E49-7457D01C8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0058" y="5347661"/>
              <a:ext cx="57150" cy="74613"/>
            </a:xfrm>
            <a:custGeom>
              <a:avLst/>
              <a:gdLst>
                <a:gd name="T0" fmla="*/ 10 w 31"/>
                <a:gd name="T1" fmla="*/ 12 h 40"/>
                <a:gd name="T2" fmla="*/ 0 w 31"/>
                <a:gd name="T3" fmla="*/ 10 h 40"/>
                <a:gd name="T4" fmla="*/ 5 w 31"/>
                <a:gd name="T5" fmla="*/ 3 h 40"/>
                <a:gd name="T6" fmla="*/ 15 w 31"/>
                <a:gd name="T7" fmla="*/ 0 h 40"/>
                <a:gd name="T8" fmla="*/ 26 w 31"/>
                <a:gd name="T9" fmla="*/ 3 h 40"/>
                <a:gd name="T10" fmla="*/ 30 w 31"/>
                <a:gd name="T11" fmla="*/ 10 h 40"/>
                <a:gd name="T12" fmla="*/ 28 w 31"/>
                <a:gd name="T13" fmla="*/ 15 h 40"/>
                <a:gd name="T14" fmla="*/ 24 w 31"/>
                <a:gd name="T15" fmla="*/ 18 h 40"/>
                <a:gd name="T16" fmla="*/ 27 w 31"/>
                <a:gd name="T17" fmla="*/ 20 h 40"/>
                <a:gd name="T18" fmla="*/ 30 w 31"/>
                <a:gd name="T19" fmla="*/ 23 h 40"/>
                <a:gd name="T20" fmla="*/ 31 w 31"/>
                <a:gd name="T21" fmla="*/ 27 h 40"/>
                <a:gd name="T22" fmla="*/ 30 w 31"/>
                <a:gd name="T23" fmla="*/ 34 h 40"/>
                <a:gd name="T24" fmla="*/ 25 w 31"/>
                <a:gd name="T25" fmla="*/ 39 h 40"/>
                <a:gd name="T26" fmla="*/ 16 w 31"/>
                <a:gd name="T27" fmla="*/ 40 h 40"/>
                <a:gd name="T28" fmla="*/ 8 w 31"/>
                <a:gd name="T29" fmla="*/ 39 h 40"/>
                <a:gd name="T30" fmla="*/ 3 w 31"/>
                <a:gd name="T31" fmla="*/ 35 h 40"/>
                <a:gd name="T32" fmla="*/ 0 w 31"/>
                <a:gd name="T33" fmla="*/ 29 h 40"/>
                <a:gd name="T34" fmla="*/ 10 w 31"/>
                <a:gd name="T35" fmla="*/ 28 h 40"/>
                <a:gd name="T36" fmla="*/ 12 w 31"/>
                <a:gd name="T37" fmla="*/ 32 h 40"/>
                <a:gd name="T38" fmla="*/ 16 w 31"/>
                <a:gd name="T39" fmla="*/ 34 h 40"/>
                <a:gd name="T40" fmla="*/ 19 w 31"/>
                <a:gd name="T41" fmla="*/ 32 h 40"/>
                <a:gd name="T42" fmla="*/ 21 w 31"/>
                <a:gd name="T43" fmla="*/ 28 h 40"/>
                <a:gd name="T44" fmla="*/ 19 w 31"/>
                <a:gd name="T45" fmla="*/ 24 h 40"/>
                <a:gd name="T46" fmla="*/ 15 w 31"/>
                <a:gd name="T47" fmla="*/ 22 h 40"/>
                <a:gd name="T48" fmla="*/ 12 w 31"/>
                <a:gd name="T49" fmla="*/ 23 h 40"/>
                <a:gd name="T50" fmla="*/ 13 w 31"/>
                <a:gd name="T51" fmla="*/ 15 h 40"/>
                <a:gd name="T52" fmla="*/ 14 w 31"/>
                <a:gd name="T53" fmla="*/ 15 h 40"/>
                <a:gd name="T54" fmla="*/ 17 w 31"/>
                <a:gd name="T55" fmla="*/ 14 h 40"/>
                <a:gd name="T56" fmla="*/ 19 w 31"/>
                <a:gd name="T57" fmla="*/ 11 h 40"/>
                <a:gd name="T58" fmla="*/ 18 w 31"/>
                <a:gd name="T59" fmla="*/ 8 h 40"/>
                <a:gd name="T60" fmla="*/ 15 w 31"/>
                <a:gd name="T61" fmla="*/ 7 h 40"/>
                <a:gd name="T62" fmla="*/ 12 w 31"/>
                <a:gd name="T63" fmla="*/ 8 h 40"/>
                <a:gd name="T64" fmla="*/ 10 w 31"/>
                <a:gd name="T65" fmla="*/ 1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1" h="40">
                  <a:moveTo>
                    <a:pt x="10" y="12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1" y="7"/>
                    <a:pt x="3" y="5"/>
                    <a:pt x="5" y="3"/>
                  </a:cubicBezTo>
                  <a:cubicBezTo>
                    <a:pt x="7" y="1"/>
                    <a:pt x="11" y="0"/>
                    <a:pt x="15" y="0"/>
                  </a:cubicBezTo>
                  <a:cubicBezTo>
                    <a:pt x="20" y="0"/>
                    <a:pt x="24" y="1"/>
                    <a:pt x="26" y="3"/>
                  </a:cubicBezTo>
                  <a:cubicBezTo>
                    <a:pt x="28" y="5"/>
                    <a:pt x="30" y="7"/>
                    <a:pt x="30" y="10"/>
                  </a:cubicBezTo>
                  <a:cubicBezTo>
                    <a:pt x="30" y="12"/>
                    <a:pt x="29" y="13"/>
                    <a:pt x="28" y="15"/>
                  </a:cubicBezTo>
                  <a:cubicBezTo>
                    <a:pt x="27" y="16"/>
                    <a:pt x="26" y="17"/>
                    <a:pt x="24" y="18"/>
                  </a:cubicBezTo>
                  <a:cubicBezTo>
                    <a:pt x="25" y="19"/>
                    <a:pt x="27" y="19"/>
                    <a:pt x="27" y="20"/>
                  </a:cubicBezTo>
                  <a:cubicBezTo>
                    <a:pt x="29" y="20"/>
                    <a:pt x="30" y="21"/>
                    <a:pt x="30" y="23"/>
                  </a:cubicBezTo>
                  <a:cubicBezTo>
                    <a:pt x="31" y="24"/>
                    <a:pt x="31" y="26"/>
                    <a:pt x="31" y="27"/>
                  </a:cubicBezTo>
                  <a:cubicBezTo>
                    <a:pt x="31" y="30"/>
                    <a:pt x="31" y="32"/>
                    <a:pt x="30" y="34"/>
                  </a:cubicBezTo>
                  <a:cubicBezTo>
                    <a:pt x="29" y="36"/>
                    <a:pt x="27" y="38"/>
                    <a:pt x="25" y="39"/>
                  </a:cubicBezTo>
                  <a:cubicBezTo>
                    <a:pt x="22" y="40"/>
                    <a:pt x="19" y="40"/>
                    <a:pt x="16" y="40"/>
                  </a:cubicBezTo>
                  <a:cubicBezTo>
                    <a:pt x="12" y="40"/>
                    <a:pt x="10" y="40"/>
                    <a:pt x="8" y="39"/>
                  </a:cubicBezTo>
                  <a:cubicBezTo>
                    <a:pt x="6" y="38"/>
                    <a:pt x="4" y="37"/>
                    <a:pt x="3" y="35"/>
                  </a:cubicBezTo>
                  <a:cubicBezTo>
                    <a:pt x="1" y="34"/>
                    <a:pt x="0" y="32"/>
                    <a:pt x="0" y="29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1" y="30"/>
                    <a:pt x="11" y="32"/>
                    <a:pt x="12" y="32"/>
                  </a:cubicBezTo>
                  <a:cubicBezTo>
                    <a:pt x="13" y="33"/>
                    <a:pt x="14" y="34"/>
                    <a:pt x="16" y="34"/>
                  </a:cubicBezTo>
                  <a:cubicBezTo>
                    <a:pt x="17" y="34"/>
                    <a:pt x="18" y="33"/>
                    <a:pt x="19" y="32"/>
                  </a:cubicBezTo>
                  <a:cubicBezTo>
                    <a:pt x="20" y="31"/>
                    <a:pt x="21" y="30"/>
                    <a:pt x="21" y="28"/>
                  </a:cubicBezTo>
                  <a:cubicBezTo>
                    <a:pt x="21" y="26"/>
                    <a:pt x="20" y="25"/>
                    <a:pt x="19" y="24"/>
                  </a:cubicBezTo>
                  <a:cubicBezTo>
                    <a:pt x="18" y="23"/>
                    <a:pt x="17" y="22"/>
                    <a:pt x="15" y="22"/>
                  </a:cubicBezTo>
                  <a:cubicBezTo>
                    <a:pt x="15" y="22"/>
                    <a:pt x="14" y="23"/>
                    <a:pt x="12" y="23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5"/>
                    <a:pt x="14" y="15"/>
                    <a:pt x="14" y="15"/>
                  </a:cubicBezTo>
                  <a:cubicBezTo>
                    <a:pt x="15" y="15"/>
                    <a:pt x="17" y="15"/>
                    <a:pt x="17" y="14"/>
                  </a:cubicBezTo>
                  <a:cubicBezTo>
                    <a:pt x="18" y="13"/>
                    <a:pt x="19" y="12"/>
                    <a:pt x="19" y="11"/>
                  </a:cubicBezTo>
                  <a:cubicBezTo>
                    <a:pt x="19" y="10"/>
                    <a:pt x="18" y="9"/>
                    <a:pt x="18" y="8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4" y="7"/>
                    <a:pt x="13" y="7"/>
                    <a:pt x="12" y="8"/>
                  </a:cubicBezTo>
                  <a:cubicBezTo>
                    <a:pt x="11" y="9"/>
                    <a:pt x="11" y="10"/>
                    <a:pt x="1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Freeform 59">
              <a:extLst>
                <a:ext uri="{FF2B5EF4-FFF2-40B4-BE49-F238E27FC236}">
                  <a16:creationId xmlns:a16="http://schemas.microsoft.com/office/drawing/2014/main" id="{133CAF8F-2240-48FB-A5D0-092D1617917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7933" y="5415923"/>
              <a:ext cx="17463" cy="9525"/>
            </a:xfrm>
            <a:custGeom>
              <a:avLst/>
              <a:gdLst>
                <a:gd name="T0" fmla="*/ 0 w 11"/>
                <a:gd name="T1" fmla="*/ 6 h 6"/>
                <a:gd name="T2" fmla="*/ 5 w 11"/>
                <a:gd name="T3" fmla="*/ 5 h 6"/>
                <a:gd name="T4" fmla="*/ 11 w 11"/>
                <a:gd name="T5" fmla="*/ 2 h 6"/>
                <a:gd name="T6" fmla="*/ 8 w 11"/>
                <a:gd name="T7" fmla="*/ 1 h 6"/>
                <a:gd name="T8" fmla="*/ 4 w 11"/>
                <a:gd name="T9" fmla="*/ 0 h 6"/>
                <a:gd name="T10" fmla="*/ 0 w 11"/>
                <a:gd name="T11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6">
                  <a:moveTo>
                    <a:pt x="0" y="6"/>
                  </a:moveTo>
                  <a:lnTo>
                    <a:pt x="5" y="5"/>
                  </a:lnTo>
                  <a:lnTo>
                    <a:pt x="11" y="2"/>
                  </a:lnTo>
                  <a:lnTo>
                    <a:pt x="8" y="1"/>
                  </a:lnTo>
                  <a:lnTo>
                    <a:pt x="4" y="0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Freeform 60">
              <a:extLst>
                <a:ext uri="{FF2B5EF4-FFF2-40B4-BE49-F238E27FC236}">
                  <a16:creationId xmlns:a16="http://schemas.microsoft.com/office/drawing/2014/main" id="{EF673BFB-5245-4EA1-B1F4-12DD2C4A2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7945" y="4187198"/>
              <a:ext cx="44450" cy="34925"/>
            </a:xfrm>
            <a:custGeom>
              <a:avLst/>
              <a:gdLst>
                <a:gd name="T0" fmla="*/ 22 w 24"/>
                <a:gd name="T1" fmla="*/ 11 h 19"/>
                <a:gd name="T2" fmla="*/ 24 w 24"/>
                <a:gd name="T3" fmla="*/ 8 h 19"/>
                <a:gd name="T4" fmla="*/ 24 w 24"/>
                <a:gd name="T5" fmla="*/ 4 h 19"/>
                <a:gd name="T6" fmla="*/ 21 w 24"/>
                <a:gd name="T7" fmla="*/ 0 h 19"/>
                <a:gd name="T8" fmla="*/ 16 w 24"/>
                <a:gd name="T9" fmla="*/ 0 h 19"/>
                <a:gd name="T10" fmla="*/ 8 w 24"/>
                <a:gd name="T11" fmla="*/ 4 h 19"/>
                <a:gd name="T12" fmla="*/ 0 w 24"/>
                <a:gd name="T13" fmla="*/ 7 h 19"/>
                <a:gd name="T14" fmla="*/ 5 w 24"/>
                <a:gd name="T15" fmla="*/ 19 h 19"/>
                <a:gd name="T16" fmla="*/ 13 w 24"/>
                <a:gd name="T17" fmla="*/ 16 h 19"/>
                <a:gd name="T18" fmla="*/ 22 w 24"/>
                <a:gd name="T19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9">
                  <a:moveTo>
                    <a:pt x="22" y="11"/>
                  </a:moveTo>
                  <a:cubicBezTo>
                    <a:pt x="23" y="10"/>
                    <a:pt x="24" y="9"/>
                    <a:pt x="24" y="8"/>
                  </a:cubicBezTo>
                  <a:cubicBezTo>
                    <a:pt x="24" y="6"/>
                    <a:pt x="24" y="5"/>
                    <a:pt x="24" y="4"/>
                  </a:cubicBezTo>
                  <a:cubicBezTo>
                    <a:pt x="23" y="2"/>
                    <a:pt x="22" y="1"/>
                    <a:pt x="21" y="0"/>
                  </a:cubicBezTo>
                  <a:cubicBezTo>
                    <a:pt x="19" y="0"/>
                    <a:pt x="18" y="0"/>
                    <a:pt x="16" y="0"/>
                  </a:cubicBezTo>
                  <a:cubicBezTo>
                    <a:pt x="15" y="1"/>
                    <a:pt x="12" y="2"/>
                    <a:pt x="8" y="4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8" y="13"/>
                    <a:pt x="21" y="12"/>
                    <a:pt x="22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Freeform 61">
              <a:extLst>
                <a:ext uri="{FF2B5EF4-FFF2-40B4-BE49-F238E27FC236}">
                  <a16:creationId xmlns:a16="http://schemas.microsoft.com/office/drawing/2014/main" id="{887C566D-5AAE-4C01-992E-34CC7BAC8D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7108" y="4461836"/>
              <a:ext cx="36513" cy="46038"/>
            </a:xfrm>
            <a:custGeom>
              <a:avLst/>
              <a:gdLst>
                <a:gd name="T0" fmla="*/ 10 w 20"/>
                <a:gd name="T1" fmla="*/ 23 h 25"/>
                <a:gd name="T2" fmla="*/ 13 w 20"/>
                <a:gd name="T3" fmla="*/ 25 h 25"/>
                <a:gd name="T4" fmla="*/ 17 w 20"/>
                <a:gd name="T5" fmla="*/ 24 h 25"/>
                <a:gd name="T6" fmla="*/ 20 w 20"/>
                <a:gd name="T7" fmla="*/ 20 h 25"/>
                <a:gd name="T8" fmla="*/ 20 w 20"/>
                <a:gd name="T9" fmla="*/ 15 h 25"/>
                <a:gd name="T10" fmla="*/ 15 w 20"/>
                <a:gd name="T11" fmla="*/ 8 h 25"/>
                <a:gd name="T12" fmla="*/ 11 w 20"/>
                <a:gd name="T13" fmla="*/ 0 h 25"/>
                <a:gd name="T14" fmla="*/ 0 w 20"/>
                <a:gd name="T15" fmla="*/ 7 h 25"/>
                <a:gd name="T16" fmla="*/ 4 w 20"/>
                <a:gd name="T17" fmla="*/ 14 h 25"/>
                <a:gd name="T18" fmla="*/ 10 w 20"/>
                <a:gd name="T19" fmla="*/ 2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25">
                  <a:moveTo>
                    <a:pt x="10" y="23"/>
                  </a:moveTo>
                  <a:cubicBezTo>
                    <a:pt x="11" y="24"/>
                    <a:pt x="12" y="24"/>
                    <a:pt x="13" y="25"/>
                  </a:cubicBezTo>
                  <a:cubicBezTo>
                    <a:pt x="15" y="25"/>
                    <a:pt x="16" y="24"/>
                    <a:pt x="17" y="24"/>
                  </a:cubicBezTo>
                  <a:cubicBezTo>
                    <a:pt x="19" y="23"/>
                    <a:pt x="20" y="21"/>
                    <a:pt x="20" y="20"/>
                  </a:cubicBezTo>
                  <a:cubicBezTo>
                    <a:pt x="20" y="19"/>
                    <a:pt x="20" y="17"/>
                    <a:pt x="20" y="15"/>
                  </a:cubicBezTo>
                  <a:cubicBezTo>
                    <a:pt x="19" y="14"/>
                    <a:pt x="18" y="12"/>
                    <a:pt x="15" y="8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7" y="19"/>
                    <a:pt x="9" y="22"/>
                    <a:pt x="10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Freeform 62">
              <a:extLst>
                <a:ext uri="{FF2B5EF4-FFF2-40B4-BE49-F238E27FC236}">
                  <a16:creationId xmlns:a16="http://schemas.microsoft.com/office/drawing/2014/main" id="{3D7121C0-EFD3-4D2C-967A-CD5B1AF057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5358" y="4642811"/>
              <a:ext cx="39688" cy="28575"/>
            </a:xfrm>
            <a:custGeom>
              <a:avLst/>
              <a:gdLst>
                <a:gd name="T0" fmla="*/ 25 w 25"/>
                <a:gd name="T1" fmla="*/ 0 h 18"/>
                <a:gd name="T2" fmla="*/ 0 w 25"/>
                <a:gd name="T3" fmla="*/ 3 h 18"/>
                <a:gd name="T4" fmla="*/ 19 w 25"/>
                <a:gd name="T5" fmla="*/ 18 h 18"/>
                <a:gd name="T6" fmla="*/ 25 w 25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8">
                  <a:moveTo>
                    <a:pt x="25" y="0"/>
                  </a:moveTo>
                  <a:lnTo>
                    <a:pt x="0" y="3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Freeform 63">
              <a:extLst>
                <a:ext uri="{FF2B5EF4-FFF2-40B4-BE49-F238E27FC236}">
                  <a16:creationId xmlns:a16="http://schemas.microsoft.com/office/drawing/2014/main" id="{45839955-055F-49A5-B3BA-6D552FD178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4820" y="5565148"/>
              <a:ext cx="38100" cy="61913"/>
            </a:xfrm>
            <a:custGeom>
              <a:avLst/>
              <a:gdLst>
                <a:gd name="T0" fmla="*/ 7 w 21"/>
                <a:gd name="T1" fmla="*/ 10 h 33"/>
                <a:gd name="T2" fmla="*/ 4 w 21"/>
                <a:gd name="T3" fmla="*/ 12 h 33"/>
                <a:gd name="T4" fmla="*/ 2 w 21"/>
                <a:gd name="T5" fmla="*/ 15 h 33"/>
                <a:gd name="T6" fmla="*/ 1 w 21"/>
                <a:gd name="T7" fmla="*/ 19 h 33"/>
                <a:gd name="T8" fmla="*/ 0 w 21"/>
                <a:gd name="T9" fmla="*/ 23 h 33"/>
                <a:gd name="T10" fmla="*/ 2 w 21"/>
                <a:gd name="T11" fmla="*/ 26 h 33"/>
                <a:gd name="T12" fmla="*/ 9 w 21"/>
                <a:gd name="T13" fmla="*/ 32 h 33"/>
                <a:gd name="T14" fmla="*/ 12 w 21"/>
                <a:gd name="T15" fmla="*/ 33 h 33"/>
                <a:gd name="T16" fmla="*/ 15 w 21"/>
                <a:gd name="T17" fmla="*/ 33 h 33"/>
                <a:gd name="T18" fmla="*/ 19 w 21"/>
                <a:gd name="T19" fmla="*/ 29 h 33"/>
                <a:gd name="T20" fmla="*/ 20 w 21"/>
                <a:gd name="T21" fmla="*/ 26 h 33"/>
                <a:gd name="T22" fmla="*/ 21 w 21"/>
                <a:gd name="T23" fmla="*/ 24 h 33"/>
                <a:gd name="T24" fmla="*/ 20 w 21"/>
                <a:gd name="T25" fmla="*/ 20 h 33"/>
                <a:gd name="T26" fmla="*/ 14 w 21"/>
                <a:gd name="T27" fmla="*/ 16 h 33"/>
                <a:gd name="T28" fmla="*/ 14 w 21"/>
                <a:gd name="T29" fmla="*/ 11 h 33"/>
                <a:gd name="T30" fmla="*/ 17 w 21"/>
                <a:gd name="T31" fmla="*/ 11 h 33"/>
                <a:gd name="T32" fmla="*/ 18 w 21"/>
                <a:gd name="T33" fmla="*/ 8 h 33"/>
                <a:gd name="T34" fmla="*/ 18 w 21"/>
                <a:gd name="T35" fmla="*/ 5 h 33"/>
                <a:gd name="T36" fmla="*/ 18 w 21"/>
                <a:gd name="T37" fmla="*/ 2 h 33"/>
                <a:gd name="T38" fmla="*/ 15 w 21"/>
                <a:gd name="T39" fmla="*/ 2 h 33"/>
                <a:gd name="T40" fmla="*/ 10 w 21"/>
                <a:gd name="T41" fmla="*/ 8 h 33"/>
                <a:gd name="T42" fmla="*/ 9 w 21"/>
                <a:gd name="T43" fmla="*/ 9 h 33"/>
                <a:gd name="T44" fmla="*/ 7 w 21"/>
                <a:gd name="T45" fmla="*/ 1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33">
                  <a:moveTo>
                    <a:pt x="7" y="10"/>
                  </a:moveTo>
                  <a:cubicBezTo>
                    <a:pt x="5" y="10"/>
                    <a:pt x="4" y="12"/>
                    <a:pt x="4" y="12"/>
                  </a:cubicBezTo>
                  <a:cubicBezTo>
                    <a:pt x="1" y="14"/>
                    <a:pt x="2" y="15"/>
                    <a:pt x="2" y="15"/>
                  </a:cubicBezTo>
                  <a:cubicBezTo>
                    <a:pt x="2" y="16"/>
                    <a:pt x="1" y="19"/>
                    <a:pt x="1" y="19"/>
                  </a:cubicBezTo>
                  <a:cubicBezTo>
                    <a:pt x="0" y="20"/>
                    <a:pt x="0" y="23"/>
                    <a:pt x="0" y="23"/>
                  </a:cubicBezTo>
                  <a:cubicBezTo>
                    <a:pt x="0" y="24"/>
                    <a:pt x="2" y="26"/>
                    <a:pt x="2" y="26"/>
                  </a:cubicBezTo>
                  <a:cubicBezTo>
                    <a:pt x="3" y="29"/>
                    <a:pt x="9" y="32"/>
                    <a:pt x="9" y="32"/>
                  </a:cubicBezTo>
                  <a:cubicBezTo>
                    <a:pt x="10" y="33"/>
                    <a:pt x="11" y="33"/>
                    <a:pt x="12" y="33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9" y="33"/>
                    <a:pt x="19" y="29"/>
                    <a:pt x="19" y="29"/>
                  </a:cubicBezTo>
                  <a:cubicBezTo>
                    <a:pt x="18" y="28"/>
                    <a:pt x="20" y="26"/>
                    <a:pt x="20" y="26"/>
                  </a:cubicBezTo>
                  <a:cubicBezTo>
                    <a:pt x="21" y="25"/>
                    <a:pt x="21" y="24"/>
                    <a:pt x="21" y="24"/>
                  </a:cubicBezTo>
                  <a:cubicBezTo>
                    <a:pt x="20" y="23"/>
                    <a:pt x="20" y="20"/>
                    <a:pt x="20" y="20"/>
                  </a:cubicBezTo>
                  <a:cubicBezTo>
                    <a:pt x="18" y="19"/>
                    <a:pt x="14" y="16"/>
                    <a:pt x="14" y="16"/>
                  </a:cubicBezTo>
                  <a:cubicBezTo>
                    <a:pt x="11" y="12"/>
                    <a:pt x="14" y="11"/>
                    <a:pt x="14" y="11"/>
                  </a:cubicBezTo>
                  <a:cubicBezTo>
                    <a:pt x="16" y="12"/>
                    <a:pt x="17" y="11"/>
                    <a:pt x="17" y="11"/>
                  </a:cubicBezTo>
                  <a:cubicBezTo>
                    <a:pt x="19" y="11"/>
                    <a:pt x="18" y="8"/>
                    <a:pt x="18" y="8"/>
                  </a:cubicBezTo>
                  <a:cubicBezTo>
                    <a:pt x="18" y="6"/>
                    <a:pt x="18" y="5"/>
                    <a:pt x="18" y="5"/>
                  </a:cubicBezTo>
                  <a:cubicBezTo>
                    <a:pt x="19" y="2"/>
                    <a:pt x="18" y="2"/>
                    <a:pt x="18" y="2"/>
                  </a:cubicBezTo>
                  <a:cubicBezTo>
                    <a:pt x="16" y="0"/>
                    <a:pt x="15" y="2"/>
                    <a:pt x="15" y="2"/>
                  </a:cubicBezTo>
                  <a:cubicBezTo>
                    <a:pt x="14" y="4"/>
                    <a:pt x="10" y="8"/>
                    <a:pt x="10" y="8"/>
                  </a:cubicBezTo>
                  <a:cubicBezTo>
                    <a:pt x="9" y="8"/>
                    <a:pt x="9" y="9"/>
                    <a:pt x="9" y="9"/>
                  </a:cubicBezTo>
                  <a:cubicBezTo>
                    <a:pt x="8" y="10"/>
                    <a:pt x="7" y="10"/>
                    <a:pt x="7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Freeform 64">
              <a:extLst>
                <a:ext uri="{FF2B5EF4-FFF2-40B4-BE49-F238E27FC236}">
                  <a16:creationId xmlns:a16="http://schemas.microsoft.com/office/drawing/2014/main" id="{B6C6CCCB-35EE-46EE-B908-A1DE910CA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7633" y="5504823"/>
              <a:ext cx="7938" cy="20638"/>
            </a:xfrm>
            <a:custGeom>
              <a:avLst/>
              <a:gdLst>
                <a:gd name="T0" fmla="*/ 0 w 4"/>
                <a:gd name="T1" fmla="*/ 0 h 11"/>
                <a:gd name="T2" fmla="*/ 2 w 4"/>
                <a:gd name="T3" fmla="*/ 5 h 11"/>
                <a:gd name="T4" fmla="*/ 2 w 4"/>
                <a:gd name="T5" fmla="*/ 7 h 11"/>
                <a:gd name="T6" fmla="*/ 3 w 4"/>
                <a:gd name="T7" fmla="*/ 10 h 11"/>
                <a:gd name="T8" fmla="*/ 4 w 4"/>
                <a:gd name="T9" fmla="*/ 9 h 11"/>
                <a:gd name="T10" fmla="*/ 3 w 4"/>
                <a:gd name="T11" fmla="*/ 3 h 11"/>
                <a:gd name="T12" fmla="*/ 3 w 4"/>
                <a:gd name="T13" fmla="*/ 0 h 11"/>
                <a:gd name="T14" fmla="*/ 0 w 4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11">
                  <a:moveTo>
                    <a:pt x="0" y="0"/>
                  </a:moveTo>
                  <a:cubicBezTo>
                    <a:pt x="1" y="3"/>
                    <a:pt x="2" y="4"/>
                    <a:pt x="2" y="5"/>
                  </a:cubicBezTo>
                  <a:cubicBezTo>
                    <a:pt x="2" y="6"/>
                    <a:pt x="2" y="7"/>
                    <a:pt x="2" y="7"/>
                  </a:cubicBezTo>
                  <a:cubicBezTo>
                    <a:pt x="4" y="9"/>
                    <a:pt x="3" y="8"/>
                    <a:pt x="3" y="10"/>
                  </a:cubicBezTo>
                  <a:cubicBezTo>
                    <a:pt x="4" y="11"/>
                    <a:pt x="4" y="10"/>
                    <a:pt x="4" y="9"/>
                  </a:cubicBezTo>
                  <a:cubicBezTo>
                    <a:pt x="4" y="8"/>
                    <a:pt x="4" y="5"/>
                    <a:pt x="3" y="3"/>
                  </a:cubicBezTo>
                  <a:cubicBezTo>
                    <a:pt x="3" y="2"/>
                    <a:pt x="3" y="1"/>
                    <a:pt x="3" y="0"/>
                  </a:cubicBezTo>
                  <a:cubicBezTo>
                    <a:pt x="2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Freeform 65">
              <a:extLst>
                <a:ext uri="{FF2B5EF4-FFF2-40B4-BE49-F238E27FC236}">
                  <a16:creationId xmlns:a16="http://schemas.microsoft.com/office/drawing/2014/main" id="{92D8A39E-B4DB-4A16-A95E-084DD8166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4295" y="5517523"/>
              <a:ext cx="33338" cy="12700"/>
            </a:xfrm>
            <a:custGeom>
              <a:avLst/>
              <a:gdLst>
                <a:gd name="T0" fmla="*/ 0 w 18"/>
                <a:gd name="T1" fmla="*/ 7 h 7"/>
                <a:gd name="T2" fmla="*/ 5 w 18"/>
                <a:gd name="T3" fmla="*/ 6 h 7"/>
                <a:gd name="T4" fmla="*/ 17 w 18"/>
                <a:gd name="T5" fmla="*/ 3 h 7"/>
                <a:gd name="T6" fmla="*/ 18 w 18"/>
                <a:gd name="T7" fmla="*/ 2 h 7"/>
                <a:gd name="T8" fmla="*/ 18 w 18"/>
                <a:gd name="T9" fmla="*/ 2 h 7"/>
                <a:gd name="T10" fmla="*/ 17 w 18"/>
                <a:gd name="T11" fmla="*/ 0 h 7"/>
                <a:gd name="T12" fmla="*/ 0 w 18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7">
                  <a:moveTo>
                    <a:pt x="0" y="7"/>
                  </a:moveTo>
                  <a:cubicBezTo>
                    <a:pt x="1" y="7"/>
                    <a:pt x="3" y="6"/>
                    <a:pt x="5" y="6"/>
                  </a:cubicBezTo>
                  <a:cubicBezTo>
                    <a:pt x="9" y="6"/>
                    <a:pt x="15" y="5"/>
                    <a:pt x="17" y="3"/>
                  </a:cubicBezTo>
                  <a:cubicBezTo>
                    <a:pt x="18" y="3"/>
                    <a:pt x="18" y="3"/>
                    <a:pt x="18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1"/>
                    <a:pt x="17" y="1"/>
                    <a:pt x="17" y="0"/>
                  </a:cubicBezTo>
                  <a:cubicBezTo>
                    <a:pt x="12" y="4"/>
                    <a:pt x="3" y="5"/>
                    <a:pt x="0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Freeform 66">
              <a:extLst>
                <a:ext uri="{FF2B5EF4-FFF2-40B4-BE49-F238E27FC236}">
                  <a16:creationId xmlns:a16="http://schemas.microsoft.com/office/drawing/2014/main" id="{304C3957-ED5B-4A8C-A6F0-EE36192EF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9433" y="4149098"/>
              <a:ext cx="63500" cy="68263"/>
            </a:xfrm>
            <a:custGeom>
              <a:avLst/>
              <a:gdLst>
                <a:gd name="T0" fmla="*/ 12 w 34"/>
                <a:gd name="T1" fmla="*/ 36 h 37"/>
                <a:gd name="T2" fmla="*/ 24 w 34"/>
                <a:gd name="T3" fmla="*/ 35 h 37"/>
                <a:gd name="T4" fmla="*/ 32 w 34"/>
                <a:gd name="T5" fmla="*/ 23 h 37"/>
                <a:gd name="T6" fmla="*/ 32 w 34"/>
                <a:gd name="T7" fmla="*/ 9 h 37"/>
                <a:gd name="T8" fmla="*/ 22 w 34"/>
                <a:gd name="T9" fmla="*/ 2 h 37"/>
                <a:gd name="T10" fmla="*/ 10 w 34"/>
                <a:gd name="T11" fmla="*/ 3 h 37"/>
                <a:gd name="T12" fmla="*/ 2 w 34"/>
                <a:gd name="T13" fmla="*/ 15 h 37"/>
                <a:gd name="T14" fmla="*/ 3 w 34"/>
                <a:gd name="T15" fmla="*/ 29 h 37"/>
                <a:gd name="T16" fmla="*/ 12 w 34"/>
                <a:gd name="T17" fmla="*/ 3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12" y="36"/>
                  </a:moveTo>
                  <a:cubicBezTo>
                    <a:pt x="17" y="37"/>
                    <a:pt x="21" y="37"/>
                    <a:pt x="24" y="35"/>
                  </a:cubicBezTo>
                  <a:cubicBezTo>
                    <a:pt x="28" y="33"/>
                    <a:pt x="31" y="29"/>
                    <a:pt x="32" y="23"/>
                  </a:cubicBezTo>
                  <a:cubicBezTo>
                    <a:pt x="34" y="17"/>
                    <a:pt x="34" y="12"/>
                    <a:pt x="32" y="9"/>
                  </a:cubicBezTo>
                  <a:cubicBezTo>
                    <a:pt x="30" y="5"/>
                    <a:pt x="26" y="3"/>
                    <a:pt x="22" y="2"/>
                  </a:cubicBezTo>
                  <a:cubicBezTo>
                    <a:pt x="17" y="0"/>
                    <a:pt x="13" y="1"/>
                    <a:pt x="10" y="3"/>
                  </a:cubicBezTo>
                  <a:cubicBezTo>
                    <a:pt x="6" y="5"/>
                    <a:pt x="3" y="9"/>
                    <a:pt x="2" y="15"/>
                  </a:cubicBezTo>
                  <a:cubicBezTo>
                    <a:pt x="0" y="20"/>
                    <a:pt x="1" y="25"/>
                    <a:pt x="3" y="29"/>
                  </a:cubicBezTo>
                  <a:cubicBezTo>
                    <a:pt x="5" y="33"/>
                    <a:pt x="8" y="35"/>
                    <a:pt x="12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Freeform 67">
              <a:extLst>
                <a:ext uri="{FF2B5EF4-FFF2-40B4-BE49-F238E27FC236}">
                  <a16:creationId xmlns:a16="http://schemas.microsoft.com/office/drawing/2014/main" id="{8E6FBDE8-DC43-44EF-B9D9-E9BF8A211F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2008" y="4030036"/>
              <a:ext cx="1677988" cy="1673225"/>
            </a:xfrm>
            <a:custGeom>
              <a:avLst/>
              <a:gdLst>
                <a:gd name="T0" fmla="*/ 812 w 905"/>
                <a:gd name="T1" fmla="*/ 404 h 905"/>
                <a:gd name="T2" fmla="*/ 774 w 905"/>
                <a:gd name="T3" fmla="*/ 279 h 905"/>
                <a:gd name="T4" fmla="*/ 779 w 905"/>
                <a:gd name="T5" fmla="*/ 210 h 905"/>
                <a:gd name="T6" fmla="*/ 721 w 905"/>
                <a:gd name="T7" fmla="*/ 187 h 905"/>
                <a:gd name="T8" fmla="*/ 685 w 905"/>
                <a:gd name="T9" fmla="*/ 149 h 905"/>
                <a:gd name="T10" fmla="*/ 617 w 905"/>
                <a:gd name="T11" fmla="*/ 113 h 905"/>
                <a:gd name="T12" fmla="*/ 564 w 905"/>
                <a:gd name="T13" fmla="*/ 108 h 905"/>
                <a:gd name="T14" fmla="*/ 460 w 905"/>
                <a:gd name="T15" fmla="*/ 45 h 905"/>
                <a:gd name="T16" fmla="*/ 375 w 905"/>
                <a:gd name="T17" fmla="*/ 52 h 905"/>
                <a:gd name="T18" fmla="*/ 348 w 905"/>
                <a:gd name="T19" fmla="*/ 78 h 905"/>
                <a:gd name="T20" fmla="*/ 362 w 905"/>
                <a:gd name="T21" fmla="*/ 92 h 905"/>
                <a:gd name="T22" fmla="*/ 312 w 905"/>
                <a:gd name="T23" fmla="*/ 104 h 905"/>
                <a:gd name="T24" fmla="*/ 250 w 905"/>
                <a:gd name="T25" fmla="*/ 96 h 905"/>
                <a:gd name="T26" fmla="*/ 175 w 905"/>
                <a:gd name="T27" fmla="*/ 151 h 905"/>
                <a:gd name="T28" fmla="*/ 121 w 905"/>
                <a:gd name="T29" fmla="*/ 211 h 905"/>
                <a:gd name="T30" fmla="*/ 120 w 905"/>
                <a:gd name="T31" fmla="*/ 281 h 905"/>
                <a:gd name="T32" fmla="*/ 132 w 905"/>
                <a:gd name="T33" fmla="*/ 289 h 905"/>
                <a:gd name="T34" fmla="*/ 95 w 905"/>
                <a:gd name="T35" fmla="*/ 410 h 905"/>
                <a:gd name="T36" fmla="*/ 41 w 905"/>
                <a:gd name="T37" fmla="*/ 453 h 905"/>
                <a:gd name="T38" fmla="*/ 51 w 905"/>
                <a:gd name="T39" fmla="*/ 518 h 905"/>
                <a:gd name="T40" fmla="*/ 101 w 905"/>
                <a:gd name="T41" fmla="*/ 526 h 905"/>
                <a:gd name="T42" fmla="*/ 238 w 905"/>
                <a:gd name="T43" fmla="*/ 764 h 905"/>
                <a:gd name="T44" fmla="*/ 218 w 905"/>
                <a:gd name="T45" fmla="*/ 741 h 905"/>
                <a:gd name="T46" fmla="*/ 196 w 905"/>
                <a:gd name="T47" fmla="*/ 742 h 905"/>
                <a:gd name="T48" fmla="*/ 289 w 905"/>
                <a:gd name="T49" fmla="*/ 829 h 905"/>
                <a:gd name="T50" fmla="*/ 284 w 905"/>
                <a:gd name="T51" fmla="*/ 801 h 905"/>
                <a:gd name="T52" fmla="*/ 309 w 905"/>
                <a:gd name="T53" fmla="*/ 811 h 905"/>
                <a:gd name="T54" fmla="*/ 317 w 905"/>
                <a:gd name="T55" fmla="*/ 787 h 905"/>
                <a:gd name="T56" fmla="*/ 310 w 905"/>
                <a:gd name="T57" fmla="*/ 842 h 905"/>
                <a:gd name="T58" fmla="*/ 352 w 905"/>
                <a:gd name="T59" fmla="*/ 858 h 905"/>
                <a:gd name="T60" fmla="*/ 420 w 905"/>
                <a:gd name="T61" fmla="*/ 807 h 905"/>
                <a:gd name="T62" fmla="*/ 413 w 905"/>
                <a:gd name="T63" fmla="*/ 875 h 905"/>
                <a:gd name="T64" fmla="*/ 399 w 905"/>
                <a:gd name="T65" fmla="*/ 866 h 905"/>
                <a:gd name="T66" fmla="*/ 430 w 905"/>
                <a:gd name="T67" fmla="*/ 858 h 905"/>
                <a:gd name="T68" fmla="*/ 479 w 905"/>
                <a:gd name="T69" fmla="*/ 856 h 905"/>
                <a:gd name="T70" fmla="*/ 477 w 905"/>
                <a:gd name="T71" fmla="*/ 831 h 905"/>
                <a:gd name="T72" fmla="*/ 529 w 905"/>
                <a:gd name="T73" fmla="*/ 866 h 905"/>
                <a:gd name="T74" fmla="*/ 486 w 905"/>
                <a:gd name="T75" fmla="*/ 850 h 905"/>
                <a:gd name="T76" fmla="*/ 516 w 905"/>
                <a:gd name="T77" fmla="*/ 820 h 905"/>
                <a:gd name="T78" fmla="*/ 599 w 905"/>
                <a:gd name="T79" fmla="*/ 840 h 905"/>
                <a:gd name="T80" fmla="*/ 588 w 905"/>
                <a:gd name="T81" fmla="*/ 834 h 905"/>
                <a:gd name="T82" fmla="*/ 584 w 905"/>
                <a:gd name="T83" fmla="*/ 805 h 905"/>
                <a:gd name="T84" fmla="*/ 599 w 905"/>
                <a:gd name="T85" fmla="*/ 796 h 905"/>
                <a:gd name="T86" fmla="*/ 616 w 905"/>
                <a:gd name="T87" fmla="*/ 825 h 905"/>
                <a:gd name="T88" fmla="*/ 655 w 905"/>
                <a:gd name="T89" fmla="*/ 793 h 905"/>
                <a:gd name="T90" fmla="*/ 654 w 905"/>
                <a:gd name="T91" fmla="*/ 760 h 905"/>
                <a:gd name="T92" fmla="*/ 663 w 905"/>
                <a:gd name="T93" fmla="*/ 752 h 905"/>
                <a:gd name="T94" fmla="*/ 668 w 905"/>
                <a:gd name="T95" fmla="*/ 737 h 905"/>
                <a:gd name="T96" fmla="*/ 676 w 905"/>
                <a:gd name="T97" fmla="*/ 737 h 905"/>
                <a:gd name="T98" fmla="*/ 677 w 905"/>
                <a:gd name="T99" fmla="*/ 721 h 905"/>
                <a:gd name="T100" fmla="*/ 691 w 905"/>
                <a:gd name="T101" fmla="*/ 738 h 905"/>
                <a:gd name="T102" fmla="*/ 665 w 905"/>
                <a:gd name="T103" fmla="*/ 771 h 905"/>
                <a:gd name="T104" fmla="*/ 688 w 905"/>
                <a:gd name="T105" fmla="*/ 807 h 905"/>
                <a:gd name="T106" fmla="*/ 679 w 905"/>
                <a:gd name="T107" fmla="*/ 769 h 905"/>
                <a:gd name="T108" fmla="*/ 705 w 905"/>
                <a:gd name="T109" fmla="*/ 766 h 905"/>
                <a:gd name="T110" fmla="*/ 778 w 905"/>
                <a:gd name="T111" fmla="*/ 296 h 905"/>
                <a:gd name="T112" fmla="*/ 810 w 905"/>
                <a:gd name="T113" fmla="*/ 386 h 905"/>
                <a:gd name="T114" fmla="*/ 843 w 905"/>
                <a:gd name="T115" fmla="*/ 516 h 905"/>
                <a:gd name="T116" fmla="*/ 807 w 905"/>
                <a:gd name="T117" fmla="*/ 478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05" h="905">
                  <a:moveTo>
                    <a:pt x="453" y="0"/>
                  </a:moveTo>
                  <a:cubicBezTo>
                    <a:pt x="203" y="0"/>
                    <a:pt x="0" y="203"/>
                    <a:pt x="0" y="453"/>
                  </a:cubicBezTo>
                  <a:cubicBezTo>
                    <a:pt x="0" y="702"/>
                    <a:pt x="203" y="905"/>
                    <a:pt x="453" y="905"/>
                  </a:cubicBezTo>
                  <a:cubicBezTo>
                    <a:pt x="703" y="905"/>
                    <a:pt x="905" y="702"/>
                    <a:pt x="905" y="453"/>
                  </a:cubicBezTo>
                  <a:cubicBezTo>
                    <a:pt x="905" y="203"/>
                    <a:pt x="703" y="0"/>
                    <a:pt x="453" y="0"/>
                  </a:cubicBezTo>
                  <a:close/>
                  <a:moveTo>
                    <a:pt x="858" y="430"/>
                  </a:moveTo>
                  <a:cubicBezTo>
                    <a:pt x="849" y="431"/>
                    <a:pt x="849" y="431"/>
                    <a:pt x="849" y="431"/>
                  </a:cubicBezTo>
                  <a:cubicBezTo>
                    <a:pt x="846" y="400"/>
                    <a:pt x="846" y="400"/>
                    <a:pt x="846" y="400"/>
                  </a:cubicBezTo>
                  <a:cubicBezTo>
                    <a:pt x="835" y="401"/>
                    <a:pt x="835" y="401"/>
                    <a:pt x="835" y="401"/>
                  </a:cubicBezTo>
                  <a:cubicBezTo>
                    <a:pt x="838" y="430"/>
                    <a:pt x="838" y="430"/>
                    <a:pt x="838" y="430"/>
                  </a:cubicBezTo>
                  <a:cubicBezTo>
                    <a:pt x="829" y="431"/>
                    <a:pt x="829" y="431"/>
                    <a:pt x="829" y="431"/>
                  </a:cubicBezTo>
                  <a:cubicBezTo>
                    <a:pt x="826" y="402"/>
                    <a:pt x="826" y="402"/>
                    <a:pt x="826" y="402"/>
                  </a:cubicBezTo>
                  <a:cubicBezTo>
                    <a:pt x="812" y="404"/>
                    <a:pt x="812" y="404"/>
                    <a:pt x="812" y="404"/>
                  </a:cubicBezTo>
                  <a:cubicBezTo>
                    <a:pt x="816" y="435"/>
                    <a:pt x="816" y="435"/>
                    <a:pt x="816" y="435"/>
                  </a:cubicBezTo>
                  <a:cubicBezTo>
                    <a:pt x="807" y="436"/>
                    <a:pt x="807" y="436"/>
                    <a:pt x="807" y="436"/>
                  </a:cubicBezTo>
                  <a:cubicBezTo>
                    <a:pt x="802" y="393"/>
                    <a:pt x="802" y="393"/>
                    <a:pt x="802" y="393"/>
                  </a:cubicBezTo>
                  <a:cubicBezTo>
                    <a:pt x="854" y="388"/>
                    <a:pt x="854" y="388"/>
                    <a:pt x="854" y="388"/>
                  </a:cubicBezTo>
                  <a:lnTo>
                    <a:pt x="858" y="430"/>
                  </a:lnTo>
                  <a:close/>
                  <a:moveTo>
                    <a:pt x="799" y="241"/>
                  </a:moveTo>
                  <a:cubicBezTo>
                    <a:pt x="802" y="246"/>
                    <a:pt x="804" y="250"/>
                    <a:pt x="804" y="253"/>
                  </a:cubicBezTo>
                  <a:cubicBezTo>
                    <a:pt x="805" y="256"/>
                    <a:pt x="805" y="258"/>
                    <a:pt x="804" y="261"/>
                  </a:cubicBezTo>
                  <a:cubicBezTo>
                    <a:pt x="803" y="264"/>
                    <a:pt x="801" y="266"/>
                    <a:pt x="798" y="267"/>
                  </a:cubicBezTo>
                  <a:cubicBezTo>
                    <a:pt x="795" y="269"/>
                    <a:pt x="791" y="270"/>
                    <a:pt x="788" y="269"/>
                  </a:cubicBezTo>
                  <a:cubicBezTo>
                    <a:pt x="784" y="268"/>
                    <a:pt x="781" y="266"/>
                    <a:pt x="778" y="262"/>
                  </a:cubicBezTo>
                  <a:cubicBezTo>
                    <a:pt x="778" y="265"/>
                    <a:pt x="778" y="267"/>
                    <a:pt x="778" y="269"/>
                  </a:cubicBezTo>
                  <a:cubicBezTo>
                    <a:pt x="777" y="272"/>
                    <a:pt x="776" y="275"/>
                    <a:pt x="774" y="279"/>
                  </a:cubicBezTo>
                  <a:cubicBezTo>
                    <a:pt x="769" y="291"/>
                    <a:pt x="769" y="291"/>
                    <a:pt x="769" y="291"/>
                  </a:cubicBezTo>
                  <a:cubicBezTo>
                    <a:pt x="762" y="279"/>
                    <a:pt x="762" y="279"/>
                    <a:pt x="762" y="279"/>
                  </a:cubicBezTo>
                  <a:cubicBezTo>
                    <a:pt x="767" y="266"/>
                    <a:pt x="767" y="266"/>
                    <a:pt x="767" y="266"/>
                  </a:cubicBezTo>
                  <a:cubicBezTo>
                    <a:pt x="769" y="261"/>
                    <a:pt x="770" y="258"/>
                    <a:pt x="770" y="257"/>
                  </a:cubicBezTo>
                  <a:cubicBezTo>
                    <a:pt x="771" y="255"/>
                    <a:pt x="771" y="254"/>
                    <a:pt x="770" y="253"/>
                  </a:cubicBezTo>
                  <a:cubicBezTo>
                    <a:pt x="770" y="252"/>
                    <a:pt x="769" y="250"/>
                    <a:pt x="768" y="248"/>
                  </a:cubicBezTo>
                  <a:cubicBezTo>
                    <a:pt x="766" y="246"/>
                    <a:pt x="766" y="246"/>
                    <a:pt x="766" y="246"/>
                  </a:cubicBezTo>
                  <a:cubicBezTo>
                    <a:pt x="748" y="257"/>
                    <a:pt x="748" y="257"/>
                    <a:pt x="748" y="257"/>
                  </a:cubicBezTo>
                  <a:cubicBezTo>
                    <a:pt x="742" y="247"/>
                    <a:pt x="742" y="247"/>
                    <a:pt x="742" y="247"/>
                  </a:cubicBezTo>
                  <a:cubicBezTo>
                    <a:pt x="786" y="220"/>
                    <a:pt x="786" y="220"/>
                    <a:pt x="786" y="220"/>
                  </a:cubicBezTo>
                  <a:lnTo>
                    <a:pt x="799" y="241"/>
                  </a:lnTo>
                  <a:close/>
                  <a:moveTo>
                    <a:pt x="750" y="176"/>
                  </a:moveTo>
                  <a:cubicBezTo>
                    <a:pt x="779" y="210"/>
                    <a:pt x="779" y="210"/>
                    <a:pt x="779" y="210"/>
                  </a:cubicBezTo>
                  <a:cubicBezTo>
                    <a:pt x="772" y="216"/>
                    <a:pt x="772" y="216"/>
                    <a:pt x="772" y="216"/>
                  </a:cubicBezTo>
                  <a:cubicBezTo>
                    <a:pt x="761" y="203"/>
                    <a:pt x="761" y="203"/>
                    <a:pt x="761" y="203"/>
                  </a:cubicBezTo>
                  <a:cubicBezTo>
                    <a:pt x="728" y="230"/>
                    <a:pt x="728" y="230"/>
                    <a:pt x="728" y="230"/>
                  </a:cubicBezTo>
                  <a:cubicBezTo>
                    <a:pt x="721" y="221"/>
                    <a:pt x="721" y="221"/>
                    <a:pt x="721" y="221"/>
                  </a:cubicBezTo>
                  <a:cubicBezTo>
                    <a:pt x="754" y="194"/>
                    <a:pt x="754" y="194"/>
                    <a:pt x="754" y="194"/>
                  </a:cubicBezTo>
                  <a:cubicBezTo>
                    <a:pt x="744" y="181"/>
                    <a:pt x="744" y="181"/>
                    <a:pt x="744" y="181"/>
                  </a:cubicBezTo>
                  <a:lnTo>
                    <a:pt x="750" y="176"/>
                  </a:lnTo>
                  <a:close/>
                  <a:moveTo>
                    <a:pt x="742" y="167"/>
                  </a:moveTo>
                  <a:cubicBezTo>
                    <a:pt x="736" y="174"/>
                    <a:pt x="736" y="174"/>
                    <a:pt x="736" y="174"/>
                  </a:cubicBezTo>
                  <a:cubicBezTo>
                    <a:pt x="714" y="153"/>
                    <a:pt x="714" y="153"/>
                    <a:pt x="714" y="153"/>
                  </a:cubicBezTo>
                  <a:cubicBezTo>
                    <a:pt x="706" y="162"/>
                    <a:pt x="706" y="162"/>
                    <a:pt x="706" y="162"/>
                  </a:cubicBezTo>
                  <a:cubicBezTo>
                    <a:pt x="727" y="181"/>
                    <a:pt x="727" y="181"/>
                    <a:pt x="727" y="181"/>
                  </a:cubicBezTo>
                  <a:cubicBezTo>
                    <a:pt x="721" y="187"/>
                    <a:pt x="721" y="187"/>
                    <a:pt x="721" y="187"/>
                  </a:cubicBezTo>
                  <a:cubicBezTo>
                    <a:pt x="700" y="168"/>
                    <a:pt x="700" y="168"/>
                    <a:pt x="700" y="168"/>
                  </a:cubicBezTo>
                  <a:cubicBezTo>
                    <a:pt x="691" y="178"/>
                    <a:pt x="691" y="178"/>
                    <a:pt x="691" y="178"/>
                  </a:cubicBezTo>
                  <a:cubicBezTo>
                    <a:pt x="714" y="200"/>
                    <a:pt x="714" y="200"/>
                    <a:pt x="714" y="200"/>
                  </a:cubicBezTo>
                  <a:cubicBezTo>
                    <a:pt x="708" y="206"/>
                    <a:pt x="708" y="206"/>
                    <a:pt x="708" y="206"/>
                  </a:cubicBezTo>
                  <a:cubicBezTo>
                    <a:pt x="677" y="177"/>
                    <a:pt x="677" y="177"/>
                    <a:pt x="677" y="177"/>
                  </a:cubicBezTo>
                  <a:cubicBezTo>
                    <a:pt x="711" y="139"/>
                    <a:pt x="711" y="139"/>
                    <a:pt x="711" y="139"/>
                  </a:cubicBezTo>
                  <a:lnTo>
                    <a:pt x="742" y="167"/>
                  </a:lnTo>
                  <a:close/>
                  <a:moveTo>
                    <a:pt x="665" y="105"/>
                  </a:moveTo>
                  <a:cubicBezTo>
                    <a:pt x="680" y="116"/>
                    <a:pt x="680" y="116"/>
                    <a:pt x="680" y="116"/>
                  </a:cubicBezTo>
                  <a:cubicBezTo>
                    <a:pt x="686" y="120"/>
                    <a:pt x="689" y="122"/>
                    <a:pt x="691" y="124"/>
                  </a:cubicBezTo>
                  <a:cubicBezTo>
                    <a:pt x="693" y="127"/>
                    <a:pt x="694" y="130"/>
                    <a:pt x="695" y="133"/>
                  </a:cubicBezTo>
                  <a:cubicBezTo>
                    <a:pt x="695" y="136"/>
                    <a:pt x="694" y="140"/>
                    <a:pt x="692" y="143"/>
                  </a:cubicBezTo>
                  <a:cubicBezTo>
                    <a:pt x="690" y="146"/>
                    <a:pt x="688" y="148"/>
                    <a:pt x="685" y="149"/>
                  </a:cubicBezTo>
                  <a:cubicBezTo>
                    <a:pt x="683" y="150"/>
                    <a:pt x="681" y="150"/>
                    <a:pt x="679" y="150"/>
                  </a:cubicBezTo>
                  <a:cubicBezTo>
                    <a:pt x="676" y="150"/>
                    <a:pt x="674" y="149"/>
                    <a:pt x="672" y="149"/>
                  </a:cubicBezTo>
                  <a:cubicBezTo>
                    <a:pt x="670" y="148"/>
                    <a:pt x="666" y="145"/>
                    <a:pt x="662" y="143"/>
                  </a:cubicBezTo>
                  <a:cubicBezTo>
                    <a:pt x="656" y="138"/>
                    <a:pt x="656" y="138"/>
                    <a:pt x="656" y="138"/>
                  </a:cubicBezTo>
                  <a:cubicBezTo>
                    <a:pt x="645" y="154"/>
                    <a:pt x="645" y="154"/>
                    <a:pt x="645" y="154"/>
                  </a:cubicBezTo>
                  <a:cubicBezTo>
                    <a:pt x="635" y="148"/>
                    <a:pt x="635" y="148"/>
                    <a:pt x="635" y="148"/>
                  </a:cubicBezTo>
                  <a:lnTo>
                    <a:pt x="665" y="105"/>
                  </a:lnTo>
                  <a:close/>
                  <a:moveTo>
                    <a:pt x="632" y="87"/>
                  </a:moveTo>
                  <a:cubicBezTo>
                    <a:pt x="629" y="95"/>
                    <a:pt x="629" y="95"/>
                    <a:pt x="629" y="95"/>
                  </a:cubicBezTo>
                  <a:cubicBezTo>
                    <a:pt x="603" y="84"/>
                    <a:pt x="603" y="84"/>
                    <a:pt x="603" y="84"/>
                  </a:cubicBezTo>
                  <a:cubicBezTo>
                    <a:pt x="598" y="95"/>
                    <a:pt x="598" y="95"/>
                    <a:pt x="598" y="95"/>
                  </a:cubicBezTo>
                  <a:cubicBezTo>
                    <a:pt x="620" y="105"/>
                    <a:pt x="620" y="105"/>
                    <a:pt x="620" y="105"/>
                  </a:cubicBezTo>
                  <a:cubicBezTo>
                    <a:pt x="617" y="113"/>
                    <a:pt x="617" y="113"/>
                    <a:pt x="617" y="113"/>
                  </a:cubicBezTo>
                  <a:cubicBezTo>
                    <a:pt x="595" y="103"/>
                    <a:pt x="595" y="103"/>
                    <a:pt x="595" y="103"/>
                  </a:cubicBezTo>
                  <a:cubicBezTo>
                    <a:pt x="586" y="123"/>
                    <a:pt x="586" y="123"/>
                    <a:pt x="586" y="123"/>
                  </a:cubicBezTo>
                  <a:cubicBezTo>
                    <a:pt x="576" y="119"/>
                    <a:pt x="576" y="119"/>
                    <a:pt x="576" y="119"/>
                  </a:cubicBezTo>
                  <a:cubicBezTo>
                    <a:pt x="596" y="71"/>
                    <a:pt x="596" y="71"/>
                    <a:pt x="596" y="71"/>
                  </a:cubicBezTo>
                  <a:lnTo>
                    <a:pt x="632" y="87"/>
                  </a:lnTo>
                  <a:close/>
                  <a:moveTo>
                    <a:pt x="523" y="77"/>
                  </a:moveTo>
                  <a:cubicBezTo>
                    <a:pt x="525" y="72"/>
                    <a:pt x="527" y="68"/>
                    <a:pt x="529" y="65"/>
                  </a:cubicBezTo>
                  <a:cubicBezTo>
                    <a:pt x="531" y="63"/>
                    <a:pt x="534" y="61"/>
                    <a:pt x="536" y="59"/>
                  </a:cubicBezTo>
                  <a:cubicBezTo>
                    <a:pt x="539" y="58"/>
                    <a:pt x="542" y="57"/>
                    <a:pt x="545" y="57"/>
                  </a:cubicBezTo>
                  <a:cubicBezTo>
                    <a:pt x="548" y="56"/>
                    <a:pt x="553" y="57"/>
                    <a:pt x="557" y="58"/>
                  </a:cubicBezTo>
                  <a:cubicBezTo>
                    <a:pt x="565" y="60"/>
                    <a:pt x="571" y="64"/>
                    <a:pt x="575" y="70"/>
                  </a:cubicBezTo>
                  <a:cubicBezTo>
                    <a:pt x="578" y="76"/>
                    <a:pt x="579" y="83"/>
                    <a:pt x="577" y="91"/>
                  </a:cubicBezTo>
                  <a:cubicBezTo>
                    <a:pt x="575" y="99"/>
                    <a:pt x="570" y="105"/>
                    <a:pt x="564" y="108"/>
                  </a:cubicBezTo>
                  <a:cubicBezTo>
                    <a:pt x="558" y="111"/>
                    <a:pt x="551" y="112"/>
                    <a:pt x="543" y="110"/>
                  </a:cubicBezTo>
                  <a:cubicBezTo>
                    <a:pt x="535" y="108"/>
                    <a:pt x="529" y="104"/>
                    <a:pt x="526" y="98"/>
                  </a:cubicBezTo>
                  <a:cubicBezTo>
                    <a:pt x="522" y="92"/>
                    <a:pt x="521" y="85"/>
                    <a:pt x="523" y="77"/>
                  </a:cubicBezTo>
                  <a:close/>
                  <a:moveTo>
                    <a:pt x="460" y="45"/>
                  </a:moveTo>
                  <a:cubicBezTo>
                    <a:pt x="473" y="66"/>
                    <a:pt x="473" y="66"/>
                    <a:pt x="473" y="66"/>
                  </a:cubicBezTo>
                  <a:cubicBezTo>
                    <a:pt x="487" y="46"/>
                    <a:pt x="487" y="46"/>
                    <a:pt x="487" y="46"/>
                  </a:cubicBezTo>
                  <a:cubicBezTo>
                    <a:pt x="500" y="47"/>
                    <a:pt x="500" y="47"/>
                    <a:pt x="500" y="47"/>
                  </a:cubicBezTo>
                  <a:cubicBezTo>
                    <a:pt x="477" y="76"/>
                    <a:pt x="477" y="76"/>
                    <a:pt x="477" y="76"/>
                  </a:cubicBezTo>
                  <a:cubicBezTo>
                    <a:pt x="476" y="97"/>
                    <a:pt x="476" y="97"/>
                    <a:pt x="476" y="97"/>
                  </a:cubicBezTo>
                  <a:cubicBezTo>
                    <a:pt x="465" y="97"/>
                    <a:pt x="465" y="97"/>
                    <a:pt x="465" y="97"/>
                  </a:cubicBezTo>
                  <a:cubicBezTo>
                    <a:pt x="466" y="75"/>
                    <a:pt x="466" y="75"/>
                    <a:pt x="466" y="75"/>
                  </a:cubicBezTo>
                  <a:cubicBezTo>
                    <a:pt x="447" y="44"/>
                    <a:pt x="447" y="44"/>
                    <a:pt x="447" y="44"/>
                  </a:cubicBezTo>
                  <a:lnTo>
                    <a:pt x="460" y="45"/>
                  </a:lnTo>
                  <a:close/>
                  <a:moveTo>
                    <a:pt x="441" y="44"/>
                  </a:moveTo>
                  <a:cubicBezTo>
                    <a:pt x="442" y="53"/>
                    <a:pt x="442" y="53"/>
                    <a:pt x="442" y="53"/>
                  </a:cubicBezTo>
                  <a:cubicBezTo>
                    <a:pt x="425" y="54"/>
                    <a:pt x="425" y="54"/>
                    <a:pt x="425" y="54"/>
                  </a:cubicBezTo>
                  <a:cubicBezTo>
                    <a:pt x="428" y="97"/>
                    <a:pt x="428" y="97"/>
                    <a:pt x="428" y="97"/>
                  </a:cubicBezTo>
                  <a:cubicBezTo>
                    <a:pt x="417" y="98"/>
                    <a:pt x="417" y="98"/>
                    <a:pt x="417" y="98"/>
                  </a:cubicBezTo>
                  <a:cubicBezTo>
                    <a:pt x="413" y="55"/>
                    <a:pt x="413" y="55"/>
                    <a:pt x="413" y="55"/>
                  </a:cubicBezTo>
                  <a:cubicBezTo>
                    <a:pt x="397" y="56"/>
                    <a:pt x="397" y="56"/>
                    <a:pt x="397" y="56"/>
                  </a:cubicBezTo>
                  <a:cubicBezTo>
                    <a:pt x="396" y="48"/>
                    <a:pt x="396" y="48"/>
                    <a:pt x="396" y="48"/>
                  </a:cubicBezTo>
                  <a:lnTo>
                    <a:pt x="441" y="44"/>
                  </a:lnTo>
                  <a:close/>
                  <a:moveTo>
                    <a:pt x="386" y="50"/>
                  </a:moveTo>
                  <a:cubicBezTo>
                    <a:pt x="395" y="101"/>
                    <a:pt x="395" y="101"/>
                    <a:pt x="395" y="101"/>
                  </a:cubicBezTo>
                  <a:cubicBezTo>
                    <a:pt x="384" y="103"/>
                    <a:pt x="384" y="103"/>
                    <a:pt x="384" y="103"/>
                  </a:cubicBezTo>
                  <a:cubicBezTo>
                    <a:pt x="375" y="52"/>
                    <a:pt x="375" y="52"/>
                    <a:pt x="375" y="52"/>
                  </a:cubicBezTo>
                  <a:lnTo>
                    <a:pt x="386" y="50"/>
                  </a:lnTo>
                  <a:close/>
                  <a:moveTo>
                    <a:pt x="324" y="70"/>
                  </a:moveTo>
                  <a:cubicBezTo>
                    <a:pt x="325" y="68"/>
                    <a:pt x="327" y="65"/>
                    <a:pt x="330" y="63"/>
                  </a:cubicBezTo>
                  <a:cubicBezTo>
                    <a:pt x="333" y="61"/>
                    <a:pt x="336" y="60"/>
                    <a:pt x="340" y="59"/>
                  </a:cubicBezTo>
                  <a:cubicBezTo>
                    <a:pt x="347" y="57"/>
                    <a:pt x="353" y="57"/>
                    <a:pt x="357" y="59"/>
                  </a:cubicBezTo>
                  <a:cubicBezTo>
                    <a:pt x="361" y="60"/>
                    <a:pt x="364" y="63"/>
                    <a:pt x="365" y="68"/>
                  </a:cubicBezTo>
                  <a:cubicBezTo>
                    <a:pt x="354" y="71"/>
                    <a:pt x="354" y="71"/>
                    <a:pt x="354" y="71"/>
                  </a:cubicBezTo>
                  <a:cubicBezTo>
                    <a:pt x="353" y="69"/>
                    <a:pt x="352" y="67"/>
                    <a:pt x="350" y="67"/>
                  </a:cubicBezTo>
                  <a:cubicBezTo>
                    <a:pt x="348" y="66"/>
                    <a:pt x="345" y="66"/>
                    <a:pt x="342" y="67"/>
                  </a:cubicBezTo>
                  <a:cubicBezTo>
                    <a:pt x="339" y="68"/>
                    <a:pt x="337" y="69"/>
                    <a:pt x="335" y="71"/>
                  </a:cubicBezTo>
                  <a:cubicBezTo>
                    <a:pt x="334" y="72"/>
                    <a:pt x="334" y="73"/>
                    <a:pt x="334" y="74"/>
                  </a:cubicBezTo>
                  <a:cubicBezTo>
                    <a:pt x="335" y="76"/>
                    <a:pt x="336" y="76"/>
                    <a:pt x="337" y="77"/>
                  </a:cubicBezTo>
                  <a:cubicBezTo>
                    <a:pt x="339" y="78"/>
                    <a:pt x="342" y="78"/>
                    <a:pt x="348" y="78"/>
                  </a:cubicBezTo>
                  <a:cubicBezTo>
                    <a:pt x="354" y="77"/>
                    <a:pt x="358" y="77"/>
                    <a:pt x="361" y="78"/>
                  </a:cubicBezTo>
                  <a:cubicBezTo>
                    <a:pt x="364" y="79"/>
                    <a:pt x="366" y="80"/>
                    <a:pt x="368" y="81"/>
                  </a:cubicBezTo>
                  <a:cubicBezTo>
                    <a:pt x="370" y="83"/>
                    <a:pt x="372" y="86"/>
                    <a:pt x="373" y="89"/>
                  </a:cubicBezTo>
                  <a:cubicBezTo>
                    <a:pt x="373" y="92"/>
                    <a:pt x="373" y="95"/>
                    <a:pt x="372" y="98"/>
                  </a:cubicBezTo>
                  <a:cubicBezTo>
                    <a:pt x="371" y="101"/>
                    <a:pt x="369" y="103"/>
                    <a:pt x="366" y="105"/>
                  </a:cubicBezTo>
                  <a:cubicBezTo>
                    <a:pt x="364" y="107"/>
                    <a:pt x="360" y="109"/>
                    <a:pt x="355" y="110"/>
                  </a:cubicBezTo>
                  <a:cubicBezTo>
                    <a:pt x="348" y="112"/>
                    <a:pt x="342" y="112"/>
                    <a:pt x="338" y="110"/>
                  </a:cubicBezTo>
                  <a:cubicBezTo>
                    <a:pt x="333" y="108"/>
                    <a:pt x="330" y="105"/>
                    <a:pt x="328" y="100"/>
                  </a:cubicBezTo>
                  <a:cubicBezTo>
                    <a:pt x="338" y="96"/>
                    <a:pt x="338" y="96"/>
                    <a:pt x="338" y="96"/>
                  </a:cubicBezTo>
                  <a:cubicBezTo>
                    <a:pt x="340" y="99"/>
                    <a:pt x="342" y="101"/>
                    <a:pt x="344" y="102"/>
                  </a:cubicBezTo>
                  <a:cubicBezTo>
                    <a:pt x="346" y="103"/>
                    <a:pt x="349" y="103"/>
                    <a:pt x="353" y="102"/>
                  </a:cubicBezTo>
                  <a:cubicBezTo>
                    <a:pt x="356" y="101"/>
                    <a:pt x="359" y="99"/>
                    <a:pt x="360" y="97"/>
                  </a:cubicBezTo>
                  <a:cubicBezTo>
                    <a:pt x="362" y="96"/>
                    <a:pt x="362" y="94"/>
                    <a:pt x="362" y="92"/>
                  </a:cubicBezTo>
                  <a:cubicBezTo>
                    <a:pt x="361" y="91"/>
                    <a:pt x="361" y="90"/>
                    <a:pt x="360" y="89"/>
                  </a:cubicBezTo>
                  <a:cubicBezTo>
                    <a:pt x="359" y="89"/>
                    <a:pt x="357" y="88"/>
                    <a:pt x="355" y="88"/>
                  </a:cubicBezTo>
                  <a:cubicBezTo>
                    <a:pt x="354" y="88"/>
                    <a:pt x="351" y="88"/>
                    <a:pt x="346" y="88"/>
                  </a:cubicBezTo>
                  <a:cubicBezTo>
                    <a:pt x="339" y="89"/>
                    <a:pt x="335" y="88"/>
                    <a:pt x="332" y="87"/>
                  </a:cubicBezTo>
                  <a:cubicBezTo>
                    <a:pt x="328" y="85"/>
                    <a:pt x="325" y="82"/>
                    <a:pt x="324" y="78"/>
                  </a:cubicBezTo>
                  <a:cubicBezTo>
                    <a:pt x="323" y="76"/>
                    <a:pt x="323" y="73"/>
                    <a:pt x="324" y="70"/>
                  </a:cubicBezTo>
                  <a:close/>
                  <a:moveTo>
                    <a:pt x="286" y="79"/>
                  </a:moveTo>
                  <a:cubicBezTo>
                    <a:pt x="292" y="77"/>
                    <a:pt x="296" y="75"/>
                    <a:pt x="299" y="75"/>
                  </a:cubicBezTo>
                  <a:cubicBezTo>
                    <a:pt x="302" y="75"/>
                    <a:pt x="304" y="75"/>
                    <a:pt x="307" y="77"/>
                  </a:cubicBezTo>
                  <a:cubicBezTo>
                    <a:pt x="309" y="78"/>
                    <a:pt x="311" y="80"/>
                    <a:pt x="312" y="83"/>
                  </a:cubicBezTo>
                  <a:cubicBezTo>
                    <a:pt x="314" y="87"/>
                    <a:pt x="314" y="90"/>
                    <a:pt x="313" y="94"/>
                  </a:cubicBezTo>
                  <a:cubicBezTo>
                    <a:pt x="311" y="97"/>
                    <a:pt x="309" y="100"/>
                    <a:pt x="304" y="102"/>
                  </a:cubicBezTo>
                  <a:cubicBezTo>
                    <a:pt x="307" y="103"/>
                    <a:pt x="310" y="103"/>
                    <a:pt x="312" y="104"/>
                  </a:cubicBezTo>
                  <a:cubicBezTo>
                    <a:pt x="314" y="105"/>
                    <a:pt x="317" y="106"/>
                    <a:pt x="321" y="109"/>
                  </a:cubicBezTo>
                  <a:cubicBezTo>
                    <a:pt x="331" y="115"/>
                    <a:pt x="331" y="115"/>
                    <a:pt x="331" y="115"/>
                  </a:cubicBezTo>
                  <a:cubicBezTo>
                    <a:pt x="319" y="121"/>
                    <a:pt x="319" y="121"/>
                    <a:pt x="319" y="121"/>
                  </a:cubicBezTo>
                  <a:cubicBezTo>
                    <a:pt x="307" y="114"/>
                    <a:pt x="307" y="114"/>
                    <a:pt x="307" y="114"/>
                  </a:cubicBezTo>
                  <a:cubicBezTo>
                    <a:pt x="302" y="112"/>
                    <a:pt x="300" y="110"/>
                    <a:pt x="298" y="109"/>
                  </a:cubicBezTo>
                  <a:cubicBezTo>
                    <a:pt x="297" y="109"/>
                    <a:pt x="295" y="109"/>
                    <a:pt x="294" y="109"/>
                  </a:cubicBezTo>
                  <a:cubicBezTo>
                    <a:pt x="293" y="109"/>
                    <a:pt x="291" y="110"/>
                    <a:pt x="289" y="111"/>
                  </a:cubicBezTo>
                  <a:cubicBezTo>
                    <a:pt x="286" y="112"/>
                    <a:pt x="286" y="112"/>
                    <a:pt x="286" y="112"/>
                  </a:cubicBezTo>
                  <a:cubicBezTo>
                    <a:pt x="295" y="131"/>
                    <a:pt x="295" y="131"/>
                    <a:pt x="295" y="131"/>
                  </a:cubicBezTo>
                  <a:cubicBezTo>
                    <a:pt x="285" y="136"/>
                    <a:pt x="285" y="136"/>
                    <a:pt x="285" y="136"/>
                  </a:cubicBezTo>
                  <a:cubicBezTo>
                    <a:pt x="264" y="89"/>
                    <a:pt x="264" y="89"/>
                    <a:pt x="264" y="89"/>
                  </a:cubicBezTo>
                  <a:lnTo>
                    <a:pt x="286" y="79"/>
                  </a:lnTo>
                  <a:close/>
                  <a:moveTo>
                    <a:pt x="250" y="96"/>
                  </a:moveTo>
                  <a:cubicBezTo>
                    <a:pt x="255" y="104"/>
                    <a:pt x="255" y="104"/>
                    <a:pt x="255" y="104"/>
                  </a:cubicBezTo>
                  <a:cubicBezTo>
                    <a:pt x="229" y="120"/>
                    <a:pt x="229" y="120"/>
                    <a:pt x="229" y="120"/>
                  </a:cubicBezTo>
                  <a:cubicBezTo>
                    <a:pt x="235" y="130"/>
                    <a:pt x="235" y="130"/>
                    <a:pt x="235" y="130"/>
                  </a:cubicBezTo>
                  <a:cubicBezTo>
                    <a:pt x="259" y="115"/>
                    <a:pt x="259" y="115"/>
                    <a:pt x="259" y="115"/>
                  </a:cubicBezTo>
                  <a:cubicBezTo>
                    <a:pt x="264" y="122"/>
                    <a:pt x="264" y="122"/>
                    <a:pt x="264" y="122"/>
                  </a:cubicBezTo>
                  <a:cubicBezTo>
                    <a:pt x="240" y="137"/>
                    <a:pt x="240" y="137"/>
                    <a:pt x="240" y="137"/>
                  </a:cubicBezTo>
                  <a:cubicBezTo>
                    <a:pt x="247" y="149"/>
                    <a:pt x="247" y="149"/>
                    <a:pt x="247" y="149"/>
                  </a:cubicBezTo>
                  <a:cubicBezTo>
                    <a:pt x="274" y="132"/>
                    <a:pt x="274" y="132"/>
                    <a:pt x="274" y="132"/>
                  </a:cubicBezTo>
                  <a:cubicBezTo>
                    <a:pt x="278" y="139"/>
                    <a:pt x="278" y="139"/>
                    <a:pt x="278" y="139"/>
                  </a:cubicBezTo>
                  <a:cubicBezTo>
                    <a:pt x="242" y="162"/>
                    <a:pt x="242" y="162"/>
                    <a:pt x="242" y="162"/>
                  </a:cubicBezTo>
                  <a:cubicBezTo>
                    <a:pt x="214" y="119"/>
                    <a:pt x="214" y="119"/>
                    <a:pt x="214" y="119"/>
                  </a:cubicBezTo>
                  <a:lnTo>
                    <a:pt x="250" y="96"/>
                  </a:lnTo>
                  <a:close/>
                  <a:moveTo>
                    <a:pt x="175" y="151"/>
                  </a:moveTo>
                  <a:cubicBezTo>
                    <a:pt x="210" y="171"/>
                    <a:pt x="210" y="171"/>
                    <a:pt x="210" y="171"/>
                  </a:cubicBezTo>
                  <a:cubicBezTo>
                    <a:pt x="196" y="133"/>
                    <a:pt x="196" y="133"/>
                    <a:pt x="196" y="133"/>
                  </a:cubicBezTo>
                  <a:cubicBezTo>
                    <a:pt x="206" y="125"/>
                    <a:pt x="206" y="125"/>
                    <a:pt x="206" y="125"/>
                  </a:cubicBezTo>
                  <a:cubicBezTo>
                    <a:pt x="223" y="177"/>
                    <a:pt x="223" y="177"/>
                    <a:pt x="223" y="177"/>
                  </a:cubicBezTo>
                  <a:cubicBezTo>
                    <a:pt x="214" y="185"/>
                    <a:pt x="214" y="185"/>
                    <a:pt x="214" y="185"/>
                  </a:cubicBezTo>
                  <a:cubicBezTo>
                    <a:pt x="165" y="159"/>
                    <a:pt x="165" y="159"/>
                    <a:pt x="165" y="159"/>
                  </a:cubicBezTo>
                  <a:lnTo>
                    <a:pt x="175" y="151"/>
                  </a:lnTo>
                  <a:close/>
                  <a:moveTo>
                    <a:pt x="160" y="165"/>
                  </a:moveTo>
                  <a:cubicBezTo>
                    <a:pt x="197" y="201"/>
                    <a:pt x="197" y="201"/>
                    <a:pt x="197" y="201"/>
                  </a:cubicBezTo>
                  <a:cubicBezTo>
                    <a:pt x="189" y="209"/>
                    <a:pt x="189" y="209"/>
                    <a:pt x="189" y="209"/>
                  </a:cubicBezTo>
                  <a:cubicBezTo>
                    <a:pt x="152" y="174"/>
                    <a:pt x="152" y="174"/>
                    <a:pt x="152" y="174"/>
                  </a:cubicBezTo>
                  <a:lnTo>
                    <a:pt x="160" y="165"/>
                  </a:lnTo>
                  <a:close/>
                  <a:moveTo>
                    <a:pt x="121" y="211"/>
                  </a:moveTo>
                  <a:cubicBezTo>
                    <a:pt x="163" y="214"/>
                    <a:pt x="163" y="214"/>
                    <a:pt x="163" y="214"/>
                  </a:cubicBezTo>
                  <a:cubicBezTo>
                    <a:pt x="135" y="193"/>
                    <a:pt x="135" y="193"/>
                    <a:pt x="135" y="193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82" y="216"/>
                    <a:pt x="182" y="216"/>
                    <a:pt x="182" y="216"/>
                  </a:cubicBezTo>
                  <a:cubicBezTo>
                    <a:pt x="175" y="225"/>
                    <a:pt x="175" y="225"/>
                    <a:pt x="175" y="225"/>
                  </a:cubicBezTo>
                  <a:cubicBezTo>
                    <a:pt x="134" y="222"/>
                    <a:pt x="134" y="222"/>
                    <a:pt x="134" y="222"/>
                  </a:cubicBezTo>
                  <a:cubicBezTo>
                    <a:pt x="161" y="243"/>
                    <a:pt x="161" y="243"/>
                    <a:pt x="161" y="243"/>
                  </a:cubicBezTo>
                  <a:cubicBezTo>
                    <a:pt x="155" y="252"/>
                    <a:pt x="155" y="252"/>
                    <a:pt x="155" y="252"/>
                  </a:cubicBezTo>
                  <a:cubicBezTo>
                    <a:pt x="114" y="220"/>
                    <a:pt x="114" y="220"/>
                    <a:pt x="114" y="220"/>
                  </a:cubicBezTo>
                  <a:lnTo>
                    <a:pt x="121" y="211"/>
                  </a:lnTo>
                  <a:close/>
                  <a:moveTo>
                    <a:pt x="88" y="264"/>
                  </a:moveTo>
                  <a:cubicBezTo>
                    <a:pt x="112" y="278"/>
                    <a:pt x="112" y="278"/>
                    <a:pt x="112" y="278"/>
                  </a:cubicBezTo>
                  <a:cubicBezTo>
                    <a:pt x="116" y="280"/>
                    <a:pt x="119" y="281"/>
                    <a:pt x="120" y="281"/>
                  </a:cubicBezTo>
                  <a:cubicBezTo>
                    <a:pt x="122" y="282"/>
                    <a:pt x="124" y="282"/>
                    <a:pt x="126" y="281"/>
                  </a:cubicBezTo>
                  <a:cubicBezTo>
                    <a:pt x="128" y="280"/>
                    <a:pt x="130" y="278"/>
                    <a:pt x="132" y="275"/>
                  </a:cubicBezTo>
                  <a:cubicBezTo>
                    <a:pt x="133" y="272"/>
                    <a:pt x="134" y="270"/>
                    <a:pt x="134" y="268"/>
                  </a:cubicBezTo>
                  <a:cubicBezTo>
                    <a:pt x="134" y="266"/>
                    <a:pt x="133" y="264"/>
                    <a:pt x="131" y="263"/>
                  </a:cubicBezTo>
                  <a:cubicBezTo>
                    <a:pt x="130" y="262"/>
                    <a:pt x="127" y="260"/>
                    <a:pt x="124" y="258"/>
                  </a:cubicBezTo>
                  <a:cubicBezTo>
                    <a:pt x="99" y="244"/>
                    <a:pt x="99" y="244"/>
                    <a:pt x="99" y="244"/>
                  </a:cubicBezTo>
                  <a:cubicBezTo>
                    <a:pt x="104" y="234"/>
                    <a:pt x="104" y="234"/>
                    <a:pt x="104" y="234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34" y="251"/>
                    <a:pt x="137" y="253"/>
                    <a:pt x="139" y="255"/>
                  </a:cubicBezTo>
                  <a:cubicBezTo>
                    <a:pt x="141" y="257"/>
                    <a:pt x="142" y="259"/>
                    <a:pt x="143" y="261"/>
                  </a:cubicBezTo>
                  <a:cubicBezTo>
                    <a:pt x="144" y="263"/>
                    <a:pt x="144" y="266"/>
                    <a:pt x="144" y="269"/>
                  </a:cubicBezTo>
                  <a:cubicBezTo>
                    <a:pt x="143" y="272"/>
                    <a:pt x="142" y="275"/>
                    <a:pt x="140" y="279"/>
                  </a:cubicBezTo>
                  <a:cubicBezTo>
                    <a:pt x="137" y="284"/>
                    <a:pt x="134" y="287"/>
                    <a:pt x="132" y="289"/>
                  </a:cubicBezTo>
                  <a:cubicBezTo>
                    <a:pt x="130" y="291"/>
                    <a:pt x="127" y="292"/>
                    <a:pt x="125" y="293"/>
                  </a:cubicBezTo>
                  <a:cubicBezTo>
                    <a:pt x="123" y="293"/>
                    <a:pt x="120" y="293"/>
                    <a:pt x="118" y="293"/>
                  </a:cubicBezTo>
                  <a:cubicBezTo>
                    <a:pt x="115" y="292"/>
                    <a:pt x="111" y="290"/>
                    <a:pt x="106" y="287"/>
                  </a:cubicBezTo>
                  <a:cubicBezTo>
                    <a:pt x="82" y="274"/>
                    <a:pt x="82" y="274"/>
                    <a:pt x="82" y="274"/>
                  </a:cubicBezTo>
                  <a:lnTo>
                    <a:pt x="88" y="264"/>
                  </a:lnTo>
                  <a:close/>
                  <a:moveTo>
                    <a:pt x="45" y="402"/>
                  </a:moveTo>
                  <a:cubicBezTo>
                    <a:pt x="82" y="384"/>
                    <a:pt x="82" y="384"/>
                    <a:pt x="82" y="384"/>
                  </a:cubicBezTo>
                  <a:cubicBezTo>
                    <a:pt x="48" y="379"/>
                    <a:pt x="48" y="379"/>
                    <a:pt x="48" y="379"/>
                  </a:cubicBezTo>
                  <a:cubicBezTo>
                    <a:pt x="50" y="368"/>
                    <a:pt x="50" y="368"/>
                    <a:pt x="50" y="368"/>
                  </a:cubicBezTo>
                  <a:cubicBezTo>
                    <a:pt x="101" y="376"/>
                    <a:pt x="101" y="376"/>
                    <a:pt x="101" y="376"/>
                  </a:cubicBezTo>
                  <a:cubicBezTo>
                    <a:pt x="99" y="387"/>
                    <a:pt x="99" y="387"/>
                    <a:pt x="99" y="387"/>
                  </a:cubicBezTo>
                  <a:cubicBezTo>
                    <a:pt x="62" y="405"/>
                    <a:pt x="62" y="405"/>
                    <a:pt x="62" y="405"/>
                  </a:cubicBezTo>
                  <a:cubicBezTo>
                    <a:pt x="95" y="410"/>
                    <a:pt x="95" y="410"/>
                    <a:pt x="95" y="410"/>
                  </a:cubicBezTo>
                  <a:cubicBezTo>
                    <a:pt x="94" y="421"/>
                    <a:pt x="94" y="421"/>
                    <a:pt x="94" y="421"/>
                  </a:cubicBezTo>
                  <a:cubicBezTo>
                    <a:pt x="43" y="413"/>
                    <a:pt x="43" y="413"/>
                    <a:pt x="43" y="413"/>
                  </a:cubicBezTo>
                  <a:lnTo>
                    <a:pt x="45" y="402"/>
                  </a:lnTo>
                  <a:close/>
                  <a:moveTo>
                    <a:pt x="42" y="427"/>
                  </a:moveTo>
                  <a:cubicBezTo>
                    <a:pt x="94" y="430"/>
                    <a:pt x="94" y="430"/>
                    <a:pt x="94" y="430"/>
                  </a:cubicBezTo>
                  <a:cubicBezTo>
                    <a:pt x="93" y="441"/>
                    <a:pt x="93" y="441"/>
                    <a:pt x="93" y="441"/>
                  </a:cubicBezTo>
                  <a:cubicBezTo>
                    <a:pt x="42" y="439"/>
                    <a:pt x="42" y="439"/>
                    <a:pt x="42" y="439"/>
                  </a:cubicBezTo>
                  <a:lnTo>
                    <a:pt x="42" y="427"/>
                  </a:lnTo>
                  <a:close/>
                  <a:moveTo>
                    <a:pt x="43" y="487"/>
                  </a:moveTo>
                  <a:cubicBezTo>
                    <a:pt x="63" y="486"/>
                    <a:pt x="63" y="486"/>
                    <a:pt x="63" y="486"/>
                  </a:cubicBezTo>
                  <a:cubicBezTo>
                    <a:pt x="62" y="464"/>
                    <a:pt x="62" y="464"/>
                    <a:pt x="62" y="464"/>
                  </a:cubicBezTo>
                  <a:cubicBezTo>
                    <a:pt x="42" y="465"/>
                    <a:pt x="42" y="465"/>
                    <a:pt x="42" y="465"/>
                  </a:cubicBezTo>
                  <a:cubicBezTo>
                    <a:pt x="41" y="453"/>
                    <a:pt x="41" y="453"/>
                    <a:pt x="41" y="453"/>
                  </a:cubicBezTo>
                  <a:cubicBezTo>
                    <a:pt x="92" y="450"/>
                    <a:pt x="92" y="450"/>
                    <a:pt x="92" y="450"/>
                  </a:cubicBezTo>
                  <a:cubicBezTo>
                    <a:pt x="93" y="462"/>
                    <a:pt x="93" y="462"/>
                    <a:pt x="93" y="462"/>
                  </a:cubicBezTo>
                  <a:cubicBezTo>
                    <a:pt x="71" y="463"/>
                    <a:pt x="71" y="463"/>
                    <a:pt x="71" y="463"/>
                  </a:cubicBezTo>
                  <a:cubicBezTo>
                    <a:pt x="72" y="486"/>
                    <a:pt x="72" y="486"/>
                    <a:pt x="72" y="486"/>
                  </a:cubicBezTo>
                  <a:cubicBezTo>
                    <a:pt x="94" y="484"/>
                    <a:pt x="94" y="484"/>
                    <a:pt x="94" y="484"/>
                  </a:cubicBezTo>
                  <a:cubicBezTo>
                    <a:pt x="95" y="496"/>
                    <a:pt x="95" y="496"/>
                    <a:pt x="95" y="496"/>
                  </a:cubicBezTo>
                  <a:cubicBezTo>
                    <a:pt x="43" y="499"/>
                    <a:pt x="43" y="499"/>
                    <a:pt x="43" y="499"/>
                  </a:cubicBezTo>
                  <a:lnTo>
                    <a:pt x="43" y="487"/>
                  </a:lnTo>
                  <a:close/>
                  <a:moveTo>
                    <a:pt x="98" y="546"/>
                  </a:moveTo>
                  <a:cubicBezTo>
                    <a:pt x="95" y="551"/>
                    <a:pt x="89" y="555"/>
                    <a:pt x="81" y="557"/>
                  </a:cubicBezTo>
                  <a:cubicBezTo>
                    <a:pt x="73" y="559"/>
                    <a:pt x="66" y="558"/>
                    <a:pt x="60" y="554"/>
                  </a:cubicBezTo>
                  <a:cubicBezTo>
                    <a:pt x="54" y="550"/>
                    <a:pt x="51" y="544"/>
                    <a:pt x="49" y="536"/>
                  </a:cubicBezTo>
                  <a:cubicBezTo>
                    <a:pt x="48" y="529"/>
                    <a:pt x="48" y="523"/>
                    <a:pt x="51" y="518"/>
                  </a:cubicBezTo>
                  <a:cubicBezTo>
                    <a:pt x="53" y="515"/>
                    <a:pt x="55" y="513"/>
                    <a:pt x="59" y="511"/>
                  </a:cubicBezTo>
                  <a:cubicBezTo>
                    <a:pt x="64" y="521"/>
                    <a:pt x="64" y="521"/>
                    <a:pt x="64" y="521"/>
                  </a:cubicBezTo>
                  <a:cubicBezTo>
                    <a:pt x="61" y="523"/>
                    <a:pt x="60" y="524"/>
                    <a:pt x="58" y="527"/>
                  </a:cubicBezTo>
                  <a:cubicBezTo>
                    <a:pt x="57" y="529"/>
                    <a:pt x="57" y="532"/>
                    <a:pt x="58" y="535"/>
                  </a:cubicBezTo>
                  <a:cubicBezTo>
                    <a:pt x="59" y="539"/>
                    <a:pt x="61" y="542"/>
                    <a:pt x="64" y="544"/>
                  </a:cubicBezTo>
                  <a:cubicBezTo>
                    <a:pt x="67" y="546"/>
                    <a:pt x="72" y="547"/>
                    <a:pt x="78" y="545"/>
                  </a:cubicBezTo>
                  <a:cubicBezTo>
                    <a:pt x="84" y="544"/>
                    <a:pt x="89" y="542"/>
                    <a:pt x="91" y="539"/>
                  </a:cubicBezTo>
                  <a:cubicBezTo>
                    <a:pt x="93" y="536"/>
                    <a:pt x="94" y="532"/>
                    <a:pt x="93" y="528"/>
                  </a:cubicBezTo>
                  <a:cubicBezTo>
                    <a:pt x="92" y="525"/>
                    <a:pt x="91" y="522"/>
                    <a:pt x="89" y="521"/>
                  </a:cubicBezTo>
                  <a:cubicBezTo>
                    <a:pt x="86" y="519"/>
                    <a:pt x="83" y="518"/>
                    <a:pt x="79" y="518"/>
                  </a:cubicBezTo>
                  <a:cubicBezTo>
                    <a:pt x="80" y="506"/>
                    <a:pt x="80" y="506"/>
                    <a:pt x="80" y="506"/>
                  </a:cubicBezTo>
                  <a:cubicBezTo>
                    <a:pt x="86" y="507"/>
                    <a:pt x="91" y="509"/>
                    <a:pt x="94" y="512"/>
                  </a:cubicBezTo>
                  <a:cubicBezTo>
                    <a:pt x="98" y="515"/>
                    <a:pt x="100" y="520"/>
                    <a:pt x="101" y="526"/>
                  </a:cubicBezTo>
                  <a:cubicBezTo>
                    <a:pt x="103" y="533"/>
                    <a:pt x="102" y="540"/>
                    <a:pt x="98" y="546"/>
                  </a:cubicBezTo>
                  <a:close/>
                  <a:moveTo>
                    <a:pt x="115" y="330"/>
                  </a:moveTo>
                  <a:cubicBezTo>
                    <a:pt x="102" y="331"/>
                    <a:pt x="102" y="331"/>
                    <a:pt x="102" y="331"/>
                  </a:cubicBezTo>
                  <a:cubicBezTo>
                    <a:pt x="95" y="353"/>
                    <a:pt x="95" y="353"/>
                    <a:pt x="95" y="353"/>
                  </a:cubicBezTo>
                  <a:cubicBezTo>
                    <a:pt x="105" y="361"/>
                    <a:pt x="105" y="361"/>
                    <a:pt x="105" y="361"/>
                  </a:cubicBezTo>
                  <a:cubicBezTo>
                    <a:pt x="101" y="373"/>
                    <a:pt x="101" y="373"/>
                    <a:pt x="101" y="373"/>
                  </a:cubicBezTo>
                  <a:cubicBezTo>
                    <a:pt x="59" y="336"/>
                    <a:pt x="59" y="336"/>
                    <a:pt x="59" y="336"/>
                  </a:cubicBezTo>
                  <a:cubicBezTo>
                    <a:pt x="62" y="324"/>
                    <a:pt x="62" y="324"/>
                    <a:pt x="62" y="324"/>
                  </a:cubicBezTo>
                  <a:cubicBezTo>
                    <a:pt x="118" y="318"/>
                    <a:pt x="118" y="318"/>
                    <a:pt x="118" y="318"/>
                  </a:cubicBezTo>
                  <a:lnTo>
                    <a:pt x="115" y="330"/>
                  </a:lnTo>
                  <a:close/>
                  <a:moveTo>
                    <a:pt x="252" y="762"/>
                  </a:moveTo>
                  <a:cubicBezTo>
                    <a:pt x="252" y="763"/>
                    <a:pt x="251" y="764"/>
                    <a:pt x="250" y="764"/>
                  </a:cubicBezTo>
                  <a:cubicBezTo>
                    <a:pt x="248" y="765"/>
                    <a:pt x="239" y="763"/>
                    <a:pt x="238" y="764"/>
                  </a:cubicBezTo>
                  <a:cubicBezTo>
                    <a:pt x="233" y="764"/>
                    <a:pt x="232" y="764"/>
                    <a:pt x="231" y="766"/>
                  </a:cubicBezTo>
                  <a:cubicBezTo>
                    <a:pt x="231" y="767"/>
                    <a:pt x="231" y="770"/>
                    <a:pt x="229" y="770"/>
                  </a:cubicBezTo>
                  <a:cubicBezTo>
                    <a:pt x="227" y="769"/>
                    <a:pt x="222" y="768"/>
                    <a:pt x="219" y="768"/>
                  </a:cubicBezTo>
                  <a:cubicBezTo>
                    <a:pt x="218" y="768"/>
                    <a:pt x="217" y="768"/>
                    <a:pt x="216" y="768"/>
                  </a:cubicBezTo>
                  <a:cubicBezTo>
                    <a:pt x="205" y="781"/>
                    <a:pt x="197" y="792"/>
                    <a:pt x="185" y="804"/>
                  </a:cubicBezTo>
                  <a:cubicBezTo>
                    <a:pt x="185" y="804"/>
                    <a:pt x="183" y="805"/>
                    <a:pt x="183" y="805"/>
                  </a:cubicBezTo>
                  <a:cubicBezTo>
                    <a:pt x="191" y="792"/>
                    <a:pt x="199" y="779"/>
                    <a:pt x="208" y="766"/>
                  </a:cubicBezTo>
                  <a:cubicBezTo>
                    <a:pt x="209" y="764"/>
                    <a:pt x="208" y="763"/>
                    <a:pt x="208" y="763"/>
                  </a:cubicBezTo>
                  <a:cubicBezTo>
                    <a:pt x="207" y="761"/>
                    <a:pt x="210" y="758"/>
                    <a:pt x="212" y="758"/>
                  </a:cubicBezTo>
                  <a:cubicBezTo>
                    <a:pt x="212" y="758"/>
                    <a:pt x="213" y="758"/>
                    <a:pt x="214" y="758"/>
                  </a:cubicBezTo>
                  <a:cubicBezTo>
                    <a:pt x="219" y="750"/>
                    <a:pt x="219" y="750"/>
                    <a:pt x="221" y="747"/>
                  </a:cubicBezTo>
                  <a:cubicBezTo>
                    <a:pt x="219" y="746"/>
                    <a:pt x="211" y="743"/>
                    <a:pt x="213" y="741"/>
                  </a:cubicBezTo>
                  <a:cubicBezTo>
                    <a:pt x="214" y="741"/>
                    <a:pt x="216" y="741"/>
                    <a:pt x="218" y="741"/>
                  </a:cubicBezTo>
                  <a:cubicBezTo>
                    <a:pt x="220" y="742"/>
                    <a:pt x="222" y="742"/>
                    <a:pt x="223" y="743"/>
                  </a:cubicBezTo>
                  <a:cubicBezTo>
                    <a:pt x="227" y="739"/>
                    <a:pt x="229" y="736"/>
                    <a:pt x="231" y="731"/>
                  </a:cubicBezTo>
                  <a:cubicBezTo>
                    <a:pt x="231" y="730"/>
                    <a:pt x="234" y="726"/>
                    <a:pt x="233" y="726"/>
                  </a:cubicBezTo>
                  <a:cubicBezTo>
                    <a:pt x="233" y="724"/>
                    <a:pt x="233" y="724"/>
                    <a:pt x="233" y="723"/>
                  </a:cubicBezTo>
                  <a:cubicBezTo>
                    <a:pt x="237" y="725"/>
                    <a:pt x="239" y="727"/>
                    <a:pt x="239" y="731"/>
                  </a:cubicBezTo>
                  <a:cubicBezTo>
                    <a:pt x="239" y="731"/>
                    <a:pt x="239" y="734"/>
                    <a:pt x="239" y="735"/>
                  </a:cubicBezTo>
                  <a:cubicBezTo>
                    <a:pt x="236" y="738"/>
                    <a:pt x="234" y="742"/>
                    <a:pt x="231" y="745"/>
                  </a:cubicBezTo>
                  <a:cubicBezTo>
                    <a:pt x="232" y="746"/>
                    <a:pt x="233" y="746"/>
                    <a:pt x="234" y="746"/>
                  </a:cubicBezTo>
                  <a:cubicBezTo>
                    <a:pt x="237" y="748"/>
                    <a:pt x="239" y="748"/>
                    <a:pt x="242" y="750"/>
                  </a:cubicBezTo>
                  <a:cubicBezTo>
                    <a:pt x="243" y="749"/>
                    <a:pt x="244" y="750"/>
                    <a:pt x="244" y="749"/>
                  </a:cubicBezTo>
                  <a:cubicBezTo>
                    <a:pt x="252" y="753"/>
                    <a:pt x="253" y="761"/>
                    <a:pt x="252" y="762"/>
                  </a:cubicBezTo>
                  <a:close/>
                  <a:moveTo>
                    <a:pt x="189" y="735"/>
                  </a:moveTo>
                  <a:cubicBezTo>
                    <a:pt x="192" y="737"/>
                    <a:pt x="195" y="739"/>
                    <a:pt x="196" y="742"/>
                  </a:cubicBezTo>
                  <a:cubicBezTo>
                    <a:pt x="197" y="743"/>
                    <a:pt x="201" y="748"/>
                    <a:pt x="203" y="754"/>
                  </a:cubicBezTo>
                  <a:cubicBezTo>
                    <a:pt x="204" y="757"/>
                    <a:pt x="205" y="758"/>
                    <a:pt x="204" y="761"/>
                  </a:cubicBezTo>
                  <a:cubicBezTo>
                    <a:pt x="199" y="758"/>
                    <a:pt x="200" y="757"/>
                    <a:pt x="198" y="752"/>
                  </a:cubicBezTo>
                  <a:cubicBezTo>
                    <a:pt x="198" y="750"/>
                    <a:pt x="197" y="748"/>
                    <a:pt x="193" y="744"/>
                  </a:cubicBezTo>
                  <a:cubicBezTo>
                    <a:pt x="193" y="742"/>
                    <a:pt x="189" y="738"/>
                    <a:pt x="189" y="735"/>
                  </a:cubicBezTo>
                  <a:close/>
                  <a:moveTo>
                    <a:pt x="262" y="820"/>
                  </a:moveTo>
                  <a:cubicBezTo>
                    <a:pt x="262" y="818"/>
                    <a:pt x="260" y="817"/>
                    <a:pt x="260" y="815"/>
                  </a:cubicBezTo>
                  <a:cubicBezTo>
                    <a:pt x="266" y="807"/>
                    <a:pt x="274" y="789"/>
                    <a:pt x="281" y="779"/>
                  </a:cubicBezTo>
                  <a:cubicBezTo>
                    <a:pt x="282" y="777"/>
                    <a:pt x="283" y="776"/>
                    <a:pt x="284" y="776"/>
                  </a:cubicBezTo>
                  <a:cubicBezTo>
                    <a:pt x="284" y="777"/>
                    <a:pt x="285" y="777"/>
                    <a:pt x="283" y="781"/>
                  </a:cubicBezTo>
                  <a:cubicBezTo>
                    <a:pt x="283" y="782"/>
                    <a:pt x="263" y="819"/>
                    <a:pt x="265" y="821"/>
                  </a:cubicBezTo>
                  <a:cubicBezTo>
                    <a:pt x="263" y="821"/>
                    <a:pt x="263" y="821"/>
                    <a:pt x="262" y="820"/>
                  </a:cubicBezTo>
                  <a:close/>
                  <a:moveTo>
                    <a:pt x="289" y="829"/>
                  </a:moveTo>
                  <a:cubicBezTo>
                    <a:pt x="288" y="830"/>
                    <a:pt x="288" y="830"/>
                    <a:pt x="287" y="830"/>
                  </a:cubicBezTo>
                  <a:cubicBezTo>
                    <a:pt x="286" y="830"/>
                    <a:pt x="284" y="829"/>
                    <a:pt x="282" y="828"/>
                  </a:cubicBezTo>
                  <a:cubicBezTo>
                    <a:pt x="280" y="826"/>
                    <a:pt x="275" y="818"/>
                    <a:pt x="276" y="816"/>
                  </a:cubicBezTo>
                  <a:cubicBezTo>
                    <a:pt x="276" y="816"/>
                    <a:pt x="276" y="816"/>
                    <a:pt x="276" y="816"/>
                  </a:cubicBezTo>
                  <a:cubicBezTo>
                    <a:pt x="278" y="822"/>
                    <a:pt x="286" y="820"/>
                    <a:pt x="294" y="818"/>
                  </a:cubicBezTo>
                  <a:cubicBezTo>
                    <a:pt x="300" y="816"/>
                    <a:pt x="305" y="813"/>
                    <a:pt x="305" y="812"/>
                  </a:cubicBezTo>
                  <a:cubicBezTo>
                    <a:pt x="305" y="811"/>
                    <a:pt x="305" y="810"/>
                    <a:pt x="304" y="809"/>
                  </a:cubicBezTo>
                  <a:cubicBezTo>
                    <a:pt x="304" y="810"/>
                    <a:pt x="301" y="811"/>
                    <a:pt x="297" y="812"/>
                  </a:cubicBezTo>
                  <a:cubicBezTo>
                    <a:pt x="288" y="814"/>
                    <a:pt x="275" y="816"/>
                    <a:pt x="273" y="815"/>
                  </a:cubicBezTo>
                  <a:cubicBezTo>
                    <a:pt x="270" y="814"/>
                    <a:pt x="270" y="813"/>
                    <a:pt x="273" y="809"/>
                  </a:cubicBezTo>
                  <a:cubicBezTo>
                    <a:pt x="279" y="807"/>
                    <a:pt x="290" y="805"/>
                    <a:pt x="297" y="802"/>
                  </a:cubicBezTo>
                  <a:cubicBezTo>
                    <a:pt x="297" y="801"/>
                    <a:pt x="299" y="801"/>
                    <a:pt x="298" y="799"/>
                  </a:cubicBezTo>
                  <a:cubicBezTo>
                    <a:pt x="295" y="800"/>
                    <a:pt x="286" y="801"/>
                    <a:pt x="284" y="801"/>
                  </a:cubicBezTo>
                  <a:cubicBezTo>
                    <a:pt x="281" y="798"/>
                    <a:pt x="283" y="795"/>
                    <a:pt x="284" y="792"/>
                  </a:cubicBezTo>
                  <a:cubicBezTo>
                    <a:pt x="285" y="792"/>
                    <a:pt x="284" y="792"/>
                    <a:pt x="285" y="792"/>
                  </a:cubicBezTo>
                  <a:cubicBezTo>
                    <a:pt x="287" y="794"/>
                    <a:pt x="294" y="792"/>
                    <a:pt x="295" y="791"/>
                  </a:cubicBezTo>
                  <a:cubicBezTo>
                    <a:pt x="294" y="789"/>
                    <a:pt x="292" y="784"/>
                    <a:pt x="293" y="785"/>
                  </a:cubicBezTo>
                  <a:cubicBezTo>
                    <a:pt x="295" y="786"/>
                    <a:pt x="295" y="787"/>
                    <a:pt x="298" y="787"/>
                  </a:cubicBezTo>
                  <a:cubicBezTo>
                    <a:pt x="298" y="787"/>
                    <a:pt x="299" y="787"/>
                    <a:pt x="298" y="787"/>
                  </a:cubicBezTo>
                  <a:cubicBezTo>
                    <a:pt x="297" y="786"/>
                    <a:pt x="295" y="785"/>
                    <a:pt x="295" y="784"/>
                  </a:cubicBezTo>
                  <a:cubicBezTo>
                    <a:pt x="296" y="782"/>
                    <a:pt x="298" y="782"/>
                    <a:pt x="299" y="783"/>
                  </a:cubicBezTo>
                  <a:cubicBezTo>
                    <a:pt x="301" y="784"/>
                    <a:pt x="308" y="789"/>
                    <a:pt x="308" y="789"/>
                  </a:cubicBezTo>
                  <a:cubicBezTo>
                    <a:pt x="309" y="790"/>
                    <a:pt x="309" y="790"/>
                    <a:pt x="309" y="790"/>
                  </a:cubicBezTo>
                  <a:cubicBezTo>
                    <a:pt x="310" y="791"/>
                    <a:pt x="310" y="792"/>
                    <a:pt x="310" y="793"/>
                  </a:cubicBezTo>
                  <a:cubicBezTo>
                    <a:pt x="310" y="796"/>
                    <a:pt x="308" y="797"/>
                    <a:pt x="305" y="797"/>
                  </a:cubicBezTo>
                  <a:cubicBezTo>
                    <a:pt x="306" y="802"/>
                    <a:pt x="306" y="806"/>
                    <a:pt x="309" y="811"/>
                  </a:cubicBezTo>
                  <a:cubicBezTo>
                    <a:pt x="311" y="809"/>
                    <a:pt x="313" y="809"/>
                    <a:pt x="313" y="808"/>
                  </a:cubicBezTo>
                  <a:cubicBezTo>
                    <a:pt x="316" y="810"/>
                    <a:pt x="317" y="811"/>
                    <a:pt x="317" y="814"/>
                  </a:cubicBezTo>
                  <a:cubicBezTo>
                    <a:pt x="315" y="818"/>
                    <a:pt x="310" y="817"/>
                    <a:pt x="309" y="819"/>
                  </a:cubicBezTo>
                  <a:cubicBezTo>
                    <a:pt x="308" y="823"/>
                    <a:pt x="309" y="831"/>
                    <a:pt x="307" y="834"/>
                  </a:cubicBezTo>
                  <a:cubicBezTo>
                    <a:pt x="307" y="835"/>
                    <a:pt x="306" y="835"/>
                    <a:pt x="305" y="834"/>
                  </a:cubicBezTo>
                  <a:cubicBezTo>
                    <a:pt x="304" y="831"/>
                    <a:pt x="305" y="824"/>
                    <a:pt x="305" y="820"/>
                  </a:cubicBezTo>
                  <a:cubicBezTo>
                    <a:pt x="303" y="821"/>
                    <a:pt x="299" y="823"/>
                    <a:pt x="295" y="823"/>
                  </a:cubicBezTo>
                  <a:cubicBezTo>
                    <a:pt x="295" y="824"/>
                    <a:pt x="295" y="824"/>
                    <a:pt x="295" y="825"/>
                  </a:cubicBezTo>
                  <a:cubicBezTo>
                    <a:pt x="297" y="826"/>
                    <a:pt x="297" y="827"/>
                    <a:pt x="298" y="828"/>
                  </a:cubicBezTo>
                  <a:cubicBezTo>
                    <a:pt x="298" y="829"/>
                    <a:pt x="296" y="830"/>
                    <a:pt x="296" y="831"/>
                  </a:cubicBezTo>
                  <a:cubicBezTo>
                    <a:pt x="295" y="831"/>
                    <a:pt x="293" y="830"/>
                    <a:pt x="291" y="829"/>
                  </a:cubicBezTo>
                  <a:cubicBezTo>
                    <a:pt x="290" y="829"/>
                    <a:pt x="289" y="829"/>
                    <a:pt x="289" y="829"/>
                  </a:cubicBezTo>
                  <a:close/>
                  <a:moveTo>
                    <a:pt x="317" y="787"/>
                  </a:moveTo>
                  <a:cubicBezTo>
                    <a:pt x="317" y="785"/>
                    <a:pt x="319" y="786"/>
                    <a:pt x="320" y="786"/>
                  </a:cubicBezTo>
                  <a:cubicBezTo>
                    <a:pt x="323" y="788"/>
                    <a:pt x="325" y="789"/>
                    <a:pt x="326" y="794"/>
                  </a:cubicBezTo>
                  <a:cubicBezTo>
                    <a:pt x="326" y="795"/>
                    <a:pt x="326" y="796"/>
                    <a:pt x="325" y="798"/>
                  </a:cubicBezTo>
                  <a:cubicBezTo>
                    <a:pt x="323" y="798"/>
                    <a:pt x="319" y="798"/>
                    <a:pt x="319" y="795"/>
                  </a:cubicBezTo>
                  <a:cubicBezTo>
                    <a:pt x="318" y="793"/>
                    <a:pt x="316" y="788"/>
                    <a:pt x="317" y="787"/>
                  </a:cubicBezTo>
                  <a:close/>
                  <a:moveTo>
                    <a:pt x="341" y="802"/>
                  </a:moveTo>
                  <a:cubicBezTo>
                    <a:pt x="334" y="803"/>
                    <a:pt x="319" y="845"/>
                    <a:pt x="312" y="854"/>
                  </a:cubicBezTo>
                  <a:cubicBezTo>
                    <a:pt x="308" y="861"/>
                    <a:pt x="306" y="861"/>
                    <a:pt x="303" y="858"/>
                  </a:cubicBezTo>
                  <a:cubicBezTo>
                    <a:pt x="299" y="854"/>
                    <a:pt x="294" y="836"/>
                    <a:pt x="295" y="832"/>
                  </a:cubicBezTo>
                  <a:cubicBezTo>
                    <a:pt x="296" y="833"/>
                    <a:pt x="297" y="836"/>
                    <a:pt x="297" y="837"/>
                  </a:cubicBezTo>
                  <a:cubicBezTo>
                    <a:pt x="298" y="836"/>
                    <a:pt x="297" y="836"/>
                    <a:pt x="298" y="835"/>
                  </a:cubicBezTo>
                  <a:cubicBezTo>
                    <a:pt x="299" y="838"/>
                    <a:pt x="303" y="846"/>
                    <a:pt x="304" y="847"/>
                  </a:cubicBezTo>
                  <a:cubicBezTo>
                    <a:pt x="307" y="849"/>
                    <a:pt x="308" y="844"/>
                    <a:pt x="310" y="842"/>
                  </a:cubicBezTo>
                  <a:cubicBezTo>
                    <a:pt x="314" y="834"/>
                    <a:pt x="325" y="807"/>
                    <a:pt x="329" y="799"/>
                  </a:cubicBezTo>
                  <a:cubicBezTo>
                    <a:pt x="332" y="794"/>
                    <a:pt x="334" y="789"/>
                    <a:pt x="331" y="786"/>
                  </a:cubicBezTo>
                  <a:cubicBezTo>
                    <a:pt x="320" y="780"/>
                    <a:pt x="306" y="784"/>
                    <a:pt x="296" y="778"/>
                  </a:cubicBezTo>
                  <a:cubicBezTo>
                    <a:pt x="296" y="778"/>
                    <a:pt x="296" y="778"/>
                    <a:pt x="296" y="778"/>
                  </a:cubicBezTo>
                  <a:cubicBezTo>
                    <a:pt x="302" y="776"/>
                    <a:pt x="328" y="782"/>
                    <a:pt x="328" y="782"/>
                  </a:cubicBezTo>
                  <a:cubicBezTo>
                    <a:pt x="336" y="784"/>
                    <a:pt x="346" y="792"/>
                    <a:pt x="341" y="802"/>
                  </a:cubicBezTo>
                  <a:close/>
                  <a:moveTo>
                    <a:pt x="365" y="858"/>
                  </a:moveTo>
                  <a:cubicBezTo>
                    <a:pt x="365" y="858"/>
                    <a:pt x="363" y="859"/>
                    <a:pt x="362" y="859"/>
                  </a:cubicBezTo>
                  <a:cubicBezTo>
                    <a:pt x="362" y="859"/>
                    <a:pt x="362" y="860"/>
                    <a:pt x="360" y="861"/>
                  </a:cubicBezTo>
                  <a:cubicBezTo>
                    <a:pt x="360" y="861"/>
                    <a:pt x="358" y="862"/>
                    <a:pt x="356" y="861"/>
                  </a:cubicBezTo>
                  <a:cubicBezTo>
                    <a:pt x="356" y="861"/>
                    <a:pt x="355" y="860"/>
                    <a:pt x="354" y="860"/>
                  </a:cubicBezTo>
                  <a:cubicBezTo>
                    <a:pt x="354" y="860"/>
                    <a:pt x="352" y="859"/>
                    <a:pt x="351" y="859"/>
                  </a:cubicBezTo>
                  <a:cubicBezTo>
                    <a:pt x="351" y="859"/>
                    <a:pt x="349" y="859"/>
                    <a:pt x="352" y="858"/>
                  </a:cubicBezTo>
                  <a:cubicBezTo>
                    <a:pt x="352" y="858"/>
                    <a:pt x="352" y="857"/>
                    <a:pt x="353" y="857"/>
                  </a:cubicBezTo>
                  <a:cubicBezTo>
                    <a:pt x="353" y="857"/>
                    <a:pt x="354" y="857"/>
                    <a:pt x="354" y="857"/>
                  </a:cubicBezTo>
                  <a:cubicBezTo>
                    <a:pt x="354" y="857"/>
                    <a:pt x="354" y="856"/>
                    <a:pt x="355" y="857"/>
                  </a:cubicBezTo>
                  <a:cubicBezTo>
                    <a:pt x="355" y="857"/>
                    <a:pt x="356" y="858"/>
                    <a:pt x="357" y="855"/>
                  </a:cubicBezTo>
                  <a:cubicBezTo>
                    <a:pt x="357" y="855"/>
                    <a:pt x="357" y="855"/>
                    <a:pt x="358" y="855"/>
                  </a:cubicBezTo>
                  <a:cubicBezTo>
                    <a:pt x="358" y="855"/>
                    <a:pt x="362" y="853"/>
                    <a:pt x="371" y="847"/>
                  </a:cubicBezTo>
                  <a:cubicBezTo>
                    <a:pt x="371" y="847"/>
                    <a:pt x="379" y="842"/>
                    <a:pt x="384" y="837"/>
                  </a:cubicBezTo>
                  <a:cubicBezTo>
                    <a:pt x="384" y="837"/>
                    <a:pt x="388" y="834"/>
                    <a:pt x="393" y="830"/>
                  </a:cubicBezTo>
                  <a:cubicBezTo>
                    <a:pt x="393" y="830"/>
                    <a:pt x="406" y="820"/>
                    <a:pt x="408" y="817"/>
                  </a:cubicBezTo>
                  <a:cubicBezTo>
                    <a:pt x="408" y="817"/>
                    <a:pt x="399" y="812"/>
                    <a:pt x="400" y="808"/>
                  </a:cubicBezTo>
                  <a:cubicBezTo>
                    <a:pt x="400" y="808"/>
                    <a:pt x="401" y="806"/>
                    <a:pt x="402" y="808"/>
                  </a:cubicBezTo>
                  <a:cubicBezTo>
                    <a:pt x="402" y="808"/>
                    <a:pt x="406" y="811"/>
                    <a:pt x="413" y="810"/>
                  </a:cubicBezTo>
                  <a:cubicBezTo>
                    <a:pt x="413" y="810"/>
                    <a:pt x="416" y="810"/>
                    <a:pt x="420" y="807"/>
                  </a:cubicBezTo>
                  <a:cubicBezTo>
                    <a:pt x="420" y="807"/>
                    <a:pt x="425" y="806"/>
                    <a:pt x="427" y="815"/>
                  </a:cubicBezTo>
                  <a:cubicBezTo>
                    <a:pt x="427" y="815"/>
                    <a:pt x="427" y="819"/>
                    <a:pt x="425" y="818"/>
                  </a:cubicBezTo>
                  <a:cubicBezTo>
                    <a:pt x="425" y="818"/>
                    <a:pt x="422" y="818"/>
                    <a:pt x="419" y="819"/>
                  </a:cubicBezTo>
                  <a:cubicBezTo>
                    <a:pt x="419" y="819"/>
                    <a:pt x="418" y="818"/>
                    <a:pt x="416" y="820"/>
                  </a:cubicBezTo>
                  <a:cubicBezTo>
                    <a:pt x="416" y="820"/>
                    <a:pt x="410" y="826"/>
                    <a:pt x="397" y="834"/>
                  </a:cubicBezTo>
                  <a:cubicBezTo>
                    <a:pt x="397" y="834"/>
                    <a:pt x="390" y="839"/>
                    <a:pt x="381" y="848"/>
                  </a:cubicBezTo>
                  <a:cubicBezTo>
                    <a:pt x="381" y="848"/>
                    <a:pt x="374" y="854"/>
                    <a:pt x="365" y="858"/>
                  </a:cubicBezTo>
                  <a:close/>
                  <a:moveTo>
                    <a:pt x="430" y="858"/>
                  </a:moveTo>
                  <a:cubicBezTo>
                    <a:pt x="430" y="858"/>
                    <a:pt x="430" y="859"/>
                    <a:pt x="430" y="860"/>
                  </a:cubicBezTo>
                  <a:cubicBezTo>
                    <a:pt x="430" y="860"/>
                    <a:pt x="430" y="862"/>
                    <a:pt x="427" y="862"/>
                  </a:cubicBezTo>
                  <a:cubicBezTo>
                    <a:pt x="427" y="862"/>
                    <a:pt x="420" y="864"/>
                    <a:pt x="419" y="866"/>
                  </a:cubicBezTo>
                  <a:cubicBezTo>
                    <a:pt x="419" y="866"/>
                    <a:pt x="415" y="869"/>
                    <a:pt x="416" y="872"/>
                  </a:cubicBezTo>
                  <a:cubicBezTo>
                    <a:pt x="416" y="872"/>
                    <a:pt x="416" y="874"/>
                    <a:pt x="413" y="875"/>
                  </a:cubicBezTo>
                  <a:cubicBezTo>
                    <a:pt x="413" y="875"/>
                    <a:pt x="411" y="875"/>
                    <a:pt x="409" y="875"/>
                  </a:cubicBezTo>
                  <a:cubicBezTo>
                    <a:pt x="409" y="875"/>
                    <a:pt x="407" y="873"/>
                    <a:pt x="404" y="875"/>
                  </a:cubicBezTo>
                  <a:cubicBezTo>
                    <a:pt x="404" y="875"/>
                    <a:pt x="404" y="876"/>
                    <a:pt x="402" y="875"/>
                  </a:cubicBezTo>
                  <a:cubicBezTo>
                    <a:pt x="402" y="875"/>
                    <a:pt x="402" y="874"/>
                    <a:pt x="401" y="874"/>
                  </a:cubicBezTo>
                  <a:cubicBezTo>
                    <a:pt x="401" y="874"/>
                    <a:pt x="400" y="873"/>
                    <a:pt x="400" y="872"/>
                  </a:cubicBezTo>
                  <a:cubicBezTo>
                    <a:pt x="400" y="872"/>
                    <a:pt x="400" y="870"/>
                    <a:pt x="398" y="869"/>
                  </a:cubicBezTo>
                  <a:cubicBezTo>
                    <a:pt x="398" y="869"/>
                    <a:pt x="397" y="869"/>
                    <a:pt x="397" y="867"/>
                  </a:cubicBezTo>
                  <a:cubicBezTo>
                    <a:pt x="397" y="867"/>
                    <a:pt x="396" y="861"/>
                    <a:pt x="395" y="858"/>
                  </a:cubicBezTo>
                  <a:cubicBezTo>
                    <a:pt x="395" y="858"/>
                    <a:pt x="394" y="855"/>
                    <a:pt x="391" y="854"/>
                  </a:cubicBezTo>
                  <a:cubicBezTo>
                    <a:pt x="391" y="854"/>
                    <a:pt x="387" y="848"/>
                    <a:pt x="389" y="848"/>
                  </a:cubicBezTo>
                  <a:cubicBezTo>
                    <a:pt x="389" y="848"/>
                    <a:pt x="393" y="848"/>
                    <a:pt x="396" y="854"/>
                  </a:cubicBezTo>
                  <a:cubicBezTo>
                    <a:pt x="396" y="854"/>
                    <a:pt x="396" y="856"/>
                    <a:pt x="396" y="858"/>
                  </a:cubicBezTo>
                  <a:cubicBezTo>
                    <a:pt x="396" y="858"/>
                    <a:pt x="397" y="859"/>
                    <a:pt x="399" y="866"/>
                  </a:cubicBezTo>
                  <a:cubicBezTo>
                    <a:pt x="399" y="866"/>
                    <a:pt x="400" y="867"/>
                    <a:pt x="400" y="865"/>
                  </a:cubicBezTo>
                  <a:cubicBezTo>
                    <a:pt x="402" y="863"/>
                    <a:pt x="402" y="863"/>
                    <a:pt x="402" y="863"/>
                  </a:cubicBezTo>
                  <a:cubicBezTo>
                    <a:pt x="402" y="863"/>
                    <a:pt x="403" y="861"/>
                    <a:pt x="404" y="862"/>
                  </a:cubicBezTo>
                  <a:cubicBezTo>
                    <a:pt x="404" y="862"/>
                    <a:pt x="404" y="863"/>
                    <a:pt x="405" y="862"/>
                  </a:cubicBezTo>
                  <a:cubicBezTo>
                    <a:pt x="405" y="862"/>
                    <a:pt x="408" y="860"/>
                    <a:pt x="410" y="858"/>
                  </a:cubicBezTo>
                  <a:cubicBezTo>
                    <a:pt x="410" y="858"/>
                    <a:pt x="413" y="856"/>
                    <a:pt x="412" y="855"/>
                  </a:cubicBezTo>
                  <a:cubicBezTo>
                    <a:pt x="412" y="855"/>
                    <a:pt x="409" y="851"/>
                    <a:pt x="408" y="850"/>
                  </a:cubicBezTo>
                  <a:cubicBezTo>
                    <a:pt x="408" y="850"/>
                    <a:pt x="405" y="848"/>
                    <a:pt x="407" y="848"/>
                  </a:cubicBezTo>
                  <a:cubicBezTo>
                    <a:pt x="407" y="848"/>
                    <a:pt x="408" y="848"/>
                    <a:pt x="411" y="849"/>
                  </a:cubicBezTo>
                  <a:cubicBezTo>
                    <a:pt x="411" y="849"/>
                    <a:pt x="417" y="850"/>
                    <a:pt x="419" y="848"/>
                  </a:cubicBezTo>
                  <a:cubicBezTo>
                    <a:pt x="419" y="848"/>
                    <a:pt x="419" y="846"/>
                    <a:pt x="421" y="847"/>
                  </a:cubicBezTo>
                  <a:cubicBezTo>
                    <a:pt x="421" y="847"/>
                    <a:pt x="424" y="850"/>
                    <a:pt x="425" y="850"/>
                  </a:cubicBezTo>
                  <a:cubicBezTo>
                    <a:pt x="425" y="850"/>
                    <a:pt x="431" y="852"/>
                    <a:pt x="430" y="858"/>
                  </a:cubicBezTo>
                  <a:close/>
                  <a:moveTo>
                    <a:pt x="485" y="876"/>
                  </a:moveTo>
                  <a:cubicBezTo>
                    <a:pt x="485" y="876"/>
                    <a:pt x="485" y="878"/>
                    <a:pt x="483" y="877"/>
                  </a:cubicBezTo>
                  <a:cubicBezTo>
                    <a:pt x="483" y="877"/>
                    <a:pt x="477" y="874"/>
                    <a:pt x="475" y="866"/>
                  </a:cubicBezTo>
                  <a:cubicBezTo>
                    <a:pt x="475" y="866"/>
                    <a:pt x="473" y="857"/>
                    <a:pt x="473" y="856"/>
                  </a:cubicBezTo>
                  <a:cubicBezTo>
                    <a:pt x="473" y="856"/>
                    <a:pt x="473" y="856"/>
                    <a:pt x="473" y="854"/>
                  </a:cubicBezTo>
                  <a:cubicBezTo>
                    <a:pt x="472" y="848"/>
                    <a:pt x="472" y="848"/>
                    <a:pt x="472" y="848"/>
                  </a:cubicBezTo>
                  <a:cubicBezTo>
                    <a:pt x="472" y="848"/>
                    <a:pt x="472" y="848"/>
                    <a:pt x="473" y="847"/>
                  </a:cubicBezTo>
                  <a:cubicBezTo>
                    <a:pt x="473" y="847"/>
                    <a:pt x="472" y="846"/>
                    <a:pt x="473" y="845"/>
                  </a:cubicBezTo>
                  <a:cubicBezTo>
                    <a:pt x="473" y="845"/>
                    <a:pt x="473" y="845"/>
                    <a:pt x="473" y="845"/>
                  </a:cubicBezTo>
                  <a:cubicBezTo>
                    <a:pt x="473" y="845"/>
                    <a:pt x="473" y="842"/>
                    <a:pt x="474" y="843"/>
                  </a:cubicBezTo>
                  <a:cubicBezTo>
                    <a:pt x="474" y="843"/>
                    <a:pt x="475" y="844"/>
                    <a:pt x="474" y="846"/>
                  </a:cubicBezTo>
                  <a:cubicBezTo>
                    <a:pt x="474" y="846"/>
                    <a:pt x="473" y="848"/>
                    <a:pt x="477" y="855"/>
                  </a:cubicBezTo>
                  <a:cubicBezTo>
                    <a:pt x="477" y="855"/>
                    <a:pt x="478" y="856"/>
                    <a:pt x="479" y="856"/>
                  </a:cubicBezTo>
                  <a:cubicBezTo>
                    <a:pt x="479" y="856"/>
                    <a:pt x="480" y="857"/>
                    <a:pt x="481" y="860"/>
                  </a:cubicBezTo>
                  <a:cubicBezTo>
                    <a:pt x="481" y="860"/>
                    <a:pt x="481" y="862"/>
                    <a:pt x="481" y="862"/>
                  </a:cubicBezTo>
                  <a:cubicBezTo>
                    <a:pt x="481" y="862"/>
                    <a:pt x="480" y="864"/>
                    <a:pt x="482" y="863"/>
                  </a:cubicBezTo>
                  <a:cubicBezTo>
                    <a:pt x="482" y="863"/>
                    <a:pt x="483" y="863"/>
                    <a:pt x="483" y="864"/>
                  </a:cubicBezTo>
                  <a:cubicBezTo>
                    <a:pt x="483" y="864"/>
                    <a:pt x="483" y="867"/>
                    <a:pt x="483" y="868"/>
                  </a:cubicBezTo>
                  <a:cubicBezTo>
                    <a:pt x="483" y="868"/>
                    <a:pt x="484" y="869"/>
                    <a:pt x="484" y="870"/>
                  </a:cubicBezTo>
                  <a:cubicBezTo>
                    <a:pt x="484" y="870"/>
                    <a:pt x="484" y="871"/>
                    <a:pt x="484" y="871"/>
                  </a:cubicBezTo>
                  <a:cubicBezTo>
                    <a:pt x="484" y="871"/>
                    <a:pt x="485" y="871"/>
                    <a:pt x="485" y="871"/>
                  </a:cubicBezTo>
                  <a:cubicBezTo>
                    <a:pt x="485" y="871"/>
                    <a:pt x="486" y="876"/>
                    <a:pt x="485" y="876"/>
                  </a:cubicBezTo>
                  <a:close/>
                  <a:moveTo>
                    <a:pt x="482" y="834"/>
                  </a:moveTo>
                  <a:cubicBezTo>
                    <a:pt x="482" y="834"/>
                    <a:pt x="481" y="833"/>
                    <a:pt x="480" y="833"/>
                  </a:cubicBezTo>
                  <a:cubicBezTo>
                    <a:pt x="480" y="833"/>
                    <a:pt x="479" y="833"/>
                    <a:pt x="478" y="833"/>
                  </a:cubicBezTo>
                  <a:cubicBezTo>
                    <a:pt x="478" y="833"/>
                    <a:pt x="476" y="833"/>
                    <a:pt x="477" y="831"/>
                  </a:cubicBezTo>
                  <a:cubicBezTo>
                    <a:pt x="477" y="831"/>
                    <a:pt x="479" y="827"/>
                    <a:pt x="478" y="823"/>
                  </a:cubicBezTo>
                  <a:cubicBezTo>
                    <a:pt x="478" y="823"/>
                    <a:pt x="478" y="822"/>
                    <a:pt x="479" y="821"/>
                  </a:cubicBezTo>
                  <a:cubicBezTo>
                    <a:pt x="479" y="821"/>
                    <a:pt x="479" y="820"/>
                    <a:pt x="480" y="821"/>
                  </a:cubicBezTo>
                  <a:cubicBezTo>
                    <a:pt x="480" y="821"/>
                    <a:pt x="485" y="828"/>
                    <a:pt x="485" y="832"/>
                  </a:cubicBezTo>
                  <a:cubicBezTo>
                    <a:pt x="485" y="832"/>
                    <a:pt x="486" y="835"/>
                    <a:pt x="482" y="834"/>
                  </a:cubicBezTo>
                  <a:close/>
                  <a:moveTo>
                    <a:pt x="540" y="838"/>
                  </a:moveTo>
                  <a:cubicBezTo>
                    <a:pt x="540" y="838"/>
                    <a:pt x="539" y="842"/>
                    <a:pt x="537" y="843"/>
                  </a:cubicBezTo>
                  <a:cubicBezTo>
                    <a:pt x="537" y="843"/>
                    <a:pt x="536" y="844"/>
                    <a:pt x="536" y="846"/>
                  </a:cubicBezTo>
                  <a:cubicBezTo>
                    <a:pt x="536" y="846"/>
                    <a:pt x="533" y="852"/>
                    <a:pt x="531" y="853"/>
                  </a:cubicBezTo>
                  <a:cubicBezTo>
                    <a:pt x="531" y="853"/>
                    <a:pt x="528" y="855"/>
                    <a:pt x="529" y="857"/>
                  </a:cubicBezTo>
                  <a:cubicBezTo>
                    <a:pt x="529" y="857"/>
                    <a:pt x="533" y="860"/>
                    <a:pt x="532" y="864"/>
                  </a:cubicBezTo>
                  <a:cubicBezTo>
                    <a:pt x="532" y="864"/>
                    <a:pt x="532" y="865"/>
                    <a:pt x="531" y="865"/>
                  </a:cubicBezTo>
                  <a:cubicBezTo>
                    <a:pt x="531" y="865"/>
                    <a:pt x="530" y="866"/>
                    <a:pt x="529" y="866"/>
                  </a:cubicBezTo>
                  <a:cubicBezTo>
                    <a:pt x="529" y="866"/>
                    <a:pt x="528" y="866"/>
                    <a:pt x="528" y="866"/>
                  </a:cubicBezTo>
                  <a:cubicBezTo>
                    <a:pt x="528" y="866"/>
                    <a:pt x="524" y="868"/>
                    <a:pt x="522" y="868"/>
                  </a:cubicBezTo>
                  <a:cubicBezTo>
                    <a:pt x="522" y="868"/>
                    <a:pt x="520" y="868"/>
                    <a:pt x="517" y="868"/>
                  </a:cubicBezTo>
                  <a:cubicBezTo>
                    <a:pt x="517" y="868"/>
                    <a:pt x="517" y="867"/>
                    <a:pt x="516" y="868"/>
                  </a:cubicBezTo>
                  <a:cubicBezTo>
                    <a:pt x="516" y="868"/>
                    <a:pt x="512" y="873"/>
                    <a:pt x="507" y="869"/>
                  </a:cubicBezTo>
                  <a:cubicBezTo>
                    <a:pt x="507" y="869"/>
                    <a:pt x="506" y="868"/>
                    <a:pt x="505" y="867"/>
                  </a:cubicBezTo>
                  <a:cubicBezTo>
                    <a:pt x="504" y="867"/>
                    <a:pt x="503" y="866"/>
                    <a:pt x="502" y="866"/>
                  </a:cubicBezTo>
                  <a:cubicBezTo>
                    <a:pt x="502" y="866"/>
                    <a:pt x="496" y="862"/>
                    <a:pt x="494" y="861"/>
                  </a:cubicBezTo>
                  <a:cubicBezTo>
                    <a:pt x="494" y="861"/>
                    <a:pt x="490" y="858"/>
                    <a:pt x="490" y="856"/>
                  </a:cubicBezTo>
                  <a:cubicBezTo>
                    <a:pt x="490" y="856"/>
                    <a:pt x="489" y="853"/>
                    <a:pt x="487" y="853"/>
                  </a:cubicBezTo>
                  <a:cubicBezTo>
                    <a:pt x="487" y="853"/>
                    <a:pt x="486" y="853"/>
                    <a:pt x="486" y="851"/>
                  </a:cubicBezTo>
                  <a:cubicBezTo>
                    <a:pt x="486" y="851"/>
                    <a:pt x="486" y="851"/>
                    <a:pt x="486" y="851"/>
                  </a:cubicBezTo>
                  <a:cubicBezTo>
                    <a:pt x="486" y="851"/>
                    <a:pt x="486" y="851"/>
                    <a:pt x="486" y="850"/>
                  </a:cubicBezTo>
                  <a:cubicBezTo>
                    <a:pt x="486" y="850"/>
                    <a:pt x="485" y="849"/>
                    <a:pt x="487" y="846"/>
                  </a:cubicBezTo>
                  <a:cubicBezTo>
                    <a:pt x="487" y="846"/>
                    <a:pt x="489" y="844"/>
                    <a:pt x="491" y="843"/>
                  </a:cubicBezTo>
                  <a:cubicBezTo>
                    <a:pt x="491" y="843"/>
                    <a:pt x="495" y="839"/>
                    <a:pt x="498" y="837"/>
                  </a:cubicBezTo>
                  <a:cubicBezTo>
                    <a:pt x="498" y="837"/>
                    <a:pt x="499" y="836"/>
                    <a:pt x="500" y="835"/>
                  </a:cubicBezTo>
                  <a:cubicBezTo>
                    <a:pt x="501" y="834"/>
                    <a:pt x="502" y="833"/>
                    <a:pt x="502" y="833"/>
                  </a:cubicBezTo>
                  <a:cubicBezTo>
                    <a:pt x="502" y="833"/>
                    <a:pt x="504" y="831"/>
                    <a:pt x="506" y="830"/>
                  </a:cubicBezTo>
                  <a:cubicBezTo>
                    <a:pt x="506" y="830"/>
                    <a:pt x="509" y="829"/>
                    <a:pt x="509" y="828"/>
                  </a:cubicBezTo>
                  <a:cubicBezTo>
                    <a:pt x="509" y="828"/>
                    <a:pt x="509" y="825"/>
                    <a:pt x="509" y="824"/>
                  </a:cubicBezTo>
                  <a:cubicBezTo>
                    <a:pt x="507" y="809"/>
                    <a:pt x="507" y="809"/>
                    <a:pt x="507" y="809"/>
                  </a:cubicBezTo>
                  <a:cubicBezTo>
                    <a:pt x="507" y="809"/>
                    <a:pt x="507" y="808"/>
                    <a:pt x="508" y="809"/>
                  </a:cubicBezTo>
                  <a:cubicBezTo>
                    <a:pt x="508" y="809"/>
                    <a:pt x="509" y="809"/>
                    <a:pt x="510" y="809"/>
                  </a:cubicBezTo>
                  <a:cubicBezTo>
                    <a:pt x="510" y="809"/>
                    <a:pt x="512" y="808"/>
                    <a:pt x="513" y="812"/>
                  </a:cubicBezTo>
                  <a:cubicBezTo>
                    <a:pt x="513" y="812"/>
                    <a:pt x="515" y="816"/>
                    <a:pt x="516" y="820"/>
                  </a:cubicBezTo>
                  <a:cubicBezTo>
                    <a:pt x="516" y="820"/>
                    <a:pt x="516" y="825"/>
                    <a:pt x="516" y="826"/>
                  </a:cubicBezTo>
                  <a:cubicBezTo>
                    <a:pt x="516" y="826"/>
                    <a:pt x="516" y="828"/>
                    <a:pt x="518" y="828"/>
                  </a:cubicBezTo>
                  <a:cubicBezTo>
                    <a:pt x="518" y="828"/>
                    <a:pt x="520" y="828"/>
                    <a:pt x="523" y="828"/>
                  </a:cubicBezTo>
                  <a:cubicBezTo>
                    <a:pt x="527" y="829"/>
                    <a:pt x="531" y="829"/>
                    <a:pt x="533" y="829"/>
                  </a:cubicBezTo>
                  <a:cubicBezTo>
                    <a:pt x="533" y="829"/>
                    <a:pt x="537" y="830"/>
                    <a:pt x="541" y="835"/>
                  </a:cubicBezTo>
                  <a:cubicBezTo>
                    <a:pt x="541" y="835"/>
                    <a:pt x="542" y="835"/>
                    <a:pt x="540" y="838"/>
                  </a:cubicBezTo>
                  <a:close/>
                  <a:moveTo>
                    <a:pt x="604" y="809"/>
                  </a:moveTo>
                  <a:cubicBezTo>
                    <a:pt x="604" y="809"/>
                    <a:pt x="603" y="809"/>
                    <a:pt x="603" y="811"/>
                  </a:cubicBezTo>
                  <a:cubicBezTo>
                    <a:pt x="603" y="811"/>
                    <a:pt x="602" y="814"/>
                    <a:pt x="603" y="816"/>
                  </a:cubicBezTo>
                  <a:cubicBezTo>
                    <a:pt x="603" y="816"/>
                    <a:pt x="603" y="818"/>
                    <a:pt x="602" y="821"/>
                  </a:cubicBezTo>
                  <a:cubicBezTo>
                    <a:pt x="602" y="821"/>
                    <a:pt x="598" y="826"/>
                    <a:pt x="601" y="831"/>
                  </a:cubicBezTo>
                  <a:cubicBezTo>
                    <a:pt x="601" y="831"/>
                    <a:pt x="604" y="834"/>
                    <a:pt x="601" y="836"/>
                  </a:cubicBezTo>
                  <a:cubicBezTo>
                    <a:pt x="601" y="836"/>
                    <a:pt x="600" y="837"/>
                    <a:pt x="599" y="840"/>
                  </a:cubicBezTo>
                  <a:cubicBezTo>
                    <a:pt x="599" y="840"/>
                    <a:pt x="599" y="842"/>
                    <a:pt x="599" y="842"/>
                  </a:cubicBezTo>
                  <a:cubicBezTo>
                    <a:pt x="599" y="842"/>
                    <a:pt x="598" y="844"/>
                    <a:pt x="598" y="845"/>
                  </a:cubicBezTo>
                  <a:cubicBezTo>
                    <a:pt x="598" y="845"/>
                    <a:pt x="598" y="847"/>
                    <a:pt x="595" y="848"/>
                  </a:cubicBezTo>
                  <a:cubicBezTo>
                    <a:pt x="595" y="848"/>
                    <a:pt x="593" y="850"/>
                    <a:pt x="592" y="851"/>
                  </a:cubicBezTo>
                  <a:cubicBezTo>
                    <a:pt x="592" y="851"/>
                    <a:pt x="591" y="853"/>
                    <a:pt x="590" y="853"/>
                  </a:cubicBezTo>
                  <a:cubicBezTo>
                    <a:pt x="590" y="853"/>
                    <a:pt x="590" y="853"/>
                    <a:pt x="590" y="854"/>
                  </a:cubicBezTo>
                  <a:cubicBezTo>
                    <a:pt x="590" y="854"/>
                    <a:pt x="589" y="856"/>
                    <a:pt x="586" y="857"/>
                  </a:cubicBezTo>
                  <a:cubicBezTo>
                    <a:pt x="586" y="857"/>
                    <a:pt x="586" y="850"/>
                    <a:pt x="586" y="848"/>
                  </a:cubicBezTo>
                  <a:cubicBezTo>
                    <a:pt x="586" y="848"/>
                    <a:pt x="586" y="845"/>
                    <a:pt x="586" y="843"/>
                  </a:cubicBezTo>
                  <a:cubicBezTo>
                    <a:pt x="586" y="843"/>
                    <a:pt x="586" y="840"/>
                    <a:pt x="588" y="840"/>
                  </a:cubicBezTo>
                  <a:cubicBezTo>
                    <a:pt x="588" y="840"/>
                    <a:pt x="588" y="841"/>
                    <a:pt x="588" y="840"/>
                  </a:cubicBezTo>
                  <a:cubicBezTo>
                    <a:pt x="588" y="840"/>
                    <a:pt x="590" y="836"/>
                    <a:pt x="590" y="835"/>
                  </a:cubicBezTo>
                  <a:cubicBezTo>
                    <a:pt x="590" y="835"/>
                    <a:pt x="588" y="834"/>
                    <a:pt x="588" y="834"/>
                  </a:cubicBezTo>
                  <a:cubicBezTo>
                    <a:pt x="588" y="834"/>
                    <a:pt x="587" y="833"/>
                    <a:pt x="587" y="832"/>
                  </a:cubicBezTo>
                  <a:cubicBezTo>
                    <a:pt x="587" y="832"/>
                    <a:pt x="587" y="832"/>
                    <a:pt x="586" y="831"/>
                  </a:cubicBezTo>
                  <a:cubicBezTo>
                    <a:pt x="586" y="831"/>
                    <a:pt x="584" y="830"/>
                    <a:pt x="584" y="831"/>
                  </a:cubicBezTo>
                  <a:cubicBezTo>
                    <a:pt x="584" y="831"/>
                    <a:pt x="584" y="831"/>
                    <a:pt x="582" y="831"/>
                  </a:cubicBezTo>
                  <a:cubicBezTo>
                    <a:pt x="582" y="831"/>
                    <a:pt x="573" y="829"/>
                    <a:pt x="577" y="827"/>
                  </a:cubicBezTo>
                  <a:cubicBezTo>
                    <a:pt x="577" y="827"/>
                    <a:pt x="582" y="827"/>
                    <a:pt x="585" y="822"/>
                  </a:cubicBezTo>
                  <a:cubicBezTo>
                    <a:pt x="585" y="822"/>
                    <a:pt x="586" y="822"/>
                    <a:pt x="587" y="814"/>
                  </a:cubicBezTo>
                  <a:cubicBezTo>
                    <a:pt x="587" y="814"/>
                    <a:pt x="587" y="813"/>
                    <a:pt x="586" y="813"/>
                  </a:cubicBezTo>
                  <a:cubicBezTo>
                    <a:pt x="586" y="813"/>
                    <a:pt x="585" y="812"/>
                    <a:pt x="586" y="812"/>
                  </a:cubicBezTo>
                  <a:cubicBezTo>
                    <a:pt x="586" y="812"/>
                    <a:pt x="586" y="811"/>
                    <a:pt x="585" y="810"/>
                  </a:cubicBezTo>
                  <a:cubicBezTo>
                    <a:pt x="585" y="810"/>
                    <a:pt x="584" y="809"/>
                    <a:pt x="585" y="808"/>
                  </a:cubicBezTo>
                  <a:cubicBezTo>
                    <a:pt x="585" y="808"/>
                    <a:pt x="585" y="807"/>
                    <a:pt x="584" y="806"/>
                  </a:cubicBezTo>
                  <a:cubicBezTo>
                    <a:pt x="584" y="806"/>
                    <a:pt x="584" y="806"/>
                    <a:pt x="584" y="805"/>
                  </a:cubicBezTo>
                  <a:cubicBezTo>
                    <a:pt x="584" y="805"/>
                    <a:pt x="584" y="805"/>
                    <a:pt x="583" y="803"/>
                  </a:cubicBezTo>
                  <a:cubicBezTo>
                    <a:pt x="583" y="803"/>
                    <a:pt x="583" y="803"/>
                    <a:pt x="584" y="802"/>
                  </a:cubicBezTo>
                  <a:cubicBezTo>
                    <a:pt x="584" y="802"/>
                    <a:pt x="585" y="803"/>
                    <a:pt x="584" y="801"/>
                  </a:cubicBezTo>
                  <a:cubicBezTo>
                    <a:pt x="584" y="801"/>
                    <a:pt x="583" y="800"/>
                    <a:pt x="582" y="799"/>
                  </a:cubicBezTo>
                  <a:cubicBezTo>
                    <a:pt x="581" y="798"/>
                    <a:pt x="581" y="798"/>
                    <a:pt x="581" y="798"/>
                  </a:cubicBezTo>
                  <a:cubicBezTo>
                    <a:pt x="577" y="791"/>
                    <a:pt x="577" y="791"/>
                    <a:pt x="577" y="791"/>
                  </a:cubicBezTo>
                  <a:cubicBezTo>
                    <a:pt x="577" y="791"/>
                    <a:pt x="574" y="788"/>
                    <a:pt x="578" y="789"/>
                  </a:cubicBezTo>
                  <a:cubicBezTo>
                    <a:pt x="578" y="789"/>
                    <a:pt x="581" y="788"/>
                    <a:pt x="584" y="789"/>
                  </a:cubicBezTo>
                  <a:cubicBezTo>
                    <a:pt x="584" y="789"/>
                    <a:pt x="587" y="789"/>
                    <a:pt x="589" y="789"/>
                  </a:cubicBezTo>
                  <a:cubicBezTo>
                    <a:pt x="589" y="789"/>
                    <a:pt x="590" y="788"/>
                    <a:pt x="591" y="792"/>
                  </a:cubicBezTo>
                  <a:cubicBezTo>
                    <a:pt x="591" y="792"/>
                    <a:pt x="593" y="795"/>
                    <a:pt x="593" y="795"/>
                  </a:cubicBezTo>
                  <a:cubicBezTo>
                    <a:pt x="593" y="795"/>
                    <a:pt x="598" y="796"/>
                    <a:pt x="599" y="797"/>
                  </a:cubicBezTo>
                  <a:cubicBezTo>
                    <a:pt x="599" y="797"/>
                    <a:pt x="599" y="797"/>
                    <a:pt x="599" y="796"/>
                  </a:cubicBezTo>
                  <a:cubicBezTo>
                    <a:pt x="599" y="796"/>
                    <a:pt x="601" y="796"/>
                    <a:pt x="603" y="798"/>
                  </a:cubicBezTo>
                  <a:cubicBezTo>
                    <a:pt x="603" y="798"/>
                    <a:pt x="602" y="800"/>
                    <a:pt x="604" y="799"/>
                  </a:cubicBezTo>
                  <a:cubicBezTo>
                    <a:pt x="604" y="799"/>
                    <a:pt x="606" y="799"/>
                    <a:pt x="606" y="802"/>
                  </a:cubicBezTo>
                  <a:cubicBezTo>
                    <a:pt x="606" y="802"/>
                    <a:pt x="607" y="806"/>
                    <a:pt x="604" y="809"/>
                  </a:cubicBezTo>
                  <a:close/>
                  <a:moveTo>
                    <a:pt x="632" y="834"/>
                  </a:moveTo>
                  <a:cubicBezTo>
                    <a:pt x="632" y="834"/>
                    <a:pt x="631" y="837"/>
                    <a:pt x="628" y="838"/>
                  </a:cubicBezTo>
                  <a:cubicBezTo>
                    <a:pt x="628" y="838"/>
                    <a:pt x="626" y="839"/>
                    <a:pt x="624" y="839"/>
                  </a:cubicBezTo>
                  <a:cubicBezTo>
                    <a:pt x="624" y="839"/>
                    <a:pt x="622" y="839"/>
                    <a:pt x="622" y="838"/>
                  </a:cubicBezTo>
                  <a:cubicBezTo>
                    <a:pt x="622" y="838"/>
                    <a:pt x="621" y="838"/>
                    <a:pt x="620" y="839"/>
                  </a:cubicBezTo>
                  <a:cubicBezTo>
                    <a:pt x="620" y="839"/>
                    <a:pt x="619" y="839"/>
                    <a:pt x="618" y="837"/>
                  </a:cubicBezTo>
                  <a:cubicBezTo>
                    <a:pt x="618" y="837"/>
                    <a:pt x="616" y="836"/>
                    <a:pt x="616" y="834"/>
                  </a:cubicBezTo>
                  <a:cubicBezTo>
                    <a:pt x="616" y="834"/>
                    <a:pt x="616" y="831"/>
                    <a:pt x="615" y="829"/>
                  </a:cubicBezTo>
                  <a:cubicBezTo>
                    <a:pt x="615" y="829"/>
                    <a:pt x="613" y="824"/>
                    <a:pt x="616" y="825"/>
                  </a:cubicBezTo>
                  <a:cubicBezTo>
                    <a:pt x="616" y="825"/>
                    <a:pt x="617" y="825"/>
                    <a:pt x="619" y="824"/>
                  </a:cubicBezTo>
                  <a:cubicBezTo>
                    <a:pt x="619" y="824"/>
                    <a:pt x="622" y="825"/>
                    <a:pt x="626" y="826"/>
                  </a:cubicBezTo>
                  <a:cubicBezTo>
                    <a:pt x="626" y="826"/>
                    <a:pt x="629" y="828"/>
                    <a:pt x="630" y="828"/>
                  </a:cubicBezTo>
                  <a:cubicBezTo>
                    <a:pt x="630" y="828"/>
                    <a:pt x="632" y="828"/>
                    <a:pt x="632" y="831"/>
                  </a:cubicBezTo>
                  <a:cubicBezTo>
                    <a:pt x="632" y="831"/>
                    <a:pt x="632" y="832"/>
                    <a:pt x="632" y="833"/>
                  </a:cubicBezTo>
                  <a:cubicBezTo>
                    <a:pt x="632" y="833"/>
                    <a:pt x="632" y="834"/>
                    <a:pt x="632" y="834"/>
                  </a:cubicBezTo>
                  <a:close/>
                  <a:moveTo>
                    <a:pt x="667" y="773"/>
                  </a:moveTo>
                  <a:cubicBezTo>
                    <a:pt x="667" y="773"/>
                    <a:pt x="665" y="772"/>
                    <a:pt x="664" y="772"/>
                  </a:cubicBezTo>
                  <a:cubicBezTo>
                    <a:pt x="664" y="772"/>
                    <a:pt x="662" y="770"/>
                    <a:pt x="662" y="773"/>
                  </a:cubicBezTo>
                  <a:cubicBezTo>
                    <a:pt x="662" y="773"/>
                    <a:pt x="656" y="778"/>
                    <a:pt x="656" y="783"/>
                  </a:cubicBezTo>
                  <a:cubicBezTo>
                    <a:pt x="656" y="783"/>
                    <a:pt x="656" y="784"/>
                    <a:pt x="657" y="785"/>
                  </a:cubicBezTo>
                  <a:cubicBezTo>
                    <a:pt x="657" y="785"/>
                    <a:pt x="657" y="788"/>
                    <a:pt x="656" y="789"/>
                  </a:cubicBezTo>
                  <a:cubicBezTo>
                    <a:pt x="656" y="789"/>
                    <a:pt x="656" y="792"/>
                    <a:pt x="655" y="793"/>
                  </a:cubicBezTo>
                  <a:cubicBezTo>
                    <a:pt x="655" y="793"/>
                    <a:pt x="654" y="793"/>
                    <a:pt x="653" y="794"/>
                  </a:cubicBezTo>
                  <a:cubicBezTo>
                    <a:pt x="653" y="794"/>
                    <a:pt x="653" y="794"/>
                    <a:pt x="652" y="794"/>
                  </a:cubicBezTo>
                  <a:cubicBezTo>
                    <a:pt x="652" y="794"/>
                    <a:pt x="647" y="794"/>
                    <a:pt x="648" y="791"/>
                  </a:cubicBezTo>
                  <a:cubicBezTo>
                    <a:pt x="648" y="791"/>
                    <a:pt x="648" y="787"/>
                    <a:pt x="648" y="785"/>
                  </a:cubicBezTo>
                  <a:cubicBezTo>
                    <a:pt x="648" y="785"/>
                    <a:pt x="646" y="782"/>
                    <a:pt x="649" y="781"/>
                  </a:cubicBezTo>
                  <a:cubicBezTo>
                    <a:pt x="649" y="781"/>
                    <a:pt x="651" y="780"/>
                    <a:pt x="652" y="780"/>
                  </a:cubicBezTo>
                  <a:cubicBezTo>
                    <a:pt x="652" y="780"/>
                    <a:pt x="653" y="780"/>
                    <a:pt x="654" y="779"/>
                  </a:cubicBezTo>
                  <a:cubicBezTo>
                    <a:pt x="654" y="779"/>
                    <a:pt x="659" y="773"/>
                    <a:pt x="661" y="770"/>
                  </a:cubicBezTo>
                  <a:cubicBezTo>
                    <a:pt x="661" y="770"/>
                    <a:pt x="662" y="769"/>
                    <a:pt x="660" y="767"/>
                  </a:cubicBezTo>
                  <a:cubicBezTo>
                    <a:pt x="660" y="767"/>
                    <a:pt x="654" y="762"/>
                    <a:pt x="650" y="760"/>
                  </a:cubicBezTo>
                  <a:cubicBezTo>
                    <a:pt x="650" y="760"/>
                    <a:pt x="645" y="758"/>
                    <a:pt x="642" y="759"/>
                  </a:cubicBezTo>
                  <a:cubicBezTo>
                    <a:pt x="642" y="759"/>
                    <a:pt x="634" y="758"/>
                    <a:pt x="640" y="756"/>
                  </a:cubicBezTo>
                  <a:cubicBezTo>
                    <a:pt x="640" y="756"/>
                    <a:pt x="645" y="754"/>
                    <a:pt x="654" y="760"/>
                  </a:cubicBezTo>
                  <a:cubicBezTo>
                    <a:pt x="654" y="760"/>
                    <a:pt x="660" y="764"/>
                    <a:pt x="661" y="767"/>
                  </a:cubicBezTo>
                  <a:cubicBezTo>
                    <a:pt x="661" y="767"/>
                    <a:pt x="662" y="768"/>
                    <a:pt x="663" y="767"/>
                  </a:cubicBezTo>
                  <a:cubicBezTo>
                    <a:pt x="663" y="767"/>
                    <a:pt x="666" y="765"/>
                    <a:pt x="664" y="763"/>
                  </a:cubicBezTo>
                  <a:cubicBezTo>
                    <a:pt x="664" y="763"/>
                    <a:pt x="661" y="757"/>
                    <a:pt x="650" y="750"/>
                  </a:cubicBezTo>
                  <a:cubicBezTo>
                    <a:pt x="650" y="750"/>
                    <a:pt x="646" y="747"/>
                    <a:pt x="644" y="748"/>
                  </a:cubicBezTo>
                  <a:cubicBezTo>
                    <a:pt x="644" y="748"/>
                    <a:pt x="642" y="747"/>
                    <a:pt x="644" y="747"/>
                  </a:cubicBezTo>
                  <a:cubicBezTo>
                    <a:pt x="644" y="747"/>
                    <a:pt x="649" y="745"/>
                    <a:pt x="656" y="750"/>
                  </a:cubicBezTo>
                  <a:cubicBezTo>
                    <a:pt x="656" y="750"/>
                    <a:pt x="661" y="754"/>
                    <a:pt x="664" y="758"/>
                  </a:cubicBezTo>
                  <a:cubicBezTo>
                    <a:pt x="664" y="758"/>
                    <a:pt x="666" y="760"/>
                    <a:pt x="665" y="758"/>
                  </a:cubicBezTo>
                  <a:cubicBezTo>
                    <a:pt x="665" y="758"/>
                    <a:pt x="664" y="756"/>
                    <a:pt x="665" y="755"/>
                  </a:cubicBezTo>
                  <a:cubicBezTo>
                    <a:pt x="665" y="755"/>
                    <a:pt x="665" y="755"/>
                    <a:pt x="665" y="754"/>
                  </a:cubicBezTo>
                  <a:cubicBezTo>
                    <a:pt x="665" y="754"/>
                    <a:pt x="664" y="753"/>
                    <a:pt x="664" y="752"/>
                  </a:cubicBezTo>
                  <a:cubicBezTo>
                    <a:pt x="664" y="752"/>
                    <a:pt x="665" y="752"/>
                    <a:pt x="663" y="752"/>
                  </a:cubicBezTo>
                  <a:cubicBezTo>
                    <a:pt x="663" y="752"/>
                    <a:pt x="662" y="751"/>
                    <a:pt x="661" y="751"/>
                  </a:cubicBezTo>
                  <a:cubicBezTo>
                    <a:pt x="661" y="751"/>
                    <a:pt x="656" y="751"/>
                    <a:pt x="660" y="750"/>
                  </a:cubicBezTo>
                  <a:cubicBezTo>
                    <a:pt x="660" y="750"/>
                    <a:pt x="661" y="750"/>
                    <a:pt x="663" y="750"/>
                  </a:cubicBezTo>
                  <a:cubicBezTo>
                    <a:pt x="663" y="750"/>
                    <a:pt x="664" y="750"/>
                    <a:pt x="663" y="749"/>
                  </a:cubicBezTo>
                  <a:cubicBezTo>
                    <a:pt x="663" y="749"/>
                    <a:pt x="661" y="745"/>
                    <a:pt x="661" y="744"/>
                  </a:cubicBezTo>
                  <a:cubicBezTo>
                    <a:pt x="661" y="744"/>
                    <a:pt x="660" y="742"/>
                    <a:pt x="660" y="744"/>
                  </a:cubicBezTo>
                  <a:cubicBezTo>
                    <a:pt x="660" y="744"/>
                    <a:pt x="659" y="746"/>
                    <a:pt x="656" y="744"/>
                  </a:cubicBezTo>
                  <a:cubicBezTo>
                    <a:pt x="656" y="744"/>
                    <a:pt x="651" y="744"/>
                    <a:pt x="651" y="741"/>
                  </a:cubicBezTo>
                  <a:cubicBezTo>
                    <a:pt x="651" y="741"/>
                    <a:pt x="652" y="737"/>
                    <a:pt x="649" y="737"/>
                  </a:cubicBezTo>
                  <a:cubicBezTo>
                    <a:pt x="649" y="737"/>
                    <a:pt x="646" y="736"/>
                    <a:pt x="649" y="735"/>
                  </a:cubicBezTo>
                  <a:cubicBezTo>
                    <a:pt x="649" y="735"/>
                    <a:pt x="652" y="734"/>
                    <a:pt x="656" y="735"/>
                  </a:cubicBezTo>
                  <a:cubicBezTo>
                    <a:pt x="656" y="735"/>
                    <a:pt x="656" y="736"/>
                    <a:pt x="658" y="735"/>
                  </a:cubicBezTo>
                  <a:cubicBezTo>
                    <a:pt x="658" y="735"/>
                    <a:pt x="667" y="731"/>
                    <a:pt x="668" y="737"/>
                  </a:cubicBezTo>
                  <a:cubicBezTo>
                    <a:pt x="668" y="737"/>
                    <a:pt x="667" y="741"/>
                    <a:pt x="669" y="744"/>
                  </a:cubicBezTo>
                  <a:cubicBezTo>
                    <a:pt x="669" y="744"/>
                    <a:pt x="669" y="746"/>
                    <a:pt x="669" y="747"/>
                  </a:cubicBezTo>
                  <a:cubicBezTo>
                    <a:pt x="669" y="747"/>
                    <a:pt x="669" y="748"/>
                    <a:pt x="670" y="750"/>
                  </a:cubicBezTo>
                  <a:cubicBezTo>
                    <a:pt x="670" y="750"/>
                    <a:pt x="671" y="750"/>
                    <a:pt x="670" y="751"/>
                  </a:cubicBezTo>
                  <a:cubicBezTo>
                    <a:pt x="670" y="751"/>
                    <a:pt x="670" y="753"/>
                    <a:pt x="670" y="755"/>
                  </a:cubicBezTo>
                  <a:cubicBezTo>
                    <a:pt x="670" y="755"/>
                    <a:pt x="669" y="758"/>
                    <a:pt x="671" y="756"/>
                  </a:cubicBezTo>
                  <a:cubicBezTo>
                    <a:pt x="671" y="756"/>
                    <a:pt x="676" y="749"/>
                    <a:pt x="678" y="746"/>
                  </a:cubicBezTo>
                  <a:cubicBezTo>
                    <a:pt x="678" y="746"/>
                    <a:pt x="680" y="744"/>
                    <a:pt x="677" y="744"/>
                  </a:cubicBezTo>
                  <a:cubicBezTo>
                    <a:pt x="677" y="744"/>
                    <a:pt x="674" y="743"/>
                    <a:pt x="672" y="742"/>
                  </a:cubicBezTo>
                  <a:cubicBezTo>
                    <a:pt x="672" y="742"/>
                    <a:pt x="670" y="741"/>
                    <a:pt x="672" y="740"/>
                  </a:cubicBezTo>
                  <a:cubicBezTo>
                    <a:pt x="672" y="740"/>
                    <a:pt x="674" y="741"/>
                    <a:pt x="674" y="740"/>
                  </a:cubicBezTo>
                  <a:cubicBezTo>
                    <a:pt x="674" y="740"/>
                    <a:pt x="673" y="739"/>
                    <a:pt x="674" y="739"/>
                  </a:cubicBezTo>
                  <a:cubicBezTo>
                    <a:pt x="674" y="739"/>
                    <a:pt x="676" y="739"/>
                    <a:pt x="676" y="737"/>
                  </a:cubicBezTo>
                  <a:cubicBezTo>
                    <a:pt x="676" y="737"/>
                    <a:pt x="675" y="734"/>
                    <a:pt x="674" y="735"/>
                  </a:cubicBezTo>
                  <a:cubicBezTo>
                    <a:pt x="674" y="735"/>
                    <a:pt x="670" y="735"/>
                    <a:pt x="669" y="733"/>
                  </a:cubicBezTo>
                  <a:cubicBezTo>
                    <a:pt x="669" y="733"/>
                    <a:pt x="667" y="732"/>
                    <a:pt x="667" y="731"/>
                  </a:cubicBezTo>
                  <a:cubicBezTo>
                    <a:pt x="667" y="731"/>
                    <a:pt x="667" y="730"/>
                    <a:pt x="669" y="731"/>
                  </a:cubicBezTo>
                  <a:cubicBezTo>
                    <a:pt x="669" y="731"/>
                    <a:pt x="673" y="733"/>
                    <a:pt x="671" y="730"/>
                  </a:cubicBezTo>
                  <a:cubicBezTo>
                    <a:pt x="669" y="728"/>
                    <a:pt x="669" y="728"/>
                    <a:pt x="669" y="728"/>
                  </a:cubicBezTo>
                  <a:cubicBezTo>
                    <a:pt x="669" y="728"/>
                    <a:pt x="669" y="726"/>
                    <a:pt x="666" y="728"/>
                  </a:cubicBezTo>
                  <a:cubicBezTo>
                    <a:pt x="666" y="728"/>
                    <a:pt x="660" y="729"/>
                    <a:pt x="662" y="727"/>
                  </a:cubicBezTo>
                  <a:cubicBezTo>
                    <a:pt x="662" y="727"/>
                    <a:pt x="664" y="726"/>
                    <a:pt x="663" y="725"/>
                  </a:cubicBezTo>
                  <a:cubicBezTo>
                    <a:pt x="663" y="725"/>
                    <a:pt x="663" y="724"/>
                    <a:pt x="665" y="723"/>
                  </a:cubicBezTo>
                  <a:cubicBezTo>
                    <a:pt x="665" y="723"/>
                    <a:pt x="666" y="722"/>
                    <a:pt x="665" y="721"/>
                  </a:cubicBezTo>
                  <a:cubicBezTo>
                    <a:pt x="665" y="721"/>
                    <a:pt x="665" y="721"/>
                    <a:pt x="668" y="720"/>
                  </a:cubicBezTo>
                  <a:cubicBezTo>
                    <a:pt x="668" y="720"/>
                    <a:pt x="676" y="717"/>
                    <a:pt x="677" y="721"/>
                  </a:cubicBezTo>
                  <a:cubicBezTo>
                    <a:pt x="677" y="721"/>
                    <a:pt x="678" y="723"/>
                    <a:pt x="677" y="725"/>
                  </a:cubicBezTo>
                  <a:cubicBezTo>
                    <a:pt x="677" y="725"/>
                    <a:pt x="676" y="725"/>
                    <a:pt x="677" y="729"/>
                  </a:cubicBezTo>
                  <a:cubicBezTo>
                    <a:pt x="677" y="729"/>
                    <a:pt x="677" y="731"/>
                    <a:pt x="679" y="732"/>
                  </a:cubicBezTo>
                  <a:cubicBezTo>
                    <a:pt x="679" y="732"/>
                    <a:pt x="680" y="734"/>
                    <a:pt x="681" y="736"/>
                  </a:cubicBezTo>
                  <a:cubicBezTo>
                    <a:pt x="681" y="736"/>
                    <a:pt x="683" y="739"/>
                    <a:pt x="683" y="740"/>
                  </a:cubicBezTo>
                  <a:cubicBezTo>
                    <a:pt x="683" y="740"/>
                    <a:pt x="683" y="742"/>
                    <a:pt x="684" y="741"/>
                  </a:cubicBezTo>
                  <a:cubicBezTo>
                    <a:pt x="684" y="741"/>
                    <a:pt x="692" y="731"/>
                    <a:pt x="698" y="734"/>
                  </a:cubicBezTo>
                  <a:cubicBezTo>
                    <a:pt x="698" y="734"/>
                    <a:pt x="701" y="733"/>
                    <a:pt x="697" y="738"/>
                  </a:cubicBezTo>
                  <a:cubicBezTo>
                    <a:pt x="697" y="738"/>
                    <a:pt x="696" y="740"/>
                    <a:pt x="695" y="740"/>
                  </a:cubicBezTo>
                  <a:cubicBezTo>
                    <a:pt x="688" y="743"/>
                    <a:pt x="688" y="743"/>
                    <a:pt x="688" y="743"/>
                  </a:cubicBezTo>
                  <a:cubicBezTo>
                    <a:pt x="688" y="743"/>
                    <a:pt x="686" y="744"/>
                    <a:pt x="689" y="742"/>
                  </a:cubicBezTo>
                  <a:cubicBezTo>
                    <a:pt x="689" y="742"/>
                    <a:pt x="692" y="739"/>
                    <a:pt x="692" y="738"/>
                  </a:cubicBezTo>
                  <a:cubicBezTo>
                    <a:pt x="692" y="738"/>
                    <a:pt x="692" y="736"/>
                    <a:pt x="691" y="738"/>
                  </a:cubicBezTo>
                  <a:cubicBezTo>
                    <a:pt x="691" y="738"/>
                    <a:pt x="687" y="741"/>
                    <a:pt x="686" y="742"/>
                  </a:cubicBezTo>
                  <a:cubicBezTo>
                    <a:pt x="686" y="742"/>
                    <a:pt x="684" y="743"/>
                    <a:pt x="685" y="745"/>
                  </a:cubicBezTo>
                  <a:cubicBezTo>
                    <a:pt x="685" y="745"/>
                    <a:pt x="685" y="746"/>
                    <a:pt x="685" y="746"/>
                  </a:cubicBezTo>
                  <a:cubicBezTo>
                    <a:pt x="685" y="746"/>
                    <a:pt x="685" y="747"/>
                    <a:pt x="685" y="747"/>
                  </a:cubicBezTo>
                  <a:cubicBezTo>
                    <a:pt x="685" y="747"/>
                    <a:pt x="687" y="751"/>
                    <a:pt x="684" y="751"/>
                  </a:cubicBezTo>
                  <a:cubicBezTo>
                    <a:pt x="684" y="751"/>
                    <a:pt x="681" y="751"/>
                    <a:pt x="680" y="749"/>
                  </a:cubicBezTo>
                  <a:cubicBezTo>
                    <a:pt x="680" y="749"/>
                    <a:pt x="679" y="747"/>
                    <a:pt x="678" y="750"/>
                  </a:cubicBezTo>
                  <a:cubicBezTo>
                    <a:pt x="678" y="750"/>
                    <a:pt x="675" y="755"/>
                    <a:pt x="673" y="757"/>
                  </a:cubicBezTo>
                  <a:cubicBezTo>
                    <a:pt x="673" y="757"/>
                    <a:pt x="668" y="762"/>
                    <a:pt x="669" y="763"/>
                  </a:cubicBezTo>
                  <a:cubicBezTo>
                    <a:pt x="669" y="763"/>
                    <a:pt x="671" y="765"/>
                    <a:pt x="670" y="765"/>
                  </a:cubicBezTo>
                  <a:cubicBezTo>
                    <a:pt x="670" y="765"/>
                    <a:pt x="669" y="766"/>
                    <a:pt x="667" y="765"/>
                  </a:cubicBezTo>
                  <a:cubicBezTo>
                    <a:pt x="667" y="765"/>
                    <a:pt x="667" y="765"/>
                    <a:pt x="666" y="767"/>
                  </a:cubicBezTo>
                  <a:cubicBezTo>
                    <a:pt x="666" y="767"/>
                    <a:pt x="663" y="770"/>
                    <a:pt x="665" y="771"/>
                  </a:cubicBezTo>
                  <a:cubicBezTo>
                    <a:pt x="665" y="771"/>
                    <a:pt x="666" y="771"/>
                    <a:pt x="667" y="772"/>
                  </a:cubicBezTo>
                  <a:cubicBezTo>
                    <a:pt x="667" y="772"/>
                    <a:pt x="669" y="772"/>
                    <a:pt x="667" y="773"/>
                  </a:cubicBezTo>
                  <a:close/>
                  <a:moveTo>
                    <a:pt x="706" y="796"/>
                  </a:moveTo>
                  <a:cubicBezTo>
                    <a:pt x="706" y="796"/>
                    <a:pt x="706" y="797"/>
                    <a:pt x="706" y="799"/>
                  </a:cubicBezTo>
                  <a:cubicBezTo>
                    <a:pt x="706" y="799"/>
                    <a:pt x="706" y="800"/>
                    <a:pt x="705" y="801"/>
                  </a:cubicBezTo>
                  <a:cubicBezTo>
                    <a:pt x="695" y="808"/>
                    <a:pt x="695" y="808"/>
                    <a:pt x="695" y="808"/>
                  </a:cubicBezTo>
                  <a:cubicBezTo>
                    <a:pt x="695" y="808"/>
                    <a:pt x="694" y="807"/>
                    <a:pt x="693" y="809"/>
                  </a:cubicBezTo>
                  <a:cubicBezTo>
                    <a:pt x="693" y="809"/>
                    <a:pt x="693" y="808"/>
                    <a:pt x="692" y="808"/>
                  </a:cubicBezTo>
                  <a:cubicBezTo>
                    <a:pt x="692" y="808"/>
                    <a:pt x="692" y="808"/>
                    <a:pt x="692" y="809"/>
                  </a:cubicBezTo>
                  <a:cubicBezTo>
                    <a:pt x="692" y="809"/>
                    <a:pt x="690" y="808"/>
                    <a:pt x="690" y="809"/>
                  </a:cubicBezTo>
                  <a:cubicBezTo>
                    <a:pt x="684" y="810"/>
                    <a:pt x="684" y="810"/>
                    <a:pt x="684" y="810"/>
                  </a:cubicBezTo>
                  <a:cubicBezTo>
                    <a:pt x="684" y="810"/>
                    <a:pt x="682" y="810"/>
                    <a:pt x="685" y="809"/>
                  </a:cubicBezTo>
                  <a:cubicBezTo>
                    <a:pt x="685" y="809"/>
                    <a:pt x="692" y="807"/>
                    <a:pt x="688" y="807"/>
                  </a:cubicBezTo>
                  <a:cubicBezTo>
                    <a:pt x="688" y="807"/>
                    <a:pt x="686" y="806"/>
                    <a:pt x="688" y="806"/>
                  </a:cubicBezTo>
                  <a:cubicBezTo>
                    <a:pt x="688" y="806"/>
                    <a:pt x="695" y="801"/>
                    <a:pt x="697" y="796"/>
                  </a:cubicBezTo>
                  <a:cubicBezTo>
                    <a:pt x="697" y="796"/>
                    <a:pt x="704" y="785"/>
                    <a:pt x="695" y="779"/>
                  </a:cubicBezTo>
                  <a:cubicBezTo>
                    <a:pt x="695" y="779"/>
                    <a:pt x="691" y="779"/>
                    <a:pt x="688" y="784"/>
                  </a:cubicBezTo>
                  <a:cubicBezTo>
                    <a:pt x="688" y="784"/>
                    <a:pt x="686" y="789"/>
                    <a:pt x="683" y="790"/>
                  </a:cubicBezTo>
                  <a:cubicBezTo>
                    <a:pt x="683" y="790"/>
                    <a:pt x="678" y="789"/>
                    <a:pt x="675" y="787"/>
                  </a:cubicBezTo>
                  <a:cubicBezTo>
                    <a:pt x="675" y="787"/>
                    <a:pt x="672" y="786"/>
                    <a:pt x="675" y="786"/>
                  </a:cubicBezTo>
                  <a:cubicBezTo>
                    <a:pt x="675" y="786"/>
                    <a:pt x="676" y="786"/>
                    <a:pt x="678" y="784"/>
                  </a:cubicBezTo>
                  <a:cubicBezTo>
                    <a:pt x="678" y="784"/>
                    <a:pt x="681" y="783"/>
                    <a:pt x="681" y="782"/>
                  </a:cubicBezTo>
                  <a:cubicBezTo>
                    <a:pt x="681" y="782"/>
                    <a:pt x="683" y="779"/>
                    <a:pt x="685" y="777"/>
                  </a:cubicBezTo>
                  <a:cubicBezTo>
                    <a:pt x="685" y="777"/>
                    <a:pt x="688" y="775"/>
                    <a:pt x="689" y="773"/>
                  </a:cubicBezTo>
                  <a:cubicBezTo>
                    <a:pt x="689" y="773"/>
                    <a:pt x="689" y="771"/>
                    <a:pt x="687" y="772"/>
                  </a:cubicBezTo>
                  <a:cubicBezTo>
                    <a:pt x="687" y="772"/>
                    <a:pt x="683" y="776"/>
                    <a:pt x="679" y="769"/>
                  </a:cubicBezTo>
                  <a:cubicBezTo>
                    <a:pt x="679" y="769"/>
                    <a:pt x="679" y="761"/>
                    <a:pt x="678" y="764"/>
                  </a:cubicBezTo>
                  <a:cubicBezTo>
                    <a:pt x="678" y="764"/>
                    <a:pt x="676" y="769"/>
                    <a:pt x="673" y="770"/>
                  </a:cubicBezTo>
                  <a:cubicBezTo>
                    <a:pt x="673" y="770"/>
                    <a:pt x="671" y="771"/>
                    <a:pt x="669" y="770"/>
                  </a:cubicBezTo>
                  <a:cubicBezTo>
                    <a:pt x="669" y="770"/>
                    <a:pt x="666" y="769"/>
                    <a:pt x="669" y="769"/>
                  </a:cubicBezTo>
                  <a:cubicBezTo>
                    <a:pt x="669" y="769"/>
                    <a:pt x="672" y="768"/>
                    <a:pt x="674" y="764"/>
                  </a:cubicBezTo>
                  <a:cubicBezTo>
                    <a:pt x="674" y="764"/>
                    <a:pt x="676" y="761"/>
                    <a:pt x="676" y="759"/>
                  </a:cubicBezTo>
                  <a:cubicBezTo>
                    <a:pt x="676" y="759"/>
                    <a:pt x="675" y="758"/>
                    <a:pt x="678" y="757"/>
                  </a:cubicBezTo>
                  <a:cubicBezTo>
                    <a:pt x="678" y="757"/>
                    <a:pt x="684" y="752"/>
                    <a:pt x="688" y="755"/>
                  </a:cubicBezTo>
                  <a:cubicBezTo>
                    <a:pt x="688" y="755"/>
                    <a:pt x="689" y="757"/>
                    <a:pt x="688" y="760"/>
                  </a:cubicBezTo>
                  <a:cubicBezTo>
                    <a:pt x="688" y="760"/>
                    <a:pt x="687" y="762"/>
                    <a:pt x="690" y="765"/>
                  </a:cubicBezTo>
                  <a:cubicBezTo>
                    <a:pt x="690" y="765"/>
                    <a:pt x="694" y="767"/>
                    <a:pt x="695" y="766"/>
                  </a:cubicBezTo>
                  <a:cubicBezTo>
                    <a:pt x="695" y="766"/>
                    <a:pt x="700" y="762"/>
                    <a:pt x="702" y="763"/>
                  </a:cubicBezTo>
                  <a:cubicBezTo>
                    <a:pt x="702" y="763"/>
                    <a:pt x="706" y="763"/>
                    <a:pt x="705" y="766"/>
                  </a:cubicBezTo>
                  <a:cubicBezTo>
                    <a:pt x="705" y="766"/>
                    <a:pt x="704" y="768"/>
                    <a:pt x="704" y="769"/>
                  </a:cubicBezTo>
                  <a:cubicBezTo>
                    <a:pt x="704" y="769"/>
                    <a:pt x="704" y="769"/>
                    <a:pt x="702" y="770"/>
                  </a:cubicBezTo>
                  <a:cubicBezTo>
                    <a:pt x="702" y="770"/>
                    <a:pt x="699" y="772"/>
                    <a:pt x="702" y="775"/>
                  </a:cubicBezTo>
                  <a:cubicBezTo>
                    <a:pt x="707" y="782"/>
                    <a:pt x="707" y="782"/>
                    <a:pt x="707" y="782"/>
                  </a:cubicBezTo>
                  <a:cubicBezTo>
                    <a:pt x="707" y="782"/>
                    <a:pt x="709" y="788"/>
                    <a:pt x="708" y="793"/>
                  </a:cubicBezTo>
                  <a:cubicBezTo>
                    <a:pt x="708" y="793"/>
                    <a:pt x="707" y="795"/>
                    <a:pt x="706" y="796"/>
                  </a:cubicBezTo>
                  <a:close/>
                  <a:moveTo>
                    <a:pt x="452" y="787"/>
                  </a:moveTo>
                  <a:cubicBezTo>
                    <a:pt x="268" y="787"/>
                    <a:pt x="119" y="638"/>
                    <a:pt x="119" y="454"/>
                  </a:cubicBezTo>
                  <a:cubicBezTo>
                    <a:pt x="119" y="270"/>
                    <a:pt x="268" y="121"/>
                    <a:pt x="452" y="121"/>
                  </a:cubicBezTo>
                  <a:cubicBezTo>
                    <a:pt x="636" y="121"/>
                    <a:pt x="785" y="270"/>
                    <a:pt x="785" y="454"/>
                  </a:cubicBezTo>
                  <a:cubicBezTo>
                    <a:pt x="785" y="638"/>
                    <a:pt x="636" y="787"/>
                    <a:pt x="452" y="787"/>
                  </a:cubicBezTo>
                  <a:close/>
                  <a:moveTo>
                    <a:pt x="779" y="318"/>
                  </a:moveTo>
                  <a:cubicBezTo>
                    <a:pt x="776" y="310"/>
                    <a:pt x="775" y="303"/>
                    <a:pt x="778" y="296"/>
                  </a:cubicBezTo>
                  <a:cubicBezTo>
                    <a:pt x="780" y="290"/>
                    <a:pt x="785" y="285"/>
                    <a:pt x="793" y="282"/>
                  </a:cubicBezTo>
                  <a:cubicBezTo>
                    <a:pt x="798" y="280"/>
                    <a:pt x="802" y="279"/>
                    <a:pt x="806" y="279"/>
                  </a:cubicBezTo>
                  <a:cubicBezTo>
                    <a:pt x="809" y="279"/>
                    <a:pt x="812" y="280"/>
                    <a:pt x="815" y="281"/>
                  </a:cubicBezTo>
                  <a:cubicBezTo>
                    <a:pt x="817" y="283"/>
                    <a:pt x="820" y="284"/>
                    <a:pt x="822" y="286"/>
                  </a:cubicBezTo>
                  <a:cubicBezTo>
                    <a:pt x="824" y="289"/>
                    <a:pt x="827" y="293"/>
                    <a:pt x="828" y="297"/>
                  </a:cubicBezTo>
                  <a:cubicBezTo>
                    <a:pt x="832" y="305"/>
                    <a:pt x="832" y="312"/>
                    <a:pt x="829" y="318"/>
                  </a:cubicBezTo>
                  <a:cubicBezTo>
                    <a:pt x="827" y="325"/>
                    <a:pt x="822" y="330"/>
                    <a:pt x="814" y="333"/>
                  </a:cubicBezTo>
                  <a:cubicBezTo>
                    <a:pt x="806" y="336"/>
                    <a:pt x="799" y="336"/>
                    <a:pt x="793" y="333"/>
                  </a:cubicBezTo>
                  <a:cubicBezTo>
                    <a:pt x="787" y="331"/>
                    <a:pt x="782" y="325"/>
                    <a:pt x="779" y="318"/>
                  </a:cubicBezTo>
                  <a:close/>
                  <a:moveTo>
                    <a:pt x="841" y="337"/>
                  </a:moveTo>
                  <a:cubicBezTo>
                    <a:pt x="844" y="348"/>
                    <a:pt x="844" y="348"/>
                    <a:pt x="844" y="348"/>
                  </a:cubicBezTo>
                  <a:cubicBezTo>
                    <a:pt x="803" y="358"/>
                    <a:pt x="803" y="358"/>
                    <a:pt x="803" y="358"/>
                  </a:cubicBezTo>
                  <a:cubicBezTo>
                    <a:pt x="810" y="386"/>
                    <a:pt x="810" y="386"/>
                    <a:pt x="810" y="386"/>
                  </a:cubicBezTo>
                  <a:cubicBezTo>
                    <a:pt x="801" y="388"/>
                    <a:pt x="801" y="388"/>
                    <a:pt x="801" y="388"/>
                  </a:cubicBezTo>
                  <a:cubicBezTo>
                    <a:pt x="792" y="349"/>
                    <a:pt x="792" y="349"/>
                    <a:pt x="792" y="349"/>
                  </a:cubicBezTo>
                  <a:lnTo>
                    <a:pt x="841" y="337"/>
                  </a:lnTo>
                  <a:close/>
                  <a:moveTo>
                    <a:pt x="852" y="525"/>
                  </a:moveTo>
                  <a:cubicBezTo>
                    <a:pt x="816" y="528"/>
                    <a:pt x="816" y="528"/>
                    <a:pt x="816" y="528"/>
                  </a:cubicBezTo>
                  <a:cubicBezTo>
                    <a:pt x="848" y="545"/>
                    <a:pt x="848" y="545"/>
                    <a:pt x="848" y="545"/>
                  </a:cubicBezTo>
                  <a:cubicBezTo>
                    <a:pt x="845" y="562"/>
                    <a:pt x="845" y="562"/>
                    <a:pt x="845" y="562"/>
                  </a:cubicBezTo>
                  <a:cubicBezTo>
                    <a:pt x="794" y="552"/>
                    <a:pt x="794" y="552"/>
                    <a:pt x="794" y="552"/>
                  </a:cubicBezTo>
                  <a:cubicBezTo>
                    <a:pt x="796" y="541"/>
                    <a:pt x="796" y="541"/>
                    <a:pt x="796" y="541"/>
                  </a:cubicBezTo>
                  <a:cubicBezTo>
                    <a:pt x="836" y="549"/>
                    <a:pt x="836" y="549"/>
                    <a:pt x="836" y="549"/>
                  </a:cubicBezTo>
                  <a:cubicBezTo>
                    <a:pt x="798" y="530"/>
                    <a:pt x="798" y="530"/>
                    <a:pt x="798" y="530"/>
                  </a:cubicBezTo>
                  <a:cubicBezTo>
                    <a:pt x="801" y="519"/>
                    <a:pt x="801" y="519"/>
                    <a:pt x="801" y="519"/>
                  </a:cubicBezTo>
                  <a:cubicBezTo>
                    <a:pt x="843" y="516"/>
                    <a:pt x="843" y="516"/>
                    <a:pt x="843" y="516"/>
                  </a:cubicBezTo>
                  <a:cubicBezTo>
                    <a:pt x="803" y="508"/>
                    <a:pt x="803" y="508"/>
                    <a:pt x="803" y="508"/>
                  </a:cubicBezTo>
                  <a:cubicBezTo>
                    <a:pt x="805" y="498"/>
                    <a:pt x="805" y="498"/>
                    <a:pt x="805" y="498"/>
                  </a:cubicBezTo>
                  <a:cubicBezTo>
                    <a:pt x="856" y="508"/>
                    <a:pt x="856" y="508"/>
                    <a:pt x="856" y="508"/>
                  </a:cubicBezTo>
                  <a:lnTo>
                    <a:pt x="852" y="525"/>
                  </a:lnTo>
                  <a:close/>
                  <a:moveTo>
                    <a:pt x="816" y="474"/>
                  </a:moveTo>
                  <a:cubicBezTo>
                    <a:pt x="817" y="476"/>
                    <a:pt x="818" y="477"/>
                    <a:pt x="820" y="477"/>
                  </a:cubicBezTo>
                  <a:cubicBezTo>
                    <a:pt x="822" y="478"/>
                    <a:pt x="825" y="478"/>
                    <a:pt x="829" y="478"/>
                  </a:cubicBezTo>
                  <a:cubicBezTo>
                    <a:pt x="858" y="479"/>
                    <a:pt x="858" y="479"/>
                    <a:pt x="858" y="479"/>
                  </a:cubicBezTo>
                  <a:cubicBezTo>
                    <a:pt x="857" y="491"/>
                    <a:pt x="857" y="491"/>
                    <a:pt x="857" y="491"/>
                  </a:cubicBezTo>
                  <a:cubicBezTo>
                    <a:pt x="830" y="490"/>
                    <a:pt x="830" y="490"/>
                    <a:pt x="830" y="490"/>
                  </a:cubicBezTo>
                  <a:cubicBezTo>
                    <a:pt x="824" y="490"/>
                    <a:pt x="819" y="489"/>
                    <a:pt x="817" y="488"/>
                  </a:cubicBezTo>
                  <a:cubicBezTo>
                    <a:pt x="814" y="488"/>
                    <a:pt x="812" y="486"/>
                    <a:pt x="811" y="485"/>
                  </a:cubicBezTo>
                  <a:cubicBezTo>
                    <a:pt x="809" y="483"/>
                    <a:pt x="808" y="481"/>
                    <a:pt x="807" y="478"/>
                  </a:cubicBezTo>
                  <a:cubicBezTo>
                    <a:pt x="806" y="475"/>
                    <a:pt x="805" y="471"/>
                    <a:pt x="805" y="467"/>
                  </a:cubicBezTo>
                  <a:cubicBezTo>
                    <a:pt x="806" y="461"/>
                    <a:pt x="806" y="457"/>
                    <a:pt x="808" y="455"/>
                  </a:cubicBezTo>
                  <a:cubicBezTo>
                    <a:pt x="809" y="452"/>
                    <a:pt x="810" y="450"/>
                    <a:pt x="812" y="448"/>
                  </a:cubicBezTo>
                  <a:cubicBezTo>
                    <a:pt x="814" y="447"/>
                    <a:pt x="816" y="446"/>
                    <a:pt x="818" y="445"/>
                  </a:cubicBezTo>
                  <a:cubicBezTo>
                    <a:pt x="821" y="444"/>
                    <a:pt x="825" y="444"/>
                    <a:pt x="831" y="444"/>
                  </a:cubicBezTo>
                  <a:cubicBezTo>
                    <a:pt x="859" y="445"/>
                    <a:pt x="859" y="445"/>
                    <a:pt x="859" y="445"/>
                  </a:cubicBezTo>
                  <a:cubicBezTo>
                    <a:pt x="858" y="457"/>
                    <a:pt x="858" y="457"/>
                    <a:pt x="858" y="457"/>
                  </a:cubicBezTo>
                  <a:cubicBezTo>
                    <a:pt x="830" y="456"/>
                    <a:pt x="830" y="456"/>
                    <a:pt x="830" y="456"/>
                  </a:cubicBezTo>
                  <a:cubicBezTo>
                    <a:pt x="826" y="456"/>
                    <a:pt x="823" y="456"/>
                    <a:pt x="822" y="456"/>
                  </a:cubicBezTo>
                  <a:cubicBezTo>
                    <a:pt x="819" y="456"/>
                    <a:pt x="818" y="457"/>
                    <a:pt x="816" y="459"/>
                  </a:cubicBezTo>
                  <a:cubicBezTo>
                    <a:pt x="815" y="461"/>
                    <a:pt x="814" y="464"/>
                    <a:pt x="814" y="467"/>
                  </a:cubicBezTo>
                  <a:cubicBezTo>
                    <a:pt x="814" y="470"/>
                    <a:pt x="815" y="473"/>
                    <a:pt x="816" y="4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Freeform 68">
              <a:extLst>
                <a:ext uri="{FF2B5EF4-FFF2-40B4-BE49-F238E27FC236}">
                  <a16:creationId xmlns:a16="http://schemas.microsoft.com/office/drawing/2014/main" id="{D03EA49C-0014-44EE-981A-8EBA7CBBF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7558" y="4249111"/>
              <a:ext cx="41275" cy="39688"/>
            </a:xfrm>
            <a:custGeom>
              <a:avLst/>
              <a:gdLst>
                <a:gd name="T0" fmla="*/ 13 w 22"/>
                <a:gd name="T1" fmla="*/ 20 h 21"/>
                <a:gd name="T2" fmla="*/ 17 w 22"/>
                <a:gd name="T3" fmla="*/ 20 h 21"/>
                <a:gd name="T4" fmla="*/ 21 w 22"/>
                <a:gd name="T5" fmla="*/ 17 h 21"/>
                <a:gd name="T6" fmla="*/ 22 w 22"/>
                <a:gd name="T7" fmla="*/ 13 h 21"/>
                <a:gd name="T8" fmla="*/ 19 w 22"/>
                <a:gd name="T9" fmla="*/ 8 h 21"/>
                <a:gd name="T10" fmla="*/ 13 w 22"/>
                <a:gd name="T11" fmla="*/ 3 h 21"/>
                <a:gd name="T12" fmla="*/ 8 w 22"/>
                <a:gd name="T13" fmla="*/ 0 h 21"/>
                <a:gd name="T14" fmla="*/ 0 w 22"/>
                <a:gd name="T15" fmla="*/ 12 h 21"/>
                <a:gd name="T16" fmla="*/ 5 w 22"/>
                <a:gd name="T17" fmla="*/ 16 h 21"/>
                <a:gd name="T18" fmla="*/ 13 w 22"/>
                <a:gd name="T19" fmla="*/ 2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21">
                  <a:moveTo>
                    <a:pt x="13" y="20"/>
                  </a:moveTo>
                  <a:cubicBezTo>
                    <a:pt x="14" y="21"/>
                    <a:pt x="16" y="21"/>
                    <a:pt x="17" y="20"/>
                  </a:cubicBezTo>
                  <a:cubicBezTo>
                    <a:pt x="19" y="20"/>
                    <a:pt x="20" y="19"/>
                    <a:pt x="21" y="17"/>
                  </a:cubicBezTo>
                  <a:cubicBezTo>
                    <a:pt x="22" y="16"/>
                    <a:pt x="22" y="14"/>
                    <a:pt x="22" y="13"/>
                  </a:cubicBezTo>
                  <a:cubicBezTo>
                    <a:pt x="22" y="11"/>
                    <a:pt x="21" y="9"/>
                    <a:pt x="19" y="8"/>
                  </a:cubicBezTo>
                  <a:cubicBezTo>
                    <a:pt x="18" y="7"/>
                    <a:pt x="16" y="5"/>
                    <a:pt x="13" y="3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9" y="18"/>
                    <a:pt x="11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Freeform 69">
              <a:extLst>
                <a:ext uri="{FF2B5EF4-FFF2-40B4-BE49-F238E27FC236}">
                  <a16:creationId xmlns:a16="http://schemas.microsoft.com/office/drawing/2014/main" id="{28C81247-07F6-4443-861F-F380CA393B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9270" y="5563561"/>
              <a:ext cx="33338" cy="52388"/>
            </a:xfrm>
            <a:custGeom>
              <a:avLst/>
              <a:gdLst>
                <a:gd name="T0" fmla="*/ 3 w 18"/>
                <a:gd name="T1" fmla="*/ 3 h 28"/>
                <a:gd name="T2" fmla="*/ 5 w 18"/>
                <a:gd name="T3" fmla="*/ 6 h 28"/>
                <a:gd name="T4" fmla="*/ 7 w 18"/>
                <a:gd name="T5" fmla="*/ 8 h 28"/>
                <a:gd name="T6" fmla="*/ 7 w 18"/>
                <a:gd name="T7" fmla="*/ 11 h 28"/>
                <a:gd name="T8" fmla="*/ 6 w 18"/>
                <a:gd name="T9" fmla="*/ 13 h 28"/>
                <a:gd name="T10" fmla="*/ 2 w 18"/>
                <a:gd name="T11" fmla="*/ 19 h 28"/>
                <a:gd name="T12" fmla="*/ 3 w 18"/>
                <a:gd name="T13" fmla="*/ 25 h 28"/>
                <a:gd name="T14" fmla="*/ 8 w 18"/>
                <a:gd name="T15" fmla="*/ 22 h 28"/>
                <a:gd name="T16" fmla="*/ 9 w 18"/>
                <a:gd name="T17" fmla="*/ 21 h 28"/>
                <a:gd name="T18" fmla="*/ 10 w 18"/>
                <a:gd name="T19" fmla="*/ 19 h 28"/>
                <a:gd name="T20" fmla="*/ 14 w 18"/>
                <a:gd name="T21" fmla="*/ 13 h 28"/>
                <a:gd name="T22" fmla="*/ 17 w 18"/>
                <a:gd name="T23" fmla="*/ 6 h 28"/>
                <a:gd name="T24" fmla="*/ 17 w 18"/>
                <a:gd name="T25" fmla="*/ 4 h 28"/>
                <a:gd name="T26" fmla="*/ 12 w 18"/>
                <a:gd name="T27" fmla="*/ 1 h 28"/>
                <a:gd name="T28" fmla="*/ 7 w 18"/>
                <a:gd name="T29" fmla="*/ 0 h 28"/>
                <a:gd name="T30" fmla="*/ 4 w 18"/>
                <a:gd name="T31" fmla="*/ 0 h 28"/>
                <a:gd name="T32" fmla="*/ 3 w 18"/>
                <a:gd name="T33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" h="28">
                  <a:moveTo>
                    <a:pt x="3" y="3"/>
                  </a:moveTo>
                  <a:cubicBezTo>
                    <a:pt x="4" y="4"/>
                    <a:pt x="5" y="6"/>
                    <a:pt x="5" y="6"/>
                  </a:cubicBezTo>
                  <a:cubicBezTo>
                    <a:pt x="6" y="8"/>
                    <a:pt x="7" y="8"/>
                    <a:pt x="7" y="8"/>
                  </a:cubicBezTo>
                  <a:cubicBezTo>
                    <a:pt x="8" y="9"/>
                    <a:pt x="7" y="11"/>
                    <a:pt x="7" y="11"/>
                  </a:cubicBezTo>
                  <a:cubicBezTo>
                    <a:pt x="6" y="12"/>
                    <a:pt x="6" y="13"/>
                    <a:pt x="6" y="13"/>
                  </a:cubicBezTo>
                  <a:cubicBezTo>
                    <a:pt x="5" y="16"/>
                    <a:pt x="2" y="19"/>
                    <a:pt x="2" y="19"/>
                  </a:cubicBezTo>
                  <a:cubicBezTo>
                    <a:pt x="0" y="21"/>
                    <a:pt x="3" y="25"/>
                    <a:pt x="3" y="25"/>
                  </a:cubicBezTo>
                  <a:cubicBezTo>
                    <a:pt x="4" y="28"/>
                    <a:pt x="8" y="22"/>
                    <a:pt x="8" y="22"/>
                  </a:cubicBezTo>
                  <a:cubicBezTo>
                    <a:pt x="8" y="21"/>
                    <a:pt x="9" y="21"/>
                    <a:pt x="9" y="21"/>
                  </a:cubicBezTo>
                  <a:cubicBezTo>
                    <a:pt x="10" y="20"/>
                    <a:pt x="10" y="19"/>
                    <a:pt x="10" y="19"/>
                  </a:cubicBezTo>
                  <a:cubicBezTo>
                    <a:pt x="12" y="16"/>
                    <a:pt x="14" y="13"/>
                    <a:pt x="14" y="13"/>
                  </a:cubicBezTo>
                  <a:cubicBezTo>
                    <a:pt x="15" y="12"/>
                    <a:pt x="17" y="6"/>
                    <a:pt x="17" y="6"/>
                  </a:cubicBezTo>
                  <a:cubicBezTo>
                    <a:pt x="18" y="6"/>
                    <a:pt x="17" y="4"/>
                    <a:pt x="17" y="4"/>
                  </a:cubicBezTo>
                  <a:cubicBezTo>
                    <a:pt x="17" y="3"/>
                    <a:pt x="12" y="1"/>
                    <a:pt x="12" y="1"/>
                  </a:cubicBezTo>
                  <a:cubicBezTo>
                    <a:pt x="11" y="1"/>
                    <a:pt x="9" y="0"/>
                    <a:pt x="7" y="0"/>
                  </a:cubicBezTo>
                  <a:cubicBezTo>
                    <a:pt x="6" y="0"/>
                    <a:pt x="4" y="0"/>
                    <a:pt x="4" y="0"/>
                  </a:cubicBezTo>
                  <a:cubicBezTo>
                    <a:pt x="1" y="1"/>
                    <a:pt x="3" y="3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" name="Freeform 70">
              <a:extLst>
                <a:ext uri="{FF2B5EF4-FFF2-40B4-BE49-F238E27FC236}">
                  <a16:creationId xmlns:a16="http://schemas.microsoft.com/office/drawing/2014/main" id="{006FEBEF-16D8-43CF-8411-4654AA63EB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7745" y="4565023"/>
              <a:ext cx="68263" cy="63500"/>
            </a:xfrm>
            <a:custGeom>
              <a:avLst/>
              <a:gdLst>
                <a:gd name="T0" fmla="*/ 25 w 37"/>
                <a:gd name="T1" fmla="*/ 32 h 34"/>
                <a:gd name="T2" fmla="*/ 35 w 37"/>
                <a:gd name="T3" fmla="*/ 23 h 34"/>
                <a:gd name="T4" fmla="*/ 35 w 37"/>
                <a:gd name="T5" fmla="*/ 10 h 34"/>
                <a:gd name="T6" fmla="*/ 27 w 37"/>
                <a:gd name="T7" fmla="*/ 2 h 34"/>
                <a:gd name="T8" fmla="*/ 13 w 37"/>
                <a:gd name="T9" fmla="*/ 3 h 34"/>
                <a:gd name="T10" fmla="*/ 2 w 37"/>
                <a:gd name="T11" fmla="*/ 12 h 34"/>
                <a:gd name="T12" fmla="*/ 2 w 37"/>
                <a:gd name="T13" fmla="*/ 24 h 34"/>
                <a:gd name="T14" fmla="*/ 11 w 37"/>
                <a:gd name="T15" fmla="*/ 33 h 34"/>
                <a:gd name="T16" fmla="*/ 25 w 37"/>
                <a:gd name="T17" fmla="*/ 3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34">
                  <a:moveTo>
                    <a:pt x="25" y="32"/>
                  </a:moveTo>
                  <a:cubicBezTo>
                    <a:pt x="30" y="29"/>
                    <a:pt x="34" y="26"/>
                    <a:pt x="35" y="23"/>
                  </a:cubicBezTo>
                  <a:cubicBezTo>
                    <a:pt x="37" y="19"/>
                    <a:pt x="37" y="15"/>
                    <a:pt x="35" y="10"/>
                  </a:cubicBezTo>
                  <a:cubicBezTo>
                    <a:pt x="33" y="6"/>
                    <a:pt x="31" y="3"/>
                    <a:pt x="27" y="2"/>
                  </a:cubicBezTo>
                  <a:cubicBezTo>
                    <a:pt x="23" y="0"/>
                    <a:pt x="18" y="0"/>
                    <a:pt x="13" y="3"/>
                  </a:cubicBezTo>
                  <a:cubicBezTo>
                    <a:pt x="7" y="5"/>
                    <a:pt x="4" y="8"/>
                    <a:pt x="2" y="12"/>
                  </a:cubicBezTo>
                  <a:cubicBezTo>
                    <a:pt x="0" y="16"/>
                    <a:pt x="0" y="20"/>
                    <a:pt x="2" y="24"/>
                  </a:cubicBezTo>
                  <a:cubicBezTo>
                    <a:pt x="4" y="28"/>
                    <a:pt x="7" y="31"/>
                    <a:pt x="11" y="33"/>
                  </a:cubicBezTo>
                  <a:cubicBezTo>
                    <a:pt x="14" y="34"/>
                    <a:pt x="19" y="34"/>
                    <a:pt x="25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66A19AAD-1CDF-4899-8D9B-772D397CF09A}"/>
              </a:ext>
            </a:extLst>
          </p:cNvPr>
          <p:cNvSpPr txBox="1"/>
          <p:nvPr userDrawn="1"/>
        </p:nvSpPr>
        <p:spPr>
          <a:xfrm>
            <a:off x="1043939" y="1761846"/>
            <a:ext cx="97586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dirty="0">
                <a:gradFill>
                  <a:gsLst>
                    <a:gs pos="0">
                      <a:schemeClr val="accent1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</a:rPr>
              <a:t>THANKS FOR LISTENING</a:t>
            </a:r>
            <a:endParaRPr lang="zh-CN" altLang="en-US" sz="8000" dirty="0">
              <a:gradFill>
                <a:gsLst>
                  <a:gs pos="0">
                    <a:schemeClr val="accent1"/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latin typeface="Impact" panose="020B080603090205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BB4B086-4071-4C4C-9FF8-B987D7306B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2549" y="2332940"/>
            <a:ext cx="8186902" cy="833759"/>
          </a:xfrm>
        </p:spPr>
        <p:txBody>
          <a:bodyPr lIns="0" rIns="0" bIns="0" anchor="b" anchorCtr="0">
            <a:normAutofit/>
          </a:bodyPr>
          <a:lstStyle>
            <a:lvl1pPr algn="ctr">
              <a:defRPr lang="zh-CN" altLang="en-US" sz="4400" b="1" kern="12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4A60CE9-1EA3-4611-84E6-17C89EA437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2549" y="4013895"/>
            <a:ext cx="8186902" cy="472251"/>
          </a:xfrm>
        </p:spPr>
        <p:txBody>
          <a:bodyPr wrap="square" lIns="0" rIns="0" anchor="t" anchorCtr="0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pic>
        <p:nvPicPr>
          <p:cNvPr id="84" name="图片 83">
            <a:extLst>
              <a:ext uri="{FF2B5EF4-FFF2-40B4-BE49-F238E27FC236}">
                <a16:creationId xmlns:a16="http://schemas.microsoft.com/office/drawing/2014/main" id="{48F930BE-2181-49E9-923D-B47EE281802C}"/>
              </a:ext>
            </a:extLst>
          </p:cNvPr>
          <p:cNvPicPr>
            <a:picLocks noChangeAspect="1"/>
          </p:cNvPicPr>
          <p:nvPr userDrawn="1"/>
        </p:nvPicPr>
        <p:blipFill>
          <a:blip r:embed="rId3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00338" y="5571410"/>
            <a:ext cx="1991324" cy="475325"/>
          </a:xfrm>
          <a:prstGeom prst="rect">
            <a:avLst/>
          </a:prstGeom>
        </p:spPr>
      </p:pic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088BDD40-E24E-4746-A412-A7D5C0F30B2D}"/>
              </a:ext>
            </a:extLst>
          </p:cNvPr>
          <p:cNvCxnSpPr/>
          <p:nvPr userDrawn="1"/>
        </p:nvCxnSpPr>
        <p:spPr>
          <a:xfrm>
            <a:off x="5186680" y="3632200"/>
            <a:ext cx="18186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31949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张图片展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6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5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7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9" name="图片占位符 5">
            <a:extLst>
              <a:ext uri="{FF2B5EF4-FFF2-40B4-BE49-F238E27FC236}">
                <a16:creationId xmlns:a16="http://schemas.microsoft.com/office/drawing/2014/main" id="{0A954E3B-33D0-44B1-9DDD-ADB37DC9A54F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2950316" y="1733533"/>
            <a:ext cx="1978618" cy="2798331"/>
          </a:xfrm>
          <a:ln w="19050">
            <a:solidFill>
              <a:schemeClr val="accent1"/>
            </a:solidFill>
          </a:ln>
          <a:effectLst>
            <a:reflection blurRad="6350" stA="30000" endPos="34000" dist="50800" dir="5400000" sy="-100000" algn="bl" rotWithShape="0"/>
          </a:effectLst>
          <a:scene3d>
            <a:camera prst="perspectiveRight"/>
            <a:lightRig rig="threePt" dir="t"/>
          </a:scene3d>
        </p:spPr>
        <p:txBody>
          <a:bodyPr/>
          <a:lstStyle/>
          <a:p>
            <a:endParaRPr lang="zh-CN" altLang="en-US" dirty="0"/>
          </a:p>
        </p:txBody>
      </p:sp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图片占位符 5">
            <a:extLst>
              <a:ext uri="{FF2B5EF4-FFF2-40B4-BE49-F238E27FC236}">
                <a16:creationId xmlns:a16="http://schemas.microsoft.com/office/drawing/2014/main" id="{5C2011D7-5DAD-4F7F-AE97-88B1AF02C3C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5104910" y="1755639"/>
            <a:ext cx="1978618" cy="2798331"/>
          </a:xfrm>
          <a:ln w="19050">
            <a:solidFill>
              <a:schemeClr val="accent1"/>
            </a:solidFill>
          </a:ln>
          <a:effectLst>
            <a:reflection blurRad="6350" stA="30000" endPos="34000" dist="50800" dir="5400000" sy="-100000" algn="bl" rotWithShape="0"/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20" name="图片占位符 5">
            <a:extLst>
              <a:ext uri="{FF2B5EF4-FFF2-40B4-BE49-F238E27FC236}">
                <a16:creationId xmlns:a16="http://schemas.microsoft.com/office/drawing/2014/main" id="{A3A5E883-88C8-4752-A03D-6340D9D0CBBB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7259504" y="1733532"/>
            <a:ext cx="1978618" cy="2798331"/>
          </a:xfrm>
          <a:ln w="19050">
            <a:solidFill>
              <a:schemeClr val="accent1"/>
            </a:solidFill>
          </a:ln>
          <a:effectLst>
            <a:reflection blurRad="6350" stA="30000" endPos="34000" dist="50800" dir="5400000" sy="-100000" algn="bl" rotWithShape="0"/>
          </a:effectLst>
          <a:scene3d>
            <a:camera prst="perspectiveLeft"/>
            <a:lightRig rig="threePt" dir="t"/>
          </a:scene3d>
        </p:spPr>
        <p:txBody>
          <a:bodyPr/>
          <a:lstStyle/>
          <a:p>
            <a:endParaRPr lang="zh-CN" altLang="en-US" dirty="0"/>
          </a:p>
        </p:txBody>
      </p:sp>
      <p:sp>
        <p:nvSpPr>
          <p:cNvPr id="21" name="图片占位符 5">
            <a:extLst>
              <a:ext uri="{FF2B5EF4-FFF2-40B4-BE49-F238E27FC236}">
                <a16:creationId xmlns:a16="http://schemas.microsoft.com/office/drawing/2014/main" id="{2E95BD9A-E246-40D1-9E0D-612E969586F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669539" y="1555073"/>
            <a:ext cx="2104801" cy="2976790"/>
          </a:xfrm>
          <a:ln w="19050">
            <a:solidFill>
              <a:schemeClr val="accent1"/>
            </a:solidFill>
          </a:ln>
          <a:effectLst>
            <a:reflection blurRad="6350" stA="30000" endPos="34000" dist="50800" dir="5400000" sy="-100000" algn="bl" rotWithShape="0"/>
          </a:effectLst>
          <a:scene3d>
            <a:camera prst="perspectiveRight" fov="3300000"/>
            <a:lightRig rig="threePt" dir="t"/>
          </a:scene3d>
        </p:spPr>
        <p:txBody>
          <a:bodyPr/>
          <a:lstStyle/>
          <a:p>
            <a:endParaRPr lang="zh-CN" altLang="en-US" dirty="0"/>
          </a:p>
        </p:txBody>
      </p:sp>
      <p:sp>
        <p:nvSpPr>
          <p:cNvPr id="22" name="图片占位符 5">
            <a:extLst>
              <a:ext uri="{FF2B5EF4-FFF2-40B4-BE49-F238E27FC236}">
                <a16:creationId xmlns:a16="http://schemas.microsoft.com/office/drawing/2014/main" id="{BEBBAA86-0599-4A73-99CC-1E710BA97CE1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9414099" y="1555073"/>
            <a:ext cx="2104801" cy="2976790"/>
          </a:xfrm>
          <a:ln w="19050">
            <a:solidFill>
              <a:schemeClr val="accent1"/>
            </a:solidFill>
          </a:ln>
          <a:effectLst>
            <a:reflection blurRad="6350" stA="30000" endPos="34000" dist="50800" dir="5400000" sy="-100000" algn="bl" rotWithShape="0"/>
          </a:effectLst>
          <a:scene3d>
            <a:camera prst="perspectiveRight" fov="3300000">
              <a:rot lat="0" lon="1200000" rev="0"/>
            </a:camera>
            <a:lightRig rig="threePt" dir="t"/>
          </a:scene3d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58091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底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BF644C8-485C-464C-9055-7A7425A9AE93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2C93CA-1026-4279-9CA6-3343633DB369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DC8C761-9FB6-44CB-A4F6-FA26FEFDF122}"/>
              </a:ext>
            </a:extLst>
          </p:cNvPr>
          <p:cNvPicPr>
            <a:picLocks noChangeAspect="1"/>
          </p:cNvPicPr>
          <p:nvPr userDrawn="1"/>
        </p:nvPicPr>
        <p:blipFill>
          <a:blip r:embed="rId5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843333D-8292-4D26-B934-8C4462A814CA}"/>
              </a:ext>
            </a:extLst>
          </p:cNvPr>
          <p:cNvPicPr>
            <a:picLocks noChangeAspect="1"/>
          </p:cNvPicPr>
          <p:nvPr userDrawn="1"/>
        </p:nvPicPr>
        <p:blipFill>
          <a:blip r:embed="rId4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36290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机母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6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5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7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45">
            <a:extLst>
              <a:ext uri="{FF2B5EF4-FFF2-40B4-BE49-F238E27FC236}">
                <a16:creationId xmlns:a16="http://schemas.microsoft.com/office/drawing/2014/main" id="{221EB8A2-4E91-4E4F-A387-46AB7ACD13EA}"/>
              </a:ext>
            </a:extLst>
          </p:cNvPr>
          <p:cNvSpPr>
            <a:spLocks/>
          </p:cNvSpPr>
          <p:nvPr/>
        </p:nvSpPr>
        <p:spPr bwMode="auto">
          <a:xfrm>
            <a:off x="2891583" y="5252070"/>
            <a:ext cx="3004934" cy="132606"/>
          </a:xfrm>
          <a:custGeom>
            <a:avLst/>
            <a:gdLst>
              <a:gd name="T0" fmla="*/ 0 w 885"/>
              <a:gd name="T1" fmla="*/ 16 h 39"/>
              <a:gd name="T2" fmla="*/ 78 w 885"/>
              <a:gd name="T3" fmla="*/ 39 h 39"/>
              <a:gd name="T4" fmla="*/ 885 w 885"/>
              <a:gd name="T5" fmla="*/ 39 h 39"/>
              <a:gd name="T6" fmla="*/ 885 w 885"/>
              <a:gd name="T7" fmla="*/ 0 h 39"/>
              <a:gd name="T8" fmla="*/ 0 w 885"/>
              <a:gd name="T9" fmla="*/ 0 h 39"/>
              <a:gd name="T10" fmla="*/ 0 w 885"/>
              <a:gd name="T11" fmla="*/ 16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85" h="39">
                <a:moveTo>
                  <a:pt x="0" y="16"/>
                </a:moveTo>
                <a:cubicBezTo>
                  <a:pt x="0" y="23"/>
                  <a:pt x="30" y="39"/>
                  <a:pt x="78" y="39"/>
                </a:cubicBezTo>
                <a:cubicBezTo>
                  <a:pt x="126" y="39"/>
                  <a:pt x="885" y="39"/>
                  <a:pt x="885" y="39"/>
                </a:cubicBezTo>
                <a:cubicBezTo>
                  <a:pt x="885" y="0"/>
                  <a:pt x="885" y="0"/>
                  <a:pt x="885" y="0"/>
                </a:cubicBezTo>
                <a:cubicBezTo>
                  <a:pt x="0" y="0"/>
                  <a:pt x="0" y="0"/>
                  <a:pt x="0" y="0"/>
                </a:cubicBezTo>
                <a:lnTo>
                  <a:pt x="0" y="16"/>
                </a:lnTo>
                <a:close/>
              </a:path>
            </a:pathLst>
          </a:custGeom>
          <a:solidFill>
            <a:srgbClr val="2E2E35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15" name="Freeform 46">
            <a:extLst>
              <a:ext uri="{FF2B5EF4-FFF2-40B4-BE49-F238E27FC236}">
                <a16:creationId xmlns:a16="http://schemas.microsoft.com/office/drawing/2014/main" id="{1ACA4D26-9BB4-46B9-915C-702783F63E9D}"/>
              </a:ext>
            </a:extLst>
          </p:cNvPr>
          <p:cNvSpPr>
            <a:spLocks/>
          </p:cNvSpPr>
          <p:nvPr/>
        </p:nvSpPr>
        <p:spPr bwMode="auto">
          <a:xfrm>
            <a:off x="5852327" y="5252070"/>
            <a:ext cx="3004934" cy="132606"/>
          </a:xfrm>
          <a:custGeom>
            <a:avLst/>
            <a:gdLst>
              <a:gd name="T0" fmla="*/ 884 w 884"/>
              <a:gd name="T1" fmla="*/ 16 h 39"/>
              <a:gd name="T2" fmla="*/ 806 w 884"/>
              <a:gd name="T3" fmla="*/ 39 h 39"/>
              <a:gd name="T4" fmla="*/ 0 w 884"/>
              <a:gd name="T5" fmla="*/ 39 h 39"/>
              <a:gd name="T6" fmla="*/ 0 w 884"/>
              <a:gd name="T7" fmla="*/ 0 h 39"/>
              <a:gd name="T8" fmla="*/ 884 w 884"/>
              <a:gd name="T9" fmla="*/ 0 h 39"/>
              <a:gd name="T10" fmla="*/ 884 w 884"/>
              <a:gd name="T11" fmla="*/ 16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84" h="39">
                <a:moveTo>
                  <a:pt x="884" y="16"/>
                </a:moveTo>
                <a:cubicBezTo>
                  <a:pt x="884" y="23"/>
                  <a:pt x="854" y="39"/>
                  <a:pt x="806" y="39"/>
                </a:cubicBezTo>
                <a:cubicBezTo>
                  <a:pt x="758" y="39"/>
                  <a:pt x="0" y="39"/>
                  <a:pt x="0" y="39"/>
                </a:cubicBezTo>
                <a:cubicBezTo>
                  <a:pt x="0" y="0"/>
                  <a:pt x="0" y="0"/>
                  <a:pt x="0" y="0"/>
                </a:cubicBezTo>
                <a:cubicBezTo>
                  <a:pt x="884" y="0"/>
                  <a:pt x="884" y="0"/>
                  <a:pt x="884" y="0"/>
                </a:cubicBezTo>
                <a:lnTo>
                  <a:pt x="884" y="16"/>
                </a:lnTo>
                <a:close/>
              </a:path>
            </a:pathLst>
          </a:custGeom>
          <a:solidFill>
            <a:srgbClr val="2E2E35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17" name="Freeform 47">
            <a:extLst>
              <a:ext uri="{FF2B5EF4-FFF2-40B4-BE49-F238E27FC236}">
                <a16:creationId xmlns:a16="http://schemas.microsoft.com/office/drawing/2014/main" id="{A4B8622A-3DE8-4531-B546-514E71E2DE78}"/>
              </a:ext>
            </a:extLst>
          </p:cNvPr>
          <p:cNvSpPr>
            <a:spLocks/>
          </p:cNvSpPr>
          <p:nvPr/>
        </p:nvSpPr>
        <p:spPr bwMode="auto">
          <a:xfrm>
            <a:off x="3479652" y="1950543"/>
            <a:ext cx="4833729" cy="3311728"/>
          </a:xfrm>
          <a:custGeom>
            <a:avLst/>
            <a:gdLst>
              <a:gd name="T0" fmla="*/ 1378 w 1423"/>
              <a:gd name="T1" fmla="*/ 0 h 974"/>
              <a:gd name="T2" fmla="*/ 45 w 1423"/>
              <a:gd name="T3" fmla="*/ 0 h 974"/>
              <a:gd name="T4" fmla="*/ 0 w 1423"/>
              <a:gd name="T5" fmla="*/ 45 h 974"/>
              <a:gd name="T6" fmla="*/ 0 w 1423"/>
              <a:gd name="T7" fmla="*/ 218 h 974"/>
              <a:gd name="T8" fmla="*/ 0 w 1423"/>
              <a:gd name="T9" fmla="*/ 929 h 974"/>
              <a:gd name="T10" fmla="*/ 45 w 1423"/>
              <a:gd name="T11" fmla="*/ 974 h 974"/>
              <a:gd name="T12" fmla="*/ 1378 w 1423"/>
              <a:gd name="T13" fmla="*/ 974 h 974"/>
              <a:gd name="T14" fmla="*/ 1423 w 1423"/>
              <a:gd name="T15" fmla="*/ 929 h 974"/>
              <a:gd name="T16" fmla="*/ 1423 w 1423"/>
              <a:gd name="T17" fmla="*/ 45 h 974"/>
              <a:gd name="T18" fmla="*/ 1378 w 1423"/>
              <a:gd name="T19" fmla="*/ 0 h 9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423" h="974">
                <a:moveTo>
                  <a:pt x="1378" y="0"/>
                </a:moveTo>
                <a:cubicBezTo>
                  <a:pt x="45" y="0"/>
                  <a:pt x="45" y="0"/>
                  <a:pt x="45" y="0"/>
                </a:cubicBezTo>
                <a:cubicBezTo>
                  <a:pt x="20" y="0"/>
                  <a:pt x="0" y="20"/>
                  <a:pt x="0" y="45"/>
                </a:cubicBezTo>
                <a:cubicBezTo>
                  <a:pt x="0" y="218"/>
                  <a:pt x="0" y="218"/>
                  <a:pt x="0" y="218"/>
                </a:cubicBezTo>
                <a:cubicBezTo>
                  <a:pt x="0" y="929"/>
                  <a:pt x="0" y="929"/>
                  <a:pt x="0" y="929"/>
                </a:cubicBezTo>
                <a:cubicBezTo>
                  <a:pt x="0" y="954"/>
                  <a:pt x="20" y="974"/>
                  <a:pt x="45" y="974"/>
                </a:cubicBezTo>
                <a:cubicBezTo>
                  <a:pt x="1378" y="974"/>
                  <a:pt x="1378" y="974"/>
                  <a:pt x="1378" y="974"/>
                </a:cubicBezTo>
                <a:cubicBezTo>
                  <a:pt x="1403" y="974"/>
                  <a:pt x="1423" y="954"/>
                  <a:pt x="1423" y="929"/>
                </a:cubicBezTo>
                <a:cubicBezTo>
                  <a:pt x="1423" y="45"/>
                  <a:pt x="1423" y="45"/>
                  <a:pt x="1423" y="45"/>
                </a:cubicBezTo>
                <a:cubicBezTo>
                  <a:pt x="1423" y="20"/>
                  <a:pt x="1403" y="0"/>
                  <a:pt x="1378" y="0"/>
                </a:cubicBezTo>
                <a:close/>
              </a:path>
            </a:pathLst>
          </a:custGeom>
          <a:solidFill>
            <a:srgbClr val="D2D3D5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18" name="Freeform 48">
            <a:extLst>
              <a:ext uri="{FF2B5EF4-FFF2-40B4-BE49-F238E27FC236}">
                <a16:creationId xmlns:a16="http://schemas.microsoft.com/office/drawing/2014/main" id="{93D0A57E-1120-46BB-ABE4-724F388C7662}"/>
              </a:ext>
            </a:extLst>
          </p:cNvPr>
          <p:cNvSpPr>
            <a:spLocks/>
          </p:cNvSpPr>
          <p:nvPr/>
        </p:nvSpPr>
        <p:spPr bwMode="auto">
          <a:xfrm>
            <a:off x="3496649" y="1967543"/>
            <a:ext cx="4803138" cy="3277727"/>
          </a:xfrm>
          <a:custGeom>
            <a:avLst/>
            <a:gdLst>
              <a:gd name="T0" fmla="*/ 40 w 1414"/>
              <a:gd name="T1" fmla="*/ 964 h 964"/>
              <a:gd name="T2" fmla="*/ 0 w 1414"/>
              <a:gd name="T3" fmla="*/ 924 h 964"/>
              <a:gd name="T4" fmla="*/ 0 w 1414"/>
              <a:gd name="T5" fmla="*/ 40 h 964"/>
              <a:gd name="T6" fmla="*/ 40 w 1414"/>
              <a:gd name="T7" fmla="*/ 0 h 964"/>
              <a:gd name="T8" fmla="*/ 1373 w 1414"/>
              <a:gd name="T9" fmla="*/ 0 h 964"/>
              <a:gd name="T10" fmla="*/ 1414 w 1414"/>
              <a:gd name="T11" fmla="*/ 40 h 964"/>
              <a:gd name="T12" fmla="*/ 1414 w 1414"/>
              <a:gd name="T13" fmla="*/ 924 h 964"/>
              <a:gd name="T14" fmla="*/ 1373 w 1414"/>
              <a:gd name="T15" fmla="*/ 964 h 964"/>
              <a:gd name="T16" fmla="*/ 40 w 1414"/>
              <a:gd name="T17" fmla="*/ 964 h 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14" h="964">
                <a:moveTo>
                  <a:pt x="40" y="964"/>
                </a:moveTo>
                <a:cubicBezTo>
                  <a:pt x="18" y="964"/>
                  <a:pt x="0" y="946"/>
                  <a:pt x="0" y="924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18"/>
                  <a:pt x="18" y="0"/>
                  <a:pt x="40" y="0"/>
                </a:cubicBezTo>
                <a:cubicBezTo>
                  <a:pt x="1373" y="0"/>
                  <a:pt x="1373" y="0"/>
                  <a:pt x="1373" y="0"/>
                </a:cubicBezTo>
                <a:cubicBezTo>
                  <a:pt x="1396" y="0"/>
                  <a:pt x="1414" y="18"/>
                  <a:pt x="1414" y="40"/>
                </a:cubicBezTo>
                <a:cubicBezTo>
                  <a:pt x="1414" y="924"/>
                  <a:pt x="1414" y="924"/>
                  <a:pt x="1414" y="924"/>
                </a:cubicBezTo>
                <a:cubicBezTo>
                  <a:pt x="1414" y="946"/>
                  <a:pt x="1396" y="964"/>
                  <a:pt x="1373" y="964"/>
                </a:cubicBezTo>
                <a:lnTo>
                  <a:pt x="40" y="964"/>
                </a:lnTo>
                <a:close/>
              </a:path>
            </a:pathLst>
          </a:custGeom>
          <a:solidFill>
            <a:srgbClr val="2E2E35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19" name="Rectangle 50">
            <a:extLst>
              <a:ext uri="{FF2B5EF4-FFF2-40B4-BE49-F238E27FC236}">
                <a16:creationId xmlns:a16="http://schemas.microsoft.com/office/drawing/2014/main" id="{2D04603D-E9F6-4705-8F37-93266BAC2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1583" y="5197667"/>
            <a:ext cx="5965680" cy="108804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5" name="图片占位符 4">
            <a:extLst>
              <a:ext uri="{FF2B5EF4-FFF2-40B4-BE49-F238E27FC236}">
                <a16:creationId xmlns:a16="http://schemas.microsoft.com/office/drawing/2014/main" id="{61B863E5-CC91-49CB-BB6B-E263486E653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56414" y="2174950"/>
            <a:ext cx="4483608" cy="283231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0" name="Freeform 51">
            <a:extLst>
              <a:ext uri="{FF2B5EF4-FFF2-40B4-BE49-F238E27FC236}">
                <a16:creationId xmlns:a16="http://schemas.microsoft.com/office/drawing/2014/main" id="{54A6738D-D833-42A9-A2F9-DCEE5CD00470}"/>
              </a:ext>
            </a:extLst>
          </p:cNvPr>
          <p:cNvSpPr>
            <a:spLocks/>
          </p:cNvSpPr>
          <p:nvPr/>
        </p:nvSpPr>
        <p:spPr bwMode="auto">
          <a:xfrm>
            <a:off x="5444416" y="5197667"/>
            <a:ext cx="856610" cy="61202"/>
          </a:xfrm>
          <a:custGeom>
            <a:avLst/>
            <a:gdLst>
              <a:gd name="T0" fmla="*/ 0 w 252"/>
              <a:gd name="T1" fmla="*/ 0 h 18"/>
              <a:gd name="T2" fmla="*/ 22 w 252"/>
              <a:gd name="T3" fmla="*/ 18 h 18"/>
              <a:gd name="T4" fmla="*/ 230 w 252"/>
              <a:gd name="T5" fmla="*/ 18 h 18"/>
              <a:gd name="T6" fmla="*/ 252 w 252"/>
              <a:gd name="T7" fmla="*/ 0 h 18"/>
              <a:gd name="T8" fmla="*/ 0 w 252"/>
              <a:gd name="T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2" h="18">
                <a:moveTo>
                  <a:pt x="0" y="0"/>
                </a:moveTo>
                <a:cubicBezTo>
                  <a:pt x="2" y="10"/>
                  <a:pt x="11" y="18"/>
                  <a:pt x="22" y="18"/>
                </a:cubicBezTo>
                <a:cubicBezTo>
                  <a:pt x="230" y="18"/>
                  <a:pt x="230" y="18"/>
                  <a:pt x="230" y="18"/>
                </a:cubicBezTo>
                <a:cubicBezTo>
                  <a:pt x="241" y="18"/>
                  <a:pt x="250" y="10"/>
                  <a:pt x="252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B3B4B5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22" name="Oval 54">
            <a:extLst>
              <a:ext uri="{FF2B5EF4-FFF2-40B4-BE49-F238E27FC236}">
                <a16:creationId xmlns:a16="http://schemas.microsoft.com/office/drawing/2014/main" id="{A52C5F2B-3C52-4FB4-AB57-0D540D333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9324" y="2055946"/>
            <a:ext cx="50989" cy="51003"/>
          </a:xfrm>
          <a:prstGeom prst="ellipse">
            <a:avLst/>
          </a:prstGeom>
          <a:solidFill>
            <a:srgbClr val="2C2C2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23" name="Oval 55">
            <a:extLst>
              <a:ext uri="{FF2B5EF4-FFF2-40B4-BE49-F238E27FC236}">
                <a16:creationId xmlns:a16="http://schemas.microsoft.com/office/drawing/2014/main" id="{D795516F-1E01-4018-9B71-B5741DC2E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9324" y="2052547"/>
            <a:ext cx="50989" cy="47602"/>
          </a:xfrm>
          <a:prstGeom prst="ellipse">
            <a:avLst/>
          </a:prstGeom>
          <a:solidFill>
            <a:srgbClr val="0A0A0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24" name="Oval 56">
            <a:extLst>
              <a:ext uri="{FF2B5EF4-FFF2-40B4-BE49-F238E27FC236}">
                <a16:creationId xmlns:a16="http://schemas.microsoft.com/office/drawing/2014/main" id="{28CADEAE-2D10-4A72-AAA3-F94B33359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9520" y="2059347"/>
            <a:ext cx="30595" cy="34001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25" name="Oval 57">
            <a:extLst>
              <a:ext uri="{FF2B5EF4-FFF2-40B4-BE49-F238E27FC236}">
                <a16:creationId xmlns:a16="http://schemas.microsoft.com/office/drawing/2014/main" id="{343F6F32-0741-42E6-9CA7-B6C889400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6318" y="2069547"/>
            <a:ext cx="16998" cy="17002"/>
          </a:xfrm>
          <a:prstGeom prst="ellipse">
            <a:avLst/>
          </a:prstGeom>
          <a:solidFill>
            <a:srgbClr val="2C99B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26" name="Freeform 58">
            <a:extLst>
              <a:ext uri="{FF2B5EF4-FFF2-40B4-BE49-F238E27FC236}">
                <a16:creationId xmlns:a16="http://schemas.microsoft.com/office/drawing/2014/main" id="{8BFE0A9B-A41F-4A60-85B6-DE6990F0154D}"/>
              </a:ext>
            </a:extLst>
          </p:cNvPr>
          <p:cNvSpPr>
            <a:spLocks/>
          </p:cNvSpPr>
          <p:nvPr/>
        </p:nvSpPr>
        <p:spPr bwMode="auto">
          <a:xfrm>
            <a:off x="5893117" y="2072948"/>
            <a:ext cx="3400" cy="6801"/>
          </a:xfrm>
          <a:custGeom>
            <a:avLst/>
            <a:gdLst>
              <a:gd name="T0" fmla="*/ 1 w 1"/>
              <a:gd name="T1" fmla="*/ 1 h 2"/>
              <a:gd name="T2" fmla="*/ 1 w 1"/>
              <a:gd name="T3" fmla="*/ 2 h 2"/>
              <a:gd name="T4" fmla="*/ 0 w 1"/>
              <a:gd name="T5" fmla="*/ 1 h 2"/>
              <a:gd name="T6" fmla="*/ 1 w 1"/>
              <a:gd name="T7" fmla="*/ 0 h 2"/>
              <a:gd name="T8" fmla="*/ 1 w 1"/>
              <a:gd name="T9" fmla="*/ 1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2">
                <a:moveTo>
                  <a:pt x="1" y="1"/>
                </a:moveTo>
                <a:lnTo>
                  <a:pt x="1" y="2"/>
                </a:ln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0" name="Oval 61">
            <a:extLst>
              <a:ext uri="{FF2B5EF4-FFF2-40B4-BE49-F238E27FC236}">
                <a16:creationId xmlns:a16="http://schemas.microsoft.com/office/drawing/2014/main" id="{6F4C7AF5-5D45-4698-A829-8D21B8449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1476" y="3186115"/>
            <a:ext cx="36151" cy="36161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1" name="Oval 62">
            <a:extLst>
              <a:ext uri="{FF2B5EF4-FFF2-40B4-BE49-F238E27FC236}">
                <a16:creationId xmlns:a16="http://schemas.microsoft.com/office/drawing/2014/main" id="{31D76F62-4CA1-4689-B82B-D37D4F358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3526" y="3198168"/>
            <a:ext cx="9039" cy="9041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2" name="Oval 63">
            <a:extLst>
              <a:ext uri="{FF2B5EF4-FFF2-40B4-BE49-F238E27FC236}">
                <a16:creationId xmlns:a16="http://schemas.microsoft.com/office/drawing/2014/main" id="{4425A9F4-E7C9-43D7-ACB5-A34091E65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1476" y="3183100"/>
            <a:ext cx="36151" cy="36161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3" name="Oval 64">
            <a:extLst>
              <a:ext uri="{FF2B5EF4-FFF2-40B4-BE49-F238E27FC236}">
                <a16:creationId xmlns:a16="http://schemas.microsoft.com/office/drawing/2014/main" id="{10E40350-C9B7-4E62-900A-9D9416EAD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3526" y="3195154"/>
            <a:ext cx="9039" cy="9041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4" name="Oval 65">
            <a:extLst>
              <a:ext uri="{FF2B5EF4-FFF2-40B4-BE49-F238E27FC236}">
                <a16:creationId xmlns:a16="http://schemas.microsoft.com/office/drawing/2014/main" id="{9E2E22DC-4F3A-4790-A30F-046FBF96B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7501" y="3189127"/>
            <a:ext cx="24101" cy="24107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5" name="Oval 66">
            <a:extLst>
              <a:ext uri="{FF2B5EF4-FFF2-40B4-BE49-F238E27FC236}">
                <a16:creationId xmlns:a16="http://schemas.microsoft.com/office/drawing/2014/main" id="{057FA838-5568-42E9-8B65-A812AE22A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7501" y="3189127"/>
            <a:ext cx="24101" cy="24107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6" name="Oval 67">
            <a:extLst>
              <a:ext uri="{FF2B5EF4-FFF2-40B4-BE49-F238E27FC236}">
                <a16:creationId xmlns:a16="http://schemas.microsoft.com/office/drawing/2014/main" id="{51624F16-2207-4181-8EC3-0A03CB5B4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3526" y="3195154"/>
            <a:ext cx="12050" cy="12054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7" name="Oval 68">
            <a:extLst>
              <a:ext uri="{FF2B5EF4-FFF2-40B4-BE49-F238E27FC236}">
                <a16:creationId xmlns:a16="http://schemas.microsoft.com/office/drawing/2014/main" id="{8AD5CD56-41B4-4B06-BC24-90E69778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3526" y="3195154"/>
            <a:ext cx="12050" cy="12054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8" name="Freeform 69">
            <a:extLst>
              <a:ext uri="{FF2B5EF4-FFF2-40B4-BE49-F238E27FC236}">
                <a16:creationId xmlns:a16="http://schemas.microsoft.com/office/drawing/2014/main" id="{C1E2B9AE-A46B-44BC-8D69-174286DE3389}"/>
              </a:ext>
            </a:extLst>
          </p:cNvPr>
          <p:cNvSpPr>
            <a:spLocks/>
          </p:cNvSpPr>
          <p:nvPr/>
        </p:nvSpPr>
        <p:spPr bwMode="auto">
          <a:xfrm>
            <a:off x="8806540" y="3198168"/>
            <a:ext cx="3013" cy="3014"/>
          </a:xfrm>
          <a:custGeom>
            <a:avLst/>
            <a:gdLst>
              <a:gd name="T0" fmla="*/ 1 w 1"/>
              <a:gd name="T1" fmla="*/ 1 h 1"/>
              <a:gd name="T2" fmla="*/ 1 w 1"/>
              <a:gd name="T3" fmla="*/ 1 h 1"/>
              <a:gd name="T4" fmla="*/ 0 w 1"/>
              <a:gd name="T5" fmla="*/ 1 h 1"/>
              <a:gd name="T6" fmla="*/ 1 w 1"/>
              <a:gd name="T7" fmla="*/ 0 h 1"/>
              <a:gd name="T8" fmla="*/ 1 w 1"/>
              <a:gd name="T9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1"/>
                </a:moveTo>
                <a:lnTo>
                  <a:pt x="1" y="1"/>
                </a:ln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39" name="Freeform 70">
            <a:extLst>
              <a:ext uri="{FF2B5EF4-FFF2-40B4-BE49-F238E27FC236}">
                <a16:creationId xmlns:a16="http://schemas.microsoft.com/office/drawing/2014/main" id="{F3523725-B51B-46CC-AD09-D73B14308E79}"/>
              </a:ext>
            </a:extLst>
          </p:cNvPr>
          <p:cNvSpPr>
            <a:spLocks/>
          </p:cNvSpPr>
          <p:nvPr/>
        </p:nvSpPr>
        <p:spPr bwMode="auto">
          <a:xfrm>
            <a:off x="8806540" y="3198168"/>
            <a:ext cx="3013" cy="3014"/>
          </a:xfrm>
          <a:custGeom>
            <a:avLst/>
            <a:gdLst>
              <a:gd name="T0" fmla="*/ 1 w 1"/>
              <a:gd name="T1" fmla="*/ 1 h 1"/>
              <a:gd name="T2" fmla="*/ 1 w 1"/>
              <a:gd name="T3" fmla="*/ 1 h 1"/>
              <a:gd name="T4" fmla="*/ 0 w 1"/>
              <a:gd name="T5" fmla="*/ 1 h 1"/>
              <a:gd name="T6" fmla="*/ 1 w 1"/>
              <a:gd name="T7" fmla="*/ 0 h 1"/>
              <a:gd name="T8" fmla="*/ 1 w 1"/>
              <a:gd name="T9" fmla="*/ 1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1"/>
                </a:moveTo>
                <a:lnTo>
                  <a:pt x="1" y="1"/>
                </a:ln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40" name="Oval 71">
            <a:extLst>
              <a:ext uri="{FF2B5EF4-FFF2-40B4-BE49-F238E27FC236}">
                <a16:creationId xmlns:a16="http://schemas.microsoft.com/office/drawing/2014/main" id="{DE7F9372-38EA-41BC-834A-69FE1B7FF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0136" y="5361792"/>
            <a:ext cx="195821" cy="195872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41" name="Freeform 72">
            <a:extLst>
              <a:ext uri="{FF2B5EF4-FFF2-40B4-BE49-F238E27FC236}">
                <a16:creationId xmlns:a16="http://schemas.microsoft.com/office/drawing/2014/main" id="{43709C02-BBB4-4F21-A5CF-D707FE4A9133}"/>
              </a:ext>
            </a:extLst>
          </p:cNvPr>
          <p:cNvSpPr>
            <a:spLocks/>
          </p:cNvSpPr>
          <p:nvPr/>
        </p:nvSpPr>
        <p:spPr bwMode="auto">
          <a:xfrm>
            <a:off x="8758338" y="5410006"/>
            <a:ext cx="99417" cy="99443"/>
          </a:xfrm>
          <a:custGeom>
            <a:avLst/>
            <a:gdLst>
              <a:gd name="T0" fmla="*/ 31 w 33"/>
              <a:gd name="T1" fmla="*/ 22 h 33"/>
              <a:gd name="T2" fmla="*/ 29 w 33"/>
              <a:gd name="T3" fmla="*/ 22 h 33"/>
              <a:gd name="T4" fmla="*/ 22 w 33"/>
              <a:gd name="T5" fmla="*/ 29 h 33"/>
              <a:gd name="T6" fmla="*/ 11 w 33"/>
              <a:gd name="T7" fmla="*/ 29 h 33"/>
              <a:gd name="T8" fmla="*/ 4 w 33"/>
              <a:gd name="T9" fmla="*/ 22 h 33"/>
              <a:gd name="T10" fmla="*/ 4 w 33"/>
              <a:gd name="T11" fmla="*/ 11 h 33"/>
              <a:gd name="T12" fmla="*/ 11 w 33"/>
              <a:gd name="T13" fmla="*/ 4 h 33"/>
              <a:gd name="T14" fmla="*/ 22 w 33"/>
              <a:gd name="T15" fmla="*/ 4 h 33"/>
              <a:gd name="T16" fmla="*/ 29 w 33"/>
              <a:gd name="T17" fmla="*/ 11 h 33"/>
              <a:gd name="T18" fmla="*/ 29 w 33"/>
              <a:gd name="T19" fmla="*/ 22 h 33"/>
              <a:gd name="T20" fmla="*/ 31 w 33"/>
              <a:gd name="T21" fmla="*/ 22 h 33"/>
              <a:gd name="T22" fmla="*/ 33 w 33"/>
              <a:gd name="T23" fmla="*/ 22 h 33"/>
              <a:gd name="T24" fmla="*/ 33 w 33"/>
              <a:gd name="T25" fmla="*/ 11 h 33"/>
              <a:gd name="T26" fmla="*/ 22 w 33"/>
              <a:gd name="T27" fmla="*/ 0 h 33"/>
              <a:gd name="T28" fmla="*/ 11 w 33"/>
              <a:gd name="T29" fmla="*/ 0 h 33"/>
              <a:gd name="T30" fmla="*/ 0 w 33"/>
              <a:gd name="T31" fmla="*/ 11 h 33"/>
              <a:gd name="T32" fmla="*/ 0 w 33"/>
              <a:gd name="T33" fmla="*/ 22 h 33"/>
              <a:gd name="T34" fmla="*/ 11 w 33"/>
              <a:gd name="T35" fmla="*/ 33 h 33"/>
              <a:gd name="T36" fmla="*/ 22 w 33"/>
              <a:gd name="T37" fmla="*/ 33 h 33"/>
              <a:gd name="T38" fmla="*/ 33 w 33"/>
              <a:gd name="T39" fmla="*/ 22 h 33"/>
              <a:gd name="T40" fmla="*/ 31 w 33"/>
              <a:gd name="T41" fmla="*/ 22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3" h="33">
                <a:moveTo>
                  <a:pt x="31" y="22"/>
                </a:moveTo>
                <a:cubicBezTo>
                  <a:pt x="29" y="22"/>
                  <a:pt x="29" y="22"/>
                  <a:pt x="29" y="22"/>
                </a:cubicBezTo>
                <a:cubicBezTo>
                  <a:pt x="29" y="26"/>
                  <a:pt x="26" y="29"/>
                  <a:pt x="22" y="29"/>
                </a:cubicBezTo>
                <a:cubicBezTo>
                  <a:pt x="11" y="29"/>
                  <a:pt x="11" y="29"/>
                  <a:pt x="11" y="29"/>
                </a:cubicBezTo>
                <a:cubicBezTo>
                  <a:pt x="7" y="29"/>
                  <a:pt x="4" y="26"/>
                  <a:pt x="4" y="22"/>
                </a:cubicBezTo>
                <a:cubicBezTo>
                  <a:pt x="4" y="11"/>
                  <a:pt x="4" y="11"/>
                  <a:pt x="4" y="11"/>
                </a:cubicBezTo>
                <a:cubicBezTo>
                  <a:pt x="4" y="7"/>
                  <a:pt x="7" y="4"/>
                  <a:pt x="11" y="4"/>
                </a:cubicBezTo>
                <a:cubicBezTo>
                  <a:pt x="22" y="4"/>
                  <a:pt x="22" y="4"/>
                  <a:pt x="22" y="4"/>
                </a:cubicBezTo>
                <a:cubicBezTo>
                  <a:pt x="26" y="4"/>
                  <a:pt x="29" y="7"/>
                  <a:pt x="29" y="11"/>
                </a:cubicBezTo>
                <a:cubicBezTo>
                  <a:pt x="29" y="22"/>
                  <a:pt x="29" y="22"/>
                  <a:pt x="29" y="22"/>
                </a:cubicBezTo>
                <a:cubicBezTo>
                  <a:pt x="31" y="22"/>
                  <a:pt x="31" y="22"/>
                  <a:pt x="31" y="22"/>
                </a:cubicBezTo>
                <a:cubicBezTo>
                  <a:pt x="33" y="22"/>
                  <a:pt x="33" y="22"/>
                  <a:pt x="33" y="22"/>
                </a:cubicBezTo>
                <a:cubicBezTo>
                  <a:pt x="33" y="11"/>
                  <a:pt x="33" y="11"/>
                  <a:pt x="33" y="11"/>
                </a:cubicBezTo>
                <a:cubicBezTo>
                  <a:pt x="33" y="5"/>
                  <a:pt x="28" y="0"/>
                  <a:pt x="22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5" y="0"/>
                  <a:pt x="0" y="5"/>
                  <a:pt x="0" y="11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8"/>
                  <a:pt x="5" y="33"/>
                  <a:pt x="11" y="33"/>
                </a:cubicBezTo>
                <a:cubicBezTo>
                  <a:pt x="22" y="33"/>
                  <a:pt x="22" y="33"/>
                  <a:pt x="22" y="33"/>
                </a:cubicBezTo>
                <a:cubicBezTo>
                  <a:pt x="28" y="33"/>
                  <a:pt x="33" y="28"/>
                  <a:pt x="33" y="22"/>
                </a:cubicBezTo>
                <a:lnTo>
                  <a:pt x="31" y="22"/>
                </a:lnTo>
                <a:close/>
              </a:path>
            </a:pathLst>
          </a:custGeom>
          <a:solidFill>
            <a:srgbClr val="FFFFFF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43" name="Freeform 75">
            <a:extLst>
              <a:ext uri="{FF2B5EF4-FFF2-40B4-BE49-F238E27FC236}">
                <a16:creationId xmlns:a16="http://schemas.microsoft.com/office/drawing/2014/main" id="{53A1ED6B-E44B-48D4-BD29-6FE94F70D839}"/>
              </a:ext>
            </a:extLst>
          </p:cNvPr>
          <p:cNvSpPr>
            <a:spLocks/>
          </p:cNvSpPr>
          <p:nvPr/>
        </p:nvSpPr>
        <p:spPr bwMode="auto">
          <a:xfrm>
            <a:off x="8716162" y="3273502"/>
            <a:ext cx="219923" cy="51229"/>
          </a:xfrm>
          <a:custGeom>
            <a:avLst/>
            <a:gdLst>
              <a:gd name="T0" fmla="*/ 8 w 73"/>
              <a:gd name="T1" fmla="*/ 17 h 17"/>
              <a:gd name="T2" fmla="*/ 0 w 73"/>
              <a:gd name="T3" fmla="*/ 9 h 17"/>
              <a:gd name="T4" fmla="*/ 8 w 73"/>
              <a:gd name="T5" fmla="*/ 0 h 17"/>
              <a:gd name="T6" fmla="*/ 65 w 73"/>
              <a:gd name="T7" fmla="*/ 0 h 17"/>
              <a:gd name="T8" fmla="*/ 73 w 73"/>
              <a:gd name="T9" fmla="*/ 9 h 17"/>
              <a:gd name="T10" fmla="*/ 65 w 73"/>
              <a:gd name="T11" fmla="*/ 17 h 17"/>
              <a:gd name="T12" fmla="*/ 8 w 73"/>
              <a:gd name="T13" fmla="*/ 17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3" h="17">
                <a:moveTo>
                  <a:pt x="8" y="17"/>
                </a:moveTo>
                <a:cubicBezTo>
                  <a:pt x="3" y="17"/>
                  <a:pt x="0" y="13"/>
                  <a:pt x="0" y="9"/>
                </a:cubicBezTo>
                <a:cubicBezTo>
                  <a:pt x="0" y="4"/>
                  <a:pt x="3" y="0"/>
                  <a:pt x="8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70" y="0"/>
                  <a:pt x="73" y="4"/>
                  <a:pt x="73" y="9"/>
                </a:cubicBezTo>
                <a:cubicBezTo>
                  <a:pt x="73" y="13"/>
                  <a:pt x="70" y="17"/>
                  <a:pt x="65" y="17"/>
                </a:cubicBezTo>
                <a:lnTo>
                  <a:pt x="8" y="17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44" name="Freeform 76">
            <a:extLst>
              <a:ext uri="{FF2B5EF4-FFF2-40B4-BE49-F238E27FC236}">
                <a16:creationId xmlns:a16="http://schemas.microsoft.com/office/drawing/2014/main" id="{3A966E8F-6CB7-459B-917B-6A4AE1734DE9}"/>
              </a:ext>
            </a:extLst>
          </p:cNvPr>
          <p:cNvSpPr>
            <a:spLocks/>
          </p:cNvSpPr>
          <p:nvPr/>
        </p:nvSpPr>
        <p:spPr bwMode="auto">
          <a:xfrm>
            <a:off x="8728212" y="3288570"/>
            <a:ext cx="195821" cy="21095"/>
          </a:xfrm>
          <a:custGeom>
            <a:avLst/>
            <a:gdLst>
              <a:gd name="T0" fmla="*/ 65 w 65"/>
              <a:gd name="T1" fmla="*/ 4 h 7"/>
              <a:gd name="T2" fmla="*/ 61 w 65"/>
              <a:gd name="T3" fmla="*/ 7 h 7"/>
              <a:gd name="T4" fmla="*/ 4 w 65"/>
              <a:gd name="T5" fmla="*/ 7 h 7"/>
              <a:gd name="T6" fmla="*/ 0 w 65"/>
              <a:gd name="T7" fmla="*/ 4 h 7"/>
              <a:gd name="T8" fmla="*/ 4 w 65"/>
              <a:gd name="T9" fmla="*/ 0 h 7"/>
              <a:gd name="T10" fmla="*/ 61 w 65"/>
              <a:gd name="T11" fmla="*/ 0 h 7"/>
              <a:gd name="T12" fmla="*/ 65 w 65"/>
              <a:gd name="T13" fmla="*/ 4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5" h="7">
                <a:moveTo>
                  <a:pt x="65" y="4"/>
                </a:moveTo>
                <a:cubicBezTo>
                  <a:pt x="65" y="6"/>
                  <a:pt x="63" y="7"/>
                  <a:pt x="61" y="7"/>
                </a:cubicBezTo>
                <a:cubicBezTo>
                  <a:pt x="4" y="7"/>
                  <a:pt x="4" y="7"/>
                  <a:pt x="4" y="7"/>
                </a:cubicBezTo>
                <a:cubicBezTo>
                  <a:pt x="2" y="7"/>
                  <a:pt x="0" y="6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61" y="0"/>
                  <a:pt x="61" y="0"/>
                  <a:pt x="61" y="0"/>
                </a:cubicBezTo>
                <a:cubicBezTo>
                  <a:pt x="63" y="0"/>
                  <a:pt x="65" y="2"/>
                  <a:pt x="65" y="4"/>
                </a:cubicBezTo>
                <a:close/>
              </a:path>
            </a:pathLst>
          </a:cu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  <p:sp>
        <p:nvSpPr>
          <p:cNvPr id="45" name="Oval 77">
            <a:extLst>
              <a:ext uri="{FF2B5EF4-FFF2-40B4-BE49-F238E27FC236}">
                <a16:creationId xmlns:a16="http://schemas.microsoft.com/office/drawing/2014/main" id="{BE19A5BC-A0AD-4202-B9E7-5B9D6592B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3859" y="3282543"/>
            <a:ext cx="33140" cy="33148"/>
          </a:xfrm>
          <a:prstGeom prst="ellipse">
            <a:avLst/>
          </a:prstGeom>
          <a:solidFill>
            <a:srgbClr val="FFFFFF">
              <a:lumMod val="9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3600" b="0" i="0" u="none" strike="noStrike" kern="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189338774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D95C08E6-650F-4716-BD5F-E7309AFAB73E}"/>
              </a:ext>
            </a:extLst>
          </p:cNvPr>
          <p:cNvSpPr/>
          <p:nvPr userDrawn="1"/>
        </p:nvSpPr>
        <p:spPr>
          <a:xfrm>
            <a:off x="0" y="1130300"/>
            <a:ext cx="12192000" cy="5357038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FA154494-C4CB-4134-B170-9FCB65F0E056}"/>
              </a:ext>
            </a:extLst>
          </p:cNvPr>
          <p:cNvGrpSpPr/>
          <p:nvPr userDrawn="1"/>
        </p:nvGrpSpPr>
        <p:grpSpPr>
          <a:xfrm>
            <a:off x="6190092" y="0"/>
            <a:ext cx="6882359" cy="6858000"/>
            <a:chOff x="4804858" y="3977648"/>
            <a:chExt cx="1793875" cy="1787526"/>
          </a:xfrm>
          <a:solidFill>
            <a:schemeClr val="bg1">
              <a:lumMod val="85000"/>
              <a:alpha val="70000"/>
            </a:schemeClr>
          </a:solidFill>
        </p:grpSpPr>
        <p:sp>
          <p:nvSpPr>
            <p:cNvPr id="30" name="Rectangle 51">
              <a:extLst>
                <a:ext uri="{FF2B5EF4-FFF2-40B4-BE49-F238E27FC236}">
                  <a16:creationId xmlns:a16="http://schemas.microsoft.com/office/drawing/2014/main" id="{0CA5A6A9-5F7A-4A1F-A7CB-AF56DD8287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7383" y="4693611"/>
              <a:ext cx="7938" cy="15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52">
              <a:extLst>
                <a:ext uri="{FF2B5EF4-FFF2-40B4-BE49-F238E27FC236}">
                  <a16:creationId xmlns:a16="http://schemas.microsoft.com/office/drawing/2014/main" id="{867A24B0-D9BF-4E18-9D9B-A9B2DB8D13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7608" y="4339598"/>
              <a:ext cx="917575" cy="1074738"/>
            </a:xfrm>
            <a:custGeom>
              <a:avLst/>
              <a:gdLst>
                <a:gd name="T0" fmla="*/ 342 w 495"/>
                <a:gd name="T1" fmla="*/ 490 h 581"/>
                <a:gd name="T2" fmla="*/ 267 w 495"/>
                <a:gd name="T3" fmla="*/ 393 h 581"/>
                <a:gd name="T4" fmla="*/ 155 w 495"/>
                <a:gd name="T5" fmla="*/ 426 h 581"/>
                <a:gd name="T6" fmla="*/ 159 w 495"/>
                <a:gd name="T7" fmla="*/ 351 h 581"/>
                <a:gd name="T8" fmla="*/ 108 w 495"/>
                <a:gd name="T9" fmla="*/ 266 h 581"/>
                <a:gd name="T10" fmla="*/ 118 w 495"/>
                <a:gd name="T11" fmla="*/ 114 h 581"/>
                <a:gd name="T12" fmla="*/ 157 w 495"/>
                <a:gd name="T13" fmla="*/ 118 h 581"/>
                <a:gd name="T14" fmla="*/ 168 w 495"/>
                <a:gd name="T15" fmla="*/ 129 h 581"/>
                <a:gd name="T16" fmla="*/ 173 w 495"/>
                <a:gd name="T17" fmla="*/ 168 h 581"/>
                <a:gd name="T18" fmla="*/ 68 w 495"/>
                <a:gd name="T19" fmla="*/ 266 h 581"/>
                <a:gd name="T20" fmla="*/ 153 w 495"/>
                <a:gd name="T21" fmla="*/ 111 h 581"/>
                <a:gd name="T22" fmla="*/ 142 w 495"/>
                <a:gd name="T23" fmla="*/ 149 h 581"/>
                <a:gd name="T24" fmla="*/ 181 w 495"/>
                <a:gd name="T25" fmla="*/ 133 h 581"/>
                <a:gd name="T26" fmla="*/ 182 w 495"/>
                <a:gd name="T27" fmla="*/ 47 h 581"/>
                <a:gd name="T28" fmla="*/ 197 w 495"/>
                <a:gd name="T29" fmla="*/ 282 h 581"/>
                <a:gd name="T30" fmla="*/ 199 w 495"/>
                <a:gd name="T31" fmla="*/ 136 h 581"/>
                <a:gd name="T32" fmla="*/ 201 w 495"/>
                <a:gd name="T33" fmla="*/ 5 h 581"/>
                <a:gd name="T34" fmla="*/ 212 w 495"/>
                <a:gd name="T35" fmla="*/ 61 h 581"/>
                <a:gd name="T36" fmla="*/ 256 w 495"/>
                <a:gd name="T37" fmla="*/ 145 h 581"/>
                <a:gd name="T38" fmla="*/ 279 w 495"/>
                <a:gd name="T39" fmla="*/ 84 h 581"/>
                <a:gd name="T40" fmla="*/ 358 w 495"/>
                <a:gd name="T41" fmla="*/ 54 h 581"/>
                <a:gd name="T42" fmla="*/ 412 w 495"/>
                <a:gd name="T43" fmla="*/ 93 h 581"/>
                <a:gd name="T44" fmla="*/ 431 w 495"/>
                <a:gd name="T45" fmla="*/ 95 h 581"/>
                <a:gd name="T46" fmla="*/ 463 w 495"/>
                <a:gd name="T47" fmla="*/ 155 h 581"/>
                <a:gd name="T48" fmla="*/ 222 w 495"/>
                <a:gd name="T49" fmla="*/ 279 h 581"/>
                <a:gd name="T50" fmla="*/ 350 w 495"/>
                <a:gd name="T51" fmla="*/ 257 h 581"/>
                <a:gd name="T52" fmla="*/ 398 w 495"/>
                <a:gd name="T53" fmla="*/ 210 h 581"/>
                <a:gd name="T54" fmla="*/ 407 w 495"/>
                <a:gd name="T55" fmla="*/ 219 h 581"/>
                <a:gd name="T56" fmla="*/ 412 w 495"/>
                <a:gd name="T57" fmla="*/ 451 h 581"/>
                <a:gd name="T58" fmla="*/ 406 w 495"/>
                <a:gd name="T59" fmla="*/ 320 h 581"/>
                <a:gd name="T60" fmla="*/ 469 w 495"/>
                <a:gd name="T61" fmla="*/ 184 h 581"/>
                <a:gd name="T62" fmla="*/ 460 w 495"/>
                <a:gd name="T63" fmla="*/ 233 h 581"/>
                <a:gd name="T64" fmla="*/ 384 w 495"/>
                <a:gd name="T65" fmla="*/ 222 h 581"/>
                <a:gd name="T66" fmla="*/ 421 w 495"/>
                <a:gd name="T67" fmla="*/ 188 h 581"/>
                <a:gd name="T68" fmla="*/ 364 w 495"/>
                <a:gd name="T69" fmla="*/ 225 h 581"/>
                <a:gd name="T70" fmla="*/ 361 w 495"/>
                <a:gd name="T71" fmla="*/ 188 h 581"/>
                <a:gd name="T72" fmla="*/ 387 w 495"/>
                <a:gd name="T73" fmla="*/ 356 h 581"/>
                <a:gd name="T74" fmla="*/ 220 w 495"/>
                <a:gd name="T75" fmla="*/ 351 h 581"/>
                <a:gd name="T76" fmla="*/ 236 w 495"/>
                <a:gd name="T77" fmla="*/ 315 h 581"/>
                <a:gd name="T78" fmla="*/ 207 w 495"/>
                <a:gd name="T79" fmla="*/ 171 h 581"/>
                <a:gd name="T80" fmla="*/ 239 w 495"/>
                <a:gd name="T81" fmla="*/ 166 h 581"/>
                <a:gd name="T82" fmla="*/ 252 w 495"/>
                <a:gd name="T83" fmla="*/ 158 h 581"/>
                <a:gd name="T84" fmla="*/ 270 w 495"/>
                <a:gd name="T85" fmla="*/ 130 h 581"/>
                <a:gd name="T86" fmla="*/ 279 w 495"/>
                <a:gd name="T87" fmla="*/ 100 h 581"/>
                <a:gd name="T88" fmla="*/ 394 w 495"/>
                <a:gd name="T89" fmla="*/ 130 h 581"/>
                <a:gd name="T90" fmla="*/ 438 w 495"/>
                <a:gd name="T91" fmla="*/ 100 h 581"/>
                <a:gd name="T92" fmla="*/ 439 w 495"/>
                <a:gd name="T93" fmla="*/ 153 h 581"/>
                <a:gd name="T94" fmla="*/ 457 w 495"/>
                <a:gd name="T95" fmla="*/ 159 h 581"/>
                <a:gd name="T96" fmla="*/ 475 w 495"/>
                <a:gd name="T97" fmla="*/ 100 h 581"/>
                <a:gd name="T98" fmla="*/ 456 w 495"/>
                <a:gd name="T99" fmla="*/ 80 h 581"/>
                <a:gd name="T100" fmla="*/ 344 w 495"/>
                <a:gd name="T101" fmla="*/ 34 h 581"/>
                <a:gd name="T102" fmla="*/ 207 w 495"/>
                <a:gd name="T103" fmla="*/ 0 h 581"/>
                <a:gd name="T104" fmla="*/ 173 w 495"/>
                <a:gd name="T105" fmla="*/ 7 h 581"/>
                <a:gd name="T106" fmla="*/ 144 w 495"/>
                <a:gd name="T107" fmla="*/ 23 h 581"/>
                <a:gd name="T108" fmla="*/ 122 w 495"/>
                <a:gd name="T109" fmla="*/ 51 h 581"/>
                <a:gd name="T110" fmla="*/ 149 w 495"/>
                <a:gd name="T111" fmla="*/ 82 h 581"/>
                <a:gd name="T112" fmla="*/ 59 w 495"/>
                <a:gd name="T113" fmla="*/ 98 h 581"/>
                <a:gd name="T114" fmla="*/ 108 w 495"/>
                <a:gd name="T115" fmla="*/ 286 h 581"/>
                <a:gd name="T116" fmla="*/ 153 w 495"/>
                <a:gd name="T117" fmla="*/ 307 h 581"/>
                <a:gd name="T118" fmla="*/ 103 w 495"/>
                <a:gd name="T119" fmla="*/ 418 h 581"/>
                <a:gd name="T120" fmla="*/ 495 w 495"/>
                <a:gd name="T121" fmla="*/ 512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5" h="581">
                  <a:moveTo>
                    <a:pt x="370" y="368"/>
                  </a:moveTo>
                  <a:cubicBezTo>
                    <a:pt x="334" y="361"/>
                    <a:pt x="334" y="361"/>
                    <a:pt x="334" y="361"/>
                  </a:cubicBezTo>
                  <a:cubicBezTo>
                    <a:pt x="290" y="370"/>
                    <a:pt x="290" y="370"/>
                    <a:pt x="290" y="370"/>
                  </a:cubicBezTo>
                  <a:cubicBezTo>
                    <a:pt x="299" y="361"/>
                    <a:pt x="299" y="361"/>
                    <a:pt x="299" y="361"/>
                  </a:cubicBezTo>
                  <a:cubicBezTo>
                    <a:pt x="338" y="349"/>
                    <a:pt x="338" y="349"/>
                    <a:pt x="338" y="349"/>
                  </a:cubicBezTo>
                  <a:cubicBezTo>
                    <a:pt x="377" y="362"/>
                    <a:pt x="377" y="362"/>
                    <a:pt x="377" y="362"/>
                  </a:cubicBezTo>
                  <a:lnTo>
                    <a:pt x="370" y="368"/>
                  </a:lnTo>
                  <a:close/>
                  <a:moveTo>
                    <a:pt x="342" y="490"/>
                  </a:moveTo>
                  <a:cubicBezTo>
                    <a:pt x="338" y="469"/>
                    <a:pt x="338" y="469"/>
                    <a:pt x="338" y="469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50" y="422"/>
                    <a:pt x="350" y="422"/>
                    <a:pt x="350" y="422"/>
                  </a:cubicBezTo>
                  <a:cubicBezTo>
                    <a:pt x="365" y="420"/>
                    <a:pt x="365" y="420"/>
                    <a:pt x="365" y="420"/>
                  </a:cubicBezTo>
                  <a:cubicBezTo>
                    <a:pt x="376" y="493"/>
                    <a:pt x="376" y="493"/>
                    <a:pt x="376" y="493"/>
                  </a:cubicBezTo>
                  <a:cubicBezTo>
                    <a:pt x="365" y="492"/>
                    <a:pt x="354" y="491"/>
                    <a:pt x="342" y="490"/>
                  </a:cubicBezTo>
                  <a:close/>
                  <a:moveTo>
                    <a:pt x="267" y="393"/>
                  </a:moveTo>
                  <a:cubicBezTo>
                    <a:pt x="300" y="401"/>
                    <a:pt x="300" y="401"/>
                    <a:pt x="300" y="401"/>
                  </a:cubicBezTo>
                  <a:cubicBezTo>
                    <a:pt x="345" y="384"/>
                    <a:pt x="345" y="384"/>
                    <a:pt x="345" y="384"/>
                  </a:cubicBezTo>
                  <a:cubicBezTo>
                    <a:pt x="370" y="396"/>
                    <a:pt x="370" y="396"/>
                    <a:pt x="370" y="396"/>
                  </a:cubicBezTo>
                  <a:cubicBezTo>
                    <a:pt x="345" y="392"/>
                    <a:pt x="345" y="392"/>
                    <a:pt x="345" y="392"/>
                  </a:cubicBezTo>
                  <a:cubicBezTo>
                    <a:pt x="299" y="409"/>
                    <a:pt x="299" y="409"/>
                    <a:pt x="299" y="409"/>
                  </a:cubicBezTo>
                  <a:lnTo>
                    <a:pt x="267" y="393"/>
                  </a:lnTo>
                  <a:close/>
                  <a:moveTo>
                    <a:pt x="172" y="472"/>
                  </a:moveTo>
                  <a:cubicBezTo>
                    <a:pt x="155" y="426"/>
                    <a:pt x="155" y="426"/>
                    <a:pt x="155" y="426"/>
                  </a:cubicBezTo>
                  <a:cubicBezTo>
                    <a:pt x="132" y="419"/>
                    <a:pt x="132" y="419"/>
                    <a:pt x="132" y="419"/>
                  </a:cubicBezTo>
                  <a:cubicBezTo>
                    <a:pt x="171" y="407"/>
                    <a:pt x="171" y="407"/>
                    <a:pt x="171" y="407"/>
                  </a:cubicBezTo>
                  <a:cubicBezTo>
                    <a:pt x="186" y="457"/>
                    <a:pt x="186" y="457"/>
                    <a:pt x="186" y="457"/>
                  </a:cubicBezTo>
                  <a:cubicBezTo>
                    <a:pt x="278" y="443"/>
                    <a:pt x="278" y="443"/>
                    <a:pt x="278" y="443"/>
                  </a:cubicBezTo>
                  <a:lnTo>
                    <a:pt x="172" y="472"/>
                  </a:lnTo>
                  <a:close/>
                  <a:moveTo>
                    <a:pt x="155" y="326"/>
                  </a:moveTo>
                  <a:cubicBezTo>
                    <a:pt x="159" y="326"/>
                    <a:pt x="159" y="326"/>
                    <a:pt x="159" y="326"/>
                  </a:cubicBezTo>
                  <a:cubicBezTo>
                    <a:pt x="159" y="351"/>
                    <a:pt x="159" y="351"/>
                    <a:pt x="159" y="351"/>
                  </a:cubicBezTo>
                  <a:cubicBezTo>
                    <a:pt x="155" y="351"/>
                    <a:pt x="155" y="351"/>
                    <a:pt x="155" y="351"/>
                  </a:cubicBezTo>
                  <a:lnTo>
                    <a:pt x="155" y="326"/>
                  </a:lnTo>
                  <a:close/>
                  <a:moveTo>
                    <a:pt x="164" y="326"/>
                  </a:moveTo>
                  <a:cubicBezTo>
                    <a:pt x="187" y="326"/>
                    <a:pt x="187" y="326"/>
                    <a:pt x="187" y="326"/>
                  </a:cubicBezTo>
                  <a:cubicBezTo>
                    <a:pt x="187" y="351"/>
                    <a:pt x="187" y="351"/>
                    <a:pt x="187" y="351"/>
                  </a:cubicBezTo>
                  <a:cubicBezTo>
                    <a:pt x="164" y="351"/>
                    <a:pt x="164" y="351"/>
                    <a:pt x="164" y="351"/>
                  </a:cubicBezTo>
                  <a:lnTo>
                    <a:pt x="164" y="326"/>
                  </a:lnTo>
                  <a:close/>
                  <a:moveTo>
                    <a:pt x="108" y="266"/>
                  </a:moveTo>
                  <a:cubicBezTo>
                    <a:pt x="108" y="266"/>
                    <a:pt x="108" y="266"/>
                    <a:pt x="108" y="266"/>
                  </a:cubicBezTo>
                  <a:cubicBezTo>
                    <a:pt x="79" y="266"/>
                    <a:pt x="79" y="266"/>
                    <a:pt x="79" y="266"/>
                  </a:cubicBezTo>
                  <a:cubicBezTo>
                    <a:pt x="79" y="100"/>
                    <a:pt x="79" y="100"/>
                    <a:pt x="79" y="100"/>
                  </a:cubicBezTo>
                  <a:cubicBezTo>
                    <a:pt x="110" y="100"/>
                    <a:pt x="110" y="100"/>
                    <a:pt x="110" y="100"/>
                  </a:cubicBezTo>
                  <a:cubicBezTo>
                    <a:pt x="110" y="98"/>
                    <a:pt x="110" y="98"/>
                    <a:pt x="110" y="98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9" y="99"/>
                    <a:pt x="149" y="100"/>
                    <a:pt x="150" y="101"/>
                  </a:cubicBezTo>
                  <a:cubicBezTo>
                    <a:pt x="118" y="114"/>
                    <a:pt x="118" y="114"/>
                    <a:pt x="118" y="114"/>
                  </a:cubicBezTo>
                  <a:cubicBezTo>
                    <a:pt x="117" y="112"/>
                    <a:pt x="117" y="112"/>
                    <a:pt x="117" y="112"/>
                  </a:cubicBezTo>
                  <a:cubicBezTo>
                    <a:pt x="117" y="112"/>
                    <a:pt x="117" y="112"/>
                    <a:pt x="117" y="112"/>
                  </a:cubicBezTo>
                  <a:cubicBezTo>
                    <a:pt x="113" y="114"/>
                    <a:pt x="113" y="114"/>
                    <a:pt x="113" y="114"/>
                  </a:cubicBezTo>
                  <a:cubicBezTo>
                    <a:pt x="120" y="132"/>
                    <a:pt x="120" y="132"/>
                    <a:pt x="120" y="132"/>
                  </a:cubicBezTo>
                  <a:cubicBezTo>
                    <a:pt x="124" y="130"/>
                    <a:pt x="124" y="130"/>
                    <a:pt x="124" y="130"/>
                  </a:cubicBezTo>
                  <a:cubicBezTo>
                    <a:pt x="123" y="128"/>
                    <a:pt x="123" y="128"/>
                    <a:pt x="123" y="128"/>
                  </a:cubicBezTo>
                  <a:cubicBezTo>
                    <a:pt x="155" y="115"/>
                    <a:pt x="155" y="115"/>
                    <a:pt x="155" y="115"/>
                  </a:cubicBezTo>
                  <a:cubicBezTo>
                    <a:pt x="156" y="116"/>
                    <a:pt x="157" y="117"/>
                    <a:pt x="157" y="118"/>
                  </a:cubicBezTo>
                  <a:cubicBezTo>
                    <a:pt x="134" y="142"/>
                    <a:pt x="134" y="142"/>
                    <a:pt x="134" y="142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32" y="141"/>
                    <a:pt x="132" y="141"/>
                    <a:pt x="132" y="141"/>
                  </a:cubicBezTo>
                  <a:cubicBezTo>
                    <a:pt x="129" y="144"/>
                    <a:pt x="129" y="144"/>
                    <a:pt x="129" y="144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46" y="155"/>
                    <a:pt x="146" y="155"/>
                    <a:pt x="146" y="155"/>
                  </a:cubicBezTo>
                  <a:cubicBezTo>
                    <a:pt x="144" y="153"/>
                    <a:pt x="144" y="153"/>
                    <a:pt x="144" y="153"/>
                  </a:cubicBezTo>
                  <a:cubicBezTo>
                    <a:pt x="168" y="129"/>
                    <a:pt x="168" y="129"/>
                    <a:pt x="168" y="129"/>
                  </a:cubicBezTo>
                  <a:cubicBezTo>
                    <a:pt x="169" y="130"/>
                    <a:pt x="170" y="131"/>
                    <a:pt x="171" y="131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57" y="162"/>
                    <a:pt x="157" y="162"/>
                    <a:pt x="157" y="162"/>
                  </a:cubicBezTo>
                  <a:cubicBezTo>
                    <a:pt x="157" y="162"/>
                    <a:pt x="157" y="162"/>
                    <a:pt x="157" y="162"/>
                  </a:cubicBezTo>
                  <a:cubicBezTo>
                    <a:pt x="155" y="166"/>
                    <a:pt x="155" y="166"/>
                    <a:pt x="155" y="166"/>
                  </a:cubicBezTo>
                  <a:cubicBezTo>
                    <a:pt x="173" y="173"/>
                    <a:pt x="173" y="173"/>
                    <a:pt x="173" y="173"/>
                  </a:cubicBezTo>
                  <a:cubicBezTo>
                    <a:pt x="175" y="169"/>
                    <a:pt x="175" y="169"/>
                    <a:pt x="175" y="169"/>
                  </a:cubicBezTo>
                  <a:cubicBezTo>
                    <a:pt x="173" y="168"/>
                    <a:pt x="173" y="168"/>
                    <a:pt x="173" y="168"/>
                  </a:cubicBezTo>
                  <a:cubicBezTo>
                    <a:pt x="185" y="137"/>
                    <a:pt x="185" y="137"/>
                    <a:pt x="185" y="137"/>
                  </a:cubicBezTo>
                  <a:cubicBezTo>
                    <a:pt x="187" y="137"/>
                    <a:pt x="188" y="138"/>
                    <a:pt x="190" y="138"/>
                  </a:cubicBezTo>
                  <a:cubicBezTo>
                    <a:pt x="190" y="171"/>
                    <a:pt x="190" y="171"/>
                    <a:pt x="190" y="171"/>
                  </a:cubicBezTo>
                  <a:cubicBezTo>
                    <a:pt x="187" y="171"/>
                    <a:pt x="187" y="171"/>
                    <a:pt x="187" y="171"/>
                  </a:cubicBezTo>
                  <a:cubicBezTo>
                    <a:pt x="187" y="266"/>
                    <a:pt x="187" y="266"/>
                    <a:pt x="187" y="266"/>
                  </a:cubicBezTo>
                  <a:lnTo>
                    <a:pt x="108" y="266"/>
                  </a:lnTo>
                  <a:close/>
                  <a:moveTo>
                    <a:pt x="74" y="266"/>
                  </a:moveTo>
                  <a:cubicBezTo>
                    <a:pt x="68" y="266"/>
                    <a:pt x="68" y="266"/>
                    <a:pt x="68" y="266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74" y="100"/>
                    <a:pt x="74" y="100"/>
                    <a:pt x="74" y="100"/>
                  </a:cubicBezTo>
                  <a:lnTo>
                    <a:pt x="74" y="266"/>
                  </a:lnTo>
                  <a:close/>
                  <a:moveTo>
                    <a:pt x="153" y="111"/>
                  </a:moveTo>
                  <a:cubicBezTo>
                    <a:pt x="153" y="112"/>
                    <a:pt x="154" y="112"/>
                    <a:pt x="154" y="113"/>
                  </a:cubicBezTo>
                  <a:cubicBezTo>
                    <a:pt x="125" y="125"/>
                    <a:pt x="125" y="125"/>
                    <a:pt x="125" y="125"/>
                  </a:cubicBezTo>
                  <a:cubicBezTo>
                    <a:pt x="124" y="123"/>
                    <a:pt x="124" y="123"/>
                    <a:pt x="124" y="123"/>
                  </a:cubicBezTo>
                  <a:lnTo>
                    <a:pt x="153" y="111"/>
                  </a:lnTo>
                  <a:close/>
                  <a:moveTo>
                    <a:pt x="122" y="57"/>
                  </a:moveTo>
                  <a:cubicBezTo>
                    <a:pt x="123" y="55"/>
                    <a:pt x="123" y="55"/>
                    <a:pt x="123" y="55"/>
                  </a:cubicBezTo>
                  <a:cubicBezTo>
                    <a:pt x="156" y="69"/>
                    <a:pt x="156" y="69"/>
                    <a:pt x="156" y="69"/>
                  </a:cubicBezTo>
                  <a:cubicBezTo>
                    <a:pt x="155" y="70"/>
                    <a:pt x="155" y="70"/>
                    <a:pt x="155" y="70"/>
                  </a:cubicBezTo>
                  <a:lnTo>
                    <a:pt x="122" y="57"/>
                  </a:lnTo>
                  <a:close/>
                  <a:moveTo>
                    <a:pt x="166" y="124"/>
                  </a:moveTo>
                  <a:cubicBezTo>
                    <a:pt x="166" y="125"/>
                    <a:pt x="167" y="125"/>
                    <a:pt x="168" y="126"/>
                  </a:cubicBezTo>
                  <a:cubicBezTo>
                    <a:pt x="142" y="149"/>
                    <a:pt x="142" y="149"/>
                    <a:pt x="142" y="149"/>
                  </a:cubicBezTo>
                  <a:cubicBezTo>
                    <a:pt x="141" y="148"/>
                    <a:pt x="141" y="148"/>
                    <a:pt x="141" y="148"/>
                  </a:cubicBezTo>
                  <a:lnTo>
                    <a:pt x="166" y="124"/>
                  </a:lnTo>
                  <a:close/>
                  <a:moveTo>
                    <a:pt x="140" y="29"/>
                  </a:moveTo>
                  <a:cubicBezTo>
                    <a:pt x="144" y="30"/>
                    <a:pt x="144" y="30"/>
                    <a:pt x="144" y="30"/>
                  </a:cubicBezTo>
                  <a:cubicBezTo>
                    <a:pt x="168" y="54"/>
                    <a:pt x="168" y="54"/>
                    <a:pt x="168" y="54"/>
                  </a:cubicBezTo>
                  <a:cubicBezTo>
                    <a:pt x="166" y="56"/>
                    <a:pt x="166" y="56"/>
                    <a:pt x="166" y="56"/>
                  </a:cubicBezTo>
                  <a:lnTo>
                    <a:pt x="140" y="29"/>
                  </a:lnTo>
                  <a:close/>
                  <a:moveTo>
                    <a:pt x="181" y="133"/>
                  </a:moveTo>
                  <a:cubicBezTo>
                    <a:pt x="182" y="133"/>
                    <a:pt x="182" y="134"/>
                    <a:pt x="183" y="134"/>
                  </a:cubicBezTo>
                  <a:cubicBezTo>
                    <a:pt x="170" y="166"/>
                    <a:pt x="170" y="166"/>
                    <a:pt x="170" y="166"/>
                  </a:cubicBezTo>
                  <a:cubicBezTo>
                    <a:pt x="168" y="165"/>
                    <a:pt x="168" y="165"/>
                    <a:pt x="168" y="165"/>
                  </a:cubicBezTo>
                  <a:lnTo>
                    <a:pt x="181" y="133"/>
                  </a:lnTo>
                  <a:close/>
                  <a:moveTo>
                    <a:pt x="167" y="10"/>
                  </a:moveTo>
                  <a:cubicBezTo>
                    <a:pt x="171" y="17"/>
                    <a:pt x="171" y="17"/>
                    <a:pt x="171" y="17"/>
                  </a:cubicBezTo>
                  <a:cubicBezTo>
                    <a:pt x="185" y="46"/>
                    <a:pt x="185" y="46"/>
                    <a:pt x="185" y="46"/>
                  </a:cubicBezTo>
                  <a:cubicBezTo>
                    <a:pt x="184" y="46"/>
                    <a:pt x="183" y="47"/>
                    <a:pt x="182" y="47"/>
                  </a:cubicBezTo>
                  <a:lnTo>
                    <a:pt x="167" y="10"/>
                  </a:lnTo>
                  <a:close/>
                  <a:moveTo>
                    <a:pt x="197" y="323"/>
                  </a:moveTo>
                  <a:cubicBezTo>
                    <a:pt x="197" y="323"/>
                    <a:pt x="197" y="323"/>
                    <a:pt x="197" y="323"/>
                  </a:cubicBezTo>
                  <a:cubicBezTo>
                    <a:pt x="201" y="328"/>
                    <a:pt x="201" y="328"/>
                    <a:pt x="201" y="328"/>
                  </a:cubicBezTo>
                  <a:cubicBezTo>
                    <a:pt x="201" y="351"/>
                    <a:pt x="201" y="351"/>
                    <a:pt x="201" y="351"/>
                  </a:cubicBezTo>
                  <a:cubicBezTo>
                    <a:pt x="197" y="351"/>
                    <a:pt x="197" y="351"/>
                    <a:pt x="197" y="351"/>
                  </a:cubicBezTo>
                  <a:lnTo>
                    <a:pt x="197" y="323"/>
                  </a:lnTo>
                  <a:close/>
                  <a:moveTo>
                    <a:pt x="197" y="282"/>
                  </a:moveTo>
                  <a:cubicBezTo>
                    <a:pt x="197" y="282"/>
                    <a:pt x="197" y="282"/>
                    <a:pt x="197" y="282"/>
                  </a:cubicBezTo>
                  <a:cubicBezTo>
                    <a:pt x="201" y="287"/>
                    <a:pt x="201" y="287"/>
                    <a:pt x="201" y="287"/>
                  </a:cubicBezTo>
                  <a:cubicBezTo>
                    <a:pt x="201" y="307"/>
                    <a:pt x="201" y="307"/>
                    <a:pt x="201" y="307"/>
                  </a:cubicBezTo>
                  <a:cubicBezTo>
                    <a:pt x="197" y="307"/>
                    <a:pt x="197" y="307"/>
                    <a:pt x="197" y="307"/>
                  </a:cubicBezTo>
                  <a:lnTo>
                    <a:pt x="197" y="282"/>
                  </a:lnTo>
                  <a:close/>
                  <a:moveTo>
                    <a:pt x="197" y="171"/>
                  </a:moveTo>
                  <a:cubicBezTo>
                    <a:pt x="199" y="171"/>
                    <a:pt x="199" y="171"/>
                    <a:pt x="199" y="171"/>
                  </a:cubicBezTo>
                  <a:cubicBezTo>
                    <a:pt x="199" y="136"/>
                    <a:pt x="199" y="136"/>
                    <a:pt x="199" y="136"/>
                  </a:cubicBezTo>
                  <a:cubicBezTo>
                    <a:pt x="200" y="136"/>
                    <a:pt x="201" y="136"/>
                    <a:pt x="201" y="136"/>
                  </a:cubicBezTo>
                  <a:cubicBezTo>
                    <a:pt x="201" y="171"/>
                    <a:pt x="201" y="171"/>
                    <a:pt x="201" y="171"/>
                  </a:cubicBezTo>
                  <a:cubicBezTo>
                    <a:pt x="201" y="171"/>
                    <a:pt x="201" y="171"/>
                    <a:pt x="201" y="171"/>
                  </a:cubicBezTo>
                  <a:cubicBezTo>
                    <a:pt x="201" y="267"/>
                    <a:pt x="201" y="267"/>
                    <a:pt x="201" y="267"/>
                  </a:cubicBezTo>
                  <a:cubicBezTo>
                    <a:pt x="197" y="267"/>
                    <a:pt x="197" y="267"/>
                    <a:pt x="197" y="267"/>
                  </a:cubicBezTo>
                  <a:lnTo>
                    <a:pt x="197" y="171"/>
                  </a:lnTo>
                  <a:close/>
                  <a:moveTo>
                    <a:pt x="199" y="5"/>
                  </a:moveTo>
                  <a:cubicBezTo>
                    <a:pt x="201" y="5"/>
                    <a:pt x="201" y="5"/>
                    <a:pt x="201" y="5"/>
                  </a:cubicBezTo>
                  <a:cubicBezTo>
                    <a:pt x="201" y="45"/>
                    <a:pt x="201" y="45"/>
                    <a:pt x="201" y="45"/>
                  </a:cubicBezTo>
                  <a:cubicBezTo>
                    <a:pt x="201" y="45"/>
                    <a:pt x="200" y="45"/>
                    <a:pt x="199" y="44"/>
                  </a:cubicBezTo>
                  <a:lnTo>
                    <a:pt x="199" y="5"/>
                  </a:lnTo>
                  <a:close/>
                  <a:moveTo>
                    <a:pt x="212" y="61"/>
                  </a:moveTo>
                  <a:cubicBezTo>
                    <a:pt x="217" y="61"/>
                    <a:pt x="222" y="66"/>
                    <a:pt x="222" y="71"/>
                  </a:cubicBezTo>
                  <a:cubicBezTo>
                    <a:pt x="222" y="77"/>
                    <a:pt x="217" y="81"/>
                    <a:pt x="212" y="81"/>
                  </a:cubicBezTo>
                  <a:cubicBezTo>
                    <a:pt x="206" y="81"/>
                    <a:pt x="202" y="77"/>
                    <a:pt x="202" y="71"/>
                  </a:cubicBezTo>
                  <a:cubicBezTo>
                    <a:pt x="202" y="66"/>
                    <a:pt x="206" y="61"/>
                    <a:pt x="212" y="61"/>
                  </a:cubicBezTo>
                  <a:close/>
                  <a:moveTo>
                    <a:pt x="231" y="164"/>
                  </a:moveTo>
                  <a:cubicBezTo>
                    <a:pt x="230" y="164"/>
                    <a:pt x="230" y="164"/>
                    <a:pt x="230" y="164"/>
                  </a:cubicBezTo>
                  <a:cubicBezTo>
                    <a:pt x="217" y="131"/>
                    <a:pt x="217" y="131"/>
                    <a:pt x="217" y="131"/>
                  </a:cubicBezTo>
                  <a:cubicBezTo>
                    <a:pt x="220" y="130"/>
                    <a:pt x="220" y="130"/>
                    <a:pt x="220" y="130"/>
                  </a:cubicBezTo>
                  <a:lnTo>
                    <a:pt x="231" y="164"/>
                  </a:lnTo>
                  <a:close/>
                  <a:moveTo>
                    <a:pt x="233" y="119"/>
                  </a:moveTo>
                  <a:cubicBezTo>
                    <a:pt x="258" y="143"/>
                    <a:pt x="258" y="143"/>
                    <a:pt x="258" y="143"/>
                  </a:cubicBezTo>
                  <a:cubicBezTo>
                    <a:pt x="256" y="145"/>
                    <a:pt x="256" y="145"/>
                    <a:pt x="256" y="145"/>
                  </a:cubicBezTo>
                  <a:cubicBezTo>
                    <a:pt x="231" y="120"/>
                    <a:pt x="231" y="120"/>
                    <a:pt x="231" y="120"/>
                  </a:cubicBezTo>
                  <a:cubicBezTo>
                    <a:pt x="232" y="120"/>
                    <a:pt x="232" y="119"/>
                    <a:pt x="233" y="119"/>
                  </a:cubicBezTo>
                  <a:close/>
                  <a:moveTo>
                    <a:pt x="241" y="103"/>
                  </a:moveTo>
                  <a:cubicBezTo>
                    <a:pt x="273" y="116"/>
                    <a:pt x="273" y="116"/>
                    <a:pt x="273" y="116"/>
                  </a:cubicBezTo>
                  <a:cubicBezTo>
                    <a:pt x="272" y="118"/>
                    <a:pt x="272" y="118"/>
                    <a:pt x="272" y="118"/>
                  </a:cubicBezTo>
                  <a:cubicBezTo>
                    <a:pt x="240" y="104"/>
                    <a:pt x="240" y="104"/>
                    <a:pt x="240" y="104"/>
                  </a:cubicBezTo>
                  <a:cubicBezTo>
                    <a:pt x="240" y="104"/>
                    <a:pt x="241" y="103"/>
                    <a:pt x="241" y="103"/>
                  </a:cubicBezTo>
                  <a:close/>
                  <a:moveTo>
                    <a:pt x="279" y="84"/>
                  </a:moveTo>
                  <a:cubicBezTo>
                    <a:pt x="375" y="84"/>
                    <a:pt x="375" y="84"/>
                    <a:pt x="375" y="84"/>
                  </a:cubicBezTo>
                  <a:cubicBezTo>
                    <a:pt x="375" y="88"/>
                    <a:pt x="375" y="88"/>
                    <a:pt x="375" y="88"/>
                  </a:cubicBezTo>
                  <a:cubicBezTo>
                    <a:pt x="279" y="88"/>
                    <a:pt x="279" y="88"/>
                    <a:pt x="279" y="88"/>
                  </a:cubicBezTo>
                  <a:lnTo>
                    <a:pt x="279" y="84"/>
                  </a:lnTo>
                  <a:close/>
                  <a:moveTo>
                    <a:pt x="359" y="55"/>
                  </a:moveTo>
                  <a:cubicBezTo>
                    <a:pt x="362" y="80"/>
                    <a:pt x="362" y="80"/>
                    <a:pt x="362" y="80"/>
                  </a:cubicBezTo>
                  <a:cubicBezTo>
                    <a:pt x="360" y="80"/>
                    <a:pt x="360" y="80"/>
                    <a:pt x="360" y="80"/>
                  </a:cubicBezTo>
                  <a:cubicBezTo>
                    <a:pt x="358" y="54"/>
                    <a:pt x="358" y="54"/>
                    <a:pt x="358" y="54"/>
                  </a:cubicBezTo>
                  <a:lnTo>
                    <a:pt x="359" y="55"/>
                  </a:lnTo>
                  <a:close/>
                  <a:moveTo>
                    <a:pt x="370" y="67"/>
                  </a:moveTo>
                  <a:cubicBezTo>
                    <a:pt x="397" y="83"/>
                    <a:pt x="397" y="83"/>
                    <a:pt x="397" y="83"/>
                  </a:cubicBezTo>
                  <a:cubicBezTo>
                    <a:pt x="397" y="85"/>
                    <a:pt x="397" y="85"/>
                    <a:pt x="397" y="85"/>
                  </a:cubicBezTo>
                  <a:cubicBezTo>
                    <a:pt x="370" y="72"/>
                    <a:pt x="370" y="72"/>
                    <a:pt x="370" y="72"/>
                  </a:cubicBezTo>
                  <a:lnTo>
                    <a:pt x="370" y="67"/>
                  </a:lnTo>
                  <a:close/>
                  <a:moveTo>
                    <a:pt x="411" y="89"/>
                  </a:moveTo>
                  <a:cubicBezTo>
                    <a:pt x="412" y="93"/>
                    <a:pt x="412" y="93"/>
                    <a:pt x="412" y="93"/>
                  </a:cubicBezTo>
                  <a:cubicBezTo>
                    <a:pt x="382" y="99"/>
                    <a:pt x="382" y="99"/>
                    <a:pt x="382" y="99"/>
                  </a:cubicBezTo>
                  <a:cubicBezTo>
                    <a:pt x="378" y="97"/>
                    <a:pt x="378" y="97"/>
                    <a:pt x="378" y="97"/>
                  </a:cubicBezTo>
                  <a:lnTo>
                    <a:pt x="411" y="89"/>
                  </a:lnTo>
                  <a:close/>
                  <a:moveTo>
                    <a:pt x="431" y="95"/>
                  </a:moveTo>
                  <a:cubicBezTo>
                    <a:pt x="403" y="130"/>
                    <a:pt x="403" y="130"/>
                    <a:pt x="403" y="130"/>
                  </a:cubicBezTo>
                  <a:cubicBezTo>
                    <a:pt x="400" y="127"/>
                    <a:pt x="400" y="127"/>
                    <a:pt x="400" y="127"/>
                  </a:cubicBezTo>
                  <a:cubicBezTo>
                    <a:pt x="428" y="91"/>
                    <a:pt x="428" y="91"/>
                    <a:pt x="428" y="91"/>
                  </a:cubicBezTo>
                  <a:lnTo>
                    <a:pt x="431" y="95"/>
                  </a:lnTo>
                  <a:close/>
                  <a:moveTo>
                    <a:pt x="447" y="98"/>
                  </a:moveTo>
                  <a:cubicBezTo>
                    <a:pt x="432" y="144"/>
                    <a:pt x="432" y="144"/>
                    <a:pt x="432" y="144"/>
                  </a:cubicBezTo>
                  <a:cubicBezTo>
                    <a:pt x="430" y="143"/>
                    <a:pt x="430" y="143"/>
                    <a:pt x="430" y="143"/>
                  </a:cubicBezTo>
                  <a:cubicBezTo>
                    <a:pt x="445" y="96"/>
                    <a:pt x="445" y="96"/>
                    <a:pt x="445" y="96"/>
                  </a:cubicBezTo>
                  <a:lnTo>
                    <a:pt x="447" y="98"/>
                  </a:lnTo>
                  <a:close/>
                  <a:moveTo>
                    <a:pt x="461" y="95"/>
                  </a:moveTo>
                  <a:cubicBezTo>
                    <a:pt x="463" y="95"/>
                    <a:pt x="463" y="95"/>
                    <a:pt x="463" y="95"/>
                  </a:cubicBezTo>
                  <a:cubicBezTo>
                    <a:pt x="463" y="155"/>
                    <a:pt x="463" y="155"/>
                    <a:pt x="463" y="155"/>
                  </a:cubicBezTo>
                  <a:cubicBezTo>
                    <a:pt x="461" y="155"/>
                    <a:pt x="461" y="155"/>
                    <a:pt x="461" y="155"/>
                  </a:cubicBezTo>
                  <a:lnTo>
                    <a:pt x="461" y="95"/>
                  </a:lnTo>
                  <a:close/>
                  <a:moveTo>
                    <a:pt x="207" y="286"/>
                  </a:moveTo>
                  <a:cubicBezTo>
                    <a:pt x="217" y="286"/>
                    <a:pt x="217" y="286"/>
                    <a:pt x="217" y="286"/>
                  </a:cubicBezTo>
                  <a:cubicBezTo>
                    <a:pt x="217" y="307"/>
                    <a:pt x="217" y="307"/>
                    <a:pt x="217" y="307"/>
                  </a:cubicBezTo>
                  <a:cubicBezTo>
                    <a:pt x="207" y="307"/>
                    <a:pt x="207" y="307"/>
                    <a:pt x="207" y="307"/>
                  </a:cubicBezTo>
                  <a:lnTo>
                    <a:pt x="207" y="286"/>
                  </a:lnTo>
                  <a:close/>
                  <a:moveTo>
                    <a:pt x="222" y="279"/>
                  </a:moveTo>
                  <a:cubicBezTo>
                    <a:pt x="226" y="276"/>
                    <a:pt x="226" y="276"/>
                    <a:pt x="226" y="276"/>
                  </a:cubicBezTo>
                  <a:cubicBezTo>
                    <a:pt x="226" y="311"/>
                    <a:pt x="226" y="311"/>
                    <a:pt x="226" y="311"/>
                  </a:cubicBezTo>
                  <a:cubicBezTo>
                    <a:pt x="222" y="309"/>
                    <a:pt x="222" y="309"/>
                    <a:pt x="222" y="309"/>
                  </a:cubicBezTo>
                  <a:lnTo>
                    <a:pt x="222" y="279"/>
                  </a:lnTo>
                  <a:close/>
                  <a:moveTo>
                    <a:pt x="345" y="260"/>
                  </a:moveTo>
                  <a:cubicBezTo>
                    <a:pt x="345" y="236"/>
                    <a:pt x="345" y="236"/>
                    <a:pt x="345" y="236"/>
                  </a:cubicBezTo>
                  <a:cubicBezTo>
                    <a:pt x="348" y="236"/>
                    <a:pt x="348" y="236"/>
                    <a:pt x="348" y="236"/>
                  </a:cubicBezTo>
                  <a:cubicBezTo>
                    <a:pt x="350" y="257"/>
                    <a:pt x="350" y="257"/>
                    <a:pt x="350" y="257"/>
                  </a:cubicBezTo>
                  <a:cubicBezTo>
                    <a:pt x="365" y="285"/>
                    <a:pt x="365" y="285"/>
                    <a:pt x="365" y="285"/>
                  </a:cubicBezTo>
                  <a:lnTo>
                    <a:pt x="345" y="260"/>
                  </a:lnTo>
                  <a:close/>
                  <a:moveTo>
                    <a:pt x="397" y="192"/>
                  </a:moveTo>
                  <a:cubicBezTo>
                    <a:pt x="397" y="182"/>
                    <a:pt x="397" y="182"/>
                    <a:pt x="397" y="182"/>
                  </a:cubicBezTo>
                  <a:cubicBezTo>
                    <a:pt x="401" y="182"/>
                    <a:pt x="401" y="182"/>
                    <a:pt x="401" y="182"/>
                  </a:cubicBezTo>
                  <a:cubicBezTo>
                    <a:pt x="409" y="190"/>
                    <a:pt x="409" y="190"/>
                    <a:pt x="409" y="190"/>
                  </a:cubicBezTo>
                  <a:cubicBezTo>
                    <a:pt x="407" y="204"/>
                    <a:pt x="407" y="204"/>
                    <a:pt x="407" y="204"/>
                  </a:cubicBezTo>
                  <a:cubicBezTo>
                    <a:pt x="398" y="210"/>
                    <a:pt x="398" y="210"/>
                    <a:pt x="398" y="210"/>
                  </a:cubicBezTo>
                  <a:cubicBezTo>
                    <a:pt x="395" y="210"/>
                    <a:pt x="395" y="210"/>
                    <a:pt x="395" y="210"/>
                  </a:cubicBezTo>
                  <a:cubicBezTo>
                    <a:pt x="395" y="203"/>
                    <a:pt x="395" y="203"/>
                    <a:pt x="395" y="203"/>
                  </a:cubicBezTo>
                  <a:cubicBezTo>
                    <a:pt x="400" y="203"/>
                    <a:pt x="400" y="203"/>
                    <a:pt x="400" y="203"/>
                  </a:cubicBezTo>
                  <a:cubicBezTo>
                    <a:pt x="400" y="201"/>
                    <a:pt x="400" y="201"/>
                    <a:pt x="400" y="201"/>
                  </a:cubicBezTo>
                  <a:cubicBezTo>
                    <a:pt x="395" y="201"/>
                    <a:pt x="395" y="201"/>
                    <a:pt x="395" y="201"/>
                  </a:cubicBezTo>
                  <a:cubicBezTo>
                    <a:pt x="395" y="192"/>
                    <a:pt x="395" y="192"/>
                    <a:pt x="395" y="192"/>
                  </a:cubicBezTo>
                  <a:lnTo>
                    <a:pt x="397" y="192"/>
                  </a:lnTo>
                  <a:close/>
                  <a:moveTo>
                    <a:pt x="407" y="219"/>
                  </a:moveTo>
                  <a:cubicBezTo>
                    <a:pt x="401" y="219"/>
                    <a:pt x="401" y="219"/>
                    <a:pt x="401" y="219"/>
                  </a:cubicBezTo>
                  <a:cubicBezTo>
                    <a:pt x="401" y="212"/>
                    <a:pt x="401" y="212"/>
                    <a:pt x="401" y="212"/>
                  </a:cubicBezTo>
                  <a:cubicBezTo>
                    <a:pt x="412" y="206"/>
                    <a:pt x="412" y="206"/>
                    <a:pt x="412" y="206"/>
                  </a:cubicBezTo>
                  <a:lnTo>
                    <a:pt x="407" y="219"/>
                  </a:lnTo>
                  <a:close/>
                  <a:moveTo>
                    <a:pt x="413" y="497"/>
                  </a:moveTo>
                  <a:cubicBezTo>
                    <a:pt x="426" y="428"/>
                    <a:pt x="426" y="428"/>
                    <a:pt x="426" y="428"/>
                  </a:cubicBezTo>
                  <a:cubicBezTo>
                    <a:pt x="423" y="403"/>
                    <a:pt x="423" y="403"/>
                    <a:pt x="423" y="403"/>
                  </a:cubicBezTo>
                  <a:cubicBezTo>
                    <a:pt x="412" y="451"/>
                    <a:pt x="412" y="451"/>
                    <a:pt x="412" y="451"/>
                  </a:cubicBezTo>
                  <a:cubicBezTo>
                    <a:pt x="406" y="451"/>
                    <a:pt x="406" y="451"/>
                    <a:pt x="406" y="451"/>
                  </a:cubicBezTo>
                  <a:cubicBezTo>
                    <a:pt x="406" y="408"/>
                    <a:pt x="406" y="408"/>
                    <a:pt x="406" y="408"/>
                  </a:cubicBezTo>
                  <a:cubicBezTo>
                    <a:pt x="424" y="395"/>
                    <a:pt x="424" y="395"/>
                    <a:pt x="424" y="395"/>
                  </a:cubicBezTo>
                  <a:cubicBezTo>
                    <a:pt x="433" y="320"/>
                    <a:pt x="433" y="320"/>
                    <a:pt x="433" y="320"/>
                  </a:cubicBezTo>
                  <a:cubicBezTo>
                    <a:pt x="398" y="400"/>
                    <a:pt x="398" y="400"/>
                    <a:pt x="398" y="400"/>
                  </a:cubicBezTo>
                  <a:cubicBezTo>
                    <a:pt x="395" y="400"/>
                    <a:pt x="395" y="400"/>
                    <a:pt x="395" y="400"/>
                  </a:cubicBezTo>
                  <a:cubicBezTo>
                    <a:pt x="395" y="351"/>
                    <a:pt x="395" y="351"/>
                    <a:pt x="395" y="351"/>
                  </a:cubicBezTo>
                  <a:cubicBezTo>
                    <a:pt x="406" y="320"/>
                    <a:pt x="406" y="320"/>
                    <a:pt x="406" y="320"/>
                  </a:cubicBezTo>
                  <a:cubicBezTo>
                    <a:pt x="385" y="302"/>
                    <a:pt x="385" y="302"/>
                    <a:pt x="385" y="302"/>
                  </a:cubicBezTo>
                  <a:cubicBezTo>
                    <a:pt x="406" y="280"/>
                    <a:pt x="406" y="280"/>
                    <a:pt x="406" y="280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04" y="301"/>
                    <a:pt x="404" y="301"/>
                    <a:pt x="404" y="301"/>
                  </a:cubicBezTo>
                  <a:cubicBezTo>
                    <a:pt x="425" y="319"/>
                    <a:pt x="425" y="319"/>
                    <a:pt x="425" y="319"/>
                  </a:cubicBezTo>
                  <a:cubicBezTo>
                    <a:pt x="456" y="296"/>
                    <a:pt x="456" y="296"/>
                    <a:pt x="456" y="296"/>
                  </a:cubicBezTo>
                  <a:cubicBezTo>
                    <a:pt x="478" y="218"/>
                    <a:pt x="478" y="218"/>
                    <a:pt x="478" y="218"/>
                  </a:cubicBezTo>
                  <a:cubicBezTo>
                    <a:pt x="469" y="184"/>
                    <a:pt x="469" y="184"/>
                    <a:pt x="469" y="184"/>
                  </a:cubicBezTo>
                  <a:cubicBezTo>
                    <a:pt x="482" y="173"/>
                    <a:pt x="482" y="173"/>
                    <a:pt x="482" y="173"/>
                  </a:cubicBezTo>
                  <a:cubicBezTo>
                    <a:pt x="486" y="167"/>
                    <a:pt x="486" y="167"/>
                    <a:pt x="486" y="167"/>
                  </a:cubicBezTo>
                  <a:cubicBezTo>
                    <a:pt x="485" y="167"/>
                    <a:pt x="485" y="167"/>
                    <a:pt x="485" y="167"/>
                  </a:cubicBezTo>
                  <a:cubicBezTo>
                    <a:pt x="485" y="167"/>
                    <a:pt x="485" y="167"/>
                    <a:pt x="485" y="167"/>
                  </a:cubicBezTo>
                  <a:cubicBezTo>
                    <a:pt x="462" y="176"/>
                    <a:pt x="462" y="176"/>
                    <a:pt x="462" y="176"/>
                  </a:cubicBezTo>
                  <a:cubicBezTo>
                    <a:pt x="457" y="226"/>
                    <a:pt x="457" y="226"/>
                    <a:pt x="457" y="226"/>
                  </a:cubicBezTo>
                  <a:cubicBezTo>
                    <a:pt x="417" y="228"/>
                    <a:pt x="417" y="228"/>
                    <a:pt x="417" y="228"/>
                  </a:cubicBezTo>
                  <a:cubicBezTo>
                    <a:pt x="460" y="233"/>
                    <a:pt x="460" y="233"/>
                    <a:pt x="460" y="233"/>
                  </a:cubicBezTo>
                  <a:cubicBezTo>
                    <a:pt x="416" y="240"/>
                    <a:pt x="416" y="240"/>
                    <a:pt x="416" y="240"/>
                  </a:cubicBezTo>
                  <a:cubicBezTo>
                    <a:pt x="421" y="255"/>
                    <a:pt x="421" y="255"/>
                    <a:pt x="421" y="255"/>
                  </a:cubicBezTo>
                  <a:cubicBezTo>
                    <a:pt x="413" y="265"/>
                    <a:pt x="413" y="265"/>
                    <a:pt x="413" y="265"/>
                  </a:cubicBezTo>
                  <a:cubicBezTo>
                    <a:pt x="394" y="257"/>
                    <a:pt x="394" y="257"/>
                    <a:pt x="394" y="257"/>
                  </a:cubicBezTo>
                  <a:cubicBezTo>
                    <a:pt x="377" y="266"/>
                    <a:pt x="377" y="266"/>
                    <a:pt x="377" y="266"/>
                  </a:cubicBezTo>
                  <a:cubicBezTo>
                    <a:pt x="368" y="256"/>
                    <a:pt x="368" y="256"/>
                    <a:pt x="368" y="256"/>
                  </a:cubicBezTo>
                  <a:cubicBezTo>
                    <a:pt x="379" y="222"/>
                    <a:pt x="379" y="222"/>
                    <a:pt x="379" y="222"/>
                  </a:cubicBezTo>
                  <a:cubicBezTo>
                    <a:pt x="384" y="222"/>
                    <a:pt x="384" y="222"/>
                    <a:pt x="384" y="222"/>
                  </a:cubicBezTo>
                  <a:cubicBezTo>
                    <a:pt x="387" y="251"/>
                    <a:pt x="387" y="251"/>
                    <a:pt x="387" y="251"/>
                  </a:cubicBezTo>
                  <a:cubicBezTo>
                    <a:pt x="394" y="230"/>
                    <a:pt x="394" y="230"/>
                    <a:pt x="394" y="230"/>
                  </a:cubicBezTo>
                  <a:cubicBezTo>
                    <a:pt x="411" y="231"/>
                    <a:pt x="411" y="231"/>
                    <a:pt x="411" y="231"/>
                  </a:cubicBezTo>
                  <a:cubicBezTo>
                    <a:pt x="404" y="228"/>
                    <a:pt x="404" y="228"/>
                    <a:pt x="404" y="228"/>
                  </a:cubicBezTo>
                  <a:cubicBezTo>
                    <a:pt x="415" y="227"/>
                    <a:pt x="415" y="227"/>
                    <a:pt x="415" y="227"/>
                  </a:cubicBezTo>
                  <a:cubicBezTo>
                    <a:pt x="412" y="220"/>
                    <a:pt x="412" y="220"/>
                    <a:pt x="412" y="220"/>
                  </a:cubicBezTo>
                  <a:cubicBezTo>
                    <a:pt x="418" y="210"/>
                    <a:pt x="418" y="210"/>
                    <a:pt x="418" y="210"/>
                  </a:cubicBezTo>
                  <a:cubicBezTo>
                    <a:pt x="421" y="188"/>
                    <a:pt x="421" y="188"/>
                    <a:pt x="421" y="188"/>
                  </a:cubicBezTo>
                  <a:cubicBezTo>
                    <a:pt x="406" y="175"/>
                    <a:pt x="406" y="175"/>
                    <a:pt x="406" y="175"/>
                  </a:cubicBezTo>
                  <a:cubicBezTo>
                    <a:pt x="394" y="176"/>
                    <a:pt x="394" y="176"/>
                    <a:pt x="394" y="176"/>
                  </a:cubicBezTo>
                  <a:cubicBezTo>
                    <a:pt x="384" y="184"/>
                    <a:pt x="384" y="184"/>
                    <a:pt x="384" y="184"/>
                  </a:cubicBezTo>
                  <a:cubicBezTo>
                    <a:pt x="381" y="122"/>
                    <a:pt x="381" y="122"/>
                    <a:pt x="381" y="122"/>
                  </a:cubicBezTo>
                  <a:cubicBezTo>
                    <a:pt x="378" y="118"/>
                    <a:pt x="378" y="118"/>
                    <a:pt x="378" y="118"/>
                  </a:cubicBezTo>
                  <a:cubicBezTo>
                    <a:pt x="375" y="221"/>
                    <a:pt x="375" y="221"/>
                    <a:pt x="375" y="221"/>
                  </a:cubicBezTo>
                  <a:cubicBezTo>
                    <a:pt x="367" y="233"/>
                    <a:pt x="367" y="233"/>
                    <a:pt x="367" y="233"/>
                  </a:cubicBezTo>
                  <a:cubicBezTo>
                    <a:pt x="367" y="233"/>
                    <a:pt x="366" y="232"/>
                    <a:pt x="364" y="225"/>
                  </a:cubicBezTo>
                  <a:cubicBezTo>
                    <a:pt x="362" y="218"/>
                    <a:pt x="365" y="200"/>
                    <a:pt x="365" y="200"/>
                  </a:cubicBezTo>
                  <a:cubicBezTo>
                    <a:pt x="373" y="120"/>
                    <a:pt x="373" y="120"/>
                    <a:pt x="373" y="120"/>
                  </a:cubicBezTo>
                  <a:cubicBezTo>
                    <a:pt x="367" y="127"/>
                    <a:pt x="367" y="127"/>
                    <a:pt x="367" y="127"/>
                  </a:cubicBezTo>
                  <a:cubicBezTo>
                    <a:pt x="363" y="176"/>
                    <a:pt x="363" y="176"/>
                    <a:pt x="363" y="176"/>
                  </a:cubicBezTo>
                  <a:cubicBezTo>
                    <a:pt x="345" y="189"/>
                    <a:pt x="345" y="189"/>
                    <a:pt x="345" y="189"/>
                  </a:cubicBezTo>
                  <a:cubicBezTo>
                    <a:pt x="340" y="215"/>
                    <a:pt x="340" y="215"/>
                    <a:pt x="340" y="215"/>
                  </a:cubicBezTo>
                  <a:cubicBezTo>
                    <a:pt x="347" y="195"/>
                    <a:pt x="347" y="195"/>
                    <a:pt x="347" y="195"/>
                  </a:cubicBezTo>
                  <a:cubicBezTo>
                    <a:pt x="361" y="188"/>
                    <a:pt x="361" y="188"/>
                    <a:pt x="361" y="188"/>
                  </a:cubicBezTo>
                  <a:cubicBezTo>
                    <a:pt x="359" y="201"/>
                    <a:pt x="359" y="201"/>
                    <a:pt x="359" y="201"/>
                  </a:cubicBezTo>
                  <a:cubicBezTo>
                    <a:pt x="350" y="207"/>
                    <a:pt x="350" y="207"/>
                    <a:pt x="350" y="207"/>
                  </a:cubicBezTo>
                  <a:cubicBezTo>
                    <a:pt x="332" y="230"/>
                    <a:pt x="332" y="230"/>
                    <a:pt x="332" y="230"/>
                  </a:cubicBezTo>
                  <a:cubicBezTo>
                    <a:pt x="330" y="270"/>
                    <a:pt x="330" y="270"/>
                    <a:pt x="330" y="270"/>
                  </a:cubicBezTo>
                  <a:cubicBezTo>
                    <a:pt x="370" y="304"/>
                    <a:pt x="370" y="304"/>
                    <a:pt x="370" y="304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394" y="351"/>
                    <a:pt x="394" y="351"/>
                    <a:pt x="394" y="351"/>
                  </a:cubicBezTo>
                  <a:cubicBezTo>
                    <a:pt x="387" y="356"/>
                    <a:pt x="387" y="356"/>
                    <a:pt x="387" y="356"/>
                  </a:cubicBezTo>
                  <a:cubicBezTo>
                    <a:pt x="350" y="337"/>
                    <a:pt x="350" y="337"/>
                    <a:pt x="350" y="337"/>
                  </a:cubicBezTo>
                  <a:cubicBezTo>
                    <a:pt x="361" y="327"/>
                    <a:pt x="361" y="327"/>
                    <a:pt x="361" y="327"/>
                  </a:cubicBezTo>
                  <a:cubicBezTo>
                    <a:pt x="290" y="318"/>
                    <a:pt x="290" y="318"/>
                    <a:pt x="290" y="318"/>
                  </a:cubicBezTo>
                  <a:cubicBezTo>
                    <a:pt x="253" y="336"/>
                    <a:pt x="253" y="336"/>
                    <a:pt x="253" y="336"/>
                  </a:cubicBezTo>
                  <a:cubicBezTo>
                    <a:pt x="253" y="350"/>
                    <a:pt x="253" y="350"/>
                    <a:pt x="253" y="350"/>
                  </a:cubicBezTo>
                  <a:cubicBezTo>
                    <a:pt x="253" y="367"/>
                    <a:pt x="253" y="367"/>
                    <a:pt x="253" y="367"/>
                  </a:cubicBezTo>
                  <a:cubicBezTo>
                    <a:pt x="229" y="367"/>
                    <a:pt x="229" y="367"/>
                    <a:pt x="229" y="367"/>
                  </a:cubicBezTo>
                  <a:cubicBezTo>
                    <a:pt x="220" y="351"/>
                    <a:pt x="220" y="351"/>
                    <a:pt x="220" y="351"/>
                  </a:cubicBezTo>
                  <a:cubicBezTo>
                    <a:pt x="207" y="351"/>
                    <a:pt x="207" y="351"/>
                    <a:pt x="207" y="351"/>
                  </a:cubicBezTo>
                  <a:cubicBezTo>
                    <a:pt x="207" y="326"/>
                    <a:pt x="207" y="326"/>
                    <a:pt x="207" y="326"/>
                  </a:cubicBezTo>
                  <a:cubicBezTo>
                    <a:pt x="227" y="326"/>
                    <a:pt x="227" y="326"/>
                    <a:pt x="227" y="326"/>
                  </a:cubicBezTo>
                  <a:cubicBezTo>
                    <a:pt x="227" y="326"/>
                    <a:pt x="227" y="326"/>
                    <a:pt x="227" y="326"/>
                  </a:cubicBezTo>
                  <a:cubicBezTo>
                    <a:pt x="232" y="326"/>
                    <a:pt x="235" y="323"/>
                    <a:pt x="235" y="318"/>
                  </a:cubicBezTo>
                  <a:cubicBezTo>
                    <a:pt x="235" y="318"/>
                    <a:pt x="235" y="318"/>
                    <a:pt x="235" y="318"/>
                  </a:cubicBezTo>
                  <a:cubicBezTo>
                    <a:pt x="235" y="315"/>
                    <a:pt x="235" y="315"/>
                    <a:pt x="235" y="315"/>
                  </a:cubicBezTo>
                  <a:cubicBezTo>
                    <a:pt x="236" y="315"/>
                    <a:pt x="236" y="315"/>
                    <a:pt x="236" y="315"/>
                  </a:cubicBezTo>
                  <a:cubicBezTo>
                    <a:pt x="236" y="286"/>
                    <a:pt x="236" y="286"/>
                    <a:pt x="236" y="286"/>
                  </a:cubicBezTo>
                  <a:cubicBezTo>
                    <a:pt x="236" y="286"/>
                    <a:pt x="236" y="286"/>
                    <a:pt x="236" y="286"/>
                  </a:cubicBezTo>
                  <a:cubicBezTo>
                    <a:pt x="236" y="275"/>
                    <a:pt x="236" y="275"/>
                    <a:pt x="236" y="275"/>
                  </a:cubicBezTo>
                  <a:cubicBezTo>
                    <a:pt x="236" y="275"/>
                    <a:pt x="236" y="275"/>
                    <a:pt x="236" y="274"/>
                  </a:cubicBezTo>
                  <a:cubicBezTo>
                    <a:pt x="236" y="270"/>
                    <a:pt x="232" y="266"/>
                    <a:pt x="228" y="266"/>
                  </a:cubicBezTo>
                  <a:cubicBezTo>
                    <a:pt x="227" y="266"/>
                    <a:pt x="227" y="266"/>
                    <a:pt x="227" y="266"/>
                  </a:cubicBezTo>
                  <a:cubicBezTo>
                    <a:pt x="207" y="266"/>
                    <a:pt x="207" y="266"/>
                    <a:pt x="207" y="266"/>
                  </a:cubicBezTo>
                  <a:cubicBezTo>
                    <a:pt x="207" y="171"/>
                    <a:pt x="207" y="171"/>
                    <a:pt x="207" y="171"/>
                  </a:cubicBezTo>
                  <a:cubicBezTo>
                    <a:pt x="205" y="171"/>
                    <a:pt x="205" y="171"/>
                    <a:pt x="205" y="171"/>
                  </a:cubicBezTo>
                  <a:cubicBezTo>
                    <a:pt x="205" y="138"/>
                    <a:pt x="205" y="138"/>
                    <a:pt x="205" y="138"/>
                  </a:cubicBezTo>
                  <a:cubicBezTo>
                    <a:pt x="206" y="137"/>
                    <a:pt x="208" y="137"/>
                    <a:pt x="209" y="137"/>
                  </a:cubicBezTo>
                  <a:cubicBezTo>
                    <a:pt x="221" y="168"/>
                    <a:pt x="221" y="168"/>
                    <a:pt x="221" y="168"/>
                  </a:cubicBezTo>
                  <a:cubicBezTo>
                    <a:pt x="219" y="169"/>
                    <a:pt x="219" y="169"/>
                    <a:pt x="219" y="169"/>
                  </a:cubicBezTo>
                  <a:cubicBezTo>
                    <a:pt x="219" y="169"/>
                    <a:pt x="219" y="169"/>
                    <a:pt x="219" y="169"/>
                  </a:cubicBezTo>
                  <a:cubicBezTo>
                    <a:pt x="220" y="173"/>
                    <a:pt x="220" y="173"/>
                    <a:pt x="220" y="17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37" y="162"/>
                    <a:pt x="237" y="162"/>
                    <a:pt x="237" y="162"/>
                  </a:cubicBezTo>
                  <a:cubicBezTo>
                    <a:pt x="235" y="163"/>
                    <a:pt x="235" y="163"/>
                    <a:pt x="235" y="163"/>
                  </a:cubicBezTo>
                  <a:cubicBezTo>
                    <a:pt x="223" y="131"/>
                    <a:pt x="223" y="131"/>
                    <a:pt x="223" y="131"/>
                  </a:cubicBezTo>
                  <a:cubicBezTo>
                    <a:pt x="224" y="130"/>
                    <a:pt x="225" y="129"/>
                    <a:pt x="226" y="129"/>
                  </a:cubicBezTo>
                  <a:cubicBezTo>
                    <a:pt x="250" y="153"/>
                    <a:pt x="250" y="153"/>
                    <a:pt x="250" y="153"/>
                  </a:cubicBezTo>
                  <a:cubicBezTo>
                    <a:pt x="249" y="155"/>
                    <a:pt x="249" y="155"/>
                    <a:pt x="249" y="155"/>
                  </a:cubicBezTo>
                  <a:cubicBezTo>
                    <a:pt x="249" y="155"/>
                    <a:pt x="249" y="155"/>
                    <a:pt x="249" y="155"/>
                  </a:cubicBezTo>
                  <a:cubicBezTo>
                    <a:pt x="252" y="158"/>
                    <a:pt x="252" y="158"/>
                    <a:pt x="252" y="158"/>
                  </a:cubicBezTo>
                  <a:cubicBezTo>
                    <a:pt x="265" y="144"/>
                    <a:pt x="265" y="144"/>
                    <a:pt x="265" y="144"/>
                  </a:cubicBezTo>
                  <a:cubicBezTo>
                    <a:pt x="262" y="141"/>
                    <a:pt x="262" y="141"/>
                    <a:pt x="262" y="141"/>
                  </a:cubicBezTo>
                  <a:cubicBezTo>
                    <a:pt x="261" y="142"/>
                    <a:pt x="261" y="142"/>
                    <a:pt x="261" y="142"/>
                  </a:cubicBezTo>
                  <a:cubicBezTo>
                    <a:pt x="236" y="118"/>
                    <a:pt x="236" y="118"/>
                    <a:pt x="236" y="118"/>
                  </a:cubicBezTo>
                  <a:cubicBezTo>
                    <a:pt x="237" y="117"/>
                    <a:pt x="237" y="116"/>
                    <a:pt x="238" y="115"/>
                  </a:cubicBezTo>
                  <a:cubicBezTo>
                    <a:pt x="271" y="128"/>
                    <a:pt x="271" y="128"/>
                    <a:pt x="271" y="128"/>
                  </a:cubicBezTo>
                  <a:cubicBezTo>
                    <a:pt x="270" y="130"/>
                    <a:pt x="270" y="130"/>
                    <a:pt x="270" y="130"/>
                  </a:cubicBezTo>
                  <a:cubicBezTo>
                    <a:pt x="270" y="130"/>
                    <a:pt x="270" y="130"/>
                    <a:pt x="270" y="130"/>
                  </a:cubicBezTo>
                  <a:cubicBezTo>
                    <a:pt x="274" y="132"/>
                    <a:pt x="274" y="132"/>
                    <a:pt x="274" y="132"/>
                  </a:cubicBezTo>
                  <a:cubicBezTo>
                    <a:pt x="281" y="114"/>
                    <a:pt x="281" y="114"/>
                    <a:pt x="281" y="114"/>
                  </a:cubicBezTo>
                  <a:cubicBezTo>
                    <a:pt x="277" y="112"/>
                    <a:pt x="277" y="112"/>
                    <a:pt x="277" y="112"/>
                  </a:cubicBezTo>
                  <a:cubicBezTo>
                    <a:pt x="277" y="114"/>
                    <a:pt x="277" y="114"/>
                    <a:pt x="277" y="114"/>
                  </a:cubicBezTo>
                  <a:cubicBezTo>
                    <a:pt x="244" y="101"/>
                    <a:pt x="244" y="101"/>
                    <a:pt x="244" y="101"/>
                  </a:cubicBezTo>
                  <a:cubicBezTo>
                    <a:pt x="244" y="100"/>
                    <a:pt x="244" y="99"/>
                    <a:pt x="244" y="98"/>
                  </a:cubicBezTo>
                  <a:cubicBezTo>
                    <a:pt x="279" y="98"/>
                    <a:pt x="279" y="98"/>
                    <a:pt x="279" y="98"/>
                  </a:cubicBezTo>
                  <a:cubicBezTo>
                    <a:pt x="279" y="100"/>
                    <a:pt x="279" y="100"/>
                    <a:pt x="279" y="100"/>
                  </a:cubicBezTo>
                  <a:cubicBezTo>
                    <a:pt x="368" y="100"/>
                    <a:pt x="368" y="100"/>
                    <a:pt x="368" y="100"/>
                  </a:cubicBezTo>
                  <a:cubicBezTo>
                    <a:pt x="369" y="101"/>
                    <a:pt x="369" y="103"/>
                    <a:pt x="370" y="105"/>
                  </a:cubicBezTo>
                  <a:cubicBezTo>
                    <a:pt x="371" y="109"/>
                    <a:pt x="374" y="112"/>
                    <a:pt x="375" y="112"/>
                  </a:cubicBezTo>
                  <a:cubicBezTo>
                    <a:pt x="375" y="112"/>
                    <a:pt x="375" y="112"/>
                    <a:pt x="375" y="112"/>
                  </a:cubicBezTo>
                  <a:cubicBezTo>
                    <a:pt x="375" y="112"/>
                    <a:pt x="375" y="112"/>
                    <a:pt x="375" y="112"/>
                  </a:cubicBezTo>
                  <a:cubicBezTo>
                    <a:pt x="406" y="100"/>
                    <a:pt x="406" y="100"/>
                    <a:pt x="406" y="100"/>
                  </a:cubicBezTo>
                  <a:cubicBezTo>
                    <a:pt x="416" y="100"/>
                    <a:pt x="416" y="100"/>
                    <a:pt x="416" y="10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4" y="130"/>
                    <a:pt x="394" y="130"/>
                    <a:pt x="394" y="130"/>
                  </a:cubicBezTo>
                  <a:cubicBezTo>
                    <a:pt x="393" y="131"/>
                    <a:pt x="395" y="134"/>
                    <a:pt x="399" y="136"/>
                  </a:cubicBezTo>
                  <a:cubicBezTo>
                    <a:pt x="403" y="139"/>
                    <a:pt x="406" y="140"/>
                    <a:pt x="407" y="139"/>
                  </a:cubicBezTo>
                  <a:cubicBezTo>
                    <a:pt x="407" y="139"/>
                    <a:pt x="407" y="139"/>
                    <a:pt x="407" y="139"/>
                  </a:cubicBezTo>
                  <a:cubicBezTo>
                    <a:pt x="438" y="100"/>
                    <a:pt x="438" y="100"/>
                    <a:pt x="438" y="100"/>
                  </a:cubicBezTo>
                  <a:cubicBezTo>
                    <a:pt x="439" y="100"/>
                    <a:pt x="439" y="100"/>
                    <a:pt x="439" y="100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3" y="147"/>
                    <a:pt x="423" y="147"/>
                    <a:pt x="423" y="147"/>
                  </a:cubicBezTo>
                  <a:cubicBezTo>
                    <a:pt x="422" y="149"/>
                    <a:pt x="426" y="151"/>
                    <a:pt x="430" y="153"/>
                  </a:cubicBezTo>
                  <a:cubicBezTo>
                    <a:pt x="434" y="154"/>
                    <a:pt x="438" y="155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39" y="153"/>
                    <a:pt x="439" y="153"/>
                    <a:pt x="439" y="153"/>
                  </a:cubicBezTo>
                  <a:cubicBezTo>
                    <a:pt x="457" y="100"/>
                    <a:pt x="457" y="100"/>
                    <a:pt x="457" y="100"/>
                  </a:cubicBezTo>
                  <a:cubicBezTo>
                    <a:pt x="457" y="100"/>
                    <a:pt x="457" y="100"/>
                    <a:pt x="457" y="100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59"/>
                    <a:pt x="457" y="159"/>
                    <a:pt x="457" y="159"/>
                  </a:cubicBezTo>
                  <a:cubicBezTo>
                    <a:pt x="457" y="160"/>
                    <a:pt x="461" y="161"/>
                    <a:pt x="466" y="161"/>
                  </a:cubicBezTo>
                  <a:cubicBezTo>
                    <a:pt x="471" y="161"/>
                    <a:pt x="474" y="160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59"/>
                    <a:pt x="475" y="159"/>
                    <a:pt x="475" y="159"/>
                  </a:cubicBezTo>
                  <a:cubicBezTo>
                    <a:pt x="475" y="100"/>
                    <a:pt x="475" y="100"/>
                    <a:pt x="475" y="100"/>
                  </a:cubicBezTo>
                  <a:cubicBezTo>
                    <a:pt x="481" y="100"/>
                    <a:pt x="481" y="100"/>
                    <a:pt x="481" y="100"/>
                  </a:cubicBezTo>
                  <a:cubicBezTo>
                    <a:pt x="481" y="88"/>
                    <a:pt x="481" y="88"/>
                    <a:pt x="481" y="88"/>
                  </a:cubicBezTo>
                  <a:cubicBezTo>
                    <a:pt x="412" y="88"/>
                    <a:pt x="412" y="88"/>
                    <a:pt x="412" y="88"/>
                  </a:cubicBezTo>
                  <a:cubicBezTo>
                    <a:pt x="412" y="84"/>
                    <a:pt x="412" y="84"/>
                    <a:pt x="412" y="84"/>
                  </a:cubicBezTo>
                  <a:cubicBezTo>
                    <a:pt x="481" y="84"/>
                    <a:pt x="481" y="84"/>
                    <a:pt x="481" y="84"/>
                  </a:cubicBezTo>
                  <a:cubicBezTo>
                    <a:pt x="481" y="80"/>
                    <a:pt x="481" y="80"/>
                    <a:pt x="481" y="80"/>
                  </a:cubicBezTo>
                  <a:cubicBezTo>
                    <a:pt x="456" y="80"/>
                    <a:pt x="456" y="80"/>
                    <a:pt x="456" y="80"/>
                  </a:cubicBezTo>
                  <a:cubicBezTo>
                    <a:pt x="456" y="80"/>
                    <a:pt x="456" y="80"/>
                    <a:pt x="456" y="80"/>
                  </a:cubicBezTo>
                  <a:cubicBezTo>
                    <a:pt x="411" y="80"/>
                    <a:pt x="411" y="80"/>
                    <a:pt x="411" y="80"/>
                  </a:cubicBezTo>
                  <a:cubicBezTo>
                    <a:pt x="404" y="79"/>
                    <a:pt x="386" y="75"/>
                    <a:pt x="374" y="63"/>
                  </a:cubicBezTo>
                  <a:cubicBezTo>
                    <a:pt x="357" y="46"/>
                    <a:pt x="357" y="34"/>
                    <a:pt x="357" y="34"/>
                  </a:cubicBezTo>
                  <a:cubicBezTo>
                    <a:pt x="354" y="34"/>
                    <a:pt x="354" y="34"/>
                    <a:pt x="354" y="34"/>
                  </a:cubicBezTo>
                  <a:cubicBezTo>
                    <a:pt x="354" y="80"/>
                    <a:pt x="354" y="80"/>
                    <a:pt x="354" y="80"/>
                  </a:cubicBezTo>
                  <a:cubicBezTo>
                    <a:pt x="350" y="80"/>
                    <a:pt x="350" y="80"/>
                    <a:pt x="350" y="80"/>
                  </a:cubicBezTo>
                  <a:cubicBezTo>
                    <a:pt x="350" y="34"/>
                    <a:pt x="350" y="34"/>
                    <a:pt x="350" y="34"/>
                  </a:cubicBezTo>
                  <a:cubicBezTo>
                    <a:pt x="344" y="34"/>
                    <a:pt x="344" y="34"/>
                    <a:pt x="344" y="34"/>
                  </a:cubicBezTo>
                  <a:cubicBezTo>
                    <a:pt x="344" y="80"/>
                    <a:pt x="344" y="80"/>
                    <a:pt x="344" y="80"/>
                  </a:cubicBezTo>
                  <a:cubicBezTo>
                    <a:pt x="279" y="80"/>
                    <a:pt x="279" y="80"/>
                    <a:pt x="279" y="80"/>
                  </a:cubicBezTo>
                  <a:cubicBezTo>
                    <a:pt x="279" y="82"/>
                    <a:pt x="279" y="82"/>
                    <a:pt x="279" y="82"/>
                  </a:cubicBezTo>
                  <a:cubicBezTo>
                    <a:pt x="244" y="82"/>
                    <a:pt x="244" y="82"/>
                    <a:pt x="244" y="82"/>
                  </a:cubicBezTo>
                  <a:cubicBezTo>
                    <a:pt x="241" y="62"/>
                    <a:pt x="225" y="46"/>
                    <a:pt x="205" y="43"/>
                  </a:cubicBezTo>
                  <a:cubicBezTo>
                    <a:pt x="205" y="4"/>
                    <a:pt x="205" y="4"/>
                    <a:pt x="205" y="4"/>
                  </a:cubicBezTo>
                  <a:cubicBezTo>
                    <a:pt x="207" y="4"/>
                    <a:pt x="207" y="4"/>
                    <a:pt x="207" y="4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187" y="0"/>
                    <a:pt x="187" y="0"/>
                    <a:pt x="187" y="0"/>
                  </a:cubicBezTo>
                  <a:cubicBezTo>
                    <a:pt x="187" y="4"/>
                    <a:pt x="187" y="4"/>
                    <a:pt x="187" y="4"/>
                  </a:cubicBezTo>
                  <a:cubicBezTo>
                    <a:pt x="190" y="4"/>
                    <a:pt x="190" y="4"/>
                    <a:pt x="190" y="4"/>
                  </a:cubicBezTo>
                  <a:cubicBezTo>
                    <a:pt x="190" y="43"/>
                    <a:pt x="190" y="43"/>
                    <a:pt x="190" y="43"/>
                  </a:cubicBezTo>
                  <a:cubicBezTo>
                    <a:pt x="188" y="43"/>
                    <a:pt x="187" y="43"/>
                    <a:pt x="186" y="43"/>
                  </a:cubicBezTo>
                  <a:cubicBezTo>
                    <a:pt x="171" y="8"/>
                    <a:pt x="171" y="8"/>
                    <a:pt x="171" y="8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3" y="7"/>
                    <a:pt x="173" y="7"/>
                    <a:pt x="173" y="7"/>
                  </a:cubicBezTo>
                  <a:cubicBezTo>
                    <a:pt x="172" y="3"/>
                    <a:pt x="172" y="3"/>
                    <a:pt x="172" y="3"/>
                  </a:cubicBezTo>
                  <a:cubicBezTo>
                    <a:pt x="154" y="11"/>
                    <a:pt x="154" y="11"/>
                    <a:pt x="154" y="11"/>
                  </a:cubicBezTo>
                  <a:cubicBezTo>
                    <a:pt x="155" y="15"/>
                    <a:pt x="155" y="15"/>
                    <a:pt x="155" y="15"/>
                  </a:cubicBezTo>
                  <a:cubicBezTo>
                    <a:pt x="157" y="14"/>
                    <a:pt x="157" y="14"/>
                    <a:pt x="157" y="14"/>
                  </a:cubicBezTo>
                  <a:cubicBezTo>
                    <a:pt x="172" y="49"/>
                    <a:pt x="172" y="49"/>
                    <a:pt x="172" y="49"/>
                  </a:cubicBezTo>
                  <a:cubicBezTo>
                    <a:pt x="171" y="49"/>
                    <a:pt x="170" y="50"/>
                    <a:pt x="169" y="51"/>
                  </a:cubicBezTo>
                  <a:cubicBezTo>
                    <a:pt x="142" y="24"/>
                    <a:pt x="142" y="24"/>
                    <a:pt x="142" y="24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4" y="23"/>
                    <a:pt x="144" y="23"/>
                    <a:pt x="144" y="23"/>
                  </a:cubicBezTo>
                  <a:cubicBezTo>
                    <a:pt x="141" y="20"/>
                    <a:pt x="141" y="20"/>
                    <a:pt x="141" y="20"/>
                  </a:cubicBezTo>
                  <a:cubicBezTo>
                    <a:pt x="127" y="34"/>
                    <a:pt x="127" y="34"/>
                    <a:pt x="127" y="34"/>
                  </a:cubicBezTo>
                  <a:cubicBezTo>
                    <a:pt x="130" y="37"/>
                    <a:pt x="130" y="37"/>
                    <a:pt x="130" y="37"/>
                  </a:cubicBezTo>
                  <a:cubicBezTo>
                    <a:pt x="132" y="35"/>
                    <a:pt x="132" y="35"/>
                    <a:pt x="132" y="35"/>
                  </a:cubicBezTo>
                  <a:cubicBezTo>
                    <a:pt x="158" y="61"/>
                    <a:pt x="158" y="61"/>
                    <a:pt x="158" y="61"/>
                  </a:cubicBezTo>
                  <a:cubicBezTo>
                    <a:pt x="157" y="62"/>
                    <a:pt x="157" y="63"/>
                    <a:pt x="156" y="64"/>
                  </a:cubicBezTo>
                  <a:cubicBezTo>
                    <a:pt x="122" y="51"/>
                    <a:pt x="122" y="51"/>
                    <a:pt x="122" y="51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19" y="47"/>
                    <a:pt x="119" y="47"/>
                    <a:pt x="119" y="47"/>
                  </a:cubicBezTo>
                  <a:cubicBezTo>
                    <a:pt x="112" y="65"/>
                    <a:pt x="112" y="65"/>
                    <a:pt x="112" y="65"/>
                  </a:cubicBezTo>
                  <a:cubicBezTo>
                    <a:pt x="116" y="66"/>
                    <a:pt x="116" y="66"/>
                    <a:pt x="116" y="66"/>
                  </a:cubicBezTo>
                  <a:cubicBezTo>
                    <a:pt x="116" y="64"/>
                    <a:pt x="116" y="64"/>
                    <a:pt x="116" y="64"/>
                  </a:cubicBezTo>
                  <a:cubicBezTo>
                    <a:pt x="150" y="78"/>
                    <a:pt x="150" y="78"/>
                    <a:pt x="150" y="78"/>
                  </a:cubicBezTo>
                  <a:cubicBezTo>
                    <a:pt x="150" y="79"/>
                    <a:pt x="149" y="81"/>
                    <a:pt x="149" y="82"/>
                  </a:cubicBezTo>
                  <a:cubicBezTo>
                    <a:pt x="110" y="82"/>
                    <a:pt x="110" y="82"/>
                    <a:pt x="110" y="82"/>
                  </a:cubicBezTo>
                  <a:cubicBezTo>
                    <a:pt x="110" y="80"/>
                    <a:pt x="110" y="80"/>
                    <a:pt x="110" y="80"/>
                  </a:cubicBezTo>
                  <a:cubicBezTo>
                    <a:pt x="68" y="80"/>
                    <a:pt x="68" y="80"/>
                    <a:pt x="68" y="80"/>
                  </a:cubicBezTo>
                  <a:cubicBezTo>
                    <a:pt x="68" y="80"/>
                    <a:pt x="68" y="80"/>
                    <a:pt x="67" y="80"/>
                  </a:cubicBezTo>
                  <a:cubicBezTo>
                    <a:pt x="63" y="80"/>
                    <a:pt x="59" y="84"/>
                    <a:pt x="59" y="89"/>
                  </a:cubicBezTo>
                  <a:cubicBezTo>
                    <a:pt x="59" y="89"/>
                    <a:pt x="59" y="89"/>
                    <a:pt x="59" y="89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98"/>
                    <a:pt x="59" y="98"/>
                    <a:pt x="59" y="98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66"/>
                    <a:pt x="59" y="266"/>
                    <a:pt x="59" y="266"/>
                  </a:cubicBezTo>
                  <a:cubicBezTo>
                    <a:pt x="59" y="277"/>
                    <a:pt x="59" y="277"/>
                    <a:pt x="59" y="277"/>
                  </a:cubicBezTo>
                  <a:cubicBezTo>
                    <a:pt x="59" y="277"/>
                    <a:pt x="59" y="277"/>
                    <a:pt x="59" y="277"/>
                  </a:cubicBezTo>
                  <a:cubicBezTo>
                    <a:pt x="59" y="282"/>
                    <a:pt x="63" y="286"/>
                    <a:pt x="67" y="286"/>
                  </a:cubicBezTo>
                  <a:cubicBezTo>
                    <a:pt x="68" y="286"/>
                    <a:pt x="68" y="286"/>
                    <a:pt x="68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08" y="286"/>
                    <a:pt x="108" y="286"/>
                    <a:pt x="108" y="286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5" y="286"/>
                    <a:pt x="185" y="286"/>
                    <a:pt x="185" y="286"/>
                  </a:cubicBezTo>
                  <a:cubicBezTo>
                    <a:pt x="187" y="286"/>
                    <a:pt x="187" y="286"/>
                    <a:pt x="187" y="286"/>
                  </a:cubicBezTo>
                  <a:cubicBezTo>
                    <a:pt x="187" y="307"/>
                    <a:pt x="187" y="307"/>
                    <a:pt x="187" y="307"/>
                  </a:cubicBezTo>
                  <a:cubicBezTo>
                    <a:pt x="185" y="307"/>
                    <a:pt x="185" y="307"/>
                    <a:pt x="185" y="307"/>
                  </a:cubicBezTo>
                  <a:cubicBezTo>
                    <a:pt x="185" y="307"/>
                    <a:pt x="185" y="307"/>
                    <a:pt x="185" y="307"/>
                  </a:cubicBezTo>
                  <a:cubicBezTo>
                    <a:pt x="153" y="307"/>
                    <a:pt x="153" y="307"/>
                    <a:pt x="153" y="307"/>
                  </a:cubicBezTo>
                  <a:cubicBezTo>
                    <a:pt x="153" y="307"/>
                    <a:pt x="153" y="307"/>
                    <a:pt x="153" y="307"/>
                  </a:cubicBezTo>
                  <a:cubicBezTo>
                    <a:pt x="148" y="307"/>
                    <a:pt x="145" y="310"/>
                    <a:pt x="145" y="315"/>
                  </a:cubicBezTo>
                  <a:cubicBezTo>
                    <a:pt x="145" y="315"/>
                    <a:pt x="145" y="315"/>
                    <a:pt x="145" y="315"/>
                  </a:cubicBezTo>
                  <a:cubicBezTo>
                    <a:pt x="145" y="326"/>
                    <a:pt x="145" y="326"/>
                    <a:pt x="145" y="326"/>
                  </a:cubicBezTo>
                  <a:cubicBezTo>
                    <a:pt x="145" y="326"/>
                    <a:pt x="145" y="326"/>
                    <a:pt x="145" y="326"/>
                  </a:cubicBezTo>
                  <a:cubicBezTo>
                    <a:pt x="145" y="351"/>
                    <a:pt x="145" y="351"/>
                    <a:pt x="145" y="351"/>
                  </a:cubicBezTo>
                  <a:cubicBezTo>
                    <a:pt x="86" y="351"/>
                    <a:pt x="86" y="351"/>
                    <a:pt x="86" y="351"/>
                  </a:cubicBezTo>
                  <a:cubicBezTo>
                    <a:pt x="87" y="400"/>
                    <a:pt x="87" y="400"/>
                    <a:pt x="87" y="400"/>
                  </a:cubicBezTo>
                  <a:cubicBezTo>
                    <a:pt x="103" y="418"/>
                    <a:pt x="103" y="418"/>
                    <a:pt x="103" y="418"/>
                  </a:cubicBezTo>
                  <a:cubicBezTo>
                    <a:pt x="103" y="451"/>
                    <a:pt x="103" y="451"/>
                    <a:pt x="103" y="451"/>
                  </a:cubicBezTo>
                  <a:cubicBezTo>
                    <a:pt x="122" y="459"/>
                    <a:pt x="122" y="459"/>
                    <a:pt x="122" y="459"/>
                  </a:cubicBezTo>
                  <a:cubicBezTo>
                    <a:pt x="122" y="505"/>
                    <a:pt x="122" y="505"/>
                    <a:pt x="122" y="505"/>
                  </a:cubicBezTo>
                  <a:cubicBezTo>
                    <a:pt x="38" y="520"/>
                    <a:pt x="7" y="539"/>
                    <a:pt x="4" y="540"/>
                  </a:cubicBezTo>
                  <a:cubicBezTo>
                    <a:pt x="0" y="540"/>
                    <a:pt x="19" y="543"/>
                    <a:pt x="46" y="556"/>
                  </a:cubicBezTo>
                  <a:cubicBezTo>
                    <a:pt x="80" y="572"/>
                    <a:pt x="76" y="581"/>
                    <a:pt x="76" y="581"/>
                  </a:cubicBezTo>
                  <a:cubicBezTo>
                    <a:pt x="76" y="581"/>
                    <a:pt x="135" y="543"/>
                    <a:pt x="263" y="520"/>
                  </a:cubicBezTo>
                  <a:cubicBezTo>
                    <a:pt x="330" y="508"/>
                    <a:pt x="451" y="503"/>
                    <a:pt x="495" y="512"/>
                  </a:cubicBezTo>
                  <a:cubicBezTo>
                    <a:pt x="495" y="512"/>
                    <a:pt x="461" y="504"/>
                    <a:pt x="413" y="49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53">
              <a:extLst>
                <a:ext uri="{FF2B5EF4-FFF2-40B4-BE49-F238E27FC236}">
                  <a16:creationId xmlns:a16="http://schemas.microsoft.com/office/drawing/2014/main" id="{CC5E87EE-A223-4776-97FA-680101AB21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04858" y="3977648"/>
              <a:ext cx="1793875" cy="1787526"/>
            </a:xfrm>
            <a:custGeom>
              <a:avLst/>
              <a:gdLst>
                <a:gd name="T0" fmla="*/ 484 w 968"/>
                <a:gd name="T1" fmla="*/ 953 h 967"/>
                <a:gd name="T2" fmla="*/ 14 w 968"/>
                <a:gd name="T3" fmla="*/ 482 h 967"/>
                <a:gd name="T4" fmla="*/ 484 w 968"/>
                <a:gd name="T5" fmla="*/ 12 h 967"/>
                <a:gd name="T6" fmla="*/ 954 w 968"/>
                <a:gd name="T7" fmla="*/ 482 h 967"/>
                <a:gd name="T8" fmla="*/ 484 w 968"/>
                <a:gd name="T9" fmla="*/ 953 h 967"/>
                <a:gd name="T10" fmla="*/ 484 w 968"/>
                <a:gd name="T11" fmla="*/ 0 h 967"/>
                <a:gd name="T12" fmla="*/ 0 w 968"/>
                <a:gd name="T13" fmla="*/ 483 h 967"/>
                <a:gd name="T14" fmla="*/ 484 w 968"/>
                <a:gd name="T15" fmla="*/ 967 h 967"/>
                <a:gd name="T16" fmla="*/ 968 w 968"/>
                <a:gd name="T17" fmla="*/ 483 h 967"/>
                <a:gd name="T18" fmla="*/ 484 w 968"/>
                <a:gd name="T19" fmla="*/ 0 h 9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8" h="967">
                  <a:moveTo>
                    <a:pt x="484" y="953"/>
                  </a:moveTo>
                  <a:cubicBezTo>
                    <a:pt x="224" y="953"/>
                    <a:pt x="14" y="742"/>
                    <a:pt x="14" y="482"/>
                  </a:cubicBezTo>
                  <a:cubicBezTo>
                    <a:pt x="14" y="223"/>
                    <a:pt x="224" y="12"/>
                    <a:pt x="484" y="12"/>
                  </a:cubicBezTo>
                  <a:cubicBezTo>
                    <a:pt x="744" y="12"/>
                    <a:pt x="954" y="223"/>
                    <a:pt x="954" y="482"/>
                  </a:cubicBezTo>
                  <a:cubicBezTo>
                    <a:pt x="954" y="742"/>
                    <a:pt x="744" y="953"/>
                    <a:pt x="484" y="953"/>
                  </a:cubicBezTo>
                  <a:close/>
                  <a:moveTo>
                    <a:pt x="484" y="0"/>
                  </a:moveTo>
                  <a:cubicBezTo>
                    <a:pt x="217" y="0"/>
                    <a:pt x="0" y="216"/>
                    <a:pt x="0" y="483"/>
                  </a:cubicBezTo>
                  <a:cubicBezTo>
                    <a:pt x="0" y="750"/>
                    <a:pt x="217" y="967"/>
                    <a:pt x="484" y="967"/>
                  </a:cubicBezTo>
                  <a:cubicBezTo>
                    <a:pt x="751" y="967"/>
                    <a:pt x="968" y="750"/>
                    <a:pt x="968" y="483"/>
                  </a:cubicBezTo>
                  <a:cubicBezTo>
                    <a:pt x="968" y="216"/>
                    <a:pt x="751" y="0"/>
                    <a:pt x="48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54">
              <a:extLst>
                <a:ext uri="{FF2B5EF4-FFF2-40B4-BE49-F238E27FC236}">
                  <a16:creationId xmlns:a16="http://schemas.microsoft.com/office/drawing/2014/main" id="{AA1BD646-AD69-4E37-AAC4-EEC540BF9B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8058" y="4552323"/>
              <a:ext cx="65088" cy="60325"/>
            </a:xfrm>
            <a:custGeom>
              <a:avLst/>
              <a:gdLst>
                <a:gd name="T0" fmla="*/ 23 w 35"/>
                <a:gd name="T1" fmla="*/ 3 h 32"/>
                <a:gd name="T2" fmla="*/ 10 w 35"/>
                <a:gd name="T3" fmla="*/ 1 h 32"/>
                <a:gd name="T4" fmla="*/ 2 w 35"/>
                <a:gd name="T5" fmla="*/ 9 h 32"/>
                <a:gd name="T6" fmla="*/ 1 w 35"/>
                <a:gd name="T7" fmla="*/ 20 h 32"/>
                <a:gd name="T8" fmla="*/ 11 w 35"/>
                <a:gd name="T9" fmla="*/ 29 h 32"/>
                <a:gd name="T10" fmla="*/ 25 w 35"/>
                <a:gd name="T11" fmla="*/ 31 h 32"/>
                <a:gd name="T12" fmla="*/ 33 w 35"/>
                <a:gd name="T13" fmla="*/ 23 h 32"/>
                <a:gd name="T14" fmla="*/ 33 w 35"/>
                <a:gd name="T15" fmla="*/ 12 h 32"/>
                <a:gd name="T16" fmla="*/ 23 w 35"/>
                <a:gd name="T17" fmla="*/ 3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" h="32">
                  <a:moveTo>
                    <a:pt x="23" y="3"/>
                  </a:moveTo>
                  <a:cubicBezTo>
                    <a:pt x="18" y="0"/>
                    <a:pt x="13" y="0"/>
                    <a:pt x="10" y="1"/>
                  </a:cubicBezTo>
                  <a:cubicBezTo>
                    <a:pt x="6" y="2"/>
                    <a:pt x="3" y="5"/>
                    <a:pt x="2" y="9"/>
                  </a:cubicBezTo>
                  <a:cubicBezTo>
                    <a:pt x="0" y="13"/>
                    <a:pt x="0" y="17"/>
                    <a:pt x="1" y="20"/>
                  </a:cubicBezTo>
                  <a:cubicBezTo>
                    <a:pt x="3" y="24"/>
                    <a:pt x="6" y="27"/>
                    <a:pt x="11" y="29"/>
                  </a:cubicBezTo>
                  <a:cubicBezTo>
                    <a:pt x="16" y="31"/>
                    <a:pt x="21" y="32"/>
                    <a:pt x="25" y="31"/>
                  </a:cubicBezTo>
                  <a:cubicBezTo>
                    <a:pt x="28" y="29"/>
                    <a:pt x="31" y="27"/>
                    <a:pt x="33" y="23"/>
                  </a:cubicBezTo>
                  <a:cubicBezTo>
                    <a:pt x="35" y="19"/>
                    <a:pt x="35" y="15"/>
                    <a:pt x="33" y="12"/>
                  </a:cubicBezTo>
                  <a:cubicBezTo>
                    <a:pt x="32" y="8"/>
                    <a:pt x="28" y="5"/>
                    <a:pt x="2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55">
              <a:extLst>
                <a:ext uri="{FF2B5EF4-FFF2-40B4-BE49-F238E27FC236}">
                  <a16:creationId xmlns:a16="http://schemas.microsoft.com/office/drawing/2014/main" id="{9B01B03D-283E-4353-B117-5BD2E64984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1145" y="5347661"/>
              <a:ext cx="41275" cy="74613"/>
            </a:xfrm>
            <a:custGeom>
              <a:avLst/>
              <a:gdLst>
                <a:gd name="T0" fmla="*/ 22 w 22"/>
                <a:gd name="T1" fmla="*/ 0 h 40"/>
                <a:gd name="T2" fmla="*/ 22 w 22"/>
                <a:gd name="T3" fmla="*/ 40 h 40"/>
                <a:gd name="T4" fmla="*/ 11 w 22"/>
                <a:gd name="T5" fmla="*/ 40 h 40"/>
                <a:gd name="T6" fmla="*/ 11 w 22"/>
                <a:gd name="T7" fmla="*/ 14 h 40"/>
                <a:gd name="T8" fmla="*/ 6 w 22"/>
                <a:gd name="T9" fmla="*/ 17 h 40"/>
                <a:gd name="T10" fmla="*/ 0 w 22"/>
                <a:gd name="T11" fmla="*/ 19 h 40"/>
                <a:gd name="T12" fmla="*/ 0 w 22"/>
                <a:gd name="T13" fmla="*/ 11 h 40"/>
                <a:gd name="T14" fmla="*/ 8 w 22"/>
                <a:gd name="T15" fmla="*/ 6 h 40"/>
                <a:gd name="T16" fmla="*/ 13 w 22"/>
                <a:gd name="T17" fmla="*/ 0 h 40"/>
                <a:gd name="T18" fmla="*/ 22 w 22"/>
                <a:gd name="T1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40">
                  <a:moveTo>
                    <a:pt x="22" y="0"/>
                  </a:moveTo>
                  <a:cubicBezTo>
                    <a:pt x="22" y="40"/>
                    <a:pt x="22" y="40"/>
                    <a:pt x="22" y="40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9" y="15"/>
                    <a:pt x="8" y="16"/>
                    <a:pt x="6" y="17"/>
                  </a:cubicBezTo>
                  <a:cubicBezTo>
                    <a:pt x="4" y="18"/>
                    <a:pt x="2" y="19"/>
                    <a:pt x="0" y="19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4" y="10"/>
                    <a:pt x="6" y="8"/>
                    <a:pt x="8" y="6"/>
                  </a:cubicBezTo>
                  <a:cubicBezTo>
                    <a:pt x="10" y="5"/>
                    <a:pt x="12" y="3"/>
                    <a:pt x="13" y="0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56">
              <a:extLst>
                <a:ext uri="{FF2B5EF4-FFF2-40B4-BE49-F238E27FC236}">
                  <a16:creationId xmlns:a16="http://schemas.microsoft.com/office/drawing/2014/main" id="{E3DC6487-2035-4D8C-ABD9-65015B9327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39883" y="5347661"/>
              <a:ext cx="60325" cy="74613"/>
            </a:xfrm>
            <a:custGeom>
              <a:avLst/>
              <a:gdLst>
                <a:gd name="T0" fmla="*/ 21 w 32"/>
                <a:gd name="T1" fmla="*/ 14 h 40"/>
                <a:gd name="T2" fmla="*/ 19 w 32"/>
                <a:gd name="T3" fmla="*/ 9 h 40"/>
                <a:gd name="T4" fmla="*/ 15 w 32"/>
                <a:gd name="T5" fmla="*/ 7 h 40"/>
                <a:gd name="T6" fmla="*/ 12 w 32"/>
                <a:gd name="T7" fmla="*/ 9 h 40"/>
                <a:gd name="T8" fmla="*/ 10 w 32"/>
                <a:gd name="T9" fmla="*/ 13 h 40"/>
                <a:gd name="T10" fmla="*/ 12 w 32"/>
                <a:gd name="T11" fmla="*/ 18 h 40"/>
                <a:gd name="T12" fmla="*/ 15 w 32"/>
                <a:gd name="T13" fmla="*/ 20 h 40"/>
                <a:gd name="T14" fmla="*/ 19 w 32"/>
                <a:gd name="T15" fmla="*/ 18 h 40"/>
                <a:gd name="T16" fmla="*/ 21 w 32"/>
                <a:gd name="T17" fmla="*/ 14 h 40"/>
                <a:gd name="T18" fmla="*/ 1 w 32"/>
                <a:gd name="T19" fmla="*/ 31 h 40"/>
                <a:gd name="T20" fmla="*/ 12 w 32"/>
                <a:gd name="T21" fmla="*/ 30 h 40"/>
                <a:gd name="T22" fmla="*/ 13 w 32"/>
                <a:gd name="T23" fmla="*/ 33 h 40"/>
                <a:gd name="T24" fmla="*/ 15 w 32"/>
                <a:gd name="T25" fmla="*/ 34 h 40"/>
                <a:gd name="T26" fmla="*/ 20 w 32"/>
                <a:gd name="T27" fmla="*/ 31 h 40"/>
                <a:gd name="T28" fmla="*/ 21 w 32"/>
                <a:gd name="T29" fmla="*/ 23 h 40"/>
                <a:gd name="T30" fmla="*/ 17 w 32"/>
                <a:gd name="T31" fmla="*/ 26 h 40"/>
                <a:gd name="T32" fmla="*/ 13 w 32"/>
                <a:gd name="T33" fmla="*/ 27 h 40"/>
                <a:gd name="T34" fmla="*/ 4 w 32"/>
                <a:gd name="T35" fmla="*/ 23 h 40"/>
                <a:gd name="T36" fmla="*/ 0 w 32"/>
                <a:gd name="T37" fmla="*/ 14 h 40"/>
                <a:gd name="T38" fmla="*/ 2 w 32"/>
                <a:gd name="T39" fmla="*/ 7 h 40"/>
                <a:gd name="T40" fmla="*/ 7 w 32"/>
                <a:gd name="T41" fmla="*/ 2 h 40"/>
                <a:gd name="T42" fmla="*/ 15 w 32"/>
                <a:gd name="T43" fmla="*/ 0 h 40"/>
                <a:gd name="T44" fmla="*/ 24 w 32"/>
                <a:gd name="T45" fmla="*/ 2 h 40"/>
                <a:gd name="T46" fmla="*/ 30 w 32"/>
                <a:gd name="T47" fmla="*/ 9 h 40"/>
                <a:gd name="T48" fmla="*/ 32 w 32"/>
                <a:gd name="T49" fmla="*/ 20 h 40"/>
                <a:gd name="T50" fmla="*/ 28 w 32"/>
                <a:gd name="T51" fmla="*/ 35 h 40"/>
                <a:gd name="T52" fmla="*/ 15 w 32"/>
                <a:gd name="T53" fmla="*/ 40 h 40"/>
                <a:gd name="T54" fmla="*/ 8 w 32"/>
                <a:gd name="T55" fmla="*/ 39 h 40"/>
                <a:gd name="T56" fmla="*/ 4 w 32"/>
                <a:gd name="T57" fmla="*/ 36 h 40"/>
                <a:gd name="T58" fmla="*/ 1 w 32"/>
                <a:gd name="T59" fmla="*/ 3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2" h="40">
                  <a:moveTo>
                    <a:pt x="21" y="14"/>
                  </a:moveTo>
                  <a:cubicBezTo>
                    <a:pt x="21" y="12"/>
                    <a:pt x="20" y="10"/>
                    <a:pt x="19" y="9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4" y="7"/>
                    <a:pt x="13" y="8"/>
                    <a:pt x="12" y="9"/>
                  </a:cubicBezTo>
                  <a:cubicBezTo>
                    <a:pt x="11" y="10"/>
                    <a:pt x="10" y="11"/>
                    <a:pt x="10" y="13"/>
                  </a:cubicBezTo>
                  <a:cubicBezTo>
                    <a:pt x="10" y="16"/>
                    <a:pt x="11" y="17"/>
                    <a:pt x="12" y="18"/>
                  </a:cubicBezTo>
                  <a:cubicBezTo>
                    <a:pt x="13" y="20"/>
                    <a:pt x="14" y="20"/>
                    <a:pt x="15" y="20"/>
                  </a:cubicBezTo>
                  <a:cubicBezTo>
                    <a:pt x="17" y="20"/>
                    <a:pt x="18" y="20"/>
                    <a:pt x="19" y="18"/>
                  </a:cubicBezTo>
                  <a:cubicBezTo>
                    <a:pt x="20" y="17"/>
                    <a:pt x="21" y="16"/>
                    <a:pt x="21" y="14"/>
                  </a:cubicBezTo>
                  <a:close/>
                  <a:moveTo>
                    <a:pt x="1" y="31"/>
                  </a:moveTo>
                  <a:cubicBezTo>
                    <a:pt x="12" y="30"/>
                    <a:pt x="12" y="30"/>
                    <a:pt x="12" y="30"/>
                  </a:cubicBezTo>
                  <a:cubicBezTo>
                    <a:pt x="12" y="31"/>
                    <a:pt x="12" y="32"/>
                    <a:pt x="13" y="33"/>
                  </a:cubicBezTo>
                  <a:cubicBezTo>
                    <a:pt x="14" y="33"/>
                    <a:pt x="15" y="34"/>
                    <a:pt x="15" y="34"/>
                  </a:cubicBezTo>
                  <a:cubicBezTo>
                    <a:pt x="17" y="34"/>
                    <a:pt x="19" y="33"/>
                    <a:pt x="20" y="31"/>
                  </a:cubicBezTo>
                  <a:cubicBezTo>
                    <a:pt x="20" y="30"/>
                    <a:pt x="21" y="27"/>
                    <a:pt x="21" y="23"/>
                  </a:cubicBezTo>
                  <a:cubicBezTo>
                    <a:pt x="20" y="24"/>
                    <a:pt x="19" y="25"/>
                    <a:pt x="17" y="26"/>
                  </a:cubicBezTo>
                  <a:cubicBezTo>
                    <a:pt x="16" y="26"/>
                    <a:pt x="14" y="27"/>
                    <a:pt x="13" y="27"/>
                  </a:cubicBezTo>
                  <a:cubicBezTo>
                    <a:pt x="9" y="27"/>
                    <a:pt x="6" y="26"/>
                    <a:pt x="4" y="23"/>
                  </a:cubicBezTo>
                  <a:cubicBezTo>
                    <a:pt x="1" y="21"/>
                    <a:pt x="0" y="17"/>
                    <a:pt x="0" y="14"/>
                  </a:cubicBezTo>
                  <a:cubicBezTo>
                    <a:pt x="0" y="11"/>
                    <a:pt x="1" y="9"/>
                    <a:pt x="2" y="7"/>
                  </a:cubicBezTo>
                  <a:cubicBezTo>
                    <a:pt x="3" y="5"/>
                    <a:pt x="5" y="3"/>
                    <a:pt x="7" y="2"/>
                  </a:cubicBezTo>
                  <a:cubicBezTo>
                    <a:pt x="9" y="1"/>
                    <a:pt x="12" y="0"/>
                    <a:pt x="15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7" y="4"/>
                    <a:pt x="29" y="6"/>
                    <a:pt x="30" y="9"/>
                  </a:cubicBezTo>
                  <a:cubicBezTo>
                    <a:pt x="31" y="11"/>
                    <a:pt x="32" y="15"/>
                    <a:pt x="32" y="20"/>
                  </a:cubicBezTo>
                  <a:cubicBezTo>
                    <a:pt x="32" y="27"/>
                    <a:pt x="31" y="32"/>
                    <a:pt x="28" y="35"/>
                  </a:cubicBezTo>
                  <a:cubicBezTo>
                    <a:pt x="25" y="39"/>
                    <a:pt x="21" y="40"/>
                    <a:pt x="15" y="40"/>
                  </a:cubicBezTo>
                  <a:cubicBezTo>
                    <a:pt x="12" y="40"/>
                    <a:pt x="10" y="40"/>
                    <a:pt x="8" y="39"/>
                  </a:cubicBezTo>
                  <a:cubicBezTo>
                    <a:pt x="6" y="38"/>
                    <a:pt x="5" y="37"/>
                    <a:pt x="4" y="36"/>
                  </a:cubicBezTo>
                  <a:cubicBezTo>
                    <a:pt x="2" y="35"/>
                    <a:pt x="2" y="33"/>
                    <a:pt x="1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57">
              <a:extLst>
                <a:ext uri="{FF2B5EF4-FFF2-40B4-BE49-F238E27FC236}">
                  <a16:creationId xmlns:a16="http://schemas.microsoft.com/office/drawing/2014/main" id="{BD4D8A61-5B58-4064-98B6-EA0590331E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4970" y="5349248"/>
              <a:ext cx="60325" cy="73025"/>
            </a:xfrm>
            <a:custGeom>
              <a:avLst/>
              <a:gdLst>
                <a:gd name="T0" fmla="*/ 4 w 32"/>
                <a:gd name="T1" fmla="*/ 0 h 39"/>
                <a:gd name="T2" fmla="*/ 30 w 32"/>
                <a:gd name="T3" fmla="*/ 0 h 39"/>
                <a:gd name="T4" fmla="*/ 30 w 32"/>
                <a:gd name="T5" fmla="*/ 8 h 39"/>
                <a:gd name="T6" fmla="*/ 13 w 32"/>
                <a:gd name="T7" fmla="*/ 8 h 39"/>
                <a:gd name="T8" fmla="*/ 12 w 32"/>
                <a:gd name="T9" fmla="*/ 14 h 39"/>
                <a:gd name="T10" fmla="*/ 15 w 32"/>
                <a:gd name="T11" fmla="*/ 13 h 39"/>
                <a:gd name="T12" fmla="*/ 19 w 32"/>
                <a:gd name="T13" fmla="*/ 13 h 39"/>
                <a:gd name="T14" fmla="*/ 28 w 32"/>
                <a:gd name="T15" fmla="*/ 16 h 39"/>
                <a:gd name="T16" fmla="*/ 32 w 32"/>
                <a:gd name="T17" fmla="*/ 25 h 39"/>
                <a:gd name="T18" fmla="*/ 30 w 32"/>
                <a:gd name="T19" fmla="*/ 32 h 39"/>
                <a:gd name="T20" fmla="*/ 25 w 32"/>
                <a:gd name="T21" fmla="*/ 37 h 39"/>
                <a:gd name="T22" fmla="*/ 16 w 32"/>
                <a:gd name="T23" fmla="*/ 39 h 39"/>
                <a:gd name="T24" fmla="*/ 9 w 32"/>
                <a:gd name="T25" fmla="*/ 39 h 39"/>
                <a:gd name="T26" fmla="*/ 5 w 32"/>
                <a:gd name="T27" fmla="*/ 36 h 39"/>
                <a:gd name="T28" fmla="*/ 2 w 32"/>
                <a:gd name="T29" fmla="*/ 33 h 39"/>
                <a:gd name="T30" fmla="*/ 0 w 32"/>
                <a:gd name="T31" fmla="*/ 29 h 39"/>
                <a:gd name="T32" fmla="*/ 11 w 32"/>
                <a:gd name="T33" fmla="*/ 27 h 39"/>
                <a:gd name="T34" fmla="*/ 12 w 32"/>
                <a:gd name="T35" fmla="*/ 31 h 39"/>
                <a:gd name="T36" fmla="*/ 16 w 32"/>
                <a:gd name="T37" fmla="*/ 33 h 39"/>
                <a:gd name="T38" fmla="*/ 20 w 32"/>
                <a:gd name="T39" fmla="*/ 31 h 39"/>
                <a:gd name="T40" fmla="*/ 21 w 32"/>
                <a:gd name="T41" fmla="*/ 26 h 39"/>
                <a:gd name="T42" fmla="*/ 20 w 32"/>
                <a:gd name="T43" fmla="*/ 21 h 39"/>
                <a:gd name="T44" fmla="*/ 16 w 32"/>
                <a:gd name="T45" fmla="*/ 19 h 39"/>
                <a:gd name="T46" fmla="*/ 13 w 32"/>
                <a:gd name="T47" fmla="*/ 20 h 39"/>
                <a:gd name="T48" fmla="*/ 10 w 32"/>
                <a:gd name="T49" fmla="*/ 22 h 39"/>
                <a:gd name="T50" fmla="*/ 1 w 32"/>
                <a:gd name="T51" fmla="*/ 21 h 39"/>
                <a:gd name="T52" fmla="*/ 4 w 32"/>
                <a:gd name="T5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" h="39">
                  <a:moveTo>
                    <a:pt x="4" y="0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3" y="14"/>
                    <a:pt x="14" y="13"/>
                    <a:pt x="15" y="13"/>
                  </a:cubicBezTo>
                  <a:cubicBezTo>
                    <a:pt x="17" y="13"/>
                    <a:pt x="18" y="13"/>
                    <a:pt x="19" y="13"/>
                  </a:cubicBezTo>
                  <a:cubicBezTo>
                    <a:pt x="23" y="13"/>
                    <a:pt x="26" y="14"/>
                    <a:pt x="28" y="16"/>
                  </a:cubicBezTo>
                  <a:cubicBezTo>
                    <a:pt x="31" y="18"/>
                    <a:pt x="32" y="21"/>
                    <a:pt x="32" y="25"/>
                  </a:cubicBezTo>
                  <a:cubicBezTo>
                    <a:pt x="32" y="27"/>
                    <a:pt x="31" y="30"/>
                    <a:pt x="30" y="32"/>
                  </a:cubicBezTo>
                  <a:cubicBezTo>
                    <a:pt x="29" y="35"/>
                    <a:pt x="27" y="36"/>
                    <a:pt x="25" y="37"/>
                  </a:cubicBezTo>
                  <a:cubicBezTo>
                    <a:pt x="22" y="39"/>
                    <a:pt x="20" y="39"/>
                    <a:pt x="16" y="39"/>
                  </a:cubicBezTo>
                  <a:cubicBezTo>
                    <a:pt x="13" y="39"/>
                    <a:pt x="11" y="39"/>
                    <a:pt x="9" y="39"/>
                  </a:cubicBezTo>
                  <a:cubicBezTo>
                    <a:pt x="8" y="38"/>
                    <a:pt x="6" y="37"/>
                    <a:pt x="5" y="36"/>
                  </a:cubicBezTo>
                  <a:cubicBezTo>
                    <a:pt x="4" y="35"/>
                    <a:pt x="2" y="34"/>
                    <a:pt x="2" y="33"/>
                  </a:cubicBezTo>
                  <a:cubicBezTo>
                    <a:pt x="1" y="32"/>
                    <a:pt x="0" y="30"/>
                    <a:pt x="0" y="29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9"/>
                    <a:pt x="11" y="30"/>
                    <a:pt x="12" y="31"/>
                  </a:cubicBezTo>
                  <a:cubicBezTo>
                    <a:pt x="13" y="32"/>
                    <a:pt x="15" y="33"/>
                    <a:pt x="16" y="33"/>
                  </a:cubicBezTo>
                  <a:cubicBezTo>
                    <a:pt x="17" y="33"/>
                    <a:pt x="19" y="32"/>
                    <a:pt x="20" y="31"/>
                  </a:cubicBezTo>
                  <a:cubicBezTo>
                    <a:pt x="21" y="30"/>
                    <a:pt x="21" y="28"/>
                    <a:pt x="21" y="26"/>
                  </a:cubicBezTo>
                  <a:cubicBezTo>
                    <a:pt x="21" y="24"/>
                    <a:pt x="21" y="22"/>
                    <a:pt x="20" y="21"/>
                  </a:cubicBezTo>
                  <a:cubicBezTo>
                    <a:pt x="19" y="20"/>
                    <a:pt x="17" y="19"/>
                    <a:pt x="16" y="19"/>
                  </a:cubicBezTo>
                  <a:cubicBezTo>
                    <a:pt x="15" y="19"/>
                    <a:pt x="14" y="20"/>
                    <a:pt x="13" y="20"/>
                  </a:cubicBezTo>
                  <a:cubicBezTo>
                    <a:pt x="12" y="20"/>
                    <a:pt x="11" y="21"/>
                    <a:pt x="10" y="22"/>
                  </a:cubicBezTo>
                  <a:cubicBezTo>
                    <a:pt x="1" y="21"/>
                    <a:pt x="1" y="21"/>
                    <a:pt x="1" y="21"/>
                  </a:cubicBez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58">
              <a:extLst>
                <a:ext uri="{FF2B5EF4-FFF2-40B4-BE49-F238E27FC236}">
                  <a16:creationId xmlns:a16="http://schemas.microsoft.com/office/drawing/2014/main" id="{DCDD3F66-1FE9-4C27-BA82-07FB097310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0058" y="5347661"/>
              <a:ext cx="57150" cy="74613"/>
            </a:xfrm>
            <a:custGeom>
              <a:avLst/>
              <a:gdLst>
                <a:gd name="T0" fmla="*/ 10 w 31"/>
                <a:gd name="T1" fmla="*/ 12 h 40"/>
                <a:gd name="T2" fmla="*/ 0 w 31"/>
                <a:gd name="T3" fmla="*/ 10 h 40"/>
                <a:gd name="T4" fmla="*/ 5 w 31"/>
                <a:gd name="T5" fmla="*/ 3 h 40"/>
                <a:gd name="T6" fmla="*/ 15 w 31"/>
                <a:gd name="T7" fmla="*/ 0 h 40"/>
                <a:gd name="T8" fmla="*/ 26 w 31"/>
                <a:gd name="T9" fmla="*/ 3 h 40"/>
                <a:gd name="T10" fmla="*/ 30 w 31"/>
                <a:gd name="T11" fmla="*/ 10 h 40"/>
                <a:gd name="T12" fmla="*/ 28 w 31"/>
                <a:gd name="T13" fmla="*/ 15 h 40"/>
                <a:gd name="T14" fmla="*/ 24 w 31"/>
                <a:gd name="T15" fmla="*/ 18 h 40"/>
                <a:gd name="T16" fmla="*/ 27 w 31"/>
                <a:gd name="T17" fmla="*/ 20 h 40"/>
                <a:gd name="T18" fmla="*/ 30 w 31"/>
                <a:gd name="T19" fmla="*/ 23 h 40"/>
                <a:gd name="T20" fmla="*/ 31 w 31"/>
                <a:gd name="T21" fmla="*/ 27 h 40"/>
                <a:gd name="T22" fmla="*/ 30 w 31"/>
                <a:gd name="T23" fmla="*/ 34 h 40"/>
                <a:gd name="T24" fmla="*/ 25 w 31"/>
                <a:gd name="T25" fmla="*/ 39 h 40"/>
                <a:gd name="T26" fmla="*/ 16 w 31"/>
                <a:gd name="T27" fmla="*/ 40 h 40"/>
                <a:gd name="T28" fmla="*/ 8 w 31"/>
                <a:gd name="T29" fmla="*/ 39 h 40"/>
                <a:gd name="T30" fmla="*/ 3 w 31"/>
                <a:gd name="T31" fmla="*/ 35 h 40"/>
                <a:gd name="T32" fmla="*/ 0 w 31"/>
                <a:gd name="T33" fmla="*/ 29 h 40"/>
                <a:gd name="T34" fmla="*/ 10 w 31"/>
                <a:gd name="T35" fmla="*/ 28 h 40"/>
                <a:gd name="T36" fmla="*/ 12 w 31"/>
                <a:gd name="T37" fmla="*/ 32 h 40"/>
                <a:gd name="T38" fmla="*/ 16 w 31"/>
                <a:gd name="T39" fmla="*/ 34 h 40"/>
                <a:gd name="T40" fmla="*/ 19 w 31"/>
                <a:gd name="T41" fmla="*/ 32 h 40"/>
                <a:gd name="T42" fmla="*/ 21 w 31"/>
                <a:gd name="T43" fmla="*/ 28 h 40"/>
                <a:gd name="T44" fmla="*/ 19 w 31"/>
                <a:gd name="T45" fmla="*/ 24 h 40"/>
                <a:gd name="T46" fmla="*/ 15 w 31"/>
                <a:gd name="T47" fmla="*/ 22 h 40"/>
                <a:gd name="T48" fmla="*/ 12 w 31"/>
                <a:gd name="T49" fmla="*/ 23 h 40"/>
                <a:gd name="T50" fmla="*/ 13 w 31"/>
                <a:gd name="T51" fmla="*/ 15 h 40"/>
                <a:gd name="T52" fmla="*/ 14 w 31"/>
                <a:gd name="T53" fmla="*/ 15 h 40"/>
                <a:gd name="T54" fmla="*/ 17 w 31"/>
                <a:gd name="T55" fmla="*/ 14 h 40"/>
                <a:gd name="T56" fmla="*/ 19 w 31"/>
                <a:gd name="T57" fmla="*/ 11 h 40"/>
                <a:gd name="T58" fmla="*/ 18 w 31"/>
                <a:gd name="T59" fmla="*/ 8 h 40"/>
                <a:gd name="T60" fmla="*/ 15 w 31"/>
                <a:gd name="T61" fmla="*/ 7 h 40"/>
                <a:gd name="T62" fmla="*/ 12 w 31"/>
                <a:gd name="T63" fmla="*/ 8 h 40"/>
                <a:gd name="T64" fmla="*/ 10 w 31"/>
                <a:gd name="T65" fmla="*/ 1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1" h="40">
                  <a:moveTo>
                    <a:pt x="10" y="12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1" y="7"/>
                    <a:pt x="3" y="5"/>
                    <a:pt x="5" y="3"/>
                  </a:cubicBezTo>
                  <a:cubicBezTo>
                    <a:pt x="7" y="1"/>
                    <a:pt x="11" y="0"/>
                    <a:pt x="15" y="0"/>
                  </a:cubicBezTo>
                  <a:cubicBezTo>
                    <a:pt x="20" y="0"/>
                    <a:pt x="24" y="1"/>
                    <a:pt x="26" y="3"/>
                  </a:cubicBezTo>
                  <a:cubicBezTo>
                    <a:pt x="28" y="5"/>
                    <a:pt x="30" y="7"/>
                    <a:pt x="30" y="10"/>
                  </a:cubicBezTo>
                  <a:cubicBezTo>
                    <a:pt x="30" y="12"/>
                    <a:pt x="29" y="13"/>
                    <a:pt x="28" y="15"/>
                  </a:cubicBezTo>
                  <a:cubicBezTo>
                    <a:pt x="27" y="16"/>
                    <a:pt x="26" y="17"/>
                    <a:pt x="24" y="18"/>
                  </a:cubicBezTo>
                  <a:cubicBezTo>
                    <a:pt x="25" y="19"/>
                    <a:pt x="27" y="19"/>
                    <a:pt x="27" y="20"/>
                  </a:cubicBezTo>
                  <a:cubicBezTo>
                    <a:pt x="29" y="20"/>
                    <a:pt x="30" y="21"/>
                    <a:pt x="30" y="23"/>
                  </a:cubicBezTo>
                  <a:cubicBezTo>
                    <a:pt x="31" y="24"/>
                    <a:pt x="31" y="26"/>
                    <a:pt x="31" y="27"/>
                  </a:cubicBezTo>
                  <a:cubicBezTo>
                    <a:pt x="31" y="30"/>
                    <a:pt x="31" y="32"/>
                    <a:pt x="30" y="34"/>
                  </a:cubicBezTo>
                  <a:cubicBezTo>
                    <a:pt x="29" y="36"/>
                    <a:pt x="27" y="38"/>
                    <a:pt x="25" y="39"/>
                  </a:cubicBezTo>
                  <a:cubicBezTo>
                    <a:pt x="22" y="40"/>
                    <a:pt x="19" y="40"/>
                    <a:pt x="16" y="40"/>
                  </a:cubicBezTo>
                  <a:cubicBezTo>
                    <a:pt x="12" y="40"/>
                    <a:pt x="10" y="40"/>
                    <a:pt x="8" y="39"/>
                  </a:cubicBezTo>
                  <a:cubicBezTo>
                    <a:pt x="6" y="38"/>
                    <a:pt x="4" y="37"/>
                    <a:pt x="3" y="35"/>
                  </a:cubicBezTo>
                  <a:cubicBezTo>
                    <a:pt x="1" y="34"/>
                    <a:pt x="0" y="32"/>
                    <a:pt x="0" y="29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1" y="30"/>
                    <a:pt x="11" y="32"/>
                    <a:pt x="12" y="32"/>
                  </a:cubicBezTo>
                  <a:cubicBezTo>
                    <a:pt x="13" y="33"/>
                    <a:pt x="14" y="34"/>
                    <a:pt x="16" y="34"/>
                  </a:cubicBezTo>
                  <a:cubicBezTo>
                    <a:pt x="17" y="34"/>
                    <a:pt x="18" y="33"/>
                    <a:pt x="19" y="32"/>
                  </a:cubicBezTo>
                  <a:cubicBezTo>
                    <a:pt x="20" y="31"/>
                    <a:pt x="21" y="30"/>
                    <a:pt x="21" y="28"/>
                  </a:cubicBezTo>
                  <a:cubicBezTo>
                    <a:pt x="21" y="26"/>
                    <a:pt x="20" y="25"/>
                    <a:pt x="19" y="24"/>
                  </a:cubicBezTo>
                  <a:cubicBezTo>
                    <a:pt x="18" y="23"/>
                    <a:pt x="17" y="22"/>
                    <a:pt x="15" y="22"/>
                  </a:cubicBezTo>
                  <a:cubicBezTo>
                    <a:pt x="15" y="22"/>
                    <a:pt x="14" y="23"/>
                    <a:pt x="12" y="23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5"/>
                    <a:pt x="14" y="15"/>
                    <a:pt x="14" y="15"/>
                  </a:cubicBezTo>
                  <a:cubicBezTo>
                    <a:pt x="15" y="15"/>
                    <a:pt x="17" y="15"/>
                    <a:pt x="17" y="14"/>
                  </a:cubicBezTo>
                  <a:cubicBezTo>
                    <a:pt x="18" y="13"/>
                    <a:pt x="19" y="12"/>
                    <a:pt x="19" y="11"/>
                  </a:cubicBezTo>
                  <a:cubicBezTo>
                    <a:pt x="19" y="10"/>
                    <a:pt x="18" y="9"/>
                    <a:pt x="18" y="8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4" y="7"/>
                    <a:pt x="13" y="7"/>
                    <a:pt x="12" y="8"/>
                  </a:cubicBezTo>
                  <a:cubicBezTo>
                    <a:pt x="11" y="9"/>
                    <a:pt x="11" y="10"/>
                    <a:pt x="10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59">
              <a:extLst>
                <a:ext uri="{FF2B5EF4-FFF2-40B4-BE49-F238E27FC236}">
                  <a16:creationId xmlns:a16="http://schemas.microsoft.com/office/drawing/2014/main" id="{04F6FD11-E0D4-43B4-90C7-4A0E926EA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7933" y="5415923"/>
              <a:ext cx="17463" cy="9525"/>
            </a:xfrm>
            <a:custGeom>
              <a:avLst/>
              <a:gdLst>
                <a:gd name="T0" fmla="*/ 0 w 11"/>
                <a:gd name="T1" fmla="*/ 6 h 6"/>
                <a:gd name="T2" fmla="*/ 5 w 11"/>
                <a:gd name="T3" fmla="*/ 5 h 6"/>
                <a:gd name="T4" fmla="*/ 11 w 11"/>
                <a:gd name="T5" fmla="*/ 2 h 6"/>
                <a:gd name="T6" fmla="*/ 8 w 11"/>
                <a:gd name="T7" fmla="*/ 1 h 6"/>
                <a:gd name="T8" fmla="*/ 4 w 11"/>
                <a:gd name="T9" fmla="*/ 0 h 6"/>
                <a:gd name="T10" fmla="*/ 0 w 11"/>
                <a:gd name="T11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6">
                  <a:moveTo>
                    <a:pt x="0" y="6"/>
                  </a:moveTo>
                  <a:lnTo>
                    <a:pt x="5" y="5"/>
                  </a:lnTo>
                  <a:lnTo>
                    <a:pt x="11" y="2"/>
                  </a:lnTo>
                  <a:lnTo>
                    <a:pt x="8" y="1"/>
                  </a:lnTo>
                  <a:lnTo>
                    <a:pt x="4" y="0"/>
                  </a:lnTo>
                  <a:lnTo>
                    <a:pt x="0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60">
              <a:extLst>
                <a:ext uri="{FF2B5EF4-FFF2-40B4-BE49-F238E27FC236}">
                  <a16:creationId xmlns:a16="http://schemas.microsoft.com/office/drawing/2014/main" id="{FE200AEE-D4A1-4E21-8F5C-297A49BDB2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7945" y="4187198"/>
              <a:ext cx="44450" cy="34925"/>
            </a:xfrm>
            <a:custGeom>
              <a:avLst/>
              <a:gdLst>
                <a:gd name="T0" fmla="*/ 22 w 24"/>
                <a:gd name="T1" fmla="*/ 11 h 19"/>
                <a:gd name="T2" fmla="*/ 24 w 24"/>
                <a:gd name="T3" fmla="*/ 8 h 19"/>
                <a:gd name="T4" fmla="*/ 24 w 24"/>
                <a:gd name="T5" fmla="*/ 4 h 19"/>
                <a:gd name="T6" fmla="*/ 21 w 24"/>
                <a:gd name="T7" fmla="*/ 0 h 19"/>
                <a:gd name="T8" fmla="*/ 16 w 24"/>
                <a:gd name="T9" fmla="*/ 0 h 19"/>
                <a:gd name="T10" fmla="*/ 8 w 24"/>
                <a:gd name="T11" fmla="*/ 4 h 19"/>
                <a:gd name="T12" fmla="*/ 0 w 24"/>
                <a:gd name="T13" fmla="*/ 7 h 19"/>
                <a:gd name="T14" fmla="*/ 5 w 24"/>
                <a:gd name="T15" fmla="*/ 19 h 19"/>
                <a:gd name="T16" fmla="*/ 13 w 24"/>
                <a:gd name="T17" fmla="*/ 16 h 19"/>
                <a:gd name="T18" fmla="*/ 22 w 24"/>
                <a:gd name="T19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9">
                  <a:moveTo>
                    <a:pt x="22" y="11"/>
                  </a:moveTo>
                  <a:cubicBezTo>
                    <a:pt x="23" y="10"/>
                    <a:pt x="24" y="9"/>
                    <a:pt x="24" y="8"/>
                  </a:cubicBezTo>
                  <a:cubicBezTo>
                    <a:pt x="24" y="6"/>
                    <a:pt x="24" y="5"/>
                    <a:pt x="24" y="4"/>
                  </a:cubicBezTo>
                  <a:cubicBezTo>
                    <a:pt x="23" y="2"/>
                    <a:pt x="22" y="1"/>
                    <a:pt x="21" y="0"/>
                  </a:cubicBezTo>
                  <a:cubicBezTo>
                    <a:pt x="19" y="0"/>
                    <a:pt x="18" y="0"/>
                    <a:pt x="16" y="0"/>
                  </a:cubicBezTo>
                  <a:cubicBezTo>
                    <a:pt x="15" y="1"/>
                    <a:pt x="12" y="2"/>
                    <a:pt x="8" y="4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8" y="13"/>
                    <a:pt x="21" y="12"/>
                    <a:pt x="22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61">
              <a:extLst>
                <a:ext uri="{FF2B5EF4-FFF2-40B4-BE49-F238E27FC236}">
                  <a16:creationId xmlns:a16="http://schemas.microsoft.com/office/drawing/2014/main" id="{86159E54-4EC5-4D56-BDA2-17DF7A37AF8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7108" y="4461836"/>
              <a:ext cx="36513" cy="46038"/>
            </a:xfrm>
            <a:custGeom>
              <a:avLst/>
              <a:gdLst>
                <a:gd name="T0" fmla="*/ 10 w 20"/>
                <a:gd name="T1" fmla="*/ 23 h 25"/>
                <a:gd name="T2" fmla="*/ 13 w 20"/>
                <a:gd name="T3" fmla="*/ 25 h 25"/>
                <a:gd name="T4" fmla="*/ 17 w 20"/>
                <a:gd name="T5" fmla="*/ 24 h 25"/>
                <a:gd name="T6" fmla="*/ 20 w 20"/>
                <a:gd name="T7" fmla="*/ 20 h 25"/>
                <a:gd name="T8" fmla="*/ 20 w 20"/>
                <a:gd name="T9" fmla="*/ 15 h 25"/>
                <a:gd name="T10" fmla="*/ 15 w 20"/>
                <a:gd name="T11" fmla="*/ 8 h 25"/>
                <a:gd name="T12" fmla="*/ 11 w 20"/>
                <a:gd name="T13" fmla="*/ 0 h 25"/>
                <a:gd name="T14" fmla="*/ 0 w 20"/>
                <a:gd name="T15" fmla="*/ 7 h 25"/>
                <a:gd name="T16" fmla="*/ 4 w 20"/>
                <a:gd name="T17" fmla="*/ 14 h 25"/>
                <a:gd name="T18" fmla="*/ 10 w 20"/>
                <a:gd name="T19" fmla="*/ 2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" h="25">
                  <a:moveTo>
                    <a:pt x="10" y="23"/>
                  </a:moveTo>
                  <a:cubicBezTo>
                    <a:pt x="11" y="24"/>
                    <a:pt x="12" y="24"/>
                    <a:pt x="13" y="25"/>
                  </a:cubicBezTo>
                  <a:cubicBezTo>
                    <a:pt x="15" y="25"/>
                    <a:pt x="16" y="24"/>
                    <a:pt x="17" y="24"/>
                  </a:cubicBezTo>
                  <a:cubicBezTo>
                    <a:pt x="19" y="23"/>
                    <a:pt x="20" y="21"/>
                    <a:pt x="20" y="20"/>
                  </a:cubicBezTo>
                  <a:cubicBezTo>
                    <a:pt x="20" y="19"/>
                    <a:pt x="20" y="17"/>
                    <a:pt x="20" y="15"/>
                  </a:cubicBezTo>
                  <a:cubicBezTo>
                    <a:pt x="19" y="14"/>
                    <a:pt x="18" y="12"/>
                    <a:pt x="15" y="8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7" y="19"/>
                    <a:pt x="9" y="22"/>
                    <a:pt x="10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62">
              <a:extLst>
                <a:ext uri="{FF2B5EF4-FFF2-40B4-BE49-F238E27FC236}">
                  <a16:creationId xmlns:a16="http://schemas.microsoft.com/office/drawing/2014/main" id="{0A8A6A06-FBF4-4AFC-BBBA-4E22E9C84C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5358" y="4642811"/>
              <a:ext cx="39688" cy="28575"/>
            </a:xfrm>
            <a:custGeom>
              <a:avLst/>
              <a:gdLst>
                <a:gd name="T0" fmla="*/ 25 w 25"/>
                <a:gd name="T1" fmla="*/ 0 h 18"/>
                <a:gd name="T2" fmla="*/ 0 w 25"/>
                <a:gd name="T3" fmla="*/ 3 h 18"/>
                <a:gd name="T4" fmla="*/ 19 w 25"/>
                <a:gd name="T5" fmla="*/ 18 h 18"/>
                <a:gd name="T6" fmla="*/ 25 w 25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8">
                  <a:moveTo>
                    <a:pt x="25" y="0"/>
                  </a:moveTo>
                  <a:lnTo>
                    <a:pt x="0" y="3"/>
                  </a:lnTo>
                  <a:lnTo>
                    <a:pt x="19" y="18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63">
              <a:extLst>
                <a:ext uri="{FF2B5EF4-FFF2-40B4-BE49-F238E27FC236}">
                  <a16:creationId xmlns:a16="http://schemas.microsoft.com/office/drawing/2014/main" id="{05BECB14-101A-40C8-91C0-90AB5D053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4820" y="5565148"/>
              <a:ext cx="38100" cy="61913"/>
            </a:xfrm>
            <a:custGeom>
              <a:avLst/>
              <a:gdLst>
                <a:gd name="T0" fmla="*/ 7 w 21"/>
                <a:gd name="T1" fmla="*/ 10 h 33"/>
                <a:gd name="T2" fmla="*/ 4 w 21"/>
                <a:gd name="T3" fmla="*/ 12 h 33"/>
                <a:gd name="T4" fmla="*/ 2 w 21"/>
                <a:gd name="T5" fmla="*/ 15 h 33"/>
                <a:gd name="T6" fmla="*/ 1 w 21"/>
                <a:gd name="T7" fmla="*/ 19 h 33"/>
                <a:gd name="T8" fmla="*/ 0 w 21"/>
                <a:gd name="T9" fmla="*/ 23 h 33"/>
                <a:gd name="T10" fmla="*/ 2 w 21"/>
                <a:gd name="T11" fmla="*/ 26 h 33"/>
                <a:gd name="T12" fmla="*/ 9 w 21"/>
                <a:gd name="T13" fmla="*/ 32 h 33"/>
                <a:gd name="T14" fmla="*/ 12 w 21"/>
                <a:gd name="T15" fmla="*/ 33 h 33"/>
                <a:gd name="T16" fmla="*/ 15 w 21"/>
                <a:gd name="T17" fmla="*/ 33 h 33"/>
                <a:gd name="T18" fmla="*/ 19 w 21"/>
                <a:gd name="T19" fmla="*/ 29 h 33"/>
                <a:gd name="T20" fmla="*/ 20 w 21"/>
                <a:gd name="T21" fmla="*/ 26 h 33"/>
                <a:gd name="T22" fmla="*/ 21 w 21"/>
                <a:gd name="T23" fmla="*/ 24 h 33"/>
                <a:gd name="T24" fmla="*/ 20 w 21"/>
                <a:gd name="T25" fmla="*/ 20 h 33"/>
                <a:gd name="T26" fmla="*/ 14 w 21"/>
                <a:gd name="T27" fmla="*/ 16 h 33"/>
                <a:gd name="T28" fmla="*/ 14 w 21"/>
                <a:gd name="T29" fmla="*/ 11 h 33"/>
                <a:gd name="T30" fmla="*/ 17 w 21"/>
                <a:gd name="T31" fmla="*/ 11 h 33"/>
                <a:gd name="T32" fmla="*/ 18 w 21"/>
                <a:gd name="T33" fmla="*/ 8 h 33"/>
                <a:gd name="T34" fmla="*/ 18 w 21"/>
                <a:gd name="T35" fmla="*/ 5 h 33"/>
                <a:gd name="T36" fmla="*/ 18 w 21"/>
                <a:gd name="T37" fmla="*/ 2 h 33"/>
                <a:gd name="T38" fmla="*/ 15 w 21"/>
                <a:gd name="T39" fmla="*/ 2 h 33"/>
                <a:gd name="T40" fmla="*/ 10 w 21"/>
                <a:gd name="T41" fmla="*/ 8 h 33"/>
                <a:gd name="T42" fmla="*/ 9 w 21"/>
                <a:gd name="T43" fmla="*/ 9 h 33"/>
                <a:gd name="T44" fmla="*/ 7 w 21"/>
                <a:gd name="T45" fmla="*/ 1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33">
                  <a:moveTo>
                    <a:pt x="7" y="10"/>
                  </a:moveTo>
                  <a:cubicBezTo>
                    <a:pt x="5" y="10"/>
                    <a:pt x="4" y="12"/>
                    <a:pt x="4" y="12"/>
                  </a:cubicBezTo>
                  <a:cubicBezTo>
                    <a:pt x="1" y="14"/>
                    <a:pt x="2" y="15"/>
                    <a:pt x="2" y="15"/>
                  </a:cubicBezTo>
                  <a:cubicBezTo>
                    <a:pt x="2" y="16"/>
                    <a:pt x="1" y="19"/>
                    <a:pt x="1" y="19"/>
                  </a:cubicBezTo>
                  <a:cubicBezTo>
                    <a:pt x="0" y="20"/>
                    <a:pt x="0" y="23"/>
                    <a:pt x="0" y="23"/>
                  </a:cubicBezTo>
                  <a:cubicBezTo>
                    <a:pt x="0" y="24"/>
                    <a:pt x="2" y="26"/>
                    <a:pt x="2" y="26"/>
                  </a:cubicBezTo>
                  <a:cubicBezTo>
                    <a:pt x="3" y="29"/>
                    <a:pt x="9" y="32"/>
                    <a:pt x="9" y="32"/>
                  </a:cubicBezTo>
                  <a:cubicBezTo>
                    <a:pt x="10" y="33"/>
                    <a:pt x="11" y="33"/>
                    <a:pt x="12" y="33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9" y="33"/>
                    <a:pt x="19" y="29"/>
                    <a:pt x="19" y="29"/>
                  </a:cubicBezTo>
                  <a:cubicBezTo>
                    <a:pt x="18" y="28"/>
                    <a:pt x="20" y="26"/>
                    <a:pt x="20" y="26"/>
                  </a:cubicBezTo>
                  <a:cubicBezTo>
                    <a:pt x="21" y="25"/>
                    <a:pt x="21" y="24"/>
                    <a:pt x="21" y="24"/>
                  </a:cubicBezTo>
                  <a:cubicBezTo>
                    <a:pt x="20" y="23"/>
                    <a:pt x="20" y="20"/>
                    <a:pt x="20" y="20"/>
                  </a:cubicBezTo>
                  <a:cubicBezTo>
                    <a:pt x="18" y="19"/>
                    <a:pt x="14" y="16"/>
                    <a:pt x="14" y="16"/>
                  </a:cubicBezTo>
                  <a:cubicBezTo>
                    <a:pt x="11" y="12"/>
                    <a:pt x="14" y="11"/>
                    <a:pt x="14" y="11"/>
                  </a:cubicBezTo>
                  <a:cubicBezTo>
                    <a:pt x="16" y="12"/>
                    <a:pt x="17" y="11"/>
                    <a:pt x="17" y="11"/>
                  </a:cubicBezTo>
                  <a:cubicBezTo>
                    <a:pt x="19" y="11"/>
                    <a:pt x="18" y="8"/>
                    <a:pt x="18" y="8"/>
                  </a:cubicBezTo>
                  <a:cubicBezTo>
                    <a:pt x="18" y="6"/>
                    <a:pt x="18" y="5"/>
                    <a:pt x="18" y="5"/>
                  </a:cubicBezTo>
                  <a:cubicBezTo>
                    <a:pt x="19" y="2"/>
                    <a:pt x="18" y="2"/>
                    <a:pt x="18" y="2"/>
                  </a:cubicBezTo>
                  <a:cubicBezTo>
                    <a:pt x="16" y="0"/>
                    <a:pt x="15" y="2"/>
                    <a:pt x="15" y="2"/>
                  </a:cubicBezTo>
                  <a:cubicBezTo>
                    <a:pt x="14" y="4"/>
                    <a:pt x="10" y="8"/>
                    <a:pt x="10" y="8"/>
                  </a:cubicBezTo>
                  <a:cubicBezTo>
                    <a:pt x="9" y="8"/>
                    <a:pt x="9" y="9"/>
                    <a:pt x="9" y="9"/>
                  </a:cubicBezTo>
                  <a:cubicBezTo>
                    <a:pt x="8" y="10"/>
                    <a:pt x="7" y="10"/>
                    <a:pt x="7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64">
              <a:extLst>
                <a:ext uri="{FF2B5EF4-FFF2-40B4-BE49-F238E27FC236}">
                  <a16:creationId xmlns:a16="http://schemas.microsoft.com/office/drawing/2014/main" id="{C8E54980-2AFF-481A-9172-813B1144D9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7633" y="5504823"/>
              <a:ext cx="7938" cy="20638"/>
            </a:xfrm>
            <a:custGeom>
              <a:avLst/>
              <a:gdLst>
                <a:gd name="T0" fmla="*/ 0 w 4"/>
                <a:gd name="T1" fmla="*/ 0 h 11"/>
                <a:gd name="T2" fmla="*/ 2 w 4"/>
                <a:gd name="T3" fmla="*/ 5 h 11"/>
                <a:gd name="T4" fmla="*/ 2 w 4"/>
                <a:gd name="T5" fmla="*/ 7 h 11"/>
                <a:gd name="T6" fmla="*/ 3 w 4"/>
                <a:gd name="T7" fmla="*/ 10 h 11"/>
                <a:gd name="T8" fmla="*/ 4 w 4"/>
                <a:gd name="T9" fmla="*/ 9 h 11"/>
                <a:gd name="T10" fmla="*/ 3 w 4"/>
                <a:gd name="T11" fmla="*/ 3 h 11"/>
                <a:gd name="T12" fmla="*/ 3 w 4"/>
                <a:gd name="T13" fmla="*/ 0 h 11"/>
                <a:gd name="T14" fmla="*/ 0 w 4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11">
                  <a:moveTo>
                    <a:pt x="0" y="0"/>
                  </a:moveTo>
                  <a:cubicBezTo>
                    <a:pt x="1" y="3"/>
                    <a:pt x="2" y="4"/>
                    <a:pt x="2" y="5"/>
                  </a:cubicBezTo>
                  <a:cubicBezTo>
                    <a:pt x="2" y="6"/>
                    <a:pt x="2" y="7"/>
                    <a:pt x="2" y="7"/>
                  </a:cubicBezTo>
                  <a:cubicBezTo>
                    <a:pt x="4" y="9"/>
                    <a:pt x="3" y="8"/>
                    <a:pt x="3" y="10"/>
                  </a:cubicBezTo>
                  <a:cubicBezTo>
                    <a:pt x="4" y="11"/>
                    <a:pt x="4" y="10"/>
                    <a:pt x="4" y="9"/>
                  </a:cubicBezTo>
                  <a:cubicBezTo>
                    <a:pt x="4" y="8"/>
                    <a:pt x="4" y="5"/>
                    <a:pt x="3" y="3"/>
                  </a:cubicBezTo>
                  <a:cubicBezTo>
                    <a:pt x="3" y="2"/>
                    <a:pt x="3" y="1"/>
                    <a:pt x="3" y="0"/>
                  </a:cubicBezTo>
                  <a:cubicBezTo>
                    <a:pt x="2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65">
              <a:extLst>
                <a:ext uri="{FF2B5EF4-FFF2-40B4-BE49-F238E27FC236}">
                  <a16:creationId xmlns:a16="http://schemas.microsoft.com/office/drawing/2014/main" id="{70EA85F6-4343-4B69-A812-A3891ADC6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4295" y="5517523"/>
              <a:ext cx="33338" cy="12700"/>
            </a:xfrm>
            <a:custGeom>
              <a:avLst/>
              <a:gdLst>
                <a:gd name="T0" fmla="*/ 0 w 18"/>
                <a:gd name="T1" fmla="*/ 7 h 7"/>
                <a:gd name="T2" fmla="*/ 5 w 18"/>
                <a:gd name="T3" fmla="*/ 6 h 7"/>
                <a:gd name="T4" fmla="*/ 17 w 18"/>
                <a:gd name="T5" fmla="*/ 3 h 7"/>
                <a:gd name="T6" fmla="*/ 18 w 18"/>
                <a:gd name="T7" fmla="*/ 2 h 7"/>
                <a:gd name="T8" fmla="*/ 18 w 18"/>
                <a:gd name="T9" fmla="*/ 2 h 7"/>
                <a:gd name="T10" fmla="*/ 17 w 18"/>
                <a:gd name="T11" fmla="*/ 0 h 7"/>
                <a:gd name="T12" fmla="*/ 0 w 18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7">
                  <a:moveTo>
                    <a:pt x="0" y="7"/>
                  </a:moveTo>
                  <a:cubicBezTo>
                    <a:pt x="1" y="7"/>
                    <a:pt x="3" y="6"/>
                    <a:pt x="5" y="6"/>
                  </a:cubicBezTo>
                  <a:cubicBezTo>
                    <a:pt x="9" y="6"/>
                    <a:pt x="15" y="5"/>
                    <a:pt x="17" y="3"/>
                  </a:cubicBezTo>
                  <a:cubicBezTo>
                    <a:pt x="18" y="3"/>
                    <a:pt x="18" y="3"/>
                    <a:pt x="18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1"/>
                    <a:pt x="17" y="1"/>
                    <a:pt x="17" y="0"/>
                  </a:cubicBezTo>
                  <a:cubicBezTo>
                    <a:pt x="12" y="4"/>
                    <a:pt x="3" y="5"/>
                    <a:pt x="0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66">
              <a:extLst>
                <a:ext uri="{FF2B5EF4-FFF2-40B4-BE49-F238E27FC236}">
                  <a16:creationId xmlns:a16="http://schemas.microsoft.com/office/drawing/2014/main" id="{DD769AD1-4A03-4B7F-9DE7-52A5BE103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9433" y="4149098"/>
              <a:ext cx="63500" cy="68263"/>
            </a:xfrm>
            <a:custGeom>
              <a:avLst/>
              <a:gdLst>
                <a:gd name="T0" fmla="*/ 12 w 34"/>
                <a:gd name="T1" fmla="*/ 36 h 37"/>
                <a:gd name="T2" fmla="*/ 24 w 34"/>
                <a:gd name="T3" fmla="*/ 35 h 37"/>
                <a:gd name="T4" fmla="*/ 32 w 34"/>
                <a:gd name="T5" fmla="*/ 23 h 37"/>
                <a:gd name="T6" fmla="*/ 32 w 34"/>
                <a:gd name="T7" fmla="*/ 9 h 37"/>
                <a:gd name="T8" fmla="*/ 22 w 34"/>
                <a:gd name="T9" fmla="*/ 2 h 37"/>
                <a:gd name="T10" fmla="*/ 10 w 34"/>
                <a:gd name="T11" fmla="*/ 3 h 37"/>
                <a:gd name="T12" fmla="*/ 2 w 34"/>
                <a:gd name="T13" fmla="*/ 15 h 37"/>
                <a:gd name="T14" fmla="*/ 3 w 34"/>
                <a:gd name="T15" fmla="*/ 29 h 37"/>
                <a:gd name="T16" fmla="*/ 12 w 34"/>
                <a:gd name="T17" fmla="*/ 3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12" y="36"/>
                  </a:moveTo>
                  <a:cubicBezTo>
                    <a:pt x="17" y="37"/>
                    <a:pt x="21" y="37"/>
                    <a:pt x="24" y="35"/>
                  </a:cubicBezTo>
                  <a:cubicBezTo>
                    <a:pt x="28" y="33"/>
                    <a:pt x="31" y="29"/>
                    <a:pt x="32" y="23"/>
                  </a:cubicBezTo>
                  <a:cubicBezTo>
                    <a:pt x="34" y="17"/>
                    <a:pt x="34" y="12"/>
                    <a:pt x="32" y="9"/>
                  </a:cubicBezTo>
                  <a:cubicBezTo>
                    <a:pt x="30" y="5"/>
                    <a:pt x="26" y="3"/>
                    <a:pt x="22" y="2"/>
                  </a:cubicBezTo>
                  <a:cubicBezTo>
                    <a:pt x="17" y="0"/>
                    <a:pt x="13" y="1"/>
                    <a:pt x="10" y="3"/>
                  </a:cubicBezTo>
                  <a:cubicBezTo>
                    <a:pt x="6" y="5"/>
                    <a:pt x="3" y="9"/>
                    <a:pt x="2" y="15"/>
                  </a:cubicBezTo>
                  <a:cubicBezTo>
                    <a:pt x="0" y="20"/>
                    <a:pt x="1" y="25"/>
                    <a:pt x="3" y="29"/>
                  </a:cubicBezTo>
                  <a:cubicBezTo>
                    <a:pt x="5" y="33"/>
                    <a:pt x="8" y="35"/>
                    <a:pt x="12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67">
              <a:extLst>
                <a:ext uri="{FF2B5EF4-FFF2-40B4-BE49-F238E27FC236}">
                  <a16:creationId xmlns:a16="http://schemas.microsoft.com/office/drawing/2014/main" id="{73BA7010-9DCC-4238-AEE8-C7FC41AEDF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62008" y="4030036"/>
              <a:ext cx="1677988" cy="1673225"/>
            </a:xfrm>
            <a:custGeom>
              <a:avLst/>
              <a:gdLst>
                <a:gd name="T0" fmla="*/ 812 w 905"/>
                <a:gd name="T1" fmla="*/ 404 h 905"/>
                <a:gd name="T2" fmla="*/ 774 w 905"/>
                <a:gd name="T3" fmla="*/ 279 h 905"/>
                <a:gd name="T4" fmla="*/ 779 w 905"/>
                <a:gd name="T5" fmla="*/ 210 h 905"/>
                <a:gd name="T6" fmla="*/ 721 w 905"/>
                <a:gd name="T7" fmla="*/ 187 h 905"/>
                <a:gd name="T8" fmla="*/ 685 w 905"/>
                <a:gd name="T9" fmla="*/ 149 h 905"/>
                <a:gd name="T10" fmla="*/ 617 w 905"/>
                <a:gd name="T11" fmla="*/ 113 h 905"/>
                <a:gd name="T12" fmla="*/ 564 w 905"/>
                <a:gd name="T13" fmla="*/ 108 h 905"/>
                <a:gd name="T14" fmla="*/ 460 w 905"/>
                <a:gd name="T15" fmla="*/ 45 h 905"/>
                <a:gd name="T16" fmla="*/ 375 w 905"/>
                <a:gd name="T17" fmla="*/ 52 h 905"/>
                <a:gd name="T18" fmla="*/ 348 w 905"/>
                <a:gd name="T19" fmla="*/ 78 h 905"/>
                <a:gd name="T20" fmla="*/ 362 w 905"/>
                <a:gd name="T21" fmla="*/ 92 h 905"/>
                <a:gd name="T22" fmla="*/ 312 w 905"/>
                <a:gd name="T23" fmla="*/ 104 h 905"/>
                <a:gd name="T24" fmla="*/ 250 w 905"/>
                <a:gd name="T25" fmla="*/ 96 h 905"/>
                <a:gd name="T26" fmla="*/ 175 w 905"/>
                <a:gd name="T27" fmla="*/ 151 h 905"/>
                <a:gd name="T28" fmla="*/ 121 w 905"/>
                <a:gd name="T29" fmla="*/ 211 h 905"/>
                <a:gd name="T30" fmla="*/ 120 w 905"/>
                <a:gd name="T31" fmla="*/ 281 h 905"/>
                <a:gd name="T32" fmla="*/ 132 w 905"/>
                <a:gd name="T33" fmla="*/ 289 h 905"/>
                <a:gd name="T34" fmla="*/ 95 w 905"/>
                <a:gd name="T35" fmla="*/ 410 h 905"/>
                <a:gd name="T36" fmla="*/ 41 w 905"/>
                <a:gd name="T37" fmla="*/ 453 h 905"/>
                <a:gd name="T38" fmla="*/ 51 w 905"/>
                <a:gd name="T39" fmla="*/ 518 h 905"/>
                <a:gd name="T40" fmla="*/ 101 w 905"/>
                <a:gd name="T41" fmla="*/ 526 h 905"/>
                <a:gd name="T42" fmla="*/ 238 w 905"/>
                <a:gd name="T43" fmla="*/ 764 h 905"/>
                <a:gd name="T44" fmla="*/ 218 w 905"/>
                <a:gd name="T45" fmla="*/ 741 h 905"/>
                <a:gd name="T46" fmla="*/ 196 w 905"/>
                <a:gd name="T47" fmla="*/ 742 h 905"/>
                <a:gd name="T48" fmla="*/ 289 w 905"/>
                <a:gd name="T49" fmla="*/ 829 h 905"/>
                <a:gd name="T50" fmla="*/ 284 w 905"/>
                <a:gd name="T51" fmla="*/ 801 h 905"/>
                <a:gd name="T52" fmla="*/ 309 w 905"/>
                <a:gd name="T53" fmla="*/ 811 h 905"/>
                <a:gd name="T54" fmla="*/ 317 w 905"/>
                <a:gd name="T55" fmla="*/ 787 h 905"/>
                <a:gd name="T56" fmla="*/ 310 w 905"/>
                <a:gd name="T57" fmla="*/ 842 h 905"/>
                <a:gd name="T58" fmla="*/ 352 w 905"/>
                <a:gd name="T59" fmla="*/ 858 h 905"/>
                <a:gd name="T60" fmla="*/ 420 w 905"/>
                <a:gd name="T61" fmla="*/ 807 h 905"/>
                <a:gd name="T62" fmla="*/ 413 w 905"/>
                <a:gd name="T63" fmla="*/ 875 h 905"/>
                <a:gd name="T64" fmla="*/ 399 w 905"/>
                <a:gd name="T65" fmla="*/ 866 h 905"/>
                <a:gd name="T66" fmla="*/ 430 w 905"/>
                <a:gd name="T67" fmla="*/ 858 h 905"/>
                <a:gd name="T68" fmla="*/ 479 w 905"/>
                <a:gd name="T69" fmla="*/ 856 h 905"/>
                <a:gd name="T70" fmla="*/ 477 w 905"/>
                <a:gd name="T71" fmla="*/ 831 h 905"/>
                <a:gd name="T72" fmla="*/ 529 w 905"/>
                <a:gd name="T73" fmla="*/ 866 h 905"/>
                <a:gd name="T74" fmla="*/ 486 w 905"/>
                <a:gd name="T75" fmla="*/ 850 h 905"/>
                <a:gd name="T76" fmla="*/ 516 w 905"/>
                <a:gd name="T77" fmla="*/ 820 h 905"/>
                <a:gd name="T78" fmla="*/ 599 w 905"/>
                <a:gd name="T79" fmla="*/ 840 h 905"/>
                <a:gd name="T80" fmla="*/ 588 w 905"/>
                <a:gd name="T81" fmla="*/ 834 h 905"/>
                <a:gd name="T82" fmla="*/ 584 w 905"/>
                <a:gd name="T83" fmla="*/ 805 h 905"/>
                <a:gd name="T84" fmla="*/ 599 w 905"/>
                <a:gd name="T85" fmla="*/ 796 h 905"/>
                <a:gd name="T86" fmla="*/ 616 w 905"/>
                <a:gd name="T87" fmla="*/ 825 h 905"/>
                <a:gd name="T88" fmla="*/ 655 w 905"/>
                <a:gd name="T89" fmla="*/ 793 h 905"/>
                <a:gd name="T90" fmla="*/ 654 w 905"/>
                <a:gd name="T91" fmla="*/ 760 h 905"/>
                <a:gd name="T92" fmla="*/ 663 w 905"/>
                <a:gd name="T93" fmla="*/ 752 h 905"/>
                <a:gd name="T94" fmla="*/ 668 w 905"/>
                <a:gd name="T95" fmla="*/ 737 h 905"/>
                <a:gd name="T96" fmla="*/ 676 w 905"/>
                <a:gd name="T97" fmla="*/ 737 h 905"/>
                <a:gd name="T98" fmla="*/ 677 w 905"/>
                <a:gd name="T99" fmla="*/ 721 h 905"/>
                <a:gd name="T100" fmla="*/ 691 w 905"/>
                <a:gd name="T101" fmla="*/ 738 h 905"/>
                <a:gd name="T102" fmla="*/ 665 w 905"/>
                <a:gd name="T103" fmla="*/ 771 h 905"/>
                <a:gd name="T104" fmla="*/ 688 w 905"/>
                <a:gd name="T105" fmla="*/ 807 h 905"/>
                <a:gd name="T106" fmla="*/ 679 w 905"/>
                <a:gd name="T107" fmla="*/ 769 h 905"/>
                <a:gd name="T108" fmla="*/ 705 w 905"/>
                <a:gd name="T109" fmla="*/ 766 h 905"/>
                <a:gd name="T110" fmla="*/ 778 w 905"/>
                <a:gd name="T111" fmla="*/ 296 h 905"/>
                <a:gd name="T112" fmla="*/ 810 w 905"/>
                <a:gd name="T113" fmla="*/ 386 h 905"/>
                <a:gd name="T114" fmla="*/ 843 w 905"/>
                <a:gd name="T115" fmla="*/ 516 h 905"/>
                <a:gd name="T116" fmla="*/ 807 w 905"/>
                <a:gd name="T117" fmla="*/ 478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05" h="905">
                  <a:moveTo>
                    <a:pt x="453" y="0"/>
                  </a:moveTo>
                  <a:cubicBezTo>
                    <a:pt x="203" y="0"/>
                    <a:pt x="0" y="203"/>
                    <a:pt x="0" y="453"/>
                  </a:cubicBezTo>
                  <a:cubicBezTo>
                    <a:pt x="0" y="702"/>
                    <a:pt x="203" y="905"/>
                    <a:pt x="453" y="905"/>
                  </a:cubicBezTo>
                  <a:cubicBezTo>
                    <a:pt x="703" y="905"/>
                    <a:pt x="905" y="702"/>
                    <a:pt x="905" y="453"/>
                  </a:cubicBezTo>
                  <a:cubicBezTo>
                    <a:pt x="905" y="203"/>
                    <a:pt x="703" y="0"/>
                    <a:pt x="453" y="0"/>
                  </a:cubicBezTo>
                  <a:close/>
                  <a:moveTo>
                    <a:pt x="858" y="430"/>
                  </a:moveTo>
                  <a:cubicBezTo>
                    <a:pt x="849" y="431"/>
                    <a:pt x="849" y="431"/>
                    <a:pt x="849" y="431"/>
                  </a:cubicBezTo>
                  <a:cubicBezTo>
                    <a:pt x="846" y="400"/>
                    <a:pt x="846" y="400"/>
                    <a:pt x="846" y="400"/>
                  </a:cubicBezTo>
                  <a:cubicBezTo>
                    <a:pt x="835" y="401"/>
                    <a:pt x="835" y="401"/>
                    <a:pt x="835" y="401"/>
                  </a:cubicBezTo>
                  <a:cubicBezTo>
                    <a:pt x="838" y="430"/>
                    <a:pt x="838" y="430"/>
                    <a:pt x="838" y="430"/>
                  </a:cubicBezTo>
                  <a:cubicBezTo>
                    <a:pt x="829" y="431"/>
                    <a:pt x="829" y="431"/>
                    <a:pt x="829" y="431"/>
                  </a:cubicBezTo>
                  <a:cubicBezTo>
                    <a:pt x="826" y="402"/>
                    <a:pt x="826" y="402"/>
                    <a:pt x="826" y="402"/>
                  </a:cubicBezTo>
                  <a:cubicBezTo>
                    <a:pt x="812" y="404"/>
                    <a:pt x="812" y="404"/>
                    <a:pt x="812" y="404"/>
                  </a:cubicBezTo>
                  <a:cubicBezTo>
                    <a:pt x="816" y="435"/>
                    <a:pt x="816" y="435"/>
                    <a:pt x="816" y="435"/>
                  </a:cubicBezTo>
                  <a:cubicBezTo>
                    <a:pt x="807" y="436"/>
                    <a:pt x="807" y="436"/>
                    <a:pt x="807" y="436"/>
                  </a:cubicBezTo>
                  <a:cubicBezTo>
                    <a:pt x="802" y="393"/>
                    <a:pt x="802" y="393"/>
                    <a:pt x="802" y="393"/>
                  </a:cubicBezTo>
                  <a:cubicBezTo>
                    <a:pt x="854" y="388"/>
                    <a:pt x="854" y="388"/>
                    <a:pt x="854" y="388"/>
                  </a:cubicBezTo>
                  <a:lnTo>
                    <a:pt x="858" y="430"/>
                  </a:lnTo>
                  <a:close/>
                  <a:moveTo>
                    <a:pt x="799" y="241"/>
                  </a:moveTo>
                  <a:cubicBezTo>
                    <a:pt x="802" y="246"/>
                    <a:pt x="804" y="250"/>
                    <a:pt x="804" y="253"/>
                  </a:cubicBezTo>
                  <a:cubicBezTo>
                    <a:pt x="805" y="256"/>
                    <a:pt x="805" y="258"/>
                    <a:pt x="804" y="261"/>
                  </a:cubicBezTo>
                  <a:cubicBezTo>
                    <a:pt x="803" y="264"/>
                    <a:pt x="801" y="266"/>
                    <a:pt x="798" y="267"/>
                  </a:cubicBezTo>
                  <a:cubicBezTo>
                    <a:pt x="795" y="269"/>
                    <a:pt x="791" y="270"/>
                    <a:pt x="788" y="269"/>
                  </a:cubicBezTo>
                  <a:cubicBezTo>
                    <a:pt x="784" y="268"/>
                    <a:pt x="781" y="266"/>
                    <a:pt x="778" y="262"/>
                  </a:cubicBezTo>
                  <a:cubicBezTo>
                    <a:pt x="778" y="265"/>
                    <a:pt x="778" y="267"/>
                    <a:pt x="778" y="269"/>
                  </a:cubicBezTo>
                  <a:cubicBezTo>
                    <a:pt x="777" y="272"/>
                    <a:pt x="776" y="275"/>
                    <a:pt x="774" y="279"/>
                  </a:cubicBezTo>
                  <a:cubicBezTo>
                    <a:pt x="769" y="291"/>
                    <a:pt x="769" y="291"/>
                    <a:pt x="769" y="291"/>
                  </a:cubicBezTo>
                  <a:cubicBezTo>
                    <a:pt x="762" y="279"/>
                    <a:pt x="762" y="279"/>
                    <a:pt x="762" y="279"/>
                  </a:cubicBezTo>
                  <a:cubicBezTo>
                    <a:pt x="767" y="266"/>
                    <a:pt x="767" y="266"/>
                    <a:pt x="767" y="266"/>
                  </a:cubicBezTo>
                  <a:cubicBezTo>
                    <a:pt x="769" y="261"/>
                    <a:pt x="770" y="258"/>
                    <a:pt x="770" y="257"/>
                  </a:cubicBezTo>
                  <a:cubicBezTo>
                    <a:pt x="771" y="255"/>
                    <a:pt x="771" y="254"/>
                    <a:pt x="770" y="253"/>
                  </a:cubicBezTo>
                  <a:cubicBezTo>
                    <a:pt x="770" y="252"/>
                    <a:pt x="769" y="250"/>
                    <a:pt x="768" y="248"/>
                  </a:cubicBezTo>
                  <a:cubicBezTo>
                    <a:pt x="766" y="246"/>
                    <a:pt x="766" y="246"/>
                    <a:pt x="766" y="246"/>
                  </a:cubicBezTo>
                  <a:cubicBezTo>
                    <a:pt x="748" y="257"/>
                    <a:pt x="748" y="257"/>
                    <a:pt x="748" y="257"/>
                  </a:cubicBezTo>
                  <a:cubicBezTo>
                    <a:pt x="742" y="247"/>
                    <a:pt x="742" y="247"/>
                    <a:pt x="742" y="247"/>
                  </a:cubicBezTo>
                  <a:cubicBezTo>
                    <a:pt x="786" y="220"/>
                    <a:pt x="786" y="220"/>
                    <a:pt x="786" y="220"/>
                  </a:cubicBezTo>
                  <a:lnTo>
                    <a:pt x="799" y="241"/>
                  </a:lnTo>
                  <a:close/>
                  <a:moveTo>
                    <a:pt x="750" y="176"/>
                  </a:moveTo>
                  <a:cubicBezTo>
                    <a:pt x="779" y="210"/>
                    <a:pt x="779" y="210"/>
                    <a:pt x="779" y="210"/>
                  </a:cubicBezTo>
                  <a:cubicBezTo>
                    <a:pt x="772" y="216"/>
                    <a:pt x="772" y="216"/>
                    <a:pt x="772" y="216"/>
                  </a:cubicBezTo>
                  <a:cubicBezTo>
                    <a:pt x="761" y="203"/>
                    <a:pt x="761" y="203"/>
                    <a:pt x="761" y="203"/>
                  </a:cubicBezTo>
                  <a:cubicBezTo>
                    <a:pt x="728" y="230"/>
                    <a:pt x="728" y="230"/>
                    <a:pt x="728" y="230"/>
                  </a:cubicBezTo>
                  <a:cubicBezTo>
                    <a:pt x="721" y="221"/>
                    <a:pt x="721" y="221"/>
                    <a:pt x="721" y="221"/>
                  </a:cubicBezTo>
                  <a:cubicBezTo>
                    <a:pt x="754" y="194"/>
                    <a:pt x="754" y="194"/>
                    <a:pt x="754" y="194"/>
                  </a:cubicBezTo>
                  <a:cubicBezTo>
                    <a:pt x="744" y="181"/>
                    <a:pt x="744" y="181"/>
                    <a:pt x="744" y="181"/>
                  </a:cubicBezTo>
                  <a:lnTo>
                    <a:pt x="750" y="176"/>
                  </a:lnTo>
                  <a:close/>
                  <a:moveTo>
                    <a:pt x="742" y="167"/>
                  </a:moveTo>
                  <a:cubicBezTo>
                    <a:pt x="736" y="174"/>
                    <a:pt x="736" y="174"/>
                    <a:pt x="736" y="174"/>
                  </a:cubicBezTo>
                  <a:cubicBezTo>
                    <a:pt x="714" y="153"/>
                    <a:pt x="714" y="153"/>
                    <a:pt x="714" y="153"/>
                  </a:cubicBezTo>
                  <a:cubicBezTo>
                    <a:pt x="706" y="162"/>
                    <a:pt x="706" y="162"/>
                    <a:pt x="706" y="162"/>
                  </a:cubicBezTo>
                  <a:cubicBezTo>
                    <a:pt x="727" y="181"/>
                    <a:pt x="727" y="181"/>
                    <a:pt x="727" y="181"/>
                  </a:cubicBezTo>
                  <a:cubicBezTo>
                    <a:pt x="721" y="187"/>
                    <a:pt x="721" y="187"/>
                    <a:pt x="721" y="187"/>
                  </a:cubicBezTo>
                  <a:cubicBezTo>
                    <a:pt x="700" y="168"/>
                    <a:pt x="700" y="168"/>
                    <a:pt x="700" y="168"/>
                  </a:cubicBezTo>
                  <a:cubicBezTo>
                    <a:pt x="691" y="178"/>
                    <a:pt x="691" y="178"/>
                    <a:pt x="691" y="178"/>
                  </a:cubicBezTo>
                  <a:cubicBezTo>
                    <a:pt x="714" y="200"/>
                    <a:pt x="714" y="200"/>
                    <a:pt x="714" y="200"/>
                  </a:cubicBezTo>
                  <a:cubicBezTo>
                    <a:pt x="708" y="206"/>
                    <a:pt x="708" y="206"/>
                    <a:pt x="708" y="206"/>
                  </a:cubicBezTo>
                  <a:cubicBezTo>
                    <a:pt x="677" y="177"/>
                    <a:pt x="677" y="177"/>
                    <a:pt x="677" y="177"/>
                  </a:cubicBezTo>
                  <a:cubicBezTo>
                    <a:pt x="711" y="139"/>
                    <a:pt x="711" y="139"/>
                    <a:pt x="711" y="139"/>
                  </a:cubicBezTo>
                  <a:lnTo>
                    <a:pt x="742" y="167"/>
                  </a:lnTo>
                  <a:close/>
                  <a:moveTo>
                    <a:pt x="665" y="105"/>
                  </a:moveTo>
                  <a:cubicBezTo>
                    <a:pt x="680" y="116"/>
                    <a:pt x="680" y="116"/>
                    <a:pt x="680" y="116"/>
                  </a:cubicBezTo>
                  <a:cubicBezTo>
                    <a:pt x="686" y="120"/>
                    <a:pt x="689" y="122"/>
                    <a:pt x="691" y="124"/>
                  </a:cubicBezTo>
                  <a:cubicBezTo>
                    <a:pt x="693" y="127"/>
                    <a:pt x="694" y="130"/>
                    <a:pt x="695" y="133"/>
                  </a:cubicBezTo>
                  <a:cubicBezTo>
                    <a:pt x="695" y="136"/>
                    <a:pt x="694" y="140"/>
                    <a:pt x="692" y="143"/>
                  </a:cubicBezTo>
                  <a:cubicBezTo>
                    <a:pt x="690" y="146"/>
                    <a:pt x="688" y="148"/>
                    <a:pt x="685" y="149"/>
                  </a:cubicBezTo>
                  <a:cubicBezTo>
                    <a:pt x="683" y="150"/>
                    <a:pt x="681" y="150"/>
                    <a:pt x="679" y="150"/>
                  </a:cubicBezTo>
                  <a:cubicBezTo>
                    <a:pt x="676" y="150"/>
                    <a:pt x="674" y="149"/>
                    <a:pt x="672" y="149"/>
                  </a:cubicBezTo>
                  <a:cubicBezTo>
                    <a:pt x="670" y="148"/>
                    <a:pt x="666" y="145"/>
                    <a:pt x="662" y="143"/>
                  </a:cubicBezTo>
                  <a:cubicBezTo>
                    <a:pt x="656" y="138"/>
                    <a:pt x="656" y="138"/>
                    <a:pt x="656" y="138"/>
                  </a:cubicBezTo>
                  <a:cubicBezTo>
                    <a:pt x="645" y="154"/>
                    <a:pt x="645" y="154"/>
                    <a:pt x="645" y="154"/>
                  </a:cubicBezTo>
                  <a:cubicBezTo>
                    <a:pt x="635" y="148"/>
                    <a:pt x="635" y="148"/>
                    <a:pt x="635" y="148"/>
                  </a:cubicBezTo>
                  <a:lnTo>
                    <a:pt x="665" y="105"/>
                  </a:lnTo>
                  <a:close/>
                  <a:moveTo>
                    <a:pt x="632" y="87"/>
                  </a:moveTo>
                  <a:cubicBezTo>
                    <a:pt x="629" y="95"/>
                    <a:pt x="629" y="95"/>
                    <a:pt x="629" y="95"/>
                  </a:cubicBezTo>
                  <a:cubicBezTo>
                    <a:pt x="603" y="84"/>
                    <a:pt x="603" y="84"/>
                    <a:pt x="603" y="84"/>
                  </a:cubicBezTo>
                  <a:cubicBezTo>
                    <a:pt x="598" y="95"/>
                    <a:pt x="598" y="95"/>
                    <a:pt x="598" y="95"/>
                  </a:cubicBezTo>
                  <a:cubicBezTo>
                    <a:pt x="620" y="105"/>
                    <a:pt x="620" y="105"/>
                    <a:pt x="620" y="105"/>
                  </a:cubicBezTo>
                  <a:cubicBezTo>
                    <a:pt x="617" y="113"/>
                    <a:pt x="617" y="113"/>
                    <a:pt x="617" y="113"/>
                  </a:cubicBezTo>
                  <a:cubicBezTo>
                    <a:pt x="595" y="103"/>
                    <a:pt x="595" y="103"/>
                    <a:pt x="595" y="103"/>
                  </a:cubicBezTo>
                  <a:cubicBezTo>
                    <a:pt x="586" y="123"/>
                    <a:pt x="586" y="123"/>
                    <a:pt x="586" y="123"/>
                  </a:cubicBezTo>
                  <a:cubicBezTo>
                    <a:pt x="576" y="119"/>
                    <a:pt x="576" y="119"/>
                    <a:pt x="576" y="119"/>
                  </a:cubicBezTo>
                  <a:cubicBezTo>
                    <a:pt x="596" y="71"/>
                    <a:pt x="596" y="71"/>
                    <a:pt x="596" y="71"/>
                  </a:cubicBezTo>
                  <a:lnTo>
                    <a:pt x="632" y="87"/>
                  </a:lnTo>
                  <a:close/>
                  <a:moveTo>
                    <a:pt x="523" y="77"/>
                  </a:moveTo>
                  <a:cubicBezTo>
                    <a:pt x="525" y="72"/>
                    <a:pt x="527" y="68"/>
                    <a:pt x="529" y="65"/>
                  </a:cubicBezTo>
                  <a:cubicBezTo>
                    <a:pt x="531" y="63"/>
                    <a:pt x="534" y="61"/>
                    <a:pt x="536" y="59"/>
                  </a:cubicBezTo>
                  <a:cubicBezTo>
                    <a:pt x="539" y="58"/>
                    <a:pt x="542" y="57"/>
                    <a:pt x="545" y="57"/>
                  </a:cubicBezTo>
                  <a:cubicBezTo>
                    <a:pt x="548" y="56"/>
                    <a:pt x="553" y="57"/>
                    <a:pt x="557" y="58"/>
                  </a:cubicBezTo>
                  <a:cubicBezTo>
                    <a:pt x="565" y="60"/>
                    <a:pt x="571" y="64"/>
                    <a:pt x="575" y="70"/>
                  </a:cubicBezTo>
                  <a:cubicBezTo>
                    <a:pt x="578" y="76"/>
                    <a:pt x="579" y="83"/>
                    <a:pt x="577" y="91"/>
                  </a:cubicBezTo>
                  <a:cubicBezTo>
                    <a:pt x="575" y="99"/>
                    <a:pt x="570" y="105"/>
                    <a:pt x="564" y="108"/>
                  </a:cubicBezTo>
                  <a:cubicBezTo>
                    <a:pt x="558" y="111"/>
                    <a:pt x="551" y="112"/>
                    <a:pt x="543" y="110"/>
                  </a:cubicBezTo>
                  <a:cubicBezTo>
                    <a:pt x="535" y="108"/>
                    <a:pt x="529" y="104"/>
                    <a:pt x="526" y="98"/>
                  </a:cubicBezTo>
                  <a:cubicBezTo>
                    <a:pt x="522" y="92"/>
                    <a:pt x="521" y="85"/>
                    <a:pt x="523" y="77"/>
                  </a:cubicBezTo>
                  <a:close/>
                  <a:moveTo>
                    <a:pt x="460" y="45"/>
                  </a:moveTo>
                  <a:cubicBezTo>
                    <a:pt x="473" y="66"/>
                    <a:pt x="473" y="66"/>
                    <a:pt x="473" y="66"/>
                  </a:cubicBezTo>
                  <a:cubicBezTo>
                    <a:pt x="487" y="46"/>
                    <a:pt x="487" y="46"/>
                    <a:pt x="487" y="46"/>
                  </a:cubicBezTo>
                  <a:cubicBezTo>
                    <a:pt x="500" y="47"/>
                    <a:pt x="500" y="47"/>
                    <a:pt x="500" y="47"/>
                  </a:cubicBezTo>
                  <a:cubicBezTo>
                    <a:pt x="477" y="76"/>
                    <a:pt x="477" y="76"/>
                    <a:pt x="477" y="76"/>
                  </a:cubicBezTo>
                  <a:cubicBezTo>
                    <a:pt x="476" y="97"/>
                    <a:pt x="476" y="97"/>
                    <a:pt x="476" y="97"/>
                  </a:cubicBezTo>
                  <a:cubicBezTo>
                    <a:pt x="465" y="97"/>
                    <a:pt x="465" y="97"/>
                    <a:pt x="465" y="97"/>
                  </a:cubicBezTo>
                  <a:cubicBezTo>
                    <a:pt x="466" y="75"/>
                    <a:pt x="466" y="75"/>
                    <a:pt x="466" y="75"/>
                  </a:cubicBezTo>
                  <a:cubicBezTo>
                    <a:pt x="447" y="44"/>
                    <a:pt x="447" y="44"/>
                    <a:pt x="447" y="44"/>
                  </a:cubicBezTo>
                  <a:lnTo>
                    <a:pt x="460" y="45"/>
                  </a:lnTo>
                  <a:close/>
                  <a:moveTo>
                    <a:pt x="441" y="44"/>
                  </a:moveTo>
                  <a:cubicBezTo>
                    <a:pt x="442" y="53"/>
                    <a:pt x="442" y="53"/>
                    <a:pt x="442" y="53"/>
                  </a:cubicBezTo>
                  <a:cubicBezTo>
                    <a:pt x="425" y="54"/>
                    <a:pt x="425" y="54"/>
                    <a:pt x="425" y="54"/>
                  </a:cubicBezTo>
                  <a:cubicBezTo>
                    <a:pt x="428" y="97"/>
                    <a:pt x="428" y="97"/>
                    <a:pt x="428" y="97"/>
                  </a:cubicBezTo>
                  <a:cubicBezTo>
                    <a:pt x="417" y="98"/>
                    <a:pt x="417" y="98"/>
                    <a:pt x="417" y="98"/>
                  </a:cubicBezTo>
                  <a:cubicBezTo>
                    <a:pt x="413" y="55"/>
                    <a:pt x="413" y="55"/>
                    <a:pt x="413" y="55"/>
                  </a:cubicBezTo>
                  <a:cubicBezTo>
                    <a:pt x="397" y="56"/>
                    <a:pt x="397" y="56"/>
                    <a:pt x="397" y="56"/>
                  </a:cubicBezTo>
                  <a:cubicBezTo>
                    <a:pt x="396" y="48"/>
                    <a:pt x="396" y="48"/>
                    <a:pt x="396" y="48"/>
                  </a:cubicBezTo>
                  <a:lnTo>
                    <a:pt x="441" y="44"/>
                  </a:lnTo>
                  <a:close/>
                  <a:moveTo>
                    <a:pt x="386" y="50"/>
                  </a:moveTo>
                  <a:cubicBezTo>
                    <a:pt x="395" y="101"/>
                    <a:pt x="395" y="101"/>
                    <a:pt x="395" y="101"/>
                  </a:cubicBezTo>
                  <a:cubicBezTo>
                    <a:pt x="384" y="103"/>
                    <a:pt x="384" y="103"/>
                    <a:pt x="384" y="103"/>
                  </a:cubicBezTo>
                  <a:cubicBezTo>
                    <a:pt x="375" y="52"/>
                    <a:pt x="375" y="52"/>
                    <a:pt x="375" y="52"/>
                  </a:cubicBezTo>
                  <a:lnTo>
                    <a:pt x="386" y="50"/>
                  </a:lnTo>
                  <a:close/>
                  <a:moveTo>
                    <a:pt x="324" y="70"/>
                  </a:moveTo>
                  <a:cubicBezTo>
                    <a:pt x="325" y="68"/>
                    <a:pt x="327" y="65"/>
                    <a:pt x="330" y="63"/>
                  </a:cubicBezTo>
                  <a:cubicBezTo>
                    <a:pt x="333" y="61"/>
                    <a:pt x="336" y="60"/>
                    <a:pt x="340" y="59"/>
                  </a:cubicBezTo>
                  <a:cubicBezTo>
                    <a:pt x="347" y="57"/>
                    <a:pt x="353" y="57"/>
                    <a:pt x="357" y="59"/>
                  </a:cubicBezTo>
                  <a:cubicBezTo>
                    <a:pt x="361" y="60"/>
                    <a:pt x="364" y="63"/>
                    <a:pt x="365" y="68"/>
                  </a:cubicBezTo>
                  <a:cubicBezTo>
                    <a:pt x="354" y="71"/>
                    <a:pt x="354" y="71"/>
                    <a:pt x="354" y="71"/>
                  </a:cubicBezTo>
                  <a:cubicBezTo>
                    <a:pt x="353" y="69"/>
                    <a:pt x="352" y="67"/>
                    <a:pt x="350" y="67"/>
                  </a:cubicBezTo>
                  <a:cubicBezTo>
                    <a:pt x="348" y="66"/>
                    <a:pt x="345" y="66"/>
                    <a:pt x="342" y="67"/>
                  </a:cubicBezTo>
                  <a:cubicBezTo>
                    <a:pt x="339" y="68"/>
                    <a:pt x="337" y="69"/>
                    <a:pt x="335" y="71"/>
                  </a:cubicBezTo>
                  <a:cubicBezTo>
                    <a:pt x="334" y="72"/>
                    <a:pt x="334" y="73"/>
                    <a:pt x="334" y="74"/>
                  </a:cubicBezTo>
                  <a:cubicBezTo>
                    <a:pt x="335" y="76"/>
                    <a:pt x="336" y="76"/>
                    <a:pt x="337" y="77"/>
                  </a:cubicBezTo>
                  <a:cubicBezTo>
                    <a:pt x="339" y="78"/>
                    <a:pt x="342" y="78"/>
                    <a:pt x="348" y="78"/>
                  </a:cubicBezTo>
                  <a:cubicBezTo>
                    <a:pt x="354" y="77"/>
                    <a:pt x="358" y="77"/>
                    <a:pt x="361" y="78"/>
                  </a:cubicBezTo>
                  <a:cubicBezTo>
                    <a:pt x="364" y="79"/>
                    <a:pt x="366" y="80"/>
                    <a:pt x="368" y="81"/>
                  </a:cubicBezTo>
                  <a:cubicBezTo>
                    <a:pt x="370" y="83"/>
                    <a:pt x="372" y="86"/>
                    <a:pt x="373" y="89"/>
                  </a:cubicBezTo>
                  <a:cubicBezTo>
                    <a:pt x="373" y="92"/>
                    <a:pt x="373" y="95"/>
                    <a:pt x="372" y="98"/>
                  </a:cubicBezTo>
                  <a:cubicBezTo>
                    <a:pt x="371" y="101"/>
                    <a:pt x="369" y="103"/>
                    <a:pt x="366" y="105"/>
                  </a:cubicBezTo>
                  <a:cubicBezTo>
                    <a:pt x="364" y="107"/>
                    <a:pt x="360" y="109"/>
                    <a:pt x="355" y="110"/>
                  </a:cubicBezTo>
                  <a:cubicBezTo>
                    <a:pt x="348" y="112"/>
                    <a:pt x="342" y="112"/>
                    <a:pt x="338" y="110"/>
                  </a:cubicBezTo>
                  <a:cubicBezTo>
                    <a:pt x="333" y="108"/>
                    <a:pt x="330" y="105"/>
                    <a:pt x="328" y="100"/>
                  </a:cubicBezTo>
                  <a:cubicBezTo>
                    <a:pt x="338" y="96"/>
                    <a:pt x="338" y="96"/>
                    <a:pt x="338" y="96"/>
                  </a:cubicBezTo>
                  <a:cubicBezTo>
                    <a:pt x="340" y="99"/>
                    <a:pt x="342" y="101"/>
                    <a:pt x="344" y="102"/>
                  </a:cubicBezTo>
                  <a:cubicBezTo>
                    <a:pt x="346" y="103"/>
                    <a:pt x="349" y="103"/>
                    <a:pt x="353" y="102"/>
                  </a:cubicBezTo>
                  <a:cubicBezTo>
                    <a:pt x="356" y="101"/>
                    <a:pt x="359" y="99"/>
                    <a:pt x="360" y="97"/>
                  </a:cubicBezTo>
                  <a:cubicBezTo>
                    <a:pt x="362" y="96"/>
                    <a:pt x="362" y="94"/>
                    <a:pt x="362" y="92"/>
                  </a:cubicBezTo>
                  <a:cubicBezTo>
                    <a:pt x="361" y="91"/>
                    <a:pt x="361" y="90"/>
                    <a:pt x="360" y="89"/>
                  </a:cubicBezTo>
                  <a:cubicBezTo>
                    <a:pt x="359" y="89"/>
                    <a:pt x="357" y="88"/>
                    <a:pt x="355" y="88"/>
                  </a:cubicBezTo>
                  <a:cubicBezTo>
                    <a:pt x="354" y="88"/>
                    <a:pt x="351" y="88"/>
                    <a:pt x="346" y="88"/>
                  </a:cubicBezTo>
                  <a:cubicBezTo>
                    <a:pt x="339" y="89"/>
                    <a:pt x="335" y="88"/>
                    <a:pt x="332" y="87"/>
                  </a:cubicBezTo>
                  <a:cubicBezTo>
                    <a:pt x="328" y="85"/>
                    <a:pt x="325" y="82"/>
                    <a:pt x="324" y="78"/>
                  </a:cubicBezTo>
                  <a:cubicBezTo>
                    <a:pt x="323" y="76"/>
                    <a:pt x="323" y="73"/>
                    <a:pt x="324" y="70"/>
                  </a:cubicBezTo>
                  <a:close/>
                  <a:moveTo>
                    <a:pt x="286" y="79"/>
                  </a:moveTo>
                  <a:cubicBezTo>
                    <a:pt x="292" y="77"/>
                    <a:pt x="296" y="75"/>
                    <a:pt x="299" y="75"/>
                  </a:cubicBezTo>
                  <a:cubicBezTo>
                    <a:pt x="302" y="75"/>
                    <a:pt x="304" y="75"/>
                    <a:pt x="307" y="77"/>
                  </a:cubicBezTo>
                  <a:cubicBezTo>
                    <a:pt x="309" y="78"/>
                    <a:pt x="311" y="80"/>
                    <a:pt x="312" y="83"/>
                  </a:cubicBezTo>
                  <a:cubicBezTo>
                    <a:pt x="314" y="87"/>
                    <a:pt x="314" y="90"/>
                    <a:pt x="313" y="94"/>
                  </a:cubicBezTo>
                  <a:cubicBezTo>
                    <a:pt x="311" y="97"/>
                    <a:pt x="309" y="100"/>
                    <a:pt x="304" y="102"/>
                  </a:cubicBezTo>
                  <a:cubicBezTo>
                    <a:pt x="307" y="103"/>
                    <a:pt x="310" y="103"/>
                    <a:pt x="312" y="104"/>
                  </a:cubicBezTo>
                  <a:cubicBezTo>
                    <a:pt x="314" y="105"/>
                    <a:pt x="317" y="106"/>
                    <a:pt x="321" y="109"/>
                  </a:cubicBezTo>
                  <a:cubicBezTo>
                    <a:pt x="331" y="115"/>
                    <a:pt x="331" y="115"/>
                    <a:pt x="331" y="115"/>
                  </a:cubicBezTo>
                  <a:cubicBezTo>
                    <a:pt x="319" y="121"/>
                    <a:pt x="319" y="121"/>
                    <a:pt x="319" y="121"/>
                  </a:cubicBezTo>
                  <a:cubicBezTo>
                    <a:pt x="307" y="114"/>
                    <a:pt x="307" y="114"/>
                    <a:pt x="307" y="114"/>
                  </a:cubicBezTo>
                  <a:cubicBezTo>
                    <a:pt x="302" y="112"/>
                    <a:pt x="300" y="110"/>
                    <a:pt x="298" y="109"/>
                  </a:cubicBezTo>
                  <a:cubicBezTo>
                    <a:pt x="297" y="109"/>
                    <a:pt x="295" y="109"/>
                    <a:pt x="294" y="109"/>
                  </a:cubicBezTo>
                  <a:cubicBezTo>
                    <a:pt x="293" y="109"/>
                    <a:pt x="291" y="110"/>
                    <a:pt x="289" y="111"/>
                  </a:cubicBezTo>
                  <a:cubicBezTo>
                    <a:pt x="286" y="112"/>
                    <a:pt x="286" y="112"/>
                    <a:pt x="286" y="112"/>
                  </a:cubicBezTo>
                  <a:cubicBezTo>
                    <a:pt x="295" y="131"/>
                    <a:pt x="295" y="131"/>
                    <a:pt x="295" y="131"/>
                  </a:cubicBezTo>
                  <a:cubicBezTo>
                    <a:pt x="285" y="136"/>
                    <a:pt x="285" y="136"/>
                    <a:pt x="285" y="136"/>
                  </a:cubicBezTo>
                  <a:cubicBezTo>
                    <a:pt x="264" y="89"/>
                    <a:pt x="264" y="89"/>
                    <a:pt x="264" y="89"/>
                  </a:cubicBezTo>
                  <a:lnTo>
                    <a:pt x="286" y="79"/>
                  </a:lnTo>
                  <a:close/>
                  <a:moveTo>
                    <a:pt x="250" y="96"/>
                  </a:moveTo>
                  <a:cubicBezTo>
                    <a:pt x="255" y="104"/>
                    <a:pt x="255" y="104"/>
                    <a:pt x="255" y="104"/>
                  </a:cubicBezTo>
                  <a:cubicBezTo>
                    <a:pt x="229" y="120"/>
                    <a:pt x="229" y="120"/>
                    <a:pt x="229" y="120"/>
                  </a:cubicBezTo>
                  <a:cubicBezTo>
                    <a:pt x="235" y="130"/>
                    <a:pt x="235" y="130"/>
                    <a:pt x="235" y="130"/>
                  </a:cubicBezTo>
                  <a:cubicBezTo>
                    <a:pt x="259" y="115"/>
                    <a:pt x="259" y="115"/>
                    <a:pt x="259" y="115"/>
                  </a:cubicBezTo>
                  <a:cubicBezTo>
                    <a:pt x="264" y="122"/>
                    <a:pt x="264" y="122"/>
                    <a:pt x="264" y="122"/>
                  </a:cubicBezTo>
                  <a:cubicBezTo>
                    <a:pt x="240" y="137"/>
                    <a:pt x="240" y="137"/>
                    <a:pt x="240" y="137"/>
                  </a:cubicBezTo>
                  <a:cubicBezTo>
                    <a:pt x="247" y="149"/>
                    <a:pt x="247" y="149"/>
                    <a:pt x="247" y="149"/>
                  </a:cubicBezTo>
                  <a:cubicBezTo>
                    <a:pt x="274" y="132"/>
                    <a:pt x="274" y="132"/>
                    <a:pt x="274" y="132"/>
                  </a:cubicBezTo>
                  <a:cubicBezTo>
                    <a:pt x="278" y="139"/>
                    <a:pt x="278" y="139"/>
                    <a:pt x="278" y="139"/>
                  </a:cubicBezTo>
                  <a:cubicBezTo>
                    <a:pt x="242" y="162"/>
                    <a:pt x="242" y="162"/>
                    <a:pt x="242" y="162"/>
                  </a:cubicBezTo>
                  <a:cubicBezTo>
                    <a:pt x="214" y="119"/>
                    <a:pt x="214" y="119"/>
                    <a:pt x="214" y="119"/>
                  </a:cubicBezTo>
                  <a:lnTo>
                    <a:pt x="250" y="96"/>
                  </a:lnTo>
                  <a:close/>
                  <a:moveTo>
                    <a:pt x="175" y="151"/>
                  </a:moveTo>
                  <a:cubicBezTo>
                    <a:pt x="210" y="171"/>
                    <a:pt x="210" y="171"/>
                    <a:pt x="210" y="171"/>
                  </a:cubicBezTo>
                  <a:cubicBezTo>
                    <a:pt x="196" y="133"/>
                    <a:pt x="196" y="133"/>
                    <a:pt x="196" y="133"/>
                  </a:cubicBezTo>
                  <a:cubicBezTo>
                    <a:pt x="206" y="125"/>
                    <a:pt x="206" y="125"/>
                    <a:pt x="206" y="125"/>
                  </a:cubicBezTo>
                  <a:cubicBezTo>
                    <a:pt x="223" y="177"/>
                    <a:pt x="223" y="177"/>
                    <a:pt x="223" y="177"/>
                  </a:cubicBezTo>
                  <a:cubicBezTo>
                    <a:pt x="214" y="185"/>
                    <a:pt x="214" y="185"/>
                    <a:pt x="214" y="185"/>
                  </a:cubicBezTo>
                  <a:cubicBezTo>
                    <a:pt x="165" y="159"/>
                    <a:pt x="165" y="159"/>
                    <a:pt x="165" y="159"/>
                  </a:cubicBezTo>
                  <a:lnTo>
                    <a:pt x="175" y="151"/>
                  </a:lnTo>
                  <a:close/>
                  <a:moveTo>
                    <a:pt x="160" y="165"/>
                  </a:moveTo>
                  <a:cubicBezTo>
                    <a:pt x="197" y="201"/>
                    <a:pt x="197" y="201"/>
                    <a:pt x="197" y="201"/>
                  </a:cubicBezTo>
                  <a:cubicBezTo>
                    <a:pt x="189" y="209"/>
                    <a:pt x="189" y="209"/>
                    <a:pt x="189" y="209"/>
                  </a:cubicBezTo>
                  <a:cubicBezTo>
                    <a:pt x="152" y="174"/>
                    <a:pt x="152" y="174"/>
                    <a:pt x="152" y="174"/>
                  </a:cubicBezTo>
                  <a:lnTo>
                    <a:pt x="160" y="165"/>
                  </a:lnTo>
                  <a:close/>
                  <a:moveTo>
                    <a:pt x="121" y="211"/>
                  </a:moveTo>
                  <a:cubicBezTo>
                    <a:pt x="163" y="214"/>
                    <a:pt x="163" y="214"/>
                    <a:pt x="163" y="214"/>
                  </a:cubicBezTo>
                  <a:cubicBezTo>
                    <a:pt x="135" y="193"/>
                    <a:pt x="135" y="193"/>
                    <a:pt x="135" y="193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82" y="216"/>
                    <a:pt x="182" y="216"/>
                    <a:pt x="182" y="216"/>
                  </a:cubicBezTo>
                  <a:cubicBezTo>
                    <a:pt x="175" y="225"/>
                    <a:pt x="175" y="225"/>
                    <a:pt x="175" y="225"/>
                  </a:cubicBezTo>
                  <a:cubicBezTo>
                    <a:pt x="134" y="222"/>
                    <a:pt x="134" y="222"/>
                    <a:pt x="134" y="222"/>
                  </a:cubicBezTo>
                  <a:cubicBezTo>
                    <a:pt x="161" y="243"/>
                    <a:pt x="161" y="243"/>
                    <a:pt x="161" y="243"/>
                  </a:cubicBezTo>
                  <a:cubicBezTo>
                    <a:pt x="155" y="252"/>
                    <a:pt x="155" y="252"/>
                    <a:pt x="155" y="252"/>
                  </a:cubicBezTo>
                  <a:cubicBezTo>
                    <a:pt x="114" y="220"/>
                    <a:pt x="114" y="220"/>
                    <a:pt x="114" y="220"/>
                  </a:cubicBezTo>
                  <a:lnTo>
                    <a:pt x="121" y="211"/>
                  </a:lnTo>
                  <a:close/>
                  <a:moveTo>
                    <a:pt x="88" y="264"/>
                  </a:moveTo>
                  <a:cubicBezTo>
                    <a:pt x="112" y="278"/>
                    <a:pt x="112" y="278"/>
                    <a:pt x="112" y="278"/>
                  </a:cubicBezTo>
                  <a:cubicBezTo>
                    <a:pt x="116" y="280"/>
                    <a:pt x="119" y="281"/>
                    <a:pt x="120" y="281"/>
                  </a:cubicBezTo>
                  <a:cubicBezTo>
                    <a:pt x="122" y="282"/>
                    <a:pt x="124" y="282"/>
                    <a:pt x="126" y="281"/>
                  </a:cubicBezTo>
                  <a:cubicBezTo>
                    <a:pt x="128" y="280"/>
                    <a:pt x="130" y="278"/>
                    <a:pt x="132" y="275"/>
                  </a:cubicBezTo>
                  <a:cubicBezTo>
                    <a:pt x="133" y="272"/>
                    <a:pt x="134" y="270"/>
                    <a:pt x="134" y="268"/>
                  </a:cubicBezTo>
                  <a:cubicBezTo>
                    <a:pt x="134" y="266"/>
                    <a:pt x="133" y="264"/>
                    <a:pt x="131" y="263"/>
                  </a:cubicBezTo>
                  <a:cubicBezTo>
                    <a:pt x="130" y="262"/>
                    <a:pt x="127" y="260"/>
                    <a:pt x="124" y="258"/>
                  </a:cubicBezTo>
                  <a:cubicBezTo>
                    <a:pt x="99" y="244"/>
                    <a:pt x="99" y="244"/>
                    <a:pt x="99" y="244"/>
                  </a:cubicBezTo>
                  <a:cubicBezTo>
                    <a:pt x="104" y="234"/>
                    <a:pt x="104" y="234"/>
                    <a:pt x="104" y="234"/>
                  </a:cubicBezTo>
                  <a:cubicBezTo>
                    <a:pt x="128" y="248"/>
                    <a:pt x="128" y="248"/>
                    <a:pt x="128" y="248"/>
                  </a:cubicBezTo>
                  <a:cubicBezTo>
                    <a:pt x="134" y="251"/>
                    <a:pt x="137" y="253"/>
                    <a:pt x="139" y="255"/>
                  </a:cubicBezTo>
                  <a:cubicBezTo>
                    <a:pt x="141" y="257"/>
                    <a:pt x="142" y="259"/>
                    <a:pt x="143" y="261"/>
                  </a:cubicBezTo>
                  <a:cubicBezTo>
                    <a:pt x="144" y="263"/>
                    <a:pt x="144" y="266"/>
                    <a:pt x="144" y="269"/>
                  </a:cubicBezTo>
                  <a:cubicBezTo>
                    <a:pt x="143" y="272"/>
                    <a:pt x="142" y="275"/>
                    <a:pt x="140" y="279"/>
                  </a:cubicBezTo>
                  <a:cubicBezTo>
                    <a:pt x="137" y="284"/>
                    <a:pt x="134" y="287"/>
                    <a:pt x="132" y="289"/>
                  </a:cubicBezTo>
                  <a:cubicBezTo>
                    <a:pt x="130" y="291"/>
                    <a:pt x="127" y="292"/>
                    <a:pt x="125" y="293"/>
                  </a:cubicBezTo>
                  <a:cubicBezTo>
                    <a:pt x="123" y="293"/>
                    <a:pt x="120" y="293"/>
                    <a:pt x="118" y="293"/>
                  </a:cubicBezTo>
                  <a:cubicBezTo>
                    <a:pt x="115" y="292"/>
                    <a:pt x="111" y="290"/>
                    <a:pt x="106" y="287"/>
                  </a:cubicBezTo>
                  <a:cubicBezTo>
                    <a:pt x="82" y="274"/>
                    <a:pt x="82" y="274"/>
                    <a:pt x="82" y="274"/>
                  </a:cubicBezTo>
                  <a:lnTo>
                    <a:pt x="88" y="264"/>
                  </a:lnTo>
                  <a:close/>
                  <a:moveTo>
                    <a:pt x="45" y="402"/>
                  </a:moveTo>
                  <a:cubicBezTo>
                    <a:pt x="82" y="384"/>
                    <a:pt x="82" y="384"/>
                    <a:pt x="82" y="384"/>
                  </a:cubicBezTo>
                  <a:cubicBezTo>
                    <a:pt x="48" y="379"/>
                    <a:pt x="48" y="379"/>
                    <a:pt x="48" y="379"/>
                  </a:cubicBezTo>
                  <a:cubicBezTo>
                    <a:pt x="50" y="368"/>
                    <a:pt x="50" y="368"/>
                    <a:pt x="50" y="368"/>
                  </a:cubicBezTo>
                  <a:cubicBezTo>
                    <a:pt x="101" y="376"/>
                    <a:pt x="101" y="376"/>
                    <a:pt x="101" y="376"/>
                  </a:cubicBezTo>
                  <a:cubicBezTo>
                    <a:pt x="99" y="387"/>
                    <a:pt x="99" y="387"/>
                    <a:pt x="99" y="387"/>
                  </a:cubicBezTo>
                  <a:cubicBezTo>
                    <a:pt x="62" y="405"/>
                    <a:pt x="62" y="405"/>
                    <a:pt x="62" y="405"/>
                  </a:cubicBezTo>
                  <a:cubicBezTo>
                    <a:pt x="95" y="410"/>
                    <a:pt x="95" y="410"/>
                    <a:pt x="95" y="410"/>
                  </a:cubicBezTo>
                  <a:cubicBezTo>
                    <a:pt x="94" y="421"/>
                    <a:pt x="94" y="421"/>
                    <a:pt x="94" y="421"/>
                  </a:cubicBezTo>
                  <a:cubicBezTo>
                    <a:pt x="43" y="413"/>
                    <a:pt x="43" y="413"/>
                    <a:pt x="43" y="413"/>
                  </a:cubicBezTo>
                  <a:lnTo>
                    <a:pt x="45" y="402"/>
                  </a:lnTo>
                  <a:close/>
                  <a:moveTo>
                    <a:pt x="42" y="427"/>
                  </a:moveTo>
                  <a:cubicBezTo>
                    <a:pt x="94" y="430"/>
                    <a:pt x="94" y="430"/>
                    <a:pt x="94" y="430"/>
                  </a:cubicBezTo>
                  <a:cubicBezTo>
                    <a:pt x="93" y="441"/>
                    <a:pt x="93" y="441"/>
                    <a:pt x="93" y="441"/>
                  </a:cubicBezTo>
                  <a:cubicBezTo>
                    <a:pt x="42" y="439"/>
                    <a:pt x="42" y="439"/>
                    <a:pt x="42" y="439"/>
                  </a:cubicBezTo>
                  <a:lnTo>
                    <a:pt x="42" y="427"/>
                  </a:lnTo>
                  <a:close/>
                  <a:moveTo>
                    <a:pt x="43" y="487"/>
                  </a:moveTo>
                  <a:cubicBezTo>
                    <a:pt x="63" y="486"/>
                    <a:pt x="63" y="486"/>
                    <a:pt x="63" y="486"/>
                  </a:cubicBezTo>
                  <a:cubicBezTo>
                    <a:pt x="62" y="464"/>
                    <a:pt x="62" y="464"/>
                    <a:pt x="62" y="464"/>
                  </a:cubicBezTo>
                  <a:cubicBezTo>
                    <a:pt x="42" y="465"/>
                    <a:pt x="42" y="465"/>
                    <a:pt x="42" y="465"/>
                  </a:cubicBezTo>
                  <a:cubicBezTo>
                    <a:pt x="41" y="453"/>
                    <a:pt x="41" y="453"/>
                    <a:pt x="41" y="453"/>
                  </a:cubicBezTo>
                  <a:cubicBezTo>
                    <a:pt x="92" y="450"/>
                    <a:pt x="92" y="450"/>
                    <a:pt x="92" y="450"/>
                  </a:cubicBezTo>
                  <a:cubicBezTo>
                    <a:pt x="93" y="462"/>
                    <a:pt x="93" y="462"/>
                    <a:pt x="93" y="462"/>
                  </a:cubicBezTo>
                  <a:cubicBezTo>
                    <a:pt x="71" y="463"/>
                    <a:pt x="71" y="463"/>
                    <a:pt x="71" y="463"/>
                  </a:cubicBezTo>
                  <a:cubicBezTo>
                    <a:pt x="72" y="486"/>
                    <a:pt x="72" y="486"/>
                    <a:pt x="72" y="486"/>
                  </a:cubicBezTo>
                  <a:cubicBezTo>
                    <a:pt x="94" y="484"/>
                    <a:pt x="94" y="484"/>
                    <a:pt x="94" y="484"/>
                  </a:cubicBezTo>
                  <a:cubicBezTo>
                    <a:pt x="95" y="496"/>
                    <a:pt x="95" y="496"/>
                    <a:pt x="95" y="496"/>
                  </a:cubicBezTo>
                  <a:cubicBezTo>
                    <a:pt x="43" y="499"/>
                    <a:pt x="43" y="499"/>
                    <a:pt x="43" y="499"/>
                  </a:cubicBezTo>
                  <a:lnTo>
                    <a:pt x="43" y="487"/>
                  </a:lnTo>
                  <a:close/>
                  <a:moveTo>
                    <a:pt x="98" y="546"/>
                  </a:moveTo>
                  <a:cubicBezTo>
                    <a:pt x="95" y="551"/>
                    <a:pt x="89" y="555"/>
                    <a:pt x="81" y="557"/>
                  </a:cubicBezTo>
                  <a:cubicBezTo>
                    <a:pt x="73" y="559"/>
                    <a:pt x="66" y="558"/>
                    <a:pt x="60" y="554"/>
                  </a:cubicBezTo>
                  <a:cubicBezTo>
                    <a:pt x="54" y="550"/>
                    <a:pt x="51" y="544"/>
                    <a:pt x="49" y="536"/>
                  </a:cubicBezTo>
                  <a:cubicBezTo>
                    <a:pt x="48" y="529"/>
                    <a:pt x="48" y="523"/>
                    <a:pt x="51" y="518"/>
                  </a:cubicBezTo>
                  <a:cubicBezTo>
                    <a:pt x="53" y="515"/>
                    <a:pt x="55" y="513"/>
                    <a:pt x="59" y="511"/>
                  </a:cubicBezTo>
                  <a:cubicBezTo>
                    <a:pt x="64" y="521"/>
                    <a:pt x="64" y="521"/>
                    <a:pt x="64" y="521"/>
                  </a:cubicBezTo>
                  <a:cubicBezTo>
                    <a:pt x="61" y="523"/>
                    <a:pt x="60" y="524"/>
                    <a:pt x="58" y="527"/>
                  </a:cubicBezTo>
                  <a:cubicBezTo>
                    <a:pt x="57" y="529"/>
                    <a:pt x="57" y="532"/>
                    <a:pt x="58" y="535"/>
                  </a:cubicBezTo>
                  <a:cubicBezTo>
                    <a:pt x="59" y="539"/>
                    <a:pt x="61" y="542"/>
                    <a:pt x="64" y="544"/>
                  </a:cubicBezTo>
                  <a:cubicBezTo>
                    <a:pt x="67" y="546"/>
                    <a:pt x="72" y="547"/>
                    <a:pt x="78" y="545"/>
                  </a:cubicBezTo>
                  <a:cubicBezTo>
                    <a:pt x="84" y="544"/>
                    <a:pt x="89" y="542"/>
                    <a:pt x="91" y="539"/>
                  </a:cubicBezTo>
                  <a:cubicBezTo>
                    <a:pt x="93" y="536"/>
                    <a:pt x="94" y="532"/>
                    <a:pt x="93" y="528"/>
                  </a:cubicBezTo>
                  <a:cubicBezTo>
                    <a:pt x="92" y="525"/>
                    <a:pt x="91" y="522"/>
                    <a:pt x="89" y="521"/>
                  </a:cubicBezTo>
                  <a:cubicBezTo>
                    <a:pt x="86" y="519"/>
                    <a:pt x="83" y="518"/>
                    <a:pt x="79" y="518"/>
                  </a:cubicBezTo>
                  <a:cubicBezTo>
                    <a:pt x="80" y="506"/>
                    <a:pt x="80" y="506"/>
                    <a:pt x="80" y="506"/>
                  </a:cubicBezTo>
                  <a:cubicBezTo>
                    <a:pt x="86" y="507"/>
                    <a:pt x="91" y="509"/>
                    <a:pt x="94" y="512"/>
                  </a:cubicBezTo>
                  <a:cubicBezTo>
                    <a:pt x="98" y="515"/>
                    <a:pt x="100" y="520"/>
                    <a:pt x="101" y="526"/>
                  </a:cubicBezTo>
                  <a:cubicBezTo>
                    <a:pt x="103" y="533"/>
                    <a:pt x="102" y="540"/>
                    <a:pt x="98" y="546"/>
                  </a:cubicBezTo>
                  <a:close/>
                  <a:moveTo>
                    <a:pt x="115" y="330"/>
                  </a:moveTo>
                  <a:cubicBezTo>
                    <a:pt x="102" y="331"/>
                    <a:pt x="102" y="331"/>
                    <a:pt x="102" y="331"/>
                  </a:cubicBezTo>
                  <a:cubicBezTo>
                    <a:pt x="95" y="353"/>
                    <a:pt x="95" y="353"/>
                    <a:pt x="95" y="353"/>
                  </a:cubicBezTo>
                  <a:cubicBezTo>
                    <a:pt x="105" y="361"/>
                    <a:pt x="105" y="361"/>
                    <a:pt x="105" y="361"/>
                  </a:cubicBezTo>
                  <a:cubicBezTo>
                    <a:pt x="101" y="373"/>
                    <a:pt x="101" y="373"/>
                    <a:pt x="101" y="373"/>
                  </a:cubicBezTo>
                  <a:cubicBezTo>
                    <a:pt x="59" y="336"/>
                    <a:pt x="59" y="336"/>
                    <a:pt x="59" y="336"/>
                  </a:cubicBezTo>
                  <a:cubicBezTo>
                    <a:pt x="62" y="324"/>
                    <a:pt x="62" y="324"/>
                    <a:pt x="62" y="324"/>
                  </a:cubicBezTo>
                  <a:cubicBezTo>
                    <a:pt x="118" y="318"/>
                    <a:pt x="118" y="318"/>
                    <a:pt x="118" y="318"/>
                  </a:cubicBezTo>
                  <a:lnTo>
                    <a:pt x="115" y="330"/>
                  </a:lnTo>
                  <a:close/>
                  <a:moveTo>
                    <a:pt x="252" y="762"/>
                  </a:moveTo>
                  <a:cubicBezTo>
                    <a:pt x="252" y="763"/>
                    <a:pt x="251" y="764"/>
                    <a:pt x="250" y="764"/>
                  </a:cubicBezTo>
                  <a:cubicBezTo>
                    <a:pt x="248" y="765"/>
                    <a:pt x="239" y="763"/>
                    <a:pt x="238" y="764"/>
                  </a:cubicBezTo>
                  <a:cubicBezTo>
                    <a:pt x="233" y="764"/>
                    <a:pt x="232" y="764"/>
                    <a:pt x="231" y="766"/>
                  </a:cubicBezTo>
                  <a:cubicBezTo>
                    <a:pt x="231" y="767"/>
                    <a:pt x="231" y="770"/>
                    <a:pt x="229" y="770"/>
                  </a:cubicBezTo>
                  <a:cubicBezTo>
                    <a:pt x="227" y="769"/>
                    <a:pt x="222" y="768"/>
                    <a:pt x="219" y="768"/>
                  </a:cubicBezTo>
                  <a:cubicBezTo>
                    <a:pt x="218" y="768"/>
                    <a:pt x="217" y="768"/>
                    <a:pt x="216" y="768"/>
                  </a:cubicBezTo>
                  <a:cubicBezTo>
                    <a:pt x="205" y="781"/>
                    <a:pt x="197" y="792"/>
                    <a:pt x="185" y="804"/>
                  </a:cubicBezTo>
                  <a:cubicBezTo>
                    <a:pt x="185" y="804"/>
                    <a:pt x="183" y="805"/>
                    <a:pt x="183" y="805"/>
                  </a:cubicBezTo>
                  <a:cubicBezTo>
                    <a:pt x="191" y="792"/>
                    <a:pt x="199" y="779"/>
                    <a:pt x="208" y="766"/>
                  </a:cubicBezTo>
                  <a:cubicBezTo>
                    <a:pt x="209" y="764"/>
                    <a:pt x="208" y="763"/>
                    <a:pt x="208" y="763"/>
                  </a:cubicBezTo>
                  <a:cubicBezTo>
                    <a:pt x="207" y="761"/>
                    <a:pt x="210" y="758"/>
                    <a:pt x="212" y="758"/>
                  </a:cubicBezTo>
                  <a:cubicBezTo>
                    <a:pt x="212" y="758"/>
                    <a:pt x="213" y="758"/>
                    <a:pt x="214" y="758"/>
                  </a:cubicBezTo>
                  <a:cubicBezTo>
                    <a:pt x="219" y="750"/>
                    <a:pt x="219" y="750"/>
                    <a:pt x="221" y="747"/>
                  </a:cubicBezTo>
                  <a:cubicBezTo>
                    <a:pt x="219" y="746"/>
                    <a:pt x="211" y="743"/>
                    <a:pt x="213" y="741"/>
                  </a:cubicBezTo>
                  <a:cubicBezTo>
                    <a:pt x="214" y="741"/>
                    <a:pt x="216" y="741"/>
                    <a:pt x="218" y="741"/>
                  </a:cubicBezTo>
                  <a:cubicBezTo>
                    <a:pt x="220" y="742"/>
                    <a:pt x="222" y="742"/>
                    <a:pt x="223" y="743"/>
                  </a:cubicBezTo>
                  <a:cubicBezTo>
                    <a:pt x="227" y="739"/>
                    <a:pt x="229" y="736"/>
                    <a:pt x="231" y="731"/>
                  </a:cubicBezTo>
                  <a:cubicBezTo>
                    <a:pt x="231" y="730"/>
                    <a:pt x="234" y="726"/>
                    <a:pt x="233" y="726"/>
                  </a:cubicBezTo>
                  <a:cubicBezTo>
                    <a:pt x="233" y="724"/>
                    <a:pt x="233" y="724"/>
                    <a:pt x="233" y="723"/>
                  </a:cubicBezTo>
                  <a:cubicBezTo>
                    <a:pt x="237" y="725"/>
                    <a:pt x="239" y="727"/>
                    <a:pt x="239" y="731"/>
                  </a:cubicBezTo>
                  <a:cubicBezTo>
                    <a:pt x="239" y="731"/>
                    <a:pt x="239" y="734"/>
                    <a:pt x="239" y="735"/>
                  </a:cubicBezTo>
                  <a:cubicBezTo>
                    <a:pt x="236" y="738"/>
                    <a:pt x="234" y="742"/>
                    <a:pt x="231" y="745"/>
                  </a:cubicBezTo>
                  <a:cubicBezTo>
                    <a:pt x="232" y="746"/>
                    <a:pt x="233" y="746"/>
                    <a:pt x="234" y="746"/>
                  </a:cubicBezTo>
                  <a:cubicBezTo>
                    <a:pt x="237" y="748"/>
                    <a:pt x="239" y="748"/>
                    <a:pt x="242" y="750"/>
                  </a:cubicBezTo>
                  <a:cubicBezTo>
                    <a:pt x="243" y="749"/>
                    <a:pt x="244" y="750"/>
                    <a:pt x="244" y="749"/>
                  </a:cubicBezTo>
                  <a:cubicBezTo>
                    <a:pt x="252" y="753"/>
                    <a:pt x="253" y="761"/>
                    <a:pt x="252" y="762"/>
                  </a:cubicBezTo>
                  <a:close/>
                  <a:moveTo>
                    <a:pt x="189" y="735"/>
                  </a:moveTo>
                  <a:cubicBezTo>
                    <a:pt x="192" y="737"/>
                    <a:pt x="195" y="739"/>
                    <a:pt x="196" y="742"/>
                  </a:cubicBezTo>
                  <a:cubicBezTo>
                    <a:pt x="197" y="743"/>
                    <a:pt x="201" y="748"/>
                    <a:pt x="203" y="754"/>
                  </a:cubicBezTo>
                  <a:cubicBezTo>
                    <a:pt x="204" y="757"/>
                    <a:pt x="205" y="758"/>
                    <a:pt x="204" y="761"/>
                  </a:cubicBezTo>
                  <a:cubicBezTo>
                    <a:pt x="199" y="758"/>
                    <a:pt x="200" y="757"/>
                    <a:pt x="198" y="752"/>
                  </a:cubicBezTo>
                  <a:cubicBezTo>
                    <a:pt x="198" y="750"/>
                    <a:pt x="197" y="748"/>
                    <a:pt x="193" y="744"/>
                  </a:cubicBezTo>
                  <a:cubicBezTo>
                    <a:pt x="193" y="742"/>
                    <a:pt x="189" y="738"/>
                    <a:pt x="189" y="735"/>
                  </a:cubicBezTo>
                  <a:close/>
                  <a:moveTo>
                    <a:pt x="262" y="820"/>
                  </a:moveTo>
                  <a:cubicBezTo>
                    <a:pt x="262" y="818"/>
                    <a:pt x="260" y="817"/>
                    <a:pt x="260" y="815"/>
                  </a:cubicBezTo>
                  <a:cubicBezTo>
                    <a:pt x="266" y="807"/>
                    <a:pt x="274" y="789"/>
                    <a:pt x="281" y="779"/>
                  </a:cubicBezTo>
                  <a:cubicBezTo>
                    <a:pt x="282" y="777"/>
                    <a:pt x="283" y="776"/>
                    <a:pt x="284" y="776"/>
                  </a:cubicBezTo>
                  <a:cubicBezTo>
                    <a:pt x="284" y="777"/>
                    <a:pt x="285" y="777"/>
                    <a:pt x="283" y="781"/>
                  </a:cubicBezTo>
                  <a:cubicBezTo>
                    <a:pt x="283" y="782"/>
                    <a:pt x="263" y="819"/>
                    <a:pt x="265" y="821"/>
                  </a:cubicBezTo>
                  <a:cubicBezTo>
                    <a:pt x="263" y="821"/>
                    <a:pt x="263" y="821"/>
                    <a:pt x="262" y="820"/>
                  </a:cubicBezTo>
                  <a:close/>
                  <a:moveTo>
                    <a:pt x="289" y="829"/>
                  </a:moveTo>
                  <a:cubicBezTo>
                    <a:pt x="288" y="830"/>
                    <a:pt x="288" y="830"/>
                    <a:pt x="287" y="830"/>
                  </a:cubicBezTo>
                  <a:cubicBezTo>
                    <a:pt x="286" y="830"/>
                    <a:pt x="284" y="829"/>
                    <a:pt x="282" y="828"/>
                  </a:cubicBezTo>
                  <a:cubicBezTo>
                    <a:pt x="280" y="826"/>
                    <a:pt x="275" y="818"/>
                    <a:pt x="276" y="816"/>
                  </a:cubicBezTo>
                  <a:cubicBezTo>
                    <a:pt x="276" y="816"/>
                    <a:pt x="276" y="816"/>
                    <a:pt x="276" y="816"/>
                  </a:cubicBezTo>
                  <a:cubicBezTo>
                    <a:pt x="278" y="822"/>
                    <a:pt x="286" y="820"/>
                    <a:pt x="294" y="818"/>
                  </a:cubicBezTo>
                  <a:cubicBezTo>
                    <a:pt x="300" y="816"/>
                    <a:pt x="305" y="813"/>
                    <a:pt x="305" y="812"/>
                  </a:cubicBezTo>
                  <a:cubicBezTo>
                    <a:pt x="305" y="811"/>
                    <a:pt x="305" y="810"/>
                    <a:pt x="304" y="809"/>
                  </a:cubicBezTo>
                  <a:cubicBezTo>
                    <a:pt x="304" y="810"/>
                    <a:pt x="301" y="811"/>
                    <a:pt x="297" y="812"/>
                  </a:cubicBezTo>
                  <a:cubicBezTo>
                    <a:pt x="288" y="814"/>
                    <a:pt x="275" y="816"/>
                    <a:pt x="273" y="815"/>
                  </a:cubicBezTo>
                  <a:cubicBezTo>
                    <a:pt x="270" y="814"/>
                    <a:pt x="270" y="813"/>
                    <a:pt x="273" y="809"/>
                  </a:cubicBezTo>
                  <a:cubicBezTo>
                    <a:pt x="279" y="807"/>
                    <a:pt x="290" y="805"/>
                    <a:pt x="297" y="802"/>
                  </a:cubicBezTo>
                  <a:cubicBezTo>
                    <a:pt x="297" y="801"/>
                    <a:pt x="299" y="801"/>
                    <a:pt x="298" y="799"/>
                  </a:cubicBezTo>
                  <a:cubicBezTo>
                    <a:pt x="295" y="800"/>
                    <a:pt x="286" y="801"/>
                    <a:pt x="284" y="801"/>
                  </a:cubicBezTo>
                  <a:cubicBezTo>
                    <a:pt x="281" y="798"/>
                    <a:pt x="283" y="795"/>
                    <a:pt x="284" y="792"/>
                  </a:cubicBezTo>
                  <a:cubicBezTo>
                    <a:pt x="285" y="792"/>
                    <a:pt x="284" y="792"/>
                    <a:pt x="285" y="792"/>
                  </a:cubicBezTo>
                  <a:cubicBezTo>
                    <a:pt x="287" y="794"/>
                    <a:pt x="294" y="792"/>
                    <a:pt x="295" y="791"/>
                  </a:cubicBezTo>
                  <a:cubicBezTo>
                    <a:pt x="294" y="789"/>
                    <a:pt x="292" y="784"/>
                    <a:pt x="293" y="785"/>
                  </a:cubicBezTo>
                  <a:cubicBezTo>
                    <a:pt x="295" y="786"/>
                    <a:pt x="295" y="787"/>
                    <a:pt x="298" y="787"/>
                  </a:cubicBezTo>
                  <a:cubicBezTo>
                    <a:pt x="298" y="787"/>
                    <a:pt x="299" y="787"/>
                    <a:pt x="298" y="787"/>
                  </a:cubicBezTo>
                  <a:cubicBezTo>
                    <a:pt x="297" y="786"/>
                    <a:pt x="295" y="785"/>
                    <a:pt x="295" y="784"/>
                  </a:cubicBezTo>
                  <a:cubicBezTo>
                    <a:pt x="296" y="782"/>
                    <a:pt x="298" y="782"/>
                    <a:pt x="299" y="783"/>
                  </a:cubicBezTo>
                  <a:cubicBezTo>
                    <a:pt x="301" y="784"/>
                    <a:pt x="308" y="789"/>
                    <a:pt x="308" y="789"/>
                  </a:cubicBezTo>
                  <a:cubicBezTo>
                    <a:pt x="309" y="790"/>
                    <a:pt x="309" y="790"/>
                    <a:pt x="309" y="790"/>
                  </a:cubicBezTo>
                  <a:cubicBezTo>
                    <a:pt x="310" y="791"/>
                    <a:pt x="310" y="792"/>
                    <a:pt x="310" y="793"/>
                  </a:cubicBezTo>
                  <a:cubicBezTo>
                    <a:pt x="310" y="796"/>
                    <a:pt x="308" y="797"/>
                    <a:pt x="305" y="797"/>
                  </a:cubicBezTo>
                  <a:cubicBezTo>
                    <a:pt x="306" y="802"/>
                    <a:pt x="306" y="806"/>
                    <a:pt x="309" y="811"/>
                  </a:cubicBezTo>
                  <a:cubicBezTo>
                    <a:pt x="311" y="809"/>
                    <a:pt x="313" y="809"/>
                    <a:pt x="313" y="808"/>
                  </a:cubicBezTo>
                  <a:cubicBezTo>
                    <a:pt x="316" y="810"/>
                    <a:pt x="317" y="811"/>
                    <a:pt x="317" y="814"/>
                  </a:cubicBezTo>
                  <a:cubicBezTo>
                    <a:pt x="315" y="818"/>
                    <a:pt x="310" y="817"/>
                    <a:pt x="309" y="819"/>
                  </a:cubicBezTo>
                  <a:cubicBezTo>
                    <a:pt x="308" y="823"/>
                    <a:pt x="309" y="831"/>
                    <a:pt x="307" y="834"/>
                  </a:cubicBezTo>
                  <a:cubicBezTo>
                    <a:pt x="307" y="835"/>
                    <a:pt x="306" y="835"/>
                    <a:pt x="305" y="834"/>
                  </a:cubicBezTo>
                  <a:cubicBezTo>
                    <a:pt x="304" y="831"/>
                    <a:pt x="305" y="824"/>
                    <a:pt x="305" y="820"/>
                  </a:cubicBezTo>
                  <a:cubicBezTo>
                    <a:pt x="303" y="821"/>
                    <a:pt x="299" y="823"/>
                    <a:pt x="295" y="823"/>
                  </a:cubicBezTo>
                  <a:cubicBezTo>
                    <a:pt x="295" y="824"/>
                    <a:pt x="295" y="824"/>
                    <a:pt x="295" y="825"/>
                  </a:cubicBezTo>
                  <a:cubicBezTo>
                    <a:pt x="297" y="826"/>
                    <a:pt x="297" y="827"/>
                    <a:pt x="298" y="828"/>
                  </a:cubicBezTo>
                  <a:cubicBezTo>
                    <a:pt x="298" y="829"/>
                    <a:pt x="296" y="830"/>
                    <a:pt x="296" y="831"/>
                  </a:cubicBezTo>
                  <a:cubicBezTo>
                    <a:pt x="295" y="831"/>
                    <a:pt x="293" y="830"/>
                    <a:pt x="291" y="829"/>
                  </a:cubicBezTo>
                  <a:cubicBezTo>
                    <a:pt x="290" y="829"/>
                    <a:pt x="289" y="829"/>
                    <a:pt x="289" y="829"/>
                  </a:cubicBezTo>
                  <a:close/>
                  <a:moveTo>
                    <a:pt x="317" y="787"/>
                  </a:moveTo>
                  <a:cubicBezTo>
                    <a:pt x="317" y="785"/>
                    <a:pt x="319" y="786"/>
                    <a:pt x="320" y="786"/>
                  </a:cubicBezTo>
                  <a:cubicBezTo>
                    <a:pt x="323" y="788"/>
                    <a:pt x="325" y="789"/>
                    <a:pt x="326" y="794"/>
                  </a:cubicBezTo>
                  <a:cubicBezTo>
                    <a:pt x="326" y="795"/>
                    <a:pt x="326" y="796"/>
                    <a:pt x="325" y="798"/>
                  </a:cubicBezTo>
                  <a:cubicBezTo>
                    <a:pt x="323" y="798"/>
                    <a:pt x="319" y="798"/>
                    <a:pt x="319" y="795"/>
                  </a:cubicBezTo>
                  <a:cubicBezTo>
                    <a:pt x="318" y="793"/>
                    <a:pt x="316" y="788"/>
                    <a:pt x="317" y="787"/>
                  </a:cubicBezTo>
                  <a:close/>
                  <a:moveTo>
                    <a:pt x="341" y="802"/>
                  </a:moveTo>
                  <a:cubicBezTo>
                    <a:pt x="334" y="803"/>
                    <a:pt x="319" y="845"/>
                    <a:pt x="312" y="854"/>
                  </a:cubicBezTo>
                  <a:cubicBezTo>
                    <a:pt x="308" y="861"/>
                    <a:pt x="306" y="861"/>
                    <a:pt x="303" y="858"/>
                  </a:cubicBezTo>
                  <a:cubicBezTo>
                    <a:pt x="299" y="854"/>
                    <a:pt x="294" y="836"/>
                    <a:pt x="295" y="832"/>
                  </a:cubicBezTo>
                  <a:cubicBezTo>
                    <a:pt x="296" y="833"/>
                    <a:pt x="297" y="836"/>
                    <a:pt x="297" y="837"/>
                  </a:cubicBezTo>
                  <a:cubicBezTo>
                    <a:pt x="298" y="836"/>
                    <a:pt x="297" y="836"/>
                    <a:pt x="298" y="835"/>
                  </a:cubicBezTo>
                  <a:cubicBezTo>
                    <a:pt x="299" y="838"/>
                    <a:pt x="303" y="846"/>
                    <a:pt x="304" y="847"/>
                  </a:cubicBezTo>
                  <a:cubicBezTo>
                    <a:pt x="307" y="849"/>
                    <a:pt x="308" y="844"/>
                    <a:pt x="310" y="842"/>
                  </a:cubicBezTo>
                  <a:cubicBezTo>
                    <a:pt x="314" y="834"/>
                    <a:pt x="325" y="807"/>
                    <a:pt x="329" y="799"/>
                  </a:cubicBezTo>
                  <a:cubicBezTo>
                    <a:pt x="332" y="794"/>
                    <a:pt x="334" y="789"/>
                    <a:pt x="331" y="786"/>
                  </a:cubicBezTo>
                  <a:cubicBezTo>
                    <a:pt x="320" y="780"/>
                    <a:pt x="306" y="784"/>
                    <a:pt x="296" y="778"/>
                  </a:cubicBezTo>
                  <a:cubicBezTo>
                    <a:pt x="296" y="778"/>
                    <a:pt x="296" y="778"/>
                    <a:pt x="296" y="778"/>
                  </a:cubicBezTo>
                  <a:cubicBezTo>
                    <a:pt x="302" y="776"/>
                    <a:pt x="328" y="782"/>
                    <a:pt x="328" y="782"/>
                  </a:cubicBezTo>
                  <a:cubicBezTo>
                    <a:pt x="336" y="784"/>
                    <a:pt x="346" y="792"/>
                    <a:pt x="341" y="802"/>
                  </a:cubicBezTo>
                  <a:close/>
                  <a:moveTo>
                    <a:pt x="365" y="858"/>
                  </a:moveTo>
                  <a:cubicBezTo>
                    <a:pt x="365" y="858"/>
                    <a:pt x="363" y="859"/>
                    <a:pt x="362" y="859"/>
                  </a:cubicBezTo>
                  <a:cubicBezTo>
                    <a:pt x="362" y="859"/>
                    <a:pt x="362" y="860"/>
                    <a:pt x="360" y="861"/>
                  </a:cubicBezTo>
                  <a:cubicBezTo>
                    <a:pt x="360" y="861"/>
                    <a:pt x="358" y="862"/>
                    <a:pt x="356" y="861"/>
                  </a:cubicBezTo>
                  <a:cubicBezTo>
                    <a:pt x="356" y="861"/>
                    <a:pt x="355" y="860"/>
                    <a:pt x="354" y="860"/>
                  </a:cubicBezTo>
                  <a:cubicBezTo>
                    <a:pt x="354" y="860"/>
                    <a:pt x="352" y="859"/>
                    <a:pt x="351" y="859"/>
                  </a:cubicBezTo>
                  <a:cubicBezTo>
                    <a:pt x="351" y="859"/>
                    <a:pt x="349" y="859"/>
                    <a:pt x="352" y="858"/>
                  </a:cubicBezTo>
                  <a:cubicBezTo>
                    <a:pt x="352" y="858"/>
                    <a:pt x="352" y="857"/>
                    <a:pt x="353" y="857"/>
                  </a:cubicBezTo>
                  <a:cubicBezTo>
                    <a:pt x="353" y="857"/>
                    <a:pt x="354" y="857"/>
                    <a:pt x="354" y="857"/>
                  </a:cubicBezTo>
                  <a:cubicBezTo>
                    <a:pt x="354" y="857"/>
                    <a:pt x="354" y="856"/>
                    <a:pt x="355" y="857"/>
                  </a:cubicBezTo>
                  <a:cubicBezTo>
                    <a:pt x="355" y="857"/>
                    <a:pt x="356" y="858"/>
                    <a:pt x="357" y="855"/>
                  </a:cubicBezTo>
                  <a:cubicBezTo>
                    <a:pt x="357" y="855"/>
                    <a:pt x="357" y="855"/>
                    <a:pt x="358" y="855"/>
                  </a:cubicBezTo>
                  <a:cubicBezTo>
                    <a:pt x="358" y="855"/>
                    <a:pt x="362" y="853"/>
                    <a:pt x="371" y="847"/>
                  </a:cubicBezTo>
                  <a:cubicBezTo>
                    <a:pt x="371" y="847"/>
                    <a:pt x="379" y="842"/>
                    <a:pt x="384" y="837"/>
                  </a:cubicBezTo>
                  <a:cubicBezTo>
                    <a:pt x="384" y="837"/>
                    <a:pt x="388" y="834"/>
                    <a:pt x="393" y="830"/>
                  </a:cubicBezTo>
                  <a:cubicBezTo>
                    <a:pt x="393" y="830"/>
                    <a:pt x="406" y="820"/>
                    <a:pt x="408" y="817"/>
                  </a:cubicBezTo>
                  <a:cubicBezTo>
                    <a:pt x="408" y="817"/>
                    <a:pt x="399" y="812"/>
                    <a:pt x="400" y="808"/>
                  </a:cubicBezTo>
                  <a:cubicBezTo>
                    <a:pt x="400" y="808"/>
                    <a:pt x="401" y="806"/>
                    <a:pt x="402" y="808"/>
                  </a:cubicBezTo>
                  <a:cubicBezTo>
                    <a:pt x="402" y="808"/>
                    <a:pt x="406" y="811"/>
                    <a:pt x="413" y="810"/>
                  </a:cubicBezTo>
                  <a:cubicBezTo>
                    <a:pt x="413" y="810"/>
                    <a:pt x="416" y="810"/>
                    <a:pt x="420" y="807"/>
                  </a:cubicBezTo>
                  <a:cubicBezTo>
                    <a:pt x="420" y="807"/>
                    <a:pt x="425" y="806"/>
                    <a:pt x="427" y="815"/>
                  </a:cubicBezTo>
                  <a:cubicBezTo>
                    <a:pt x="427" y="815"/>
                    <a:pt x="427" y="819"/>
                    <a:pt x="425" y="818"/>
                  </a:cubicBezTo>
                  <a:cubicBezTo>
                    <a:pt x="425" y="818"/>
                    <a:pt x="422" y="818"/>
                    <a:pt x="419" y="819"/>
                  </a:cubicBezTo>
                  <a:cubicBezTo>
                    <a:pt x="419" y="819"/>
                    <a:pt x="418" y="818"/>
                    <a:pt x="416" y="820"/>
                  </a:cubicBezTo>
                  <a:cubicBezTo>
                    <a:pt x="416" y="820"/>
                    <a:pt x="410" y="826"/>
                    <a:pt x="397" y="834"/>
                  </a:cubicBezTo>
                  <a:cubicBezTo>
                    <a:pt x="397" y="834"/>
                    <a:pt x="390" y="839"/>
                    <a:pt x="381" y="848"/>
                  </a:cubicBezTo>
                  <a:cubicBezTo>
                    <a:pt x="381" y="848"/>
                    <a:pt x="374" y="854"/>
                    <a:pt x="365" y="858"/>
                  </a:cubicBezTo>
                  <a:close/>
                  <a:moveTo>
                    <a:pt x="430" y="858"/>
                  </a:moveTo>
                  <a:cubicBezTo>
                    <a:pt x="430" y="858"/>
                    <a:pt x="430" y="859"/>
                    <a:pt x="430" y="860"/>
                  </a:cubicBezTo>
                  <a:cubicBezTo>
                    <a:pt x="430" y="860"/>
                    <a:pt x="430" y="862"/>
                    <a:pt x="427" y="862"/>
                  </a:cubicBezTo>
                  <a:cubicBezTo>
                    <a:pt x="427" y="862"/>
                    <a:pt x="420" y="864"/>
                    <a:pt x="419" y="866"/>
                  </a:cubicBezTo>
                  <a:cubicBezTo>
                    <a:pt x="419" y="866"/>
                    <a:pt x="415" y="869"/>
                    <a:pt x="416" y="872"/>
                  </a:cubicBezTo>
                  <a:cubicBezTo>
                    <a:pt x="416" y="872"/>
                    <a:pt x="416" y="874"/>
                    <a:pt x="413" y="875"/>
                  </a:cubicBezTo>
                  <a:cubicBezTo>
                    <a:pt x="413" y="875"/>
                    <a:pt x="411" y="875"/>
                    <a:pt x="409" y="875"/>
                  </a:cubicBezTo>
                  <a:cubicBezTo>
                    <a:pt x="409" y="875"/>
                    <a:pt x="407" y="873"/>
                    <a:pt x="404" y="875"/>
                  </a:cubicBezTo>
                  <a:cubicBezTo>
                    <a:pt x="404" y="875"/>
                    <a:pt x="404" y="876"/>
                    <a:pt x="402" y="875"/>
                  </a:cubicBezTo>
                  <a:cubicBezTo>
                    <a:pt x="402" y="875"/>
                    <a:pt x="402" y="874"/>
                    <a:pt x="401" y="874"/>
                  </a:cubicBezTo>
                  <a:cubicBezTo>
                    <a:pt x="401" y="874"/>
                    <a:pt x="400" y="873"/>
                    <a:pt x="400" y="872"/>
                  </a:cubicBezTo>
                  <a:cubicBezTo>
                    <a:pt x="400" y="872"/>
                    <a:pt x="400" y="870"/>
                    <a:pt x="398" y="869"/>
                  </a:cubicBezTo>
                  <a:cubicBezTo>
                    <a:pt x="398" y="869"/>
                    <a:pt x="397" y="869"/>
                    <a:pt x="397" y="867"/>
                  </a:cubicBezTo>
                  <a:cubicBezTo>
                    <a:pt x="397" y="867"/>
                    <a:pt x="396" y="861"/>
                    <a:pt x="395" y="858"/>
                  </a:cubicBezTo>
                  <a:cubicBezTo>
                    <a:pt x="395" y="858"/>
                    <a:pt x="394" y="855"/>
                    <a:pt x="391" y="854"/>
                  </a:cubicBezTo>
                  <a:cubicBezTo>
                    <a:pt x="391" y="854"/>
                    <a:pt x="387" y="848"/>
                    <a:pt x="389" y="848"/>
                  </a:cubicBezTo>
                  <a:cubicBezTo>
                    <a:pt x="389" y="848"/>
                    <a:pt x="393" y="848"/>
                    <a:pt x="396" y="854"/>
                  </a:cubicBezTo>
                  <a:cubicBezTo>
                    <a:pt x="396" y="854"/>
                    <a:pt x="396" y="856"/>
                    <a:pt x="396" y="858"/>
                  </a:cubicBezTo>
                  <a:cubicBezTo>
                    <a:pt x="396" y="858"/>
                    <a:pt x="397" y="859"/>
                    <a:pt x="399" y="866"/>
                  </a:cubicBezTo>
                  <a:cubicBezTo>
                    <a:pt x="399" y="866"/>
                    <a:pt x="400" y="867"/>
                    <a:pt x="400" y="865"/>
                  </a:cubicBezTo>
                  <a:cubicBezTo>
                    <a:pt x="402" y="863"/>
                    <a:pt x="402" y="863"/>
                    <a:pt x="402" y="863"/>
                  </a:cubicBezTo>
                  <a:cubicBezTo>
                    <a:pt x="402" y="863"/>
                    <a:pt x="403" y="861"/>
                    <a:pt x="404" y="862"/>
                  </a:cubicBezTo>
                  <a:cubicBezTo>
                    <a:pt x="404" y="862"/>
                    <a:pt x="404" y="863"/>
                    <a:pt x="405" y="862"/>
                  </a:cubicBezTo>
                  <a:cubicBezTo>
                    <a:pt x="405" y="862"/>
                    <a:pt x="408" y="860"/>
                    <a:pt x="410" y="858"/>
                  </a:cubicBezTo>
                  <a:cubicBezTo>
                    <a:pt x="410" y="858"/>
                    <a:pt x="413" y="856"/>
                    <a:pt x="412" y="855"/>
                  </a:cubicBezTo>
                  <a:cubicBezTo>
                    <a:pt x="412" y="855"/>
                    <a:pt x="409" y="851"/>
                    <a:pt x="408" y="850"/>
                  </a:cubicBezTo>
                  <a:cubicBezTo>
                    <a:pt x="408" y="850"/>
                    <a:pt x="405" y="848"/>
                    <a:pt x="407" y="848"/>
                  </a:cubicBezTo>
                  <a:cubicBezTo>
                    <a:pt x="407" y="848"/>
                    <a:pt x="408" y="848"/>
                    <a:pt x="411" y="849"/>
                  </a:cubicBezTo>
                  <a:cubicBezTo>
                    <a:pt x="411" y="849"/>
                    <a:pt x="417" y="850"/>
                    <a:pt x="419" y="848"/>
                  </a:cubicBezTo>
                  <a:cubicBezTo>
                    <a:pt x="419" y="848"/>
                    <a:pt x="419" y="846"/>
                    <a:pt x="421" y="847"/>
                  </a:cubicBezTo>
                  <a:cubicBezTo>
                    <a:pt x="421" y="847"/>
                    <a:pt x="424" y="850"/>
                    <a:pt x="425" y="850"/>
                  </a:cubicBezTo>
                  <a:cubicBezTo>
                    <a:pt x="425" y="850"/>
                    <a:pt x="431" y="852"/>
                    <a:pt x="430" y="858"/>
                  </a:cubicBezTo>
                  <a:close/>
                  <a:moveTo>
                    <a:pt x="485" y="876"/>
                  </a:moveTo>
                  <a:cubicBezTo>
                    <a:pt x="485" y="876"/>
                    <a:pt x="485" y="878"/>
                    <a:pt x="483" y="877"/>
                  </a:cubicBezTo>
                  <a:cubicBezTo>
                    <a:pt x="483" y="877"/>
                    <a:pt x="477" y="874"/>
                    <a:pt x="475" y="866"/>
                  </a:cubicBezTo>
                  <a:cubicBezTo>
                    <a:pt x="475" y="866"/>
                    <a:pt x="473" y="857"/>
                    <a:pt x="473" y="856"/>
                  </a:cubicBezTo>
                  <a:cubicBezTo>
                    <a:pt x="473" y="856"/>
                    <a:pt x="473" y="856"/>
                    <a:pt x="473" y="854"/>
                  </a:cubicBezTo>
                  <a:cubicBezTo>
                    <a:pt x="472" y="848"/>
                    <a:pt x="472" y="848"/>
                    <a:pt x="472" y="848"/>
                  </a:cubicBezTo>
                  <a:cubicBezTo>
                    <a:pt x="472" y="848"/>
                    <a:pt x="472" y="848"/>
                    <a:pt x="473" y="847"/>
                  </a:cubicBezTo>
                  <a:cubicBezTo>
                    <a:pt x="473" y="847"/>
                    <a:pt x="472" y="846"/>
                    <a:pt x="473" y="845"/>
                  </a:cubicBezTo>
                  <a:cubicBezTo>
                    <a:pt x="473" y="845"/>
                    <a:pt x="473" y="845"/>
                    <a:pt x="473" y="845"/>
                  </a:cubicBezTo>
                  <a:cubicBezTo>
                    <a:pt x="473" y="845"/>
                    <a:pt x="473" y="842"/>
                    <a:pt x="474" y="843"/>
                  </a:cubicBezTo>
                  <a:cubicBezTo>
                    <a:pt x="474" y="843"/>
                    <a:pt x="475" y="844"/>
                    <a:pt x="474" y="846"/>
                  </a:cubicBezTo>
                  <a:cubicBezTo>
                    <a:pt x="474" y="846"/>
                    <a:pt x="473" y="848"/>
                    <a:pt x="477" y="855"/>
                  </a:cubicBezTo>
                  <a:cubicBezTo>
                    <a:pt x="477" y="855"/>
                    <a:pt x="478" y="856"/>
                    <a:pt x="479" y="856"/>
                  </a:cubicBezTo>
                  <a:cubicBezTo>
                    <a:pt x="479" y="856"/>
                    <a:pt x="480" y="857"/>
                    <a:pt x="481" y="860"/>
                  </a:cubicBezTo>
                  <a:cubicBezTo>
                    <a:pt x="481" y="860"/>
                    <a:pt x="481" y="862"/>
                    <a:pt x="481" y="862"/>
                  </a:cubicBezTo>
                  <a:cubicBezTo>
                    <a:pt x="481" y="862"/>
                    <a:pt x="480" y="864"/>
                    <a:pt x="482" y="863"/>
                  </a:cubicBezTo>
                  <a:cubicBezTo>
                    <a:pt x="482" y="863"/>
                    <a:pt x="483" y="863"/>
                    <a:pt x="483" y="864"/>
                  </a:cubicBezTo>
                  <a:cubicBezTo>
                    <a:pt x="483" y="864"/>
                    <a:pt x="483" y="867"/>
                    <a:pt x="483" y="868"/>
                  </a:cubicBezTo>
                  <a:cubicBezTo>
                    <a:pt x="483" y="868"/>
                    <a:pt x="484" y="869"/>
                    <a:pt x="484" y="870"/>
                  </a:cubicBezTo>
                  <a:cubicBezTo>
                    <a:pt x="484" y="870"/>
                    <a:pt x="484" y="871"/>
                    <a:pt x="484" y="871"/>
                  </a:cubicBezTo>
                  <a:cubicBezTo>
                    <a:pt x="484" y="871"/>
                    <a:pt x="485" y="871"/>
                    <a:pt x="485" y="871"/>
                  </a:cubicBezTo>
                  <a:cubicBezTo>
                    <a:pt x="485" y="871"/>
                    <a:pt x="486" y="876"/>
                    <a:pt x="485" y="876"/>
                  </a:cubicBezTo>
                  <a:close/>
                  <a:moveTo>
                    <a:pt x="482" y="834"/>
                  </a:moveTo>
                  <a:cubicBezTo>
                    <a:pt x="482" y="834"/>
                    <a:pt x="481" y="833"/>
                    <a:pt x="480" y="833"/>
                  </a:cubicBezTo>
                  <a:cubicBezTo>
                    <a:pt x="480" y="833"/>
                    <a:pt x="479" y="833"/>
                    <a:pt x="478" y="833"/>
                  </a:cubicBezTo>
                  <a:cubicBezTo>
                    <a:pt x="478" y="833"/>
                    <a:pt x="476" y="833"/>
                    <a:pt x="477" y="831"/>
                  </a:cubicBezTo>
                  <a:cubicBezTo>
                    <a:pt x="477" y="831"/>
                    <a:pt x="479" y="827"/>
                    <a:pt x="478" y="823"/>
                  </a:cubicBezTo>
                  <a:cubicBezTo>
                    <a:pt x="478" y="823"/>
                    <a:pt x="478" y="822"/>
                    <a:pt x="479" y="821"/>
                  </a:cubicBezTo>
                  <a:cubicBezTo>
                    <a:pt x="479" y="821"/>
                    <a:pt x="479" y="820"/>
                    <a:pt x="480" y="821"/>
                  </a:cubicBezTo>
                  <a:cubicBezTo>
                    <a:pt x="480" y="821"/>
                    <a:pt x="485" y="828"/>
                    <a:pt x="485" y="832"/>
                  </a:cubicBezTo>
                  <a:cubicBezTo>
                    <a:pt x="485" y="832"/>
                    <a:pt x="486" y="835"/>
                    <a:pt x="482" y="834"/>
                  </a:cubicBezTo>
                  <a:close/>
                  <a:moveTo>
                    <a:pt x="540" y="838"/>
                  </a:moveTo>
                  <a:cubicBezTo>
                    <a:pt x="540" y="838"/>
                    <a:pt x="539" y="842"/>
                    <a:pt x="537" y="843"/>
                  </a:cubicBezTo>
                  <a:cubicBezTo>
                    <a:pt x="537" y="843"/>
                    <a:pt x="536" y="844"/>
                    <a:pt x="536" y="846"/>
                  </a:cubicBezTo>
                  <a:cubicBezTo>
                    <a:pt x="536" y="846"/>
                    <a:pt x="533" y="852"/>
                    <a:pt x="531" y="853"/>
                  </a:cubicBezTo>
                  <a:cubicBezTo>
                    <a:pt x="531" y="853"/>
                    <a:pt x="528" y="855"/>
                    <a:pt x="529" y="857"/>
                  </a:cubicBezTo>
                  <a:cubicBezTo>
                    <a:pt x="529" y="857"/>
                    <a:pt x="533" y="860"/>
                    <a:pt x="532" y="864"/>
                  </a:cubicBezTo>
                  <a:cubicBezTo>
                    <a:pt x="532" y="864"/>
                    <a:pt x="532" y="865"/>
                    <a:pt x="531" y="865"/>
                  </a:cubicBezTo>
                  <a:cubicBezTo>
                    <a:pt x="531" y="865"/>
                    <a:pt x="530" y="866"/>
                    <a:pt x="529" y="866"/>
                  </a:cubicBezTo>
                  <a:cubicBezTo>
                    <a:pt x="529" y="866"/>
                    <a:pt x="528" y="866"/>
                    <a:pt x="528" y="866"/>
                  </a:cubicBezTo>
                  <a:cubicBezTo>
                    <a:pt x="528" y="866"/>
                    <a:pt x="524" y="868"/>
                    <a:pt x="522" y="868"/>
                  </a:cubicBezTo>
                  <a:cubicBezTo>
                    <a:pt x="522" y="868"/>
                    <a:pt x="520" y="868"/>
                    <a:pt x="517" y="868"/>
                  </a:cubicBezTo>
                  <a:cubicBezTo>
                    <a:pt x="517" y="868"/>
                    <a:pt x="517" y="867"/>
                    <a:pt x="516" y="868"/>
                  </a:cubicBezTo>
                  <a:cubicBezTo>
                    <a:pt x="516" y="868"/>
                    <a:pt x="512" y="873"/>
                    <a:pt x="507" y="869"/>
                  </a:cubicBezTo>
                  <a:cubicBezTo>
                    <a:pt x="507" y="869"/>
                    <a:pt x="506" y="868"/>
                    <a:pt x="505" y="867"/>
                  </a:cubicBezTo>
                  <a:cubicBezTo>
                    <a:pt x="504" y="867"/>
                    <a:pt x="503" y="866"/>
                    <a:pt x="502" y="866"/>
                  </a:cubicBezTo>
                  <a:cubicBezTo>
                    <a:pt x="502" y="866"/>
                    <a:pt x="496" y="862"/>
                    <a:pt x="494" y="861"/>
                  </a:cubicBezTo>
                  <a:cubicBezTo>
                    <a:pt x="494" y="861"/>
                    <a:pt x="490" y="858"/>
                    <a:pt x="490" y="856"/>
                  </a:cubicBezTo>
                  <a:cubicBezTo>
                    <a:pt x="490" y="856"/>
                    <a:pt x="489" y="853"/>
                    <a:pt x="487" y="853"/>
                  </a:cubicBezTo>
                  <a:cubicBezTo>
                    <a:pt x="487" y="853"/>
                    <a:pt x="486" y="853"/>
                    <a:pt x="486" y="851"/>
                  </a:cubicBezTo>
                  <a:cubicBezTo>
                    <a:pt x="486" y="851"/>
                    <a:pt x="486" y="851"/>
                    <a:pt x="486" y="851"/>
                  </a:cubicBezTo>
                  <a:cubicBezTo>
                    <a:pt x="486" y="851"/>
                    <a:pt x="486" y="851"/>
                    <a:pt x="486" y="850"/>
                  </a:cubicBezTo>
                  <a:cubicBezTo>
                    <a:pt x="486" y="850"/>
                    <a:pt x="485" y="849"/>
                    <a:pt x="487" y="846"/>
                  </a:cubicBezTo>
                  <a:cubicBezTo>
                    <a:pt x="487" y="846"/>
                    <a:pt x="489" y="844"/>
                    <a:pt x="491" y="843"/>
                  </a:cubicBezTo>
                  <a:cubicBezTo>
                    <a:pt x="491" y="843"/>
                    <a:pt x="495" y="839"/>
                    <a:pt x="498" y="837"/>
                  </a:cubicBezTo>
                  <a:cubicBezTo>
                    <a:pt x="498" y="837"/>
                    <a:pt x="499" y="836"/>
                    <a:pt x="500" y="835"/>
                  </a:cubicBezTo>
                  <a:cubicBezTo>
                    <a:pt x="501" y="834"/>
                    <a:pt x="502" y="833"/>
                    <a:pt x="502" y="833"/>
                  </a:cubicBezTo>
                  <a:cubicBezTo>
                    <a:pt x="502" y="833"/>
                    <a:pt x="504" y="831"/>
                    <a:pt x="506" y="830"/>
                  </a:cubicBezTo>
                  <a:cubicBezTo>
                    <a:pt x="506" y="830"/>
                    <a:pt x="509" y="829"/>
                    <a:pt x="509" y="828"/>
                  </a:cubicBezTo>
                  <a:cubicBezTo>
                    <a:pt x="509" y="828"/>
                    <a:pt x="509" y="825"/>
                    <a:pt x="509" y="824"/>
                  </a:cubicBezTo>
                  <a:cubicBezTo>
                    <a:pt x="507" y="809"/>
                    <a:pt x="507" y="809"/>
                    <a:pt x="507" y="809"/>
                  </a:cubicBezTo>
                  <a:cubicBezTo>
                    <a:pt x="507" y="809"/>
                    <a:pt x="507" y="808"/>
                    <a:pt x="508" y="809"/>
                  </a:cubicBezTo>
                  <a:cubicBezTo>
                    <a:pt x="508" y="809"/>
                    <a:pt x="509" y="809"/>
                    <a:pt x="510" y="809"/>
                  </a:cubicBezTo>
                  <a:cubicBezTo>
                    <a:pt x="510" y="809"/>
                    <a:pt x="512" y="808"/>
                    <a:pt x="513" y="812"/>
                  </a:cubicBezTo>
                  <a:cubicBezTo>
                    <a:pt x="513" y="812"/>
                    <a:pt x="515" y="816"/>
                    <a:pt x="516" y="820"/>
                  </a:cubicBezTo>
                  <a:cubicBezTo>
                    <a:pt x="516" y="820"/>
                    <a:pt x="516" y="825"/>
                    <a:pt x="516" y="826"/>
                  </a:cubicBezTo>
                  <a:cubicBezTo>
                    <a:pt x="516" y="826"/>
                    <a:pt x="516" y="828"/>
                    <a:pt x="518" y="828"/>
                  </a:cubicBezTo>
                  <a:cubicBezTo>
                    <a:pt x="518" y="828"/>
                    <a:pt x="520" y="828"/>
                    <a:pt x="523" y="828"/>
                  </a:cubicBezTo>
                  <a:cubicBezTo>
                    <a:pt x="527" y="829"/>
                    <a:pt x="531" y="829"/>
                    <a:pt x="533" y="829"/>
                  </a:cubicBezTo>
                  <a:cubicBezTo>
                    <a:pt x="533" y="829"/>
                    <a:pt x="537" y="830"/>
                    <a:pt x="541" y="835"/>
                  </a:cubicBezTo>
                  <a:cubicBezTo>
                    <a:pt x="541" y="835"/>
                    <a:pt x="542" y="835"/>
                    <a:pt x="540" y="838"/>
                  </a:cubicBezTo>
                  <a:close/>
                  <a:moveTo>
                    <a:pt x="604" y="809"/>
                  </a:moveTo>
                  <a:cubicBezTo>
                    <a:pt x="604" y="809"/>
                    <a:pt x="603" y="809"/>
                    <a:pt x="603" y="811"/>
                  </a:cubicBezTo>
                  <a:cubicBezTo>
                    <a:pt x="603" y="811"/>
                    <a:pt x="602" y="814"/>
                    <a:pt x="603" y="816"/>
                  </a:cubicBezTo>
                  <a:cubicBezTo>
                    <a:pt x="603" y="816"/>
                    <a:pt x="603" y="818"/>
                    <a:pt x="602" y="821"/>
                  </a:cubicBezTo>
                  <a:cubicBezTo>
                    <a:pt x="602" y="821"/>
                    <a:pt x="598" y="826"/>
                    <a:pt x="601" y="831"/>
                  </a:cubicBezTo>
                  <a:cubicBezTo>
                    <a:pt x="601" y="831"/>
                    <a:pt x="604" y="834"/>
                    <a:pt x="601" y="836"/>
                  </a:cubicBezTo>
                  <a:cubicBezTo>
                    <a:pt x="601" y="836"/>
                    <a:pt x="600" y="837"/>
                    <a:pt x="599" y="840"/>
                  </a:cubicBezTo>
                  <a:cubicBezTo>
                    <a:pt x="599" y="840"/>
                    <a:pt x="599" y="842"/>
                    <a:pt x="599" y="842"/>
                  </a:cubicBezTo>
                  <a:cubicBezTo>
                    <a:pt x="599" y="842"/>
                    <a:pt x="598" y="844"/>
                    <a:pt x="598" y="845"/>
                  </a:cubicBezTo>
                  <a:cubicBezTo>
                    <a:pt x="598" y="845"/>
                    <a:pt x="598" y="847"/>
                    <a:pt x="595" y="848"/>
                  </a:cubicBezTo>
                  <a:cubicBezTo>
                    <a:pt x="595" y="848"/>
                    <a:pt x="593" y="850"/>
                    <a:pt x="592" y="851"/>
                  </a:cubicBezTo>
                  <a:cubicBezTo>
                    <a:pt x="592" y="851"/>
                    <a:pt x="591" y="853"/>
                    <a:pt x="590" y="853"/>
                  </a:cubicBezTo>
                  <a:cubicBezTo>
                    <a:pt x="590" y="853"/>
                    <a:pt x="590" y="853"/>
                    <a:pt x="590" y="854"/>
                  </a:cubicBezTo>
                  <a:cubicBezTo>
                    <a:pt x="590" y="854"/>
                    <a:pt x="589" y="856"/>
                    <a:pt x="586" y="857"/>
                  </a:cubicBezTo>
                  <a:cubicBezTo>
                    <a:pt x="586" y="857"/>
                    <a:pt x="586" y="850"/>
                    <a:pt x="586" y="848"/>
                  </a:cubicBezTo>
                  <a:cubicBezTo>
                    <a:pt x="586" y="848"/>
                    <a:pt x="586" y="845"/>
                    <a:pt x="586" y="843"/>
                  </a:cubicBezTo>
                  <a:cubicBezTo>
                    <a:pt x="586" y="843"/>
                    <a:pt x="586" y="840"/>
                    <a:pt x="588" y="840"/>
                  </a:cubicBezTo>
                  <a:cubicBezTo>
                    <a:pt x="588" y="840"/>
                    <a:pt x="588" y="841"/>
                    <a:pt x="588" y="840"/>
                  </a:cubicBezTo>
                  <a:cubicBezTo>
                    <a:pt x="588" y="840"/>
                    <a:pt x="590" y="836"/>
                    <a:pt x="590" y="835"/>
                  </a:cubicBezTo>
                  <a:cubicBezTo>
                    <a:pt x="590" y="835"/>
                    <a:pt x="588" y="834"/>
                    <a:pt x="588" y="834"/>
                  </a:cubicBezTo>
                  <a:cubicBezTo>
                    <a:pt x="588" y="834"/>
                    <a:pt x="587" y="833"/>
                    <a:pt x="587" y="832"/>
                  </a:cubicBezTo>
                  <a:cubicBezTo>
                    <a:pt x="587" y="832"/>
                    <a:pt x="587" y="832"/>
                    <a:pt x="586" y="831"/>
                  </a:cubicBezTo>
                  <a:cubicBezTo>
                    <a:pt x="586" y="831"/>
                    <a:pt x="584" y="830"/>
                    <a:pt x="584" y="831"/>
                  </a:cubicBezTo>
                  <a:cubicBezTo>
                    <a:pt x="584" y="831"/>
                    <a:pt x="584" y="831"/>
                    <a:pt x="582" y="831"/>
                  </a:cubicBezTo>
                  <a:cubicBezTo>
                    <a:pt x="582" y="831"/>
                    <a:pt x="573" y="829"/>
                    <a:pt x="577" y="827"/>
                  </a:cubicBezTo>
                  <a:cubicBezTo>
                    <a:pt x="577" y="827"/>
                    <a:pt x="582" y="827"/>
                    <a:pt x="585" y="822"/>
                  </a:cubicBezTo>
                  <a:cubicBezTo>
                    <a:pt x="585" y="822"/>
                    <a:pt x="586" y="822"/>
                    <a:pt x="587" y="814"/>
                  </a:cubicBezTo>
                  <a:cubicBezTo>
                    <a:pt x="587" y="814"/>
                    <a:pt x="587" y="813"/>
                    <a:pt x="586" y="813"/>
                  </a:cubicBezTo>
                  <a:cubicBezTo>
                    <a:pt x="586" y="813"/>
                    <a:pt x="585" y="812"/>
                    <a:pt x="586" y="812"/>
                  </a:cubicBezTo>
                  <a:cubicBezTo>
                    <a:pt x="586" y="812"/>
                    <a:pt x="586" y="811"/>
                    <a:pt x="585" y="810"/>
                  </a:cubicBezTo>
                  <a:cubicBezTo>
                    <a:pt x="585" y="810"/>
                    <a:pt x="584" y="809"/>
                    <a:pt x="585" y="808"/>
                  </a:cubicBezTo>
                  <a:cubicBezTo>
                    <a:pt x="585" y="808"/>
                    <a:pt x="585" y="807"/>
                    <a:pt x="584" y="806"/>
                  </a:cubicBezTo>
                  <a:cubicBezTo>
                    <a:pt x="584" y="806"/>
                    <a:pt x="584" y="806"/>
                    <a:pt x="584" y="805"/>
                  </a:cubicBezTo>
                  <a:cubicBezTo>
                    <a:pt x="584" y="805"/>
                    <a:pt x="584" y="805"/>
                    <a:pt x="583" y="803"/>
                  </a:cubicBezTo>
                  <a:cubicBezTo>
                    <a:pt x="583" y="803"/>
                    <a:pt x="583" y="803"/>
                    <a:pt x="584" y="802"/>
                  </a:cubicBezTo>
                  <a:cubicBezTo>
                    <a:pt x="584" y="802"/>
                    <a:pt x="585" y="803"/>
                    <a:pt x="584" y="801"/>
                  </a:cubicBezTo>
                  <a:cubicBezTo>
                    <a:pt x="584" y="801"/>
                    <a:pt x="583" y="800"/>
                    <a:pt x="582" y="799"/>
                  </a:cubicBezTo>
                  <a:cubicBezTo>
                    <a:pt x="581" y="798"/>
                    <a:pt x="581" y="798"/>
                    <a:pt x="581" y="798"/>
                  </a:cubicBezTo>
                  <a:cubicBezTo>
                    <a:pt x="577" y="791"/>
                    <a:pt x="577" y="791"/>
                    <a:pt x="577" y="791"/>
                  </a:cubicBezTo>
                  <a:cubicBezTo>
                    <a:pt x="577" y="791"/>
                    <a:pt x="574" y="788"/>
                    <a:pt x="578" y="789"/>
                  </a:cubicBezTo>
                  <a:cubicBezTo>
                    <a:pt x="578" y="789"/>
                    <a:pt x="581" y="788"/>
                    <a:pt x="584" y="789"/>
                  </a:cubicBezTo>
                  <a:cubicBezTo>
                    <a:pt x="584" y="789"/>
                    <a:pt x="587" y="789"/>
                    <a:pt x="589" y="789"/>
                  </a:cubicBezTo>
                  <a:cubicBezTo>
                    <a:pt x="589" y="789"/>
                    <a:pt x="590" y="788"/>
                    <a:pt x="591" y="792"/>
                  </a:cubicBezTo>
                  <a:cubicBezTo>
                    <a:pt x="591" y="792"/>
                    <a:pt x="593" y="795"/>
                    <a:pt x="593" y="795"/>
                  </a:cubicBezTo>
                  <a:cubicBezTo>
                    <a:pt x="593" y="795"/>
                    <a:pt x="598" y="796"/>
                    <a:pt x="599" y="797"/>
                  </a:cubicBezTo>
                  <a:cubicBezTo>
                    <a:pt x="599" y="797"/>
                    <a:pt x="599" y="797"/>
                    <a:pt x="599" y="796"/>
                  </a:cubicBezTo>
                  <a:cubicBezTo>
                    <a:pt x="599" y="796"/>
                    <a:pt x="601" y="796"/>
                    <a:pt x="603" y="798"/>
                  </a:cubicBezTo>
                  <a:cubicBezTo>
                    <a:pt x="603" y="798"/>
                    <a:pt x="602" y="800"/>
                    <a:pt x="604" y="799"/>
                  </a:cubicBezTo>
                  <a:cubicBezTo>
                    <a:pt x="604" y="799"/>
                    <a:pt x="606" y="799"/>
                    <a:pt x="606" y="802"/>
                  </a:cubicBezTo>
                  <a:cubicBezTo>
                    <a:pt x="606" y="802"/>
                    <a:pt x="607" y="806"/>
                    <a:pt x="604" y="809"/>
                  </a:cubicBezTo>
                  <a:close/>
                  <a:moveTo>
                    <a:pt x="632" y="834"/>
                  </a:moveTo>
                  <a:cubicBezTo>
                    <a:pt x="632" y="834"/>
                    <a:pt x="631" y="837"/>
                    <a:pt x="628" y="838"/>
                  </a:cubicBezTo>
                  <a:cubicBezTo>
                    <a:pt x="628" y="838"/>
                    <a:pt x="626" y="839"/>
                    <a:pt x="624" y="839"/>
                  </a:cubicBezTo>
                  <a:cubicBezTo>
                    <a:pt x="624" y="839"/>
                    <a:pt x="622" y="839"/>
                    <a:pt x="622" y="838"/>
                  </a:cubicBezTo>
                  <a:cubicBezTo>
                    <a:pt x="622" y="838"/>
                    <a:pt x="621" y="838"/>
                    <a:pt x="620" y="839"/>
                  </a:cubicBezTo>
                  <a:cubicBezTo>
                    <a:pt x="620" y="839"/>
                    <a:pt x="619" y="839"/>
                    <a:pt x="618" y="837"/>
                  </a:cubicBezTo>
                  <a:cubicBezTo>
                    <a:pt x="618" y="837"/>
                    <a:pt x="616" y="836"/>
                    <a:pt x="616" y="834"/>
                  </a:cubicBezTo>
                  <a:cubicBezTo>
                    <a:pt x="616" y="834"/>
                    <a:pt x="616" y="831"/>
                    <a:pt x="615" y="829"/>
                  </a:cubicBezTo>
                  <a:cubicBezTo>
                    <a:pt x="615" y="829"/>
                    <a:pt x="613" y="824"/>
                    <a:pt x="616" y="825"/>
                  </a:cubicBezTo>
                  <a:cubicBezTo>
                    <a:pt x="616" y="825"/>
                    <a:pt x="617" y="825"/>
                    <a:pt x="619" y="824"/>
                  </a:cubicBezTo>
                  <a:cubicBezTo>
                    <a:pt x="619" y="824"/>
                    <a:pt x="622" y="825"/>
                    <a:pt x="626" y="826"/>
                  </a:cubicBezTo>
                  <a:cubicBezTo>
                    <a:pt x="626" y="826"/>
                    <a:pt x="629" y="828"/>
                    <a:pt x="630" y="828"/>
                  </a:cubicBezTo>
                  <a:cubicBezTo>
                    <a:pt x="630" y="828"/>
                    <a:pt x="632" y="828"/>
                    <a:pt x="632" y="831"/>
                  </a:cubicBezTo>
                  <a:cubicBezTo>
                    <a:pt x="632" y="831"/>
                    <a:pt x="632" y="832"/>
                    <a:pt x="632" y="833"/>
                  </a:cubicBezTo>
                  <a:cubicBezTo>
                    <a:pt x="632" y="833"/>
                    <a:pt x="632" y="834"/>
                    <a:pt x="632" y="834"/>
                  </a:cubicBezTo>
                  <a:close/>
                  <a:moveTo>
                    <a:pt x="667" y="773"/>
                  </a:moveTo>
                  <a:cubicBezTo>
                    <a:pt x="667" y="773"/>
                    <a:pt x="665" y="772"/>
                    <a:pt x="664" y="772"/>
                  </a:cubicBezTo>
                  <a:cubicBezTo>
                    <a:pt x="664" y="772"/>
                    <a:pt x="662" y="770"/>
                    <a:pt x="662" y="773"/>
                  </a:cubicBezTo>
                  <a:cubicBezTo>
                    <a:pt x="662" y="773"/>
                    <a:pt x="656" y="778"/>
                    <a:pt x="656" y="783"/>
                  </a:cubicBezTo>
                  <a:cubicBezTo>
                    <a:pt x="656" y="783"/>
                    <a:pt x="656" y="784"/>
                    <a:pt x="657" y="785"/>
                  </a:cubicBezTo>
                  <a:cubicBezTo>
                    <a:pt x="657" y="785"/>
                    <a:pt x="657" y="788"/>
                    <a:pt x="656" y="789"/>
                  </a:cubicBezTo>
                  <a:cubicBezTo>
                    <a:pt x="656" y="789"/>
                    <a:pt x="656" y="792"/>
                    <a:pt x="655" y="793"/>
                  </a:cubicBezTo>
                  <a:cubicBezTo>
                    <a:pt x="655" y="793"/>
                    <a:pt x="654" y="793"/>
                    <a:pt x="653" y="794"/>
                  </a:cubicBezTo>
                  <a:cubicBezTo>
                    <a:pt x="653" y="794"/>
                    <a:pt x="653" y="794"/>
                    <a:pt x="652" y="794"/>
                  </a:cubicBezTo>
                  <a:cubicBezTo>
                    <a:pt x="652" y="794"/>
                    <a:pt x="647" y="794"/>
                    <a:pt x="648" y="791"/>
                  </a:cubicBezTo>
                  <a:cubicBezTo>
                    <a:pt x="648" y="791"/>
                    <a:pt x="648" y="787"/>
                    <a:pt x="648" y="785"/>
                  </a:cubicBezTo>
                  <a:cubicBezTo>
                    <a:pt x="648" y="785"/>
                    <a:pt x="646" y="782"/>
                    <a:pt x="649" y="781"/>
                  </a:cubicBezTo>
                  <a:cubicBezTo>
                    <a:pt x="649" y="781"/>
                    <a:pt x="651" y="780"/>
                    <a:pt x="652" y="780"/>
                  </a:cubicBezTo>
                  <a:cubicBezTo>
                    <a:pt x="652" y="780"/>
                    <a:pt x="653" y="780"/>
                    <a:pt x="654" y="779"/>
                  </a:cubicBezTo>
                  <a:cubicBezTo>
                    <a:pt x="654" y="779"/>
                    <a:pt x="659" y="773"/>
                    <a:pt x="661" y="770"/>
                  </a:cubicBezTo>
                  <a:cubicBezTo>
                    <a:pt x="661" y="770"/>
                    <a:pt x="662" y="769"/>
                    <a:pt x="660" y="767"/>
                  </a:cubicBezTo>
                  <a:cubicBezTo>
                    <a:pt x="660" y="767"/>
                    <a:pt x="654" y="762"/>
                    <a:pt x="650" y="760"/>
                  </a:cubicBezTo>
                  <a:cubicBezTo>
                    <a:pt x="650" y="760"/>
                    <a:pt x="645" y="758"/>
                    <a:pt x="642" y="759"/>
                  </a:cubicBezTo>
                  <a:cubicBezTo>
                    <a:pt x="642" y="759"/>
                    <a:pt x="634" y="758"/>
                    <a:pt x="640" y="756"/>
                  </a:cubicBezTo>
                  <a:cubicBezTo>
                    <a:pt x="640" y="756"/>
                    <a:pt x="645" y="754"/>
                    <a:pt x="654" y="760"/>
                  </a:cubicBezTo>
                  <a:cubicBezTo>
                    <a:pt x="654" y="760"/>
                    <a:pt x="660" y="764"/>
                    <a:pt x="661" y="767"/>
                  </a:cubicBezTo>
                  <a:cubicBezTo>
                    <a:pt x="661" y="767"/>
                    <a:pt x="662" y="768"/>
                    <a:pt x="663" y="767"/>
                  </a:cubicBezTo>
                  <a:cubicBezTo>
                    <a:pt x="663" y="767"/>
                    <a:pt x="666" y="765"/>
                    <a:pt x="664" y="763"/>
                  </a:cubicBezTo>
                  <a:cubicBezTo>
                    <a:pt x="664" y="763"/>
                    <a:pt x="661" y="757"/>
                    <a:pt x="650" y="750"/>
                  </a:cubicBezTo>
                  <a:cubicBezTo>
                    <a:pt x="650" y="750"/>
                    <a:pt x="646" y="747"/>
                    <a:pt x="644" y="748"/>
                  </a:cubicBezTo>
                  <a:cubicBezTo>
                    <a:pt x="644" y="748"/>
                    <a:pt x="642" y="747"/>
                    <a:pt x="644" y="747"/>
                  </a:cubicBezTo>
                  <a:cubicBezTo>
                    <a:pt x="644" y="747"/>
                    <a:pt x="649" y="745"/>
                    <a:pt x="656" y="750"/>
                  </a:cubicBezTo>
                  <a:cubicBezTo>
                    <a:pt x="656" y="750"/>
                    <a:pt x="661" y="754"/>
                    <a:pt x="664" y="758"/>
                  </a:cubicBezTo>
                  <a:cubicBezTo>
                    <a:pt x="664" y="758"/>
                    <a:pt x="666" y="760"/>
                    <a:pt x="665" y="758"/>
                  </a:cubicBezTo>
                  <a:cubicBezTo>
                    <a:pt x="665" y="758"/>
                    <a:pt x="664" y="756"/>
                    <a:pt x="665" y="755"/>
                  </a:cubicBezTo>
                  <a:cubicBezTo>
                    <a:pt x="665" y="755"/>
                    <a:pt x="665" y="755"/>
                    <a:pt x="665" y="754"/>
                  </a:cubicBezTo>
                  <a:cubicBezTo>
                    <a:pt x="665" y="754"/>
                    <a:pt x="664" y="753"/>
                    <a:pt x="664" y="752"/>
                  </a:cubicBezTo>
                  <a:cubicBezTo>
                    <a:pt x="664" y="752"/>
                    <a:pt x="665" y="752"/>
                    <a:pt x="663" y="752"/>
                  </a:cubicBezTo>
                  <a:cubicBezTo>
                    <a:pt x="663" y="752"/>
                    <a:pt x="662" y="751"/>
                    <a:pt x="661" y="751"/>
                  </a:cubicBezTo>
                  <a:cubicBezTo>
                    <a:pt x="661" y="751"/>
                    <a:pt x="656" y="751"/>
                    <a:pt x="660" y="750"/>
                  </a:cubicBezTo>
                  <a:cubicBezTo>
                    <a:pt x="660" y="750"/>
                    <a:pt x="661" y="750"/>
                    <a:pt x="663" y="750"/>
                  </a:cubicBezTo>
                  <a:cubicBezTo>
                    <a:pt x="663" y="750"/>
                    <a:pt x="664" y="750"/>
                    <a:pt x="663" y="749"/>
                  </a:cubicBezTo>
                  <a:cubicBezTo>
                    <a:pt x="663" y="749"/>
                    <a:pt x="661" y="745"/>
                    <a:pt x="661" y="744"/>
                  </a:cubicBezTo>
                  <a:cubicBezTo>
                    <a:pt x="661" y="744"/>
                    <a:pt x="660" y="742"/>
                    <a:pt x="660" y="744"/>
                  </a:cubicBezTo>
                  <a:cubicBezTo>
                    <a:pt x="660" y="744"/>
                    <a:pt x="659" y="746"/>
                    <a:pt x="656" y="744"/>
                  </a:cubicBezTo>
                  <a:cubicBezTo>
                    <a:pt x="656" y="744"/>
                    <a:pt x="651" y="744"/>
                    <a:pt x="651" y="741"/>
                  </a:cubicBezTo>
                  <a:cubicBezTo>
                    <a:pt x="651" y="741"/>
                    <a:pt x="652" y="737"/>
                    <a:pt x="649" y="737"/>
                  </a:cubicBezTo>
                  <a:cubicBezTo>
                    <a:pt x="649" y="737"/>
                    <a:pt x="646" y="736"/>
                    <a:pt x="649" y="735"/>
                  </a:cubicBezTo>
                  <a:cubicBezTo>
                    <a:pt x="649" y="735"/>
                    <a:pt x="652" y="734"/>
                    <a:pt x="656" y="735"/>
                  </a:cubicBezTo>
                  <a:cubicBezTo>
                    <a:pt x="656" y="735"/>
                    <a:pt x="656" y="736"/>
                    <a:pt x="658" y="735"/>
                  </a:cubicBezTo>
                  <a:cubicBezTo>
                    <a:pt x="658" y="735"/>
                    <a:pt x="667" y="731"/>
                    <a:pt x="668" y="737"/>
                  </a:cubicBezTo>
                  <a:cubicBezTo>
                    <a:pt x="668" y="737"/>
                    <a:pt x="667" y="741"/>
                    <a:pt x="669" y="744"/>
                  </a:cubicBezTo>
                  <a:cubicBezTo>
                    <a:pt x="669" y="744"/>
                    <a:pt x="669" y="746"/>
                    <a:pt x="669" y="747"/>
                  </a:cubicBezTo>
                  <a:cubicBezTo>
                    <a:pt x="669" y="747"/>
                    <a:pt x="669" y="748"/>
                    <a:pt x="670" y="750"/>
                  </a:cubicBezTo>
                  <a:cubicBezTo>
                    <a:pt x="670" y="750"/>
                    <a:pt x="671" y="750"/>
                    <a:pt x="670" y="751"/>
                  </a:cubicBezTo>
                  <a:cubicBezTo>
                    <a:pt x="670" y="751"/>
                    <a:pt x="670" y="753"/>
                    <a:pt x="670" y="755"/>
                  </a:cubicBezTo>
                  <a:cubicBezTo>
                    <a:pt x="670" y="755"/>
                    <a:pt x="669" y="758"/>
                    <a:pt x="671" y="756"/>
                  </a:cubicBezTo>
                  <a:cubicBezTo>
                    <a:pt x="671" y="756"/>
                    <a:pt x="676" y="749"/>
                    <a:pt x="678" y="746"/>
                  </a:cubicBezTo>
                  <a:cubicBezTo>
                    <a:pt x="678" y="746"/>
                    <a:pt x="680" y="744"/>
                    <a:pt x="677" y="744"/>
                  </a:cubicBezTo>
                  <a:cubicBezTo>
                    <a:pt x="677" y="744"/>
                    <a:pt x="674" y="743"/>
                    <a:pt x="672" y="742"/>
                  </a:cubicBezTo>
                  <a:cubicBezTo>
                    <a:pt x="672" y="742"/>
                    <a:pt x="670" y="741"/>
                    <a:pt x="672" y="740"/>
                  </a:cubicBezTo>
                  <a:cubicBezTo>
                    <a:pt x="672" y="740"/>
                    <a:pt x="674" y="741"/>
                    <a:pt x="674" y="740"/>
                  </a:cubicBezTo>
                  <a:cubicBezTo>
                    <a:pt x="674" y="740"/>
                    <a:pt x="673" y="739"/>
                    <a:pt x="674" y="739"/>
                  </a:cubicBezTo>
                  <a:cubicBezTo>
                    <a:pt x="674" y="739"/>
                    <a:pt x="676" y="739"/>
                    <a:pt x="676" y="737"/>
                  </a:cubicBezTo>
                  <a:cubicBezTo>
                    <a:pt x="676" y="737"/>
                    <a:pt x="675" y="734"/>
                    <a:pt x="674" y="735"/>
                  </a:cubicBezTo>
                  <a:cubicBezTo>
                    <a:pt x="674" y="735"/>
                    <a:pt x="670" y="735"/>
                    <a:pt x="669" y="733"/>
                  </a:cubicBezTo>
                  <a:cubicBezTo>
                    <a:pt x="669" y="733"/>
                    <a:pt x="667" y="732"/>
                    <a:pt x="667" y="731"/>
                  </a:cubicBezTo>
                  <a:cubicBezTo>
                    <a:pt x="667" y="731"/>
                    <a:pt x="667" y="730"/>
                    <a:pt x="669" y="731"/>
                  </a:cubicBezTo>
                  <a:cubicBezTo>
                    <a:pt x="669" y="731"/>
                    <a:pt x="673" y="733"/>
                    <a:pt x="671" y="730"/>
                  </a:cubicBezTo>
                  <a:cubicBezTo>
                    <a:pt x="669" y="728"/>
                    <a:pt x="669" y="728"/>
                    <a:pt x="669" y="728"/>
                  </a:cubicBezTo>
                  <a:cubicBezTo>
                    <a:pt x="669" y="728"/>
                    <a:pt x="669" y="726"/>
                    <a:pt x="666" y="728"/>
                  </a:cubicBezTo>
                  <a:cubicBezTo>
                    <a:pt x="666" y="728"/>
                    <a:pt x="660" y="729"/>
                    <a:pt x="662" y="727"/>
                  </a:cubicBezTo>
                  <a:cubicBezTo>
                    <a:pt x="662" y="727"/>
                    <a:pt x="664" y="726"/>
                    <a:pt x="663" y="725"/>
                  </a:cubicBezTo>
                  <a:cubicBezTo>
                    <a:pt x="663" y="725"/>
                    <a:pt x="663" y="724"/>
                    <a:pt x="665" y="723"/>
                  </a:cubicBezTo>
                  <a:cubicBezTo>
                    <a:pt x="665" y="723"/>
                    <a:pt x="666" y="722"/>
                    <a:pt x="665" y="721"/>
                  </a:cubicBezTo>
                  <a:cubicBezTo>
                    <a:pt x="665" y="721"/>
                    <a:pt x="665" y="721"/>
                    <a:pt x="668" y="720"/>
                  </a:cubicBezTo>
                  <a:cubicBezTo>
                    <a:pt x="668" y="720"/>
                    <a:pt x="676" y="717"/>
                    <a:pt x="677" y="721"/>
                  </a:cubicBezTo>
                  <a:cubicBezTo>
                    <a:pt x="677" y="721"/>
                    <a:pt x="678" y="723"/>
                    <a:pt x="677" y="725"/>
                  </a:cubicBezTo>
                  <a:cubicBezTo>
                    <a:pt x="677" y="725"/>
                    <a:pt x="676" y="725"/>
                    <a:pt x="677" y="729"/>
                  </a:cubicBezTo>
                  <a:cubicBezTo>
                    <a:pt x="677" y="729"/>
                    <a:pt x="677" y="731"/>
                    <a:pt x="679" y="732"/>
                  </a:cubicBezTo>
                  <a:cubicBezTo>
                    <a:pt x="679" y="732"/>
                    <a:pt x="680" y="734"/>
                    <a:pt x="681" y="736"/>
                  </a:cubicBezTo>
                  <a:cubicBezTo>
                    <a:pt x="681" y="736"/>
                    <a:pt x="683" y="739"/>
                    <a:pt x="683" y="740"/>
                  </a:cubicBezTo>
                  <a:cubicBezTo>
                    <a:pt x="683" y="740"/>
                    <a:pt x="683" y="742"/>
                    <a:pt x="684" y="741"/>
                  </a:cubicBezTo>
                  <a:cubicBezTo>
                    <a:pt x="684" y="741"/>
                    <a:pt x="692" y="731"/>
                    <a:pt x="698" y="734"/>
                  </a:cubicBezTo>
                  <a:cubicBezTo>
                    <a:pt x="698" y="734"/>
                    <a:pt x="701" y="733"/>
                    <a:pt x="697" y="738"/>
                  </a:cubicBezTo>
                  <a:cubicBezTo>
                    <a:pt x="697" y="738"/>
                    <a:pt x="696" y="740"/>
                    <a:pt x="695" y="740"/>
                  </a:cubicBezTo>
                  <a:cubicBezTo>
                    <a:pt x="688" y="743"/>
                    <a:pt x="688" y="743"/>
                    <a:pt x="688" y="743"/>
                  </a:cubicBezTo>
                  <a:cubicBezTo>
                    <a:pt x="688" y="743"/>
                    <a:pt x="686" y="744"/>
                    <a:pt x="689" y="742"/>
                  </a:cubicBezTo>
                  <a:cubicBezTo>
                    <a:pt x="689" y="742"/>
                    <a:pt x="692" y="739"/>
                    <a:pt x="692" y="738"/>
                  </a:cubicBezTo>
                  <a:cubicBezTo>
                    <a:pt x="692" y="738"/>
                    <a:pt x="692" y="736"/>
                    <a:pt x="691" y="738"/>
                  </a:cubicBezTo>
                  <a:cubicBezTo>
                    <a:pt x="691" y="738"/>
                    <a:pt x="687" y="741"/>
                    <a:pt x="686" y="742"/>
                  </a:cubicBezTo>
                  <a:cubicBezTo>
                    <a:pt x="686" y="742"/>
                    <a:pt x="684" y="743"/>
                    <a:pt x="685" y="745"/>
                  </a:cubicBezTo>
                  <a:cubicBezTo>
                    <a:pt x="685" y="745"/>
                    <a:pt x="685" y="746"/>
                    <a:pt x="685" y="746"/>
                  </a:cubicBezTo>
                  <a:cubicBezTo>
                    <a:pt x="685" y="746"/>
                    <a:pt x="685" y="747"/>
                    <a:pt x="685" y="747"/>
                  </a:cubicBezTo>
                  <a:cubicBezTo>
                    <a:pt x="685" y="747"/>
                    <a:pt x="687" y="751"/>
                    <a:pt x="684" y="751"/>
                  </a:cubicBezTo>
                  <a:cubicBezTo>
                    <a:pt x="684" y="751"/>
                    <a:pt x="681" y="751"/>
                    <a:pt x="680" y="749"/>
                  </a:cubicBezTo>
                  <a:cubicBezTo>
                    <a:pt x="680" y="749"/>
                    <a:pt x="679" y="747"/>
                    <a:pt x="678" y="750"/>
                  </a:cubicBezTo>
                  <a:cubicBezTo>
                    <a:pt x="678" y="750"/>
                    <a:pt x="675" y="755"/>
                    <a:pt x="673" y="757"/>
                  </a:cubicBezTo>
                  <a:cubicBezTo>
                    <a:pt x="673" y="757"/>
                    <a:pt x="668" y="762"/>
                    <a:pt x="669" y="763"/>
                  </a:cubicBezTo>
                  <a:cubicBezTo>
                    <a:pt x="669" y="763"/>
                    <a:pt x="671" y="765"/>
                    <a:pt x="670" y="765"/>
                  </a:cubicBezTo>
                  <a:cubicBezTo>
                    <a:pt x="670" y="765"/>
                    <a:pt x="669" y="766"/>
                    <a:pt x="667" y="765"/>
                  </a:cubicBezTo>
                  <a:cubicBezTo>
                    <a:pt x="667" y="765"/>
                    <a:pt x="667" y="765"/>
                    <a:pt x="666" y="767"/>
                  </a:cubicBezTo>
                  <a:cubicBezTo>
                    <a:pt x="666" y="767"/>
                    <a:pt x="663" y="770"/>
                    <a:pt x="665" y="771"/>
                  </a:cubicBezTo>
                  <a:cubicBezTo>
                    <a:pt x="665" y="771"/>
                    <a:pt x="666" y="771"/>
                    <a:pt x="667" y="772"/>
                  </a:cubicBezTo>
                  <a:cubicBezTo>
                    <a:pt x="667" y="772"/>
                    <a:pt x="669" y="772"/>
                    <a:pt x="667" y="773"/>
                  </a:cubicBezTo>
                  <a:close/>
                  <a:moveTo>
                    <a:pt x="706" y="796"/>
                  </a:moveTo>
                  <a:cubicBezTo>
                    <a:pt x="706" y="796"/>
                    <a:pt x="706" y="797"/>
                    <a:pt x="706" y="799"/>
                  </a:cubicBezTo>
                  <a:cubicBezTo>
                    <a:pt x="706" y="799"/>
                    <a:pt x="706" y="800"/>
                    <a:pt x="705" y="801"/>
                  </a:cubicBezTo>
                  <a:cubicBezTo>
                    <a:pt x="695" y="808"/>
                    <a:pt x="695" y="808"/>
                    <a:pt x="695" y="808"/>
                  </a:cubicBezTo>
                  <a:cubicBezTo>
                    <a:pt x="695" y="808"/>
                    <a:pt x="694" y="807"/>
                    <a:pt x="693" y="809"/>
                  </a:cubicBezTo>
                  <a:cubicBezTo>
                    <a:pt x="693" y="809"/>
                    <a:pt x="693" y="808"/>
                    <a:pt x="692" y="808"/>
                  </a:cubicBezTo>
                  <a:cubicBezTo>
                    <a:pt x="692" y="808"/>
                    <a:pt x="692" y="808"/>
                    <a:pt x="692" y="809"/>
                  </a:cubicBezTo>
                  <a:cubicBezTo>
                    <a:pt x="692" y="809"/>
                    <a:pt x="690" y="808"/>
                    <a:pt x="690" y="809"/>
                  </a:cubicBezTo>
                  <a:cubicBezTo>
                    <a:pt x="684" y="810"/>
                    <a:pt x="684" y="810"/>
                    <a:pt x="684" y="810"/>
                  </a:cubicBezTo>
                  <a:cubicBezTo>
                    <a:pt x="684" y="810"/>
                    <a:pt x="682" y="810"/>
                    <a:pt x="685" y="809"/>
                  </a:cubicBezTo>
                  <a:cubicBezTo>
                    <a:pt x="685" y="809"/>
                    <a:pt x="692" y="807"/>
                    <a:pt x="688" y="807"/>
                  </a:cubicBezTo>
                  <a:cubicBezTo>
                    <a:pt x="688" y="807"/>
                    <a:pt x="686" y="806"/>
                    <a:pt x="688" y="806"/>
                  </a:cubicBezTo>
                  <a:cubicBezTo>
                    <a:pt x="688" y="806"/>
                    <a:pt x="695" y="801"/>
                    <a:pt x="697" y="796"/>
                  </a:cubicBezTo>
                  <a:cubicBezTo>
                    <a:pt x="697" y="796"/>
                    <a:pt x="704" y="785"/>
                    <a:pt x="695" y="779"/>
                  </a:cubicBezTo>
                  <a:cubicBezTo>
                    <a:pt x="695" y="779"/>
                    <a:pt x="691" y="779"/>
                    <a:pt x="688" y="784"/>
                  </a:cubicBezTo>
                  <a:cubicBezTo>
                    <a:pt x="688" y="784"/>
                    <a:pt x="686" y="789"/>
                    <a:pt x="683" y="790"/>
                  </a:cubicBezTo>
                  <a:cubicBezTo>
                    <a:pt x="683" y="790"/>
                    <a:pt x="678" y="789"/>
                    <a:pt x="675" y="787"/>
                  </a:cubicBezTo>
                  <a:cubicBezTo>
                    <a:pt x="675" y="787"/>
                    <a:pt x="672" y="786"/>
                    <a:pt x="675" y="786"/>
                  </a:cubicBezTo>
                  <a:cubicBezTo>
                    <a:pt x="675" y="786"/>
                    <a:pt x="676" y="786"/>
                    <a:pt x="678" y="784"/>
                  </a:cubicBezTo>
                  <a:cubicBezTo>
                    <a:pt x="678" y="784"/>
                    <a:pt x="681" y="783"/>
                    <a:pt x="681" y="782"/>
                  </a:cubicBezTo>
                  <a:cubicBezTo>
                    <a:pt x="681" y="782"/>
                    <a:pt x="683" y="779"/>
                    <a:pt x="685" y="777"/>
                  </a:cubicBezTo>
                  <a:cubicBezTo>
                    <a:pt x="685" y="777"/>
                    <a:pt x="688" y="775"/>
                    <a:pt x="689" y="773"/>
                  </a:cubicBezTo>
                  <a:cubicBezTo>
                    <a:pt x="689" y="773"/>
                    <a:pt x="689" y="771"/>
                    <a:pt x="687" y="772"/>
                  </a:cubicBezTo>
                  <a:cubicBezTo>
                    <a:pt x="687" y="772"/>
                    <a:pt x="683" y="776"/>
                    <a:pt x="679" y="769"/>
                  </a:cubicBezTo>
                  <a:cubicBezTo>
                    <a:pt x="679" y="769"/>
                    <a:pt x="679" y="761"/>
                    <a:pt x="678" y="764"/>
                  </a:cubicBezTo>
                  <a:cubicBezTo>
                    <a:pt x="678" y="764"/>
                    <a:pt x="676" y="769"/>
                    <a:pt x="673" y="770"/>
                  </a:cubicBezTo>
                  <a:cubicBezTo>
                    <a:pt x="673" y="770"/>
                    <a:pt x="671" y="771"/>
                    <a:pt x="669" y="770"/>
                  </a:cubicBezTo>
                  <a:cubicBezTo>
                    <a:pt x="669" y="770"/>
                    <a:pt x="666" y="769"/>
                    <a:pt x="669" y="769"/>
                  </a:cubicBezTo>
                  <a:cubicBezTo>
                    <a:pt x="669" y="769"/>
                    <a:pt x="672" y="768"/>
                    <a:pt x="674" y="764"/>
                  </a:cubicBezTo>
                  <a:cubicBezTo>
                    <a:pt x="674" y="764"/>
                    <a:pt x="676" y="761"/>
                    <a:pt x="676" y="759"/>
                  </a:cubicBezTo>
                  <a:cubicBezTo>
                    <a:pt x="676" y="759"/>
                    <a:pt x="675" y="758"/>
                    <a:pt x="678" y="757"/>
                  </a:cubicBezTo>
                  <a:cubicBezTo>
                    <a:pt x="678" y="757"/>
                    <a:pt x="684" y="752"/>
                    <a:pt x="688" y="755"/>
                  </a:cubicBezTo>
                  <a:cubicBezTo>
                    <a:pt x="688" y="755"/>
                    <a:pt x="689" y="757"/>
                    <a:pt x="688" y="760"/>
                  </a:cubicBezTo>
                  <a:cubicBezTo>
                    <a:pt x="688" y="760"/>
                    <a:pt x="687" y="762"/>
                    <a:pt x="690" y="765"/>
                  </a:cubicBezTo>
                  <a:cubicBezTo>
                    <a:pt x="690" y="765"/>
                    <a:pt x="694" y="767"/>
                    <a:pt x="695" y="766"/>
                  </a:cubicBezTo>
                  <a:cubicBezTo>
                    <a:pt x="695" y="766"/>
                    <a:pt x="700" y="762"/>
                    <a:pt x="702" y="763"/>
                  </a:cubicBezTo>
                  <a:cubicBezTo>
                    <a:pt x="702" y="763"/>
                    <a:pt x="706" y="763"/>
                    <a:pt x="705" y="766"/>
                  </a:cubicBezTo>
                  <a:cubicBezTo>
                    <a:pt x="705" y="766"/>
                    <a:pt x="704" y="768"/>
                    <a:pt x="704" y="769"/>
                  </a:cubicBezTo>
                  <a:cubicBezTo>
                    <a:pt x="704" y="769"/>
                    <a:pt x="704" y="769"/>
                    <a:pt x="702" y="770"/>
                  </a:cubicBezTo>
                  <a:cubicBezTo>
                    <a:pt x="702" y="770"/>
                    <a:pt x="699" y="772"/>
                    <a:pt x="702" y="775"/>
                  </a:cubicBezTo>
                  <a:cubicBezTo>
                    <a:pt x="707" y="782"/>
                    <a:pt x="707" y="782"/>
                    <a:pt x="707" y="782"/>
                  </a:cubicBezTo>
                  <a:cubicBezTo>
                    <a:pt x="707" y="782"/>
                    <a:pt x="709" y="788"/>
                    <a:pt x="708" y="793"/>
                  </a:cubicBezTo>
                  <a:cubicBezTo>
                    <a:pt x="708" y="793"/>
                    <a:pt x="707" y="795"/>
                    <a:pt x="706" y="796"/>
                  </a:cubicBezTo>
                  <a:close/>
                  <a:moveTo>
                    <a:pt x="452" y="787"/>
                  </a:moveTo>
                  <a:cubicBezTo>
                    <a:pt x="268" y="787"/>
                    <a:pt x="119" y="638"/>
                    <a:pt x="119" y="454"/>
                  </a:cubicBezTo>
                  <a:cubicBezTo>
                    <a:pt x="119" y="270"/>
                    <a:pt x="268" y="121"/>
                    <a:pt x="452" y="121"/>
                  </a:cubicBezTo>
                  <a:cubicBezTo>
                    <a:pt x="636" y="121"/>
                    <a:pt x="785" y="270"/>
                    <a:pt x="785" y="454"/>
                  </a:cubicBezTo>
                  <a:cubicBezTo>
                    <a:pt x="785" y="638"/>
                    <a:pt x="636" y="787"/>
                    <a:pt x="452" y="787"/>
                  </a:cubicBezTo>
                  <a:close/>
                  <a:moveTo>
                    <a:pt x="779" y="318"/>
                  </a:moveTo>
                  <a:cubicBezTo>
                    <a:pt x="776" y="310"/>
                    <a:pt x="775" y="303"/>
                    <a:pt x="778" y="296"/>
                  </a:cubicBezTo>
                  <a:cubicBezTo>
                    <a:pt x="780" y="290"/>
                    <a:pt x="785" y="285"/>
                    <a:pt x="793" y="282"/>
                  </a:cubicBezTo>
                  <a:cubicBezTo>
                    <a:pt x="798" y="280"/>
                    <a:pt x="802" y="279"/>
                    <a:pt x="806" y="279"/>
                  </a:cubicBezTo>
                  <a:cubicBezTo>
                    <a:pt x="809" y="279"/>
                    <a:pt x="812" y="280"/>
                    <a:pt x="815" y="281"/>
                  </a:cubicBezTo>
                  <a:cubicBezTo>
                    <a:pt x="817" y="283"/>
                    <a:pt x="820" y="284"/>
                    <a:pt x="822" y="286"/>
                  </a:cubicBezTo>
                  <a:cubicBezTo>
                    <a:pt x="824" y="289"/>
                    <a:pt x="827" y="293"/>
                    <a:pt x="828" y="297"/>
                  </a:cubicBezTo>
                  <a:cubicBezTo>
                    <a:pt x="832" y="305"/>
                    <a:pt x="832" y="312"/>
                    <a:pt x="829" y="318"/>
                  </a:cubicBezTo>
                  <a:cubicBezTo>
                    <a:pt x="827" y="325"/>
                    <a:pt x="822" y="330"/>
                    <a:pt x="814" y="333"/>
                  </a:cubicBezTo>
                  <a:cubicBezTo>
                    <a:pt x="806" y="336"/>
                    <a:pt x="799" y="336"/>
                    <a:pt x="793" y="333"/>
                  </a:cubicBezTo>
                  <a:cubicBezTo>
                    <a:pt x="787" y="331"/>
                    <a:pt x="782" y="325"/>
                    <a:pt x="779" y="318"/>
                  </a:cubicBezTo>
                  <a:close/>
                  <a:moveTo>
                    <a:pt x="841" y="337"/>
                  </a:moveTo>
                  <a:cubicBezTo>
                    <a:pt x="844" y="348"/>
                    <a:pt x="844" y="348"/>
                    <a:pt x="844" y="348"/>
                  </a:cubicBezTo>
                  <a:cubicBezTo>
                    <a:pt x="803" y="358"/>
                    <a:pt x="803" y="358"/>
                    <a:pt x="803" y="358"/>
                  </a:cubicBezTo>
                  <a:cubicBezTo>
                    <a:pt x="810" y="386"/>
                    <a:pt x="810" y="386"/>
                    <a:pt x="810" y="386"/>
                  </a:cubicBezTo>
                  <a:cubicBezTo>
                    <a:pt x="801" y="388"/>
                    <a:pt x="801" y="388"/>
                    <a:pt x="801" y="388"/>
                  </a:cubicBezTo>
                  <a:cubicBezTo>
                    <a:pt x="792" y="349"/>
                    <a:pt x="792" y="349"/>
                    <a:pt x="792" y="349"/>
                  </a:cubicBezTo>
                  <a:lnTo>
                    <a:pt x="841" y="337"/>
                  </a:lnTo>
                  <a:close/>
                  <a:moveTo>
                    <a:pt x="852" y="525"/>
                  </a:moveTo>
                  <a:cubicBezTo>
                    <a:pt x="816" y="528"/>
                    <a:pt x="816" y="528"/>
                    <a:pt x="816" y="528"/>
                  </a:cubicBezTo>
                  <a:cubicBezTo>
                    <a:pt x="848" y="545"/>
                    <a:pt x="848" y="545"/>
                    <a:pt x="848" y="545"/>
                  </a:cubicBezTo>
                  <a:cubicBezTo>
                    <a:pt x="845" y="562"/>
                    <a:pt x="845" y="562"/>
                    <a:pt x="845" y="562"/>
                  </a:cubicBezTo>
                  <a:cubicBezTo>
                    <a:pt x="794" y="552"/>
                    <a:pt x="794" y="552"/>
                    <a:pt x="794" y="552"/>
                  </a:cubicBezTo>
                  <a:cubicBezTo>
                    <a:pt x="796" y="541"/>
                    <a:pt x="796" y="541"/>
                    <a:pt x="796" y="541"/>
                  </a:cubicBezTo>
                  <a:cubicBezTo>
                    <a:pt x="836" y="549"/>
                    <a:pt x="836" y="549"/>
                    <a:pt x="836" y="549"/>
                  </a:cubicBezTo>
                  <a:cubicBezTo>
                    <a:pt x="798" y="530"/>
                    <a:pt x="798" y="530"/>
                    <a:pt x="798" y="530"/>
                  </a:cubicBezTo>
                  <a:cubicBezTo>
                    <a:pt x="801" y="519"/>
                    <a:pt x="801" y="519"/>
                    <a:pt x="801" y="519"/>
                  </a:cubicBezTo>
                  <a:cubicBezTo>
                    <a:pt x="843" y="516"/>
                    <a:pt x="843" y="516"/>
                    <a:pt x="843" y="516"/>
                  </a:cubicBezTo>
                  <a:cubicBezTo>
                    <a:pt x="803" y="508"/>
                    <a:pt x="803" y="508"/>
                    <a:pt x="803" y="508"/>
                  </a:cubicBezTo>
                  <a:cubicBezTo>
                    <a:pt x="805" y="498"/>
                    <a:pt x="805" y="498"/>
                    <a:pt x="805" y="498"/>
                  </a:cubicBezTo>
                  <a:cubicBezTo>
                    <a:pt x="856" y="508"/>
                    <a:pt x="856" y="508"/>
                    <a:pt x="856" y="508"/>
                  </a:cubicBezTo>
                  <a:lnTo>
                    <a:pt x="852" y="525"/>
                  </a:lnTo>
                  <a:close/>
                  <a:moveTo>
                    <a:pt x="816" y="474"/>
                  </a:moveTo>
                  <a:cubicBezTo>
                    <a:pt x="817" y="476"/>
                    <a:pt x="818" y="477"/>
                    <a:pt x="820" y="477"/>
                  </a:cubicBezTo>
                  <a:cubicBezTo>
                    <a:pt x="822" y="478"/>
                    <a:pt x="825" y="478"/>
                    <a:pt x="829" y="478"/>
                  </a:cubicBezTo>
                  <a:cubicBezTo>
                    <a:pt x="858" y="479"/>
                    <a:pt x="858" y="479"/>
                    <a:pt x="858" y="479"/>
                  </a:cubicBezTo>
                  <a:cubicBezTo>
                    <a:pt x="857" y="491"/>
                    <a:pt x="857" y="491"/>
                    <a:pt x="857" y="491"/>
                  </a:cubicBezTo>
                  <a:cubicBezTo>
                    <a:pt x="830" y="490"/>
                    <a:pt x="830" y="490"/>
                    <a:pt x="830" y="490"/>
                  </a:cubicBezTo>
                  <a:cubicBezTo>
                    <a:pt x="824" y="490"/>
                    <a:pt x="819" y="489"/>
                    <a:pt x="817" y="488"/>
                  </a:cubicBezTo>
                  <a:cubicBezTo>
                    <a:pt x="814" y="488"/>
                    <a:pt x="812" y="486"/>
                    <a:pt x="811" y="485"/>
                  </a:cubicBezTo>
                  <a:cubicBezTo>
                    <a:pt x="809" y="483"/>
                    <a:pt x="808" y="481"/>
                    <a:pt x="807" y="478"/>
                  </a:cubicBezTo>
                  <a:cubicBezTo>
                    <a:pt x="806" y="475"/>
                    <a:pt x="805" y="471"/>
                    <a:pt x="805" y="467"/>
                  </a:cubicBezTo>
                  <a:cubicBezTo>
                    <a:pt x="806" y="461"/>
                    <a:pt x="806" y="457"/>
                    <a:pt x="808" y="455"/>
                  </a:cubicBezTo>
                  <a:cubicBezTo>
                    <a:pt x="809" y="452"/>
                    <a:pt x="810" y="450"/>
                    <a:pt x="812" y="448"/>
                  </a:cubicBezTo>
                  <a:cubicBezTo>
                    <a:pt x="814" y="447"/>
                    <a:pt x="816" y="446"/>
                    <a:pt x="818" y="445"/>
                  </a:cubicBezTo>
                  <a:cubicBezTo>
                    <a:pt x="821" y="444"/>
                    <a:pt x="825" y="444"/>
                    <a:pt x="831" y="444"/>
                  </a:cubicBezTo>
                  <a:cubicBezTo>
                    <a:pt x="859" y="445"/>
                    <a:pt x="859" y="445"/>
                    <a:pt x="859" y="445"/>
                  </a:cubicBezTo>
                  <a:cubicBezTo>
                    <a:pt x="858" y="457"/>
                    <a:pt x="858" y="457"/>
                    <a:pt x="858" y="457"/>
                  </a:cubicBezTo>
                  <a:cubicBezTo>
                    <a:pt x="830" y="456"/>
                    <a:pt x="830" y="456"/>
                    <a:pt x="830" y="456"/>
                  </a:cubicBezTo>
                  <a:cubicBezTo>
                    <a:pt x="826" y="456"/>
                    <a:pt x="823" y="456"/>
                    <a:pt x="822" y="456"/>
                  </a:cubicBezTo>
                  <a:cubicBezTo>
                    <a:pt x="819" y="456"/>
                    <a:pt x="818" y="457"/>
                    <a:pt x="816" y="459"/>
                  </a:cubicBezTo>
                  <a:cubicBezTo>
                    <a:pt x="815" y="461"/>
                    <a:pt x="814" y="464"/>
                    <a:pt x="814" y="467"/>
                  </a:cubicBezTo>
                  <a:cubicBezTo>
                    <a:pt x="814" y="470"/>
                    <a:pt x="815" y="473"/>
                    <a:pt x="816" y="4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68">
              <a:extLst>
                <a:ext uri="{FF2B5EF4-FFF2-40B4-BE49-F238E27FC236}">
                  <a16:creationId xmlns:a16="http://schemas.microsoft.com/office/drawing/2014/main" id="{434E4E18-427D-4749-8268-8D82C4BD935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7558" y="4249111"/>
              <a:ext cx="41275" cy="39688"/>
            </a:xfrm>
            <a:custGeom>
              <a:avLst/>
              <a:gdLst>
                <a:gd name="T0" fmla="*/ 13 w 22"/>
                <a:gd name="T1" fmla="*/ 20 h 21"/>
                <a:gd name="T2" fmla="*/ 17 w 22"/>
                <a:gd name="T3" fmla="*/ 20 h 21"/>
                <a:gd name="T4" fmla="*/ 21 w 22"/>
                <a:gd name="T5" fmla="*/ 17 h 21"/>
                <a:gd name="T6" fmla="*/ 22 w 22"/>
                <a:gd name="T7" fmla="*/ 13 h 21"/>
                <a:gd name="T8" fmla="*/ 19 w 22"/>
                <a:gd name="T9" fmla="*/ 8 h 21"/>
                <a:gd name="T10" fmla="*/ 13 w 22"/>
                <a:gd name="T11" fmla="*/ 3 h 21"/>
                <a:gd name="T12" fmla="*/ 8 w 22"/>
                <a:gd name="T13" fmla="*/ 0 h 21"/>
                <a:gd name="T14" fmla="*/ 0 w 22"/>
                <a:gd name="T15" fmla="*/ 12 h 21"/>
                <a:gd name="T16" fmla="*/ 5 w 22"/>
                <a:gd name="T17" fmla="*/ 16 h 21"/>
                <a:gd name="T18" fmla="*/ 13 w 22"/>
                <a:gd name="T19" fmla="*/ 2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21">
                  <a:moveTo>
                    <a:pt x="13" y="20"/>
                  </a:moveTo>
                  <a:cubicBezTo>
                    <a:pt x="14" y="21"/>
                    <a:pt x="16" y="21"/>
                    <a:pt x="17" y="20"/>
                  </a:cubicBezTo>
                  <a:cubicBezTo>
                    <a:pt x="19" y="20"/>
                    <a:pt x="20" y="19"/>
                    <a:pt x="21" y="17"/>
                  </a:cubicBezTo>
                  <a:cubicBezTo>
                    <a:pt x="22" y="16"/>
                    <a:pt x="22" y="14"/>
                    <a:pt x="22" y="13"/>
                  </a:cubicBezTo>
                  <a:cubicBezTo>
                    <a:pt x="22" y="11"/>
                    <a:pt x="21" y="9"/>
                    <a:pt x="19" y="8"/>
                  </a:cubicBezTo>
                  <a:cubicBezTo>
                    <a:pt x="18" y="7"/>
                    <a:pt x="16" y="5"/>
                    <a:pt x="13" y="3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9" y="18"/>
                    <a:pt x="11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69">
              <a:extLst>
                <a:ext uri="{FF2B5EF4-FFF2-40B4-BE49-F238E27FC236}">
                  <a16:creationId xmlns:a16="http://schemas.microsoft.com/office/drawing/2014/main" id="{D700C67B-4D7A-45D5-B610-562ABFCAED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9270" y="5563561"/>
              <a:ext cx="33338" cy="52388"/>
            </a:xfrm>
            <a:custGeom>
              <a:avLst/>
              <a:gdLst>
                <a:gd name="T0" fmla="*/ 3 w 18"/>
                <a:gd name="T1" fmla="*/ 3 h 28"/>
                <a:gd name="T2" fmla="*/ 5 w 18"/>
                <a:gd name="T3" fmla="*/ 6 h 28"/>
                <a:gd name="T4" fmla="*/ 7 w 18"/>
                <a:gd name="T5" fmla="*/ 8 h 28"/>
                <a:gd name="T6" fmla="*/ 7 w 18"/>
                <a:gd name="T7" fmla="*/ 11 h 28"/>
                <a:gd name="T8" fmla="*/ 6 w 18"/>
                <a:gd name="T9" fmla="*/ 13 h 28"/>
                <a:gd name="T10" fmla="*/ 2 w 18"/>
                <a:gd name="T11" fmla="*/ 19 h 28"/>
                <a:gd name="T12" fmla="*/ 3 w 18"/>
                <a:gd name="T13" fmla="*/ 25 h 28"/>
                <a:gd name="T14" fmla="*/ 8 w 18"/>
                <a:gd name="T15" fmla="*/ 22 h 28"/>
                <a:gd name="T16" fmla="*/ 9 w 18"/>
                <a:gd name="T17" fmla="*/ 21 h 28"/>
                <a:gd name="T18" fmla="*/ 10 w 18"/>
                <a:gd name="T19" fmla="*/ 19 h 28"/>
                <a:gd name="T20" fmla="*/ 14 w 18"/>
                <a:gd name="T21" fmla="*/ 13 h 28"/>
                <a:gd name="T22" fmla="*/ 17 w 18"/>
                <a:gd name="T23" fmla="*/ 6 h 28"/>
                <a:gd name="T24" fmla="*/ 17 w 18"/>
                <a:gd name="T25" fmla="*/ 4 h 28"/>
                <a:gd name="T26" fmla="*/ 12 w 18"/>
                <a:gd name="T27" fmla="*/ 1 h 28"/>
                <a:gd name="T28" fmla="*/ 7 w 18"/>
                <a:gd name="T29" fmla="*/ 0 h 28"/>
                <a:gd name="T30" fmla="*/ 4 w 18"/>
                <a:gd name="T31" fmla="*/ 0 h 28"/>
                <a:gd name="T32" fmla="*/ 3 w 18"/>
                <a:gd name="T33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" h="28">
                  <a:moveTo>
                    <a:pt x="3" y="3"/>
                  </a:moveTo>
                  <a:cubicBezTo>
                    <a:pt x="4" y="4"/>
                    <a:pt x="5" y="6"/>
                    <a:pt x="5" y="6"/>
                  </a:cubicBezTo>
                  <a:cubicBezTo>
                    <a:pt x="6" y="8"/>
                    <a:pt x="7" y="8"/>
                    <a:pt x="7" y="8"/>
                  </a:cubicBezTo>
                  <a:cubicBezTo>
                    <a:pt x="8" y="9"/>
                    <a:pt x="7" y="11"/>
                    <a:pt x="7" y="11"/>
                  </a:cubicBezTo>
                  <a:cubicBezTo>
                    <a:pt x="6" y="12"/>
                    <a:pt x="6" y="13"/>
                    <a:pt x="6" y="13"/>
                  </a:cubicBezTo>
                  <a:cubicBezTo>
                    <a:pt x="5" y="16"/>
                    <a:pt x="2" y="19"/>
                    <a:pt x="2" y="19"/>
                  </a:cubicBezTo>
                  <a:cubicBezTo>
                    <a:pt x="0" y="21"/>
                    <a:pt x="3" y="25"/>
                    <a:pt x="3" y="25"/>
                  </a:cubicBezTo>
                  <a:cubicBezTo>
                    <a:pt x="4" y="28"/>
                    <a:pt x="8" y="22"/>
                    <a:pt x="8" y="22"/>
                  </a:cubicBezTo>
                  <a:cubicBezTo>
                    <a:pt x="8" y="21"/>
                    <a:pt x="9" y="21"/>
                    <a:pt x="9" y="21"/>
                  </a:cubicBezTo>
                  <a:cubicBezTo>
                    <a:pt x="10" y="20"/>
                    <a:pt x="10" y="19"/>
                    <a:pt x="10" y="19"/>
                  </a:cubicBezTo>
                  <a:cubicBezTo>
                    <a:pt x="12" y="16"/>
                    <a:pt x="14" y="13"/>
                    <a:pt x="14" y="13"/>
                  </a:cubicBezTo>
                  <a:cubicBezTo>
                    <a:pt x="15" y="12"/>
                    <a:pt x="17" y="6"/>
                    <a:pt x="17" y="6"/>
                  </a:cubicBezTo>
                  <a:cubicBezTo>
                    <a:pt x="18" y="6"/>
                    <a:pt x="17" y="4"/>
                    <a:pt x="17" y="4"/>
                  </a:cubicBezTo>
                  <a:cubicBezTo>
                    <a:pt x="17" y="3"/>
                    <a:pt x="12" y="1"/>
                    <a:pt x="12" y="1"/>
                  </a:cubicBezTo>
                  <a:cubicBezTo>
                    <a:pt x="11" y="1"/>
                    <a:pt x="9" y="0"/>
                    <a:pt x="7" y="0"/>
                  </a:cubicBezTo>
                  <a:cubicBezTo>
                    <a:pt x="6" y="0"/>
                    <a:pt x="4" y="0"/>
                    <a:pt x="4" y="0"/>
                  </a:cubicBezTo>
                  <a:cubicBezTo>
                    <a:pt x="1" y="1"/>
                    <a:pt x="3" y="3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70">
              <a:extLst>
                <a:ext uri="{FF2B5EF4-FFF2-40B4-BE49-F238E27FC236}">
                  <a16:creationId xmlns:a16="http://schemas.microsoft.com/office/drawing/2014/main" id="{BDF63ECB-E04D-4D9E-83A7-219A2ADA24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7745" y="4565023"/>
              <a:ext cx="68263" cy="63500"/>
            </a:xfrm>
            <a:custGeom>
              <a:avLst/>
              <a:gdLst>
                <a:gd name="T0" fmla="*/ 25 w 37"/>
                <a:gd name="T1" fmla="*/ 32 h 34"/>
                <a:gd name="T2" fmla="*/ 35 w 37"/>
                <a:gd name="T3" fmla="*/ 23 h 34"/>
                <a:gd name="T4" fmla="*/ 35 w 37"/>
                <a:gd name="T5" fmla="*/ 10 h 34"/>
                <a:gd name="T6" fmla="*/ 27 w 37"/>
                <a:gd name="T7" fmla="*/ 2 h 34"/>
                <a:gd name="T8" fmla="*/ 13 w 37"/>
                <a:gd name="T9" fmla="*/ 3 h 34"/>
                <a:gd name="T10" fmla="*/ 2 w 37"/>
                <a:gd name="T11" fmla="*/ 12 h 34"/>
                <a:gd name="T12" fmla="*/ 2 w 37"/>
                <a:gd name="T13" fmla="*/ 24 h 34"/>
                <a:gd name="T14" fmla="*/ 11 w 37"/>
                <a:gd name="T15" fmla="*/ 33 h 34"/>
                <a:gd name="T16" fmla="*/ 25 w 37"/>
                <a:gd name="T17" fmla="*/ 3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34">
                  <a:moveTo>
                    <a:pt x="25" y="32"/>
                  </a:moveTo>
                  <a:cubicBezTo>
                    <a:pt x="30" y="29"/>
                    <a:pt x="34" y="26"/>
                    <a:pt x="35" y="23"/>
                  </a:cubicBezTo>
                  <a:cubicBezTo>
                    <a:pt x="37" y="19"/>
                    <a:pt x="37" y="15"/>
                    <a:pt x="35" y="10"/>
                  </a:cubicBezTo>
                  <a:cubicBezTo>
                    <a:pt x="33" y="6"/>
                    <a:pt x="31" y="3"/>
                    <a:pt x="27" y="2"/>
                  </a:cubicBezTo>
                  <a:cubicBezTo>
                    <a:pt x="23" y="0"/>
                    <a:pt x="18" y="0"/>
                    <a:pt x="13" y="3"/>
                  </a:cubicBezTo>
                  <a:cubicBezTo>
                    <a:pt x="7" y="5"/>
                    <a:pt x="4" y="8"/>
                    <a:pt x="2" y="12"/>
                  </a:cubicBezTo>
                  <a:cubicBezTo>
                    <a:pt x="0" y="16"/>
                    <a:pt x="0" y="20"/>
                    <a:pt x="2" y="24"/>
                  </a:cubicBezTo>
                  <a:cubicBezTo>
                    <a:pt x="4" y="28"/>
                    <a:pt x="7" y="31"/>
                    <a:pt x="11" y="33"/>
                  </a:cubicBezTo>
                  <a:cubicBezTo>
                    <a:pt x="14" y="34"/>
                    <a:pt x="19" y="34"/>
                    <a:pt x="25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id="{F0B970F3-899F-4B6A-8544-6BEE66DCD1E8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C070401-592E-44D7-984E-F9FA8BBF29EA}"/>
              </a:ext>
            </a:extLst>
          </p:cNvPr>
          <p:cNvSpPr/>
          <p:nvPr userDrawn="1"/>
        </p:nvSpPr>
        <p:spPr>
          <a:xfrm>
            <a:off x="0" y="0"/>
            <a:ext cx="12192000" cy="114046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FEF23FB8-F858-4EF4-9A4C-8B27C02D4567}"/>
              </a:ext>
            </a:extLst>
          </p:cNvPr>
          <p:cNvPicPr>
            <a:picLocks noChangeAspect="1"/>
          </p:cNvPicPr>
          <p:nvPr userDrawn="1"/>
        </p:nvPicPr>
        <p:blipFill>
          <a:blip r:embed="rId6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6F7494B1-89CC-4440-9787-AE3C0855C84D}"/>
              </a:ext>
            </a:extLst>
          </p:cNvPr>
          <p:cNvPicPr>
            <a:picLocks noChangeAspect="1"/>
          </p:cNvPicPr>
          <p:nvPr userDrawn="1"/>
        </p:nvPicPr>
        <p:blipFill>
          <a:blip r:embed="rId5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53" name="文本占位符 52">
            <a:extLst>
              <a:ext uri="{FF2B5EF4-FFF2-40B4-BE49-F238E27FC236}">
                <a16:creationId xmlns:a16="http://schemas.microsoft.com/office/drawing/2014/main" id="{170122F7-E3E5-48F7-83C3-31548943A3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42552" y="2204791"/>
            <a:ext cx="2706708" cy="2336718"/>
          </a:xfrm>
        </p:spPr>
        <p:txBody>
          <a:bodyPr lIns="0" anchor="ctr" anchorCtr="0">
            <a:noAutofit/>
          </a:bodyPr>
          <a:lstStyle>
            <a:lvl1pPr marL="0" indent="0" algn="l">
              <a:buNone/>
              <a:defRPr sz="16800">
                <a:gradFill>
                  <a:gsLst>
                    <a:gs pos="0">
                      <a:schemeClr val="accent1">
                        <a:alpha val="90000"/>
                      </a:schemeClr>
                    </a:gs>
                    <a:gs pos="100000">
                      <a:schemeClr val="accent1">
                        <a:lumMod val="20000"/>
                        <a:lumOff val="80000"/>
                        <a:alpha val="0"/>
                      </a:schemeClr>
                    </a:gs>
                  </a:gsLst>
                  <a:lin ang="5400000" scaled="1"/>
                </a:gradFill>
                <a:latin typeface="Impact" panose="020B080603090205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00</a:t>
            </a:r>
            <a:endParaRPr lang="zh-CN" altLang="en-US" dirty="0"/>
          </a:p>
        </p:txBody>
      </p:sp>
      <p:sp>
        <p:nvSpPr>
          <p:cNvPr id="27" name="标题 26">
            <a:extLst>
              <a:ext uri="{FF2B5EF4-FFF2-40B4-BE49-F238E27FC236}">
                <a16:creationId xmlns:a16="http://schemas.microsoft.com/office/drawing/2014/main" id="{1CA0DE95-F720-474E-97A3-DACAD6C3A7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42552" y="3689995"/>
            <a:ext cx="4012560" cy="552357"/>
          </a:xfrm>
        </p:spPr>
        <p:txBody>
          <a:bodyPr lIns="0">
            <a:noAutofit/>
          </a:bodyPr>
          <a:lstStyle>
            <a:lvl1pPr algn="l">
              <a:defRPr sz="54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章节题目</a:t>
            </a:r>
          </a:p>
        </p:txBody>
      </p:sp>
      <p:pic>
        <p:nvPicPr>
          <p:cNvPr id="56" name="图片 55">
            <a:extLst>
              <a:ext uri="{FF2B5EF4-FFF2-40B4-BE49-F238E27FC236}">
                <a16:creationId xmlns:a16="http://schemas.microsoft.com/office/drawing/2014/main" id="{A5B702B5-21F7-4463-8119-20EDC12691B6}"/>
              </a:ext>
            </a:extLst>
          </p:cNvPr>
          <p:cNvPicPr>
            <a:picLocks noChangeAspect="1"/>
          </p:cNvPicPr>
          <p:nvPr userDrawn="1"/>
        </p:nvPicPr>
        <p:blipFill>
          <a:blip r:embed="rId7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401" y="611569"/>
            <a:ext cx="1747519" cy="417129"/>
          </a:xfrm>
          <a:prstGeom prst="rect">
            <a:avLst/>
          </a:prstGeom>
        </p:spPr>
      </p:pic>
      <p:sp>
        <p:nvSpPr>
          <p:cNvPr id="58" name="文本占位符 57">
            <a:extLst>
              <a:ext uri="{FF2B5EF4-FFF2-40B4-BE49-F238E27FC236}">
                <a16:creationId xmlns:a16="http://schemas.microsoft.com/office/drawing/2014/main" id="{B7188D90-168E-4649-910B-8A6A3BD06B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42552" y="4305568"/>
            <a:ext cx="4012560" cy="471882"/>
          </a:xfrm>
        </p:spPr>
        <p:txBody>
          <a:bodyPr lIns="0">
            <a:noAutofit/>
          </a:bodyPr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插入章节描述或者英文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D5F2F7C-B6BB-4975-90FC-43129AC459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30441" y="715440"/>
            <a:ext cx="4188460" cy="287835"/>
          </a:xfrm>
        </p:spPr>
        <p:txBody>
          <a:bodyPr rIns="0" bIns="0" anchor="b" anchorCtr="0">
            <a:normAutofit/>
          </a:bodyPr>
          <a:lstStyle>
            <a:lvl1pPr marL="0" indent="0" algn="r">
              <a:buNone/>
              <a:defRPr sz="1600" b="0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这里可以输入你的课题题目</a:t>
            </a:r>
          </a:p>
        </p:txBody>
      </p:sp>
    </p:spTree>
    <p:extLst>
      <p:ext uri="{BB962C8B-B14F-4D97-AF65-F5344CB8AC3E}">
        <p14:creationId xmlns:p14="http://schemas.microsoft.com/office/powerpoint/2010/main" val="114951237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423325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张图片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0550F8C-09E3-4442-8DC6-E0C639E8B1D8}"/>
              </a:ext>
            </a:extLst>
          </p:cNvPr>
          <p:cNvSpPr/>
          <p:nvPr userDrawn="1"/>
        </p:nvSpPr>
        <p:spPr>
          <a:xfrm>
            <a:off x="0" y="0"/>
            <a:ext cx="12192000" cy="6492875"/>
          </a:xfrm>
          <a:prstGeom prst="rect">
            <a:avLst/>
          </a:prstGeom>
          <a:solidFill>
            <a:schemeClr val="bg1">
              <a:alpha val="9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3F78BD0-F462-4621-8C34-D1893B6B9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1" y="574395"/>
            <a:ext cx="7315200" cy="341874"/>
          </a:xfrm>
        </p:spPr>
        <p:txBody>
          <a:bodyPr lIns="0" tIns="0" rIns="0" bIns="0">
            <a:noAutofit/>
          </a:bodyPr>
          <a:lstStyle>
            <a:lvl1pPr>
              <a:defRPr sz="26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3664E7-E6D5-4929-9178-9AD3110374FA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1AFDE3-17F7-4C68-81A1-E196F75F6412}"/>
              </a:ext>
            </a:extLst>
          </p:cNvPr>
          <p:cNvPicPr>
            <a:picLocks noChangeAspect="1"/>
          </p:cNvPicPr>
          <p:nvPr userDrawn="1"/>
        </p:nvPicPr>
        <p:blipFill>
          <a:blip r:embed="rId6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100" y="6580054"/>
            <a:ext cx="1330959" cy="2034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17405B7-37A0-4A9E-87D3-E7F07F5B2459}"/>
              </a:ext>
            </a:extLst>
          </p:cNvPr>
          <p:cNvPicPr>
            <a:picLocks noChangeAspect="1"/>
          </p:cNvPicPr>
          <p:nvPr userDrawn="1"/>
        </p:nvPicPr>
        <p:blipFill>
          <a:blip r:embed="rId5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7440" y="530517"/>
            <a:ext cx="1521460" cy="3802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4F36DF7-8FB7-494A-AB7D-676726F71429}"/>
              </a:ext>
            </a:extLst>
          </p:cNvPr>
          <p:cNvPicPr>
            <a:picLocks noChangeAspect="1"/>
          </p:cNvPicPr>
          <p:nvPr userDrawn="1"/>
        </p:nvPicPr>
        <p:blipFill>
          <a:blip r:embed="rId7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6626002"/>
            <a:ext cx="2908300" cy="111568"/>
          </a:xfrm>
          <a:prstGeom prst="rect">
            <a:avLst/>
          </a:prstGeom>
        </p:spPr>
      </p:pic>
      <p:sp>
        <p:nvSpPr>
          <p:cNvPr id="13" name="Freeform 52">
            <a:extLst>
              <a:ext uri="{FF2B5EF4-FFF2-40B4-BE49-F238E27FC236}">
                <a16:creationId xmlns:a16="http://schemas.microsoft.com/office/drawing/2014/main" id="{8C821F99-9CAC-4AF4-A510-C489D83FB6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4520" y="450603"/>
            <a:ext cx="563441" cy="659948"/>
          </a:xfrm>
          <a:custGeom>
            <a:avLst/>
            <a:gdLst>
              <a:gd name="T0" fmla="*/ 342 w 495"/>
              <a:gd name="T1" fmla="*/ 490 h 581"/>
              <a:gd name="T2" fmla="*/ 267 w 495"/>
              <a:gd name="T3" fmla="*/ 393 h 581"/>
              <a:gd name="T4" fmla="*/ 155 w 495"/>
              <a:gd name="T5" fmla="*/ 426 h 581"/>
              <a:gd name="T6" fmla="*/ 159 w 495"/>
              <a:gd name="T7" fmla="*/ 351 h 581"/>
              <a:gd name="T8" fmla="*/ 108 w 495"/>
              <a:gd name="T9" fmla="*/ 266 h 581"/>
              <a:gd name="T10" fmla="*/ 118 w 495"/>
              <a:gd name="T11" fmla="*/ 114 h 581"/>
              <a:gd name="T12" fmla="*/ 157 w 495"/>
              <a:gd name="T13" fmla="*/ 118 h 581"/>
              <a:gd name="T14" fmla="*/ 168 w 495"/>
              <a:gd name="T15" fmla="*/ 129 h 581"/>
              <a:gd name="T16" fmla="*/ 173 w 495"/>
              <a:gd name="T17" fmla="*/ 168 h 581"/>
              <a:gd name="T18" fmla="*/ 68 w 495"/>
              <a:gd name="T19" fmla="*/ 266 h 581"/>
              <a:gd name="T20" fmla="*/ 153 w 495"/>
              <a:gd name="T21" fmla="*/ 111 h 581"/>
              <a:gd name="T22" fmla="*/ 142 w 495"/>
              <a:gd name="T23" fmla="*/ 149 h 581"/>
              <a:gd name="T24" fmla="*/ 181 w 495"/>
              <a:gd name="T25" fmla="*/ 133 h 581"/>
              <a:gd name="T26" fmla="*/ 182 w 495"/>
              <a:gd name="T27" fmla="*/ 47 h 581"/>
              <a:gd name="T28" fmla="*/ 197 w 495"/>
              <a:gd name="T29" fmla="*/ 282 h 581"/>
              <a:gd name="T30" fmla="*/ 199 w 495"/>
              <a:gd name="T31" fmla="*/ 136 h 581"/>
              <a:gd name="T32" fmla="*/ 201 w 495"/>
              <a:gd name="T33" fmla="*/ 5 h 581"/>
              <a:gd name="T34" fmla="*/ 212 w 495"/>
              <a:gd name="T35" fmla="*/ 61 h 581"/>
              <a:gd name="T36" fmla="*/ 256 w 495"/>
              <a:gd name="T37" fmla="*/ 145 h 581"/>
              <a:gd name="T38" fmla="*/ 279 w 495"/>
              <a:gd name="T39" fmla="*/ 84 h 581"/>
              <a:gd name="T40" fmla="*/ 358 w 495"/>
              <a:gd name="T41" fmla="*/ 54 h 581"/>
              <a:gd name="T42" fmla="*/ 412 w 495"/>
              <a:gd name="T43" fmla="*/ 93 h 581"/>
              <a:gd name="T44" fmla="*/ 431 w 495"/>
              <a:gd name="T45" fmla="*/ 95 h 581"/>
              <a:gd name="T46" fmla="*/ 463 w 495"/>
              <a:gd name="T47" fmla="*/ 155 h 581"/>
              <a:gd name="T48" fmla="*/ 222 w 495"/>
              <a:gd name="T49" fmla="*/ 279 h 581"/>
              <a:gd name="T50" fmla="*/ 350 w 495"/>
              <a:gd name="T51" fmla="*/ 257 h 581"/>
              <a:gd name="T52" fmla="*/ 398 w 495"/>
              <a:gd name="T53" fmla="*/ 210 h 581"/>
              <a:gd name="T54" fmla="*/ 407 w 495"/>
              <a:gd name="T55" fmla="*/ 219 h 581"/>
              <a:gd name="T56" fmla="*/ 412 w 495"/>
              <a:gd name="T57" fmla="*/ 451 h 581"/>
              <a:gd name="T58" fmla="*/ 406 w 495"/>
              <a:gd name="T59" fmla="*/ 320 h 581"/>
              <a:gd name="T60" fmla="*/ 469 w 495"/>
              <a:gd name="T61" fmla="*/ 184 h 581"/>
              <a:gd name="T62" fmla="*/ 460 w 495"/>
              <a:gd name="T63" fmla="*/ 233 h 581"/>
              <a:gd name="T64" fmla="*/ 384 w 495"/>
              <a:gd name="T65" fmla="*/ 222 h 581"/>
              <a:gd name="T66" fmla="*/ 421 w 495"/>
              <a:gd name="T67" fmla="*/ 188 h 581"/>
              <a:gd name="T68" fmla="*/ 364 w 495"/>
              <a:gd name="T69" fmla="*/ 225 h 581"/>
              <a:gd name="T70" fmla="*/ 361 w 495"/>
              <a:gd name="T71" fmla="*/ 188 h 581"/>
              <a:gd name="T72" fmla="*/ 387 w 495"/>
              <a:gd name="T73" fmla="*/ 356 h 581"/>
              <a:gd name="T74" fmla="*/ 220 w 495"/>
              <a:gd name="T75" fmla="*/ 351 h 581"/>
              <a:gd name="T76" fmla="*/ 236 w 495"/>
              <a:gd name="T77" fmla="*/ 315 h 581"/>
              <a:gd name="T78" fmla="*/ 207 w 495"/>
              <a:gd name="T79" fmla="*/ 171 h 581"/>
              <a:gd name="T80" fmla="*/ 239 w 495"/>
              <a:gd name="T81" fmla="*/ 166 h 581"/>
              <a:gd name="T82" fmla="*/ 252 w 495"/>
              <a:gd name="T83" fmla="*/ 158 h 581"/>
              <a:gd name="T84" fmla="*/ 270 w 495"/>
              <a:gd name="T85" fmla="*/ 130 h 581"/>
              <a:gd name="T86" fmla="*/ 279 w 495"/>
              <a:gd name="T87" fmla="*/ 100 h 581"/>
              <a:gd name="T88" fmla="*/ 394 w 495"/>
              <a:gd name="T89" fmla="*/ 130 h 581"/>
              <a:gd name="T90" fmla="*/ 438 w 495"/>
              <a:gd name="T91" fmla="*/ 100 h 581"/>
              <a:gd name="T92" fmla="*/ 439 w 495"/>
              <a:gd name="T93" fmla="*/ 153 h 581"/>
              <a:gd name="T94" fmla="*/ 457 w 495"/>
              <a:gd name="T95" fmla="*/ 159 h 581"/>
              <a:gd name="T96" fmla="*/ 475 w 495"/>
              <a:gd name="T97" fmla="*/ 100 h 581"/>
              <a:gd name="T98" fmla="*/ 456 w 495"/>
              <a:gd name="T99" fmla="*/ 80 h 581"/>
              <a:gd name="T100" fmla="*/ 344 w 495"/>
              <a:gd name="T101" fmla="*/ 34 h 581"/>
              <a:gd name="T102" fmla="*/ 207 w 495"/>
              <a:gd name="T103" fmla="*/ 0 h 581"/>
              <a:gd name="T104" fmla="*/ 173 w 495"/>
              <a:gd name="T105" fmla="*/ 7 h 581"/>
              <a:gd name="T106" fmla="*/ 144 w 495"/>
              <a:gd name="T107" fmla="*/ 23 h 581"/>
              <a:gd name="T108" fmla="*/ 122 w 495"/>
              <a:gd name="T109" fmla="*/ 51 h 581"/>
              <a:gd name="T110" fmla="*/ 149 w 495"/>
              <a:gd name="T111" fmla="*/ 82 h 581"/>
              <a:gd name="T112" fmla="*/ 59 w 495"/>
              <a:gd name="T113" fmla="*/ 98 h 581"/>
              <a:gd name="T114" fmla="*/ 108 w 495"/>
              <a:gd name="T115" fmla="*/ 286 h 581"/>
              <a:gd name="T116" fmla="*/ 153 w 495"/>
              <a:gd name="T117" fmla="*/ 307 h 581"/>
              <a:gd name="T118" fmla="*/ 103 w 495"/>
              <a:gd name="T119" fmla="*/ 418 h 581"/>
              <a:gd name="T120" fmla="*/ 495 w 495"/>
              <a:gd name="T121" fmla="*/ 512 h 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95" h="581">
                <a:moveTo>
                  <a:pt x="370" y="368"/>
                </a:moveTo>
                <a:cubicBezTo>
                  <a:pt x="334" y="361"/>
                  <a:pt x="334" y="361"/>
                  <a:pt x="334" y="361"/>
                </a:cubicBezTo>
                <a:cubicBezTo>
                  <a:pt x="290" y="370"/>
                  <a:pt x="290" y="370"/>
                  <a:pt x="290" y="370"/>
                </a:cubicBezTo>
                <a:cubicBezTo>
                  <a:pt x="299" y="361"/>
                  <a:pt x="299" y="361"/>
                  <a:pt x="299" y="361"/>
                </a:cubicBezTo>
                <a:cubicBezTo>
                  <a:pt x="338" y="349"/>
                  <a:pt x="338" y="349"/>
                  <a:pt x="338" y="349"/>
                </a:cubicBezTo>
                <a:cubicBezTo>
                  <a:pt x="377" y="362"/>
                  <a:pt x="377" y="362"/>
                  <a:pt x="377" y="362"/>
                </a:cubicBezTo>
                <a:lnTo>
                  <a:pt x="370" y="368"/>
                </a:lnTo>
                <a:close/>
                <a:moveTo>
                  <a:pt x="342" y="490"/>
                </a:moveTo>
                <a:cubicBezTo>
                  <a:pt x="338" y="469"/>
                  <a:pt x="338" y="469"/>
                  <a:pt x="338" y="469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50" y="422"/>
                  <a:pt x="350" y="422"/>
                  <a:pt x="350" y="422"/>
                </a:cubicBezTo>
                <a:cubicBezTo>
                  <a:pt x="365" y="420"/>
                  <a:pt x="365" y="420"/>
                  <a:pt x="365" y="420"/>
                </a:cubicBezTo>
                <a:cubicBezTo>
                  <a:pt x="376" y="493"/>
                  <a:pt x="376" y="493"/>
                  <a:pt x="376" y="493"/>
                </a:cubicBezTo>
                <a:cubicBezTo>
                  <a:pt x="365" y="492"/>
                  <a:pt x="354" y="491"/>
                  <a:pt x="342" y="490"/>
                </a:cubicBezTo>
                <a:close/>
                <a:moveTo>
                  <a:pt x="267" y="393"/>
                </a:moveTo>
                <a:cubicBezTo>
                  <a:pt x="300" y="401"/>
                  <a:pt x="300" y="401"/>
                  <a:pt x="300" y="401"/>
                </a:cubicBezTo>
                <a:cubicBezTo>
                  <a:pt x="345" y="384"/>
                  <a:pt x="345" y="384"/>
                  <a:pt x="345" y="384"/>
                </a:cubicBezTo>
                <a:cubicBezTo>
                  <a:pt x="370" y="396"/>
                  <a:pt x="370" y="396"/>
                  <a:pt x="370" y="396"/>
                </a:cubicBezTo>
                <a:cubicBezTo>
                  <a:pt x="345" y="392"/>
                  <a:pt x="345" y="392"/>
                  <a:pt x="345" y="392"/>
                </a:cubicBezTo>
                <a:cubicBezTo>
                  <a:pt x="299" y="409"/>
                  <a:pt x="299" y="409"/>
                  <a:pt x="299" y="409"/>
                </a:cubicBezTo>
                <a:lnTo>
                  <a:pt x="267" y="393"/>
                </a:lnTo>
                <a:close/>
                <a:moveTo>
                  <a:pt x="172" y="472"/>
                </a:moveTo>
                <a:cubicBezTo>
                  <a:pt x="155" y="426"/>
                  <a:pt x="155" y="426"/>
                  <a:pt x="155" y="426"/>
                </a:cubicBezTo>
                <a:cubicBezTo>
                  <a:pt x="132" y="419"/>
                  <a:pt x="132" y="419"/>
                  <a:pt x="132" y="419"/>
                </a:cubicBezTo>
                <a:cubicBezTo>
                  <a:pt x="171" y="407"/>
                  <a:pt x="171" y="407"/>
                  <a:pt x="171" y="407"/>
                </a:cubicBezTo>
                <a:cubicBezTo>
                  <a:pt x="186" y="457"/>
                  <a:pt x="186" y="457"/>
                  <a:pt x="186" y="457"/>
                </a:cubicBezTo>
                <a:cubicBezTo>
                  <a:pt x="278" y="443"/>
                  <a:pt x="278" y="443"/>
                  <a:pt x="278" y="443"/>
                </a:cubicBezTo>
                <a:lnTo>
                  <a:pt x="172" y="472"/>
                </a:lnTo>
                <a:close/>
                <a:moveTo>
                  <a:pt x="155" y="326"/>
                </a:moveTo>
                <a:cubicBezTo>
                  <a:pt x="159" y="326"/>
                  <a:pt x="159" y="326"/>
                  <a:pt x="159" y="326"/>
                </a:cubicBezTo>
                <a:cubicBezTo>
                  <a:pt x="159" y="351"/>
                  <a:pt x="159" y="351"/>
                  <a:pt x="159" y="351"/>
                </a:cubicBezTo>
                <a:cubicBezTo>
                  <a:pt x="155" y="351"/>
                  <a:pt x="155" y="351"/>
                  <a:pt x="155" y="351"/>
                </a:cubicBezTo>
                <a:lnTo>
                  <a:pt x="155" y="326"/>
                </a:lnTo>
                <a:close/>
                <a:moveTo>
                  <a:pt x="164" y="326"/>
                </a:moveTo>
                <a:cubicBezTo>
                  <a:pt x="187" y="326"/>
                  <a:pt x="187" y="326"/>
                  <a:pt x="187" y="326"/>
                </a:cubicBezTo>
                <a:cubicBezTo>
                  <a:pt x="187" y="351"/>
                  <a:pt x="187" y="351"/>
                  <a:pt x="187" y="351"/>
                </a:cubicBezTo>
                <a:cubicBezTo>
                  <a:pt x="164" y="351"/>
                  <a:pt x="164" y="351"/>
                  <a:pt x="164" y="351"/>
                </a:cubicBezTo>
                <a:lnTo>
                  <a:pt x="164" y="326"/>
                </a:lnTo>
                <a:close/>
                <a:moveTo>
                  <a:pt x="108" y="266"/>
                </a:moveTo>
                <a:cubicBezTo>
                  <a:pt x="108" y="266"/>
                  <a:pt x="108" y="266"/>
                  <a:pt x="108" y="266"/>
                </a:cubicBezTo>
                <a:cubicBezTo>
                  <a:pt x="79" y="266"/>
                  <a:pt x="79" y="266"/>
                  <a:pt x="79" y="266"/>
                </a:cubicBezTo>
                <a:cubicBezTo>
                  <a:pt x="79" y="100"/>
                  <a:pt x="79" y="100"/>
                  <a:pt x="79" y="100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98"/>
                  <a:pt x="110" y="98"/>
                  <a:pt x="110" y="98"/>
                </a:cubicBezTo>
                <a:cubicBezTo>
                  <a:pt x="149" y="98"/>
                  <a:pt x="149" y="98"/>
                  <a:pt x="149" y="98"/>
                </a:cubicBezTo>
                <a:cubicBezTo>
                  <a:pt x="149" y="99"/>
                  <a:pt x="149" y="100"/>
                  <a:pt x="150" y="101"/>
                </a:cubicBezTo>
                <a:cubicBezTo>
                  <a:pt x="118" y="114"/>
                  <a:pt x="118" y="114"/>
                  <a:pt x="118" y="114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20" y="132"/>
                  <a:pt x="120" y="132"/>
                  <a:pt x="120" y="132"/>
                </a:cubicBezTo>
                <a:cubicBezTo>
                  <a:pt x="124" y="130"/>
                  <a:pt x="124" y="130"/>
                  <a:pt x="124" y="130"/>
                </a:cubicBezTo>
                <a:cubicBezTo>
                  <a:pt x="123" y="128"/>
                  <a:pt x="123" y="128"/>
                  <a:pt x="123" y="128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6" y="116"/>
                  <a:pt x="157" y="117"/>
                  <a:pt x="157" y="118"/>
                </a:cubicBezTo>
                <a:cubicBezTo>
                  <a:pt x="134" y="142"/>
                  <a:pt x="134" y="142"/>
                  <a:pt x="134" y="142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32" y="141"/>
                  <a:pt x="132" y="141"/>
                  <a:pt x="132" y="141"/>
                </a:cubicBezTo>
                <a:cubicBezTo>
                  <a:pt x="129" y="144"/>
                  <a:pt x="129" y="144"/>
                  <a:pt x="129" y="144"/>
                </a:cubicBezTo>
                <a:cubicBezTo>
                  <a:pt x="143" y="158"/>
                  <a:pt x="143" y="158"/>
                  <a:pt x="143" y="158"/>
                </a:cubicBezTo>
                <a:cubicBezTo>
                  <a:pt x="146" y="155"/>
                  <a:pt x="146" y="155"/>
                  <a:pt x="146" y="155"/>
                </a:cubicBezTo>
                <a:cubicBezTo>
                  <a:pt x="144" y="153"/>
                  <a:pt x="144" y="153"/>
                  <a:pt x="144" y="153"/>
                </a:cubicBezTo>
                <a:cubicBezTo>
                  <a:pt x="168" y="129"/>
                  <a:pt x="168" y="129"/>
                  <a:pt x="168" y="129"/>
                </a:cubicBezTo>
                <a:cubicBezTo>
                  <a:pt x="169" y="130"/>
                  <a:pt x="170" y="131"/>
                  <a:pt x="171" y="131"/>
                </a:cubicBezTo>
                <a:cubicBezTo>
                  <a:pt x="159" y="163"/>
                  <a:pt x="159" y="163"/>
                  <a:pt x="159" y="163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7" y="162"/>
                  <a:pt x="157" y="162"/>
                  <a:pt x="157" y="162"/>
                </a:cubicBezTo>
                <a:cubicBezTo>
                  <a:pt x="155" y="166"/>
                  <a:pt x="155" y="166"/>
                  <a:pt x="155" y="166"/>
                </a:cubicBezTo>
                <a:cubicBezTo>
                  <a:pt x="173" y="173"/>
                  <a:pt x="173" y="173"/>
                  <a:pt x="173" y="173"/>
                </a:cubicBezTo>
                <a:cubicBezTo>
                  <a:pt x="175" y="169"/>
                  <a:pt x="175" y="169"/>
                  <a:pt x="175" y="169"/>
                </a:cubicBezTo>
                <a:cubicBezTo>
                  <a:pt x="173" y="168"/>
                  <a:pt x="173" y="168"/>
                  <a:pt x="173" y="168"/>
                </a:cubicBezTo>
                <a:cubicBezTo>
                  <a:pt x="185" y="137"/>
                  <a:pt x="185" y="137"/>
                  <a:pt x="185" y="137"/>
                </a:cubicBezTo>
                <a:cubicBezTo>
                  <a:pt x="187" y="137"/>
                  <a:pt x="188" y="138"/>
                  <a:pt x="190" y="138"/>
                </a:cubicBezTo>
                <a:cubicBezTo>
                  <a:pt x="190" y="171"/>
                  <a:pt x="190" y="171"/>
                  <a:pt x="190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266"/>
                  <a:pt x="187" y="266"/>
                  <a:pt x="187" y="266"/>
                </a:cubicBezTo>
                <a:lnTo>
                  <a:pt x="108" y="266"/>
                </a:lnTo>
                <a:close/>
                <a:moveTo>
                  <a:pt x="74" y="266"/>
                </a:moveTo>
                <a:cubicBezTo>
                  <a:pt x="68" y="266"/>
                  <a:pt x="68" y="266"/>
                  <a:pt x="68" y="266"/>
                </a:cubicBezTo>
                <a:cubicBezTo>
                  <a:pt x="68" y="100"/>
                  <a:pt x="68" y="100"/>
                  <a:pt x="68" y="100"/>
                </a:cubicBezTo>
                <a:cubicBezTo>
                  <a:pt x="74" y="100"/>
                  <a:pt x="74" y="100"/>
                  <a:pt x="74" y="100"/>
                </a:cubicBezTo>
                <a:lnTo>
                  <a:pt x="74" y="266"/>
                </a:lnTo>
                <a:close/>
                <a:moveTo>
                  <a:pt x="153" y="111"/>
                </a:moveTo>
                <a:cubicBezTo>
                  <a:pt x="153" y="112"/>
                  <a:pt x="154" y="112"/>
                  <a:pt x="154" y="113"/>
                </a:cubicBezTo>
                <a:cubicBezTo>
                  <a:pt x="125" y="125"/>
                  <a:pt x="125" y="125"/>
                  <a:pt x="125" y="125"/>
                </a:cubicBezTo>
                <a:cubicBezTo>
                  <a:pt x="124" y="123"/>
                  <a:pt x="124" y="123"/>
                  <a:pt x="124" y="123"/>
                </a:cubicBezTo>
                <a:lnTo>
                  <a:pt x="153" y="111"/>
                </a:lnTo>
                <a:close/>
                <a:moveTo>
                  <a:pt x="122" y="57"/>
                </a:moveTo>
                <a:cubicBezTo>
                  <a:pt x="123" y="55"/>
                  <a:pt x="123" y="55"/>
                  <a:pt x="123" y="55"/>
                </a:cubicBezTo>
                <a:cubicBezTo>
                  <a:pt x="156" y="69"/>
                  <a:pt x="156" y="69"/>
                  <a:pt x="156" y="69"/>
                </a:cubicBezTo>
                <a:cubicBezTo>
                  <a:pt x="155" y="70"/>
                  <a:pt x="155" y="70"/>
                  <a:pt x="155" y="70"/>
                </a:cubicBezTo>
                <a:lnTo>
                  <a:pt x="122" y="57"/>
                </a:lnTo>
                <a:close/>
                <a:moveTo>
                  <a:pt x="166" y="124"/>
                </a:moveTo>
                <a:cubicBezTo>
                  <a:pt x="166" y="125"/>
                  <a:pt x="167" y="125"/>
                  <a:pt x="168" y="126"/>
                </a:cubicBezTo>
                <a:cubicBezTo>
                  <a:pt x="142" y="149"/>
                  <a:pt x="142" y="149"/>
                  <a:pt x="142" y="149"/>
                </a:cubicBezTo>
                <a:cubicBezTo>
                  <a:pt x="141" y="148"/>
                  <a:pt x="141" y="148"/>
                  <a:pt x="141" y="148"/>
                </a:cubicBezTo>
                <a:lnTo>
                  <a:pt x="166" y="124"/>
                </a:lnTo>
                <a:close/>
                <a:moveTo>
                  <a:pt x="140" y="29"/>
                </a:moveTo>
                <a:cubicBezTo>
                  <a:pt x="144" y="30"/>
                  <a:pt x="144" y="30"/>
                  <a:pt x="144" y="30"/>
                </a:cubicBezTo>
                <a:cubicBezTo>
                  <a:pt x="168" y="54"/>
                  <a:pt x="168" y="54"/>
                  <a:pt x="168" y="54"/>
                </a:cubicBezTo>
                <a:cubicBezTo>
                  <a:pt x="166" y="56"/>
                  <a:pt x="166" y="56"/>
                  <a:pt x="166" y="56"/>
                </a:cubicBezTo>
                <a:lnTo>
                  <a:pt x="140" y="29"/>
                </a:lnTo>
                <a:close/>
                <a:moveTo>
                  <a:pt x="181" y="133"/>
                </a:moveTo>
                <a:cubicBezTo>
                  <a:pt x="182" y="133"/>
                  <a:pt x="182" y="134"/>
                  <a:pt x="183" y="134"/>
                </a:cubicBezTo>
                <a:cubicBezTo>
                  <a:pt x="170" y="166"/>
                  <a:pt x="170" y="166"/>
                  <a:pt x="170" y="166"/>
                </a:cubicBezTo>
                <a:cubicBezTo>
                  <a:pt x="168" y="165"/>
                  <a:pt x="168" y="165"/>
                  <a:pt x="168" y="165"/>
                </a:cubicBezTo>
                <a:lnTo>
                  <a:pt x="181" y="133"/>
                </a:lnTo>
                <a:close/>
                <a:moveTo>
                  <a:pt x="167" y="10"/>
                </a:moveTo>
                <a:cubicBezTo>
                  <a:pt x="171" y="17"/>
                  <a:pt x="171" y="17"/>
                  <a:pt x="171" y="17"/>
                </a:cubicBezTo>
                <a:cubicBezTo>
                  <a:pt x="185" y="46"/>
                  <a:pt x="185" y="46"/>
                  <a:pt x="185" y="46"/>
                </a:cubicBezTo>
                <a:cubicBezTo>
                  <a:pt x="184" y="46"/>
                  <a:pt x="183" y="47"/>
                  <a:pt x="182" y="47"/>
                </a:cubicBezTo>
                <a:lnTo>
                  <a:pt x="167" y="10"/>
                </a:lnTo>
                <a:close/>
                <a:moveTo>
                  <a:pt x="197" y="323"/>
                </a:moveTo>
                <a:cubicBezTo>
                  <a:pt x="197" y="323"/>
                  <a:pt x="197" y="323"/>
                  <a:pt x="197" y="323"/>
                </a:cubicBezTo>
                <a:cubicBezTo>
                  <a:pt x="201" y="328"/>
                  <a:pt x="201" y="328"/>
                  <a:pt x="201" y="328"/>
                </a:cubicBezTo>
                <a:cubicBezTo>
                  <a:pt x="201" y="351"/>
                  <a:pt x="201" y="351"/>
                  <a:pt x="201" y="351"/>
                </a:cubicBezTo>
                <a:cubicBezTo>
                  <a:pt x="197" y="351"/>
                  <a:pt x="197" y="351"/>
                  <a:pt x="197" y="351"/>
                </a:cubicBezTo>
                <a:lnTo>
                  <a:pt x="197" y="323"/>
                </a:lnTo>
                <a:close/>
                <a:moveTo>
                  <a:pt x="197" y="282"/>
                </a:moveTo>
                <a:cubicBezTo>
                  <a:pt x="197" y="282"/>
                  <a:pt x="197" y="282"/>
                  <a:pt x="197" y="282"/>
                </a:cubicBezTo>
                <a:cubicBezTo>
                  <a:pt x="201" y="287"/>
                  <a:pt x="201" y="287"/>
                  <a:pt x="201" y="287"/>
                </a:cubicBezTo>
                <a:cubicBezTo>
                  <a:pt x="201" y="307"/>
                  <a:pt x="201" y="307"/>
                  <a:pt x="201" y="307"/>
                </a:cubicBezTo>
                <a:cubicBezTo>
                  <a:pt x="197" y="307"/>
                  <a:pt x="197" y="307"/>
                  <a:pt x="197" y="307"/>
                </a:cubicBezTo>
                <a:lnTo>
                  <a:pt x="197" y="282"/>
                </a:lnTo>
                <a:close/>
                <a:moveTo>
                  <a:pt x="197" y="171"/>
                </a:moveTo>
                <a:cubicBezTo>
                  <a:pt x="199" y="171"/>
                  <a:pt x="199" y="171"/>
                  <a:pt x="199" y="171"/>
                </a:cubicBezTo>
                <a:cubicBezTo>
                  <a:pt x="199" y="136"/>
                  <a:pt x="199" y="136"/>
                  <a:pt x="199" y="136"/>
                </a:cubicBezTo>
                <a:cubicBezTo>
                  <a:pt x="200" y="136"/>
                  <a:pt x="201" y="136"/>
                  <a:pt x="201" y="136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171"/>
                  <a:pt x="201" y="171"/>
                  <a:pt x="201" y="171"/>
                </a:cubicBezTo>
                <a:cubicBezTo>
                  <a:pt x="201" y="267"/>
                  <a:pt x="201" y="267"/>
                  <a:pt x="201" y="267"/>
                </a:cubicBezTo>
                <a:cubicBezTo>
                  <a:pt x="197" y="267"/>
                  <a:pt x="197" y="267"/>
                  <a:pt x="197" y="267"/>
                </a:cubicBezTo>
                <a:lnTo>
                  <a:pt x="197" y="171"/>
                </a:lnTo>
                <a:close/>
                <a:moveTo>
                  <a:pt x="199" y="5"/>
                </a:moveTo>
                <a:cubicBezTo>
                  <a:pt x="201" y="5"/>
                  <a:pt x="201" y="5"/>
                  <a:pt x="201" y="5"/>
                </a:cubicBezTo>
                <a:cubicBezTo>
                  <a:pt x="201" y="45"/>
                  <a:pt x="201" y="45"/>
                  <a:pt x="201" y="45"/>
                </a:cubicBezTo>
                <a:cubicBezTo>
                  <a:pt x="201" y="45"/>
                  <a:pt x="200" y="45"/>
                  <a:pt x="199" y="44"/>
                </a:cubicBezTo>
                <a:lnTo>
                  <a:pt x="199" y="5"/>
                </a:lnTo>
                <a:close/>
                <a:moveTo>
                  <a:pt x="212" y="61"/>
                </a:moveTo>
                <a:cubicBezTo>
                  <a:pt x="217" y="61"/>
                  <a:pt x="222" y="66"/>
                  <a:pt x="222" y="71"/>
                </a:cubicBezTo>
                <a:cubicBezTo>
                  <a:pt x="222" y="77"/>
                  <a:pt x="217" y="81"/>
                  <a:pt x="212" y="81"/>
                </a:cubicBezTo>
                <a:cubicBezTo>
                  <a:pt x="206" y="81"/>
                  <a:pt x="202" y="77"/>
                  <a:pt x="202" y="71"/>
                </a:cubicBezTo>
                <a:cubicBezTo>
                  <a:pt x="202" y="66"/>
                  <a:pt x="206" y="61"/>
                  <a:pt x="212" y="61"/>
                </a:cubicBezTo>
                <a:close/>
                <a:moveTo>
                  <a:pt x="231" y="164"/>
                </a:moveTo>
                <a:cubicBezTo>
                  <a:pt x="230" y="164"/>
                  <a:pt x="230" y="164"/>
                  <a:pt x="230" y="164"/>
                </a:cubicBezTo>
                <a:cubicBezTo>
                  <a:pt x="217" y="131"/>
                  <a:pt x="217" y="131"/>
                  <a:pt x="217" y="131"/>
                </a:cubicBezTo>
                <a:cubicBezTo>
                  <a:pt x="220" y="130"/>
                  <a:pt x="220" y="130"/>
                  <a:pt x="220" y="130"/>
                </a:cubicBezTo>
                <a:lnTo>
                  <a:pt x="231" y="164"/>
                </a:lnTo>
                <a:close/>
                <a:moveTo>
                  <a:pt x="233" y="119"/>
                </a:moveTo>
                <a:cubicBezTo>
                  <a:pt x="258" y="143"/>
                  <a:pt x="258" y="143"/>
                  <a:pt x="258" y="143"/>
                </a:cubicBezTo>
                <a:cubicBezTo>
                  <a:pt x="256" y="145"/>
                  <a:pt x="256" y="145"/>
                  <a:pt x="256" y="145"/>
                </a:cubicBezTo>
                <a:cubicBezTo>
                  <a:pt x="231" y="120"/>
                  <a:pt x="231" y="120"/>
                  <a:pt x="231" y="120"/>
                </a:cubicBezTo>
                <a:cubicBezTo>
                  <a:pt x="232" y="120"/>
                  <a:pt x="232" y="119"/>
                  <a:pt x="233" y="119"/>
                </a:cubicBezTo>
                <a:close/>
                <a:moveTo>
                  <a:pt x="241" y="103"/>
                </a:moveTo>
                <a:cubicBezTo>
                  <a:pt x="273" y="116"/>
                  <a:pt x="273" y="116"/>
                  <a:pt x="273" y="116"/>
                </a:cubicBezTo>
                <a:cubicBezTo>
                  <a:pt x="272" y="118"/>
                  <a:pt x="272" y="118"/>
                  <a:pt x="272" y="118"/>
                </a:cubicBezTo>
                <a:cubicBezTo>
                  <a:pt x="240" y="104"/>
                  <a:pt x="240" y="104"/>
                  <a:pt x="240" y="104"/>
                </a:cubicBezTo>
                <a:cubicBezTo>
                  <a:pt x="240" y="104"/>
                  <a:pt x="241" y="103"/>
                  <a:pt x="241" y="103"/>
                </a:cubicBezTo>
                <a:close/>
                <a:moveTo>
                  <a:pt x="279" y="84"/>
                </a:moveTo>
                <a:cubicBezTo>
                  <a:pt x="375" y="84"/>
                  <a:pt x="375" y="84"/>
                  <a:pt x="375" y="84"/>
                </a:cubicBezTo>
                <a:cubicBezTo>
                  <a:pt x="375" y="88"/>
                  <a:pt x="375" y="88"/>
                  <a:pt x="375" y="88"/>
                </a:cubicBezTo>
                <a:cubicBezTo>
                  <a:pt x="279" y="88"/>
                  <a:pt x="279" y="88"/>
                  <a:pt x="279" y="88"/>
                </a:cubicBezTo>
                <a:lnTo>
                  <a:pt x="279" y="84"/>
                </a:lnTo>
                <a:close/>
                <a:moveTo>
                  <a:pt x="359" y="55"/>
                </a:moveTo>
                <a:cubicBezTo>
                  <a:pt x="362" y="80"/>
                  <a:pt x="362" y="80"/>
                  <a:pt x="362" y="80"/>
                </a:cubicBezTo>
                <a:cubicBezTo>
                  <a:pt x="360" y="80"/>
                  <a:pt x="360" y="80"/>
                  <a:pt x="360" y="80"/>
                </a:cubicBezTo>
                <a:cubicBezTo>
                  <a:pt x="358" y="54"/>
                  <a:pt x="358" y="54"/>
                  <a:pt x="358" y="54"/>
                </a:cubicBezTo>
                <a:lnTo>
                  <a:pt x="359" y="55"/>
                </a:lnTo>
                <a:close/>
                <a:moveTo>
                  <a:pt x="370" y="67"/>
                </a:moveTo>
                <a:cubicBezTo>
                  <a:pt x="397" y="83"/>
                  <a:pt x="397" y="83"/>
                  <a:pt x="397" y="83"/>
                </a:cubicBezTo>
                <a:cubicBezTo>
                  <a:pt x="397" y="85"/>
                  <a:pt x="397" y="85"/>
                  <a:pt x="397" y="85"/>
                </a:cubicBezTo>
                <a:cubicBezTo>
                  <a:pt x="370" y="72"/>
                  <a:pt x="370" y="72"/>
                  <a:pt x="370" y="72"/>
                </a:cubicBezTo>
                <a:lnTo>
                  <a:pt x="370" y="67"/>
                </a:lnTo>
                <a:close/>
                <a:moveTo>
                  <a:pt x="411" y="89"/>
                </a:moveTo>
                <a:cubicBezTo>
                  <a:pt x="412" y="93"/>
                  <a:pt x="412" y="93"/>
                  <a:pt x="412" y="93"/>
                </a:cubicBezTo>
                <a:cubicBezTo>
                  <a:pt x="382" y="99"/>
                  <a:pt x="382" y="99"/>
                  <a:pt x="382" y="99"/>
                </a:cubicBezTo>
                <a:cubicBezTo>
                  <a:pt x="378" y="97"/>
                  <a:pt x="378" y="97"/>
                  <a:pt x="378" y="97"/>
                </a:cubicBezTo>
                <a:lnTo>
                  <a:pt x="411" y="89"/>
                </a:lnTo>
                <a:close/>
                <a:moveTo>
                  <a:pt x="431" y="95"/>
                </a:moveTo>
                <a:cubicBezTo>
                  <a:pt x="403" y="130"/>
                  <a:pt x="403" y="130"/>
                  <a:pt x="403" y="130"/>
                </a:cubicBezTo>
                <a:cubicBezTo>
                  <a:pt x="400" y="127"/>
                  <a:pt x="400" y="127"/>
                  <a:pt x="400" y="127"/>
                </a:cubicBezTo>
                <a:cubicBezTo>
                  <a:pt x="428" y="91"/>
                  <a:pt x="428" y="91"/>
                  <a:pt x="428" y="91"/>
                </a:cubicBezTo>
                <a:lnTo>
                  <a:pt x="431" y="95"/>
                </a:lnTo>
                <a:close/>
                <a:moveTo>
                  <a:pt x="447" y="98"/>
                </a:moveTo>
                <a:cubicBezTo>
                  <a:pt x="432" y="144"/>
                  <a:pt x="432" y="144"/>
                  <a:pt x="432" y="144"/>
                </a:cubicBezTo>
                <a:cubicBezTo>
                  <a:pt x="430" y="143"/>
                  <a:pt x="430" y="143"/>
                  <a:pt x="430" y="143"/>
                </a:cubicBezTo>
                <a:cubicBezTo>
                  <a:pt x="445" y="96"/>
                  <a:pt x="445" y="96"/>
                  <a:pt x="445" y="96"/>
                </a:cubicBezTo>
                <a:lnTo>
                  <a:pt x="447" y="98"/>
                </a:lnTo>
                <a:close/>
                <a:moveTo>
                  <a:pt x="461" y="95"/>
                </a:moveTo>
                <a:cubicBezTo>
                  <a:pt x="463" y="95"/>
                  <a:pt x="463" y="95"/>
                  <a:pt x="463" y="95"/>
                </a:cubicBezTo>
                <a:cubicBezTo>
                  <a:pt x="463" y="155"/>
                  <a:pt x="463" y="155"/>
                  <a:pt x="463" y="155"/>
                </a:cubicBezTo>
                <a:cubicBezTo>
                  <a:pt x="461" y="155"/>
                  <a:pt x="461" y="155"/>
                  <a:pt x="461" y="155"/>
                </a:cubicBezTo>
                <a:lnTo>
                  <a:pt x="461" y="95"/>
                </a:lnTo>
                <a:close/>
                <a:moveTo>
                  <a:pt x="207" y="286"/>
                </a:moveTo>
                <a:cubicBezTo>
                  <a:pt x="217" y="286"/>
                  <a:pt x="217" y="286"/>
                  <a:pt x="217" y="286"/>
                </a:cubicBezTo>
                <a:cubicBezTo>
                  <a:pt x="217" y="307"/>
                  <a:pt x="217" y="307"/>
                  <a:pt x="217" y="307"/>
                </a:cubicBezTo>
                <a:cubicBezTo>
                  <a:pt x="207" y="307"/>
                  <a:pt x="207" y="307"/>
                  <a:pt x="207" y="307"/>
                </a:cubicBezTo>
                <a:lnTo>
                  <a:pt x="207" y="286"/>
                </a:lnTo>
                <a:close/>
                <a:moveTo>
                  <a:pt x="222" y="279"/>
                </a:moveTo>
                <a:cubicBezTo>
                  <a:pt x="226" y="276"/>
                  <a:pt x="226" y="276"/>
                  <a:pt x="226" y="276"/>
                </a:cubicBezTo>
                <a:cubicBezTo>
                  <a:pt x="226" y="311"/>
                  <a:pt x="226" y="311"/>
                  <a:pt x="226" y="311"/>
                </a:cubicBezTo>
                <a:cubicBezTo>
                  <a:pt x="222" y="309"/>
                  <a:pt x="222" y="309"/>
                  <a:pt x="222" y="309"/>
                </a:cubicBezTo>
                <a:lnTo>
                  <a:pt x="222" y="279"/>
                </a:lnTo>
                <a:close/>
                <a:moveTo>
                  <a:pt x="345" y="260"/>
                </a:moveTo>
                <a:cubicBezTo>
                  <a:pt x="345" y="236"/>
                  <a:pt x="345" y="236"/>
                  <a:pt x="345" y="236"/>
                </a:cubicBezTo>
                <a:cubicBezTo>
                  <a:pt x="348" y="236"/>
                  <a:pt x="348" y="236"/>
                  <a:pt x="348" y="236"/>
                </a:cubicBezTo>
                <a:cubicBezTo>
                  <a:pt x="350" y="257"/>
                  <a:pt x="350" y="257"/>
                  <a:pt x="350" y="257"/>
                </a:cubicBezTo>
                <a:cubicBezTo>
                  <a:pt x="365" y="285"/>
                  <a:pt x="365" y="285"/>
                  <a:pt x="365" y="285"/>
                </a:cubicBezTo>
                <a:lnTo>
                  <a:pt x="345" y="260"/>
                </a:lnTo>
                <a:close/>
                <a:moveTo>
                  <a:pt x="397" y="192"/>
                </a:moveTo>
                <a:cubicBezTo>
                  <a:pt x="397" y="182"/>
                  <a:pt x="397" y="182"/>
                  <a:pt x="397" y="182"/>
                </a:cubicBezTo>
                <a:cubicBezTo>
                  <a:pt x="401" y="182"/>
                  <a:pt x="401" y="182"/>
                  <a:pt x="401" y="182"/>
                </a:cubicBezTo>
                <a:cubicBezTo>
                  <a:pt x="409" y="190"/>
                  <a:pt x="409" y="190"/>
                  <a:pt x="409" y="190"/>
                </a:cubicBezTo>
                <a:cubicBezTo>
                  <a:pt x="407" y="204"/>
                  <a:pt x="407" y="204"/>
                  <a:pt x="407" y="204"/>
                </a:cubicBezTo>
                <a:cubicBezTo>
                  <a:pt x="398" y="210"/>
                  <a:pt x="398" y="210"/>
                  <a:pt x="398" y="210"/>
                </a:cubicBezTo>
                <a:cubicBezTo>
                  <a:pt x="395" y="210"/>
                  <a:pt x="395" y="210"/>
                  <a:pt x="395" y="210"/>
                </a:cubicBezTo>
                <a:cubicBezTo>
                  <a:pt x="395" y="203"/>
                  <a:pt x="395" y="203"/>
                  <a:pt x="395" y="203"/>
                </a:cubicBezTo>
                <a:cubicBezTo>
                  <a:pt x="400" y="203"/>
                  <a:pt x="400" y="203"/>
                  <a:pt x="400" y="203"/>
                </a:cubicBezTo>
                <a:cubicBezTo>
                  <a:pt x="400" y="201"/>
                  <a:pt x="400" y="201"/>
                  <a:pt x="400" y="201"/>
                </a:cubicBezTo>
                <a:cubicBezTo>
                  <a:pt x="395" y="201"/>
                  <a:pt x="395" y="201"/>
                  <a:pt x="395" y="201"/>
                </a:cubicBezTo>
                <a:cubicBezTo>
                  <a:pt x="395" y="192"/>
                  <a:pt x="395" y="192"/>
                  <a:pt x="395" y="192"/>
                </a:cubicBezTo>
                <a:lnTo>
                  <a:pt x="397" y="192"/>
                </a:lnTo>
                <a:close/>
                <a:moveTo>
                  <a:pt x="407" y="219"/>
                </a:moveTo>
                <a:cubicBezTo>
                  <a:pt x="401" y="219"/>
                  <a:pt x="401" y="219"/>
                  <a:pt x="401" y="219"/>
                </a:cubicBezTo>
                <a:cubicBezTo>
                  <a:pt x="401" y="212"/>
                  <a:pt x="401" y="212"/>
                  <a:pt x="401" y="212"/>
                </a:cubicBezTo>
                <a:cubicBezTo>
                  <a:pt x="412" y="206"/>
                  <a:pt x="412" y="206"/>
                  <a:pt x="412" y="206"/>
                </a:cubicBezTo>
                <a:lnTo>
                  <a:pt x="407" y="219"/>
                </a:lnTo>
                <a:close/>
                <a:moveTo>
                  <a:pt x="413" y="497"/>
                </a:moveTo>
                <a:cubicBezTo>
                  <a:pt x="426" y="428"/>
                  <a:pt x="426" y="428"/>
                  <a:pt x="426" y="428"/>
                </a:cubicBezTo>
                <a:cubicBezTo>
                  <a:pt x="423" y="403"/>
                  <a:pt x="423" y="403"/>
                  <a:pt x="423" y="403"/>
                </a:cubicBezTo>
                <a:cubicBezTo>
                  <a:pt x="412" y="451"/>
                  <a:pt x="412" y="451"/>
                  <a:pt x="412" y="451"/>
                </a:cubicBezTo>
                <a:cubicBezTo>
                  <a:pt x="406" y="451"/>
                  <a:pt x="406" y="451"/>
                  <a:pt x="406" y="451"/>
                </a:cubicBezTo>
                <a:cubicBezTo>
                  <a:pt x="406" y="408"/>
                  <a:pt x="406" y="408"/>
                  <a:pt x="406" y="408"/>
                </a:cubicBezTo>
                <a:cubicBezTo>
                  <a:pt x="424" y="395"/>
                  <a:pt x="424" y="395"/>
                  <a:pt x="424" y="395"/>
                </a:cubicBezTo>
                <a:cubicBezTo>
                  <a:pt x="433" y="320"/>
                  <a:pt x="433" y="320"/>
                  <a:pt x="433" y="320"/>
                </a:cubicBezTo>
                <a:cubicBezTo>
                  <a:pt x="398" y="400"/>
                  <a:pt x="398" y="400"/>
                  <a:pt x="398" y="400"/>
                </a:cubicBezTo>
                <a:cubicBezTo>
                  <a:pt x="395" y="400"/>
                  <a:pt x="395" y="400"/>
                  <a:pt x="395" y="400"/>
                </a:cubicBezTo>
                <a:cubicBezTo>
                  <a:pt x="395" y="351"/>
                  <a:pt x="395" y="351"/>
                  <a:pt x="395" y="351"/>
                </a:cubicBezTo>
                <a:cubicBezTo>
                  <a:pt x="406" y="320"/>
                  <a:pt x="406" y="320"/>
                  <a:pt x="406" y="320"/>
                </a:cubicBezTo>
                <a:cubicBezTo>
                  <a:pt x="385" y="302"/>
                  <a:pt x="385" y="302"/>
                  <a:pt x="385" y="302"/>
                </a:cubicBezTo>
                <a:cubicBezTo>
                  <a:pt x="406" y="280"/>
                  <a:pt x="406" y="280"/>
                  <a:pt x="406" y="280"/>
                </a:cubicBezTo>
                <a:cubicBezTo>
                  <a:pt x="413" y="284"/>
                  <a:pt x="413" y="284"/>
                  <a:pt x="413" y="284"/>
                </a:cubicBezTo>
                <a:cubicBezTo>
                  <a:pt x="404" y="301"/>
                  <a:pt x="404" y="301"/>
                  <a:pt x="404" y="301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56" y="296"/>
                  <a:pt x="456" y="296"/>
                  <a:pt x="456" y="296"/>
                </a:cubicBezTo>
                <a:cubicBezTo>
                  <a:pt x="478" y="218"/>
                  <a:pt x="478" y="218"/>
                  <a:pt x="478" y="218"/>
                </a:cubicBezTo>
                <a:cubicBezTo>
                  <a:pt x="469" y="184"/>
                  <a:pt x="469" y="184"/>
                  <a:pt x="469" y="184"/>
                </a:cubicBezTo>
                <a:cubicBezTo>
                  <a:pt x="482" y="173"/>
                  <a:pt x="482" y="173"/>
                  <a:pt x="482" y="173"/>
                </a:cubicBezTo>
                <a:cubicBezTo>
                  <a:pt x="486" y="167"/>
                  <a:pt x="486" y="167"/>
                  <a:pt x="486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85" y="167"/>
                  <a:pt x="485" y="167"/>
                  <a:pt x="485" y="167"/>
                </a:cubicBezTo>
                <a:cubicBezTo>
                  <a:pt x="462" y="176"/>
                  <a:pt x="462" y="176"/>
                  <a:pt x="462" y="176"/>
                </a:cubicBezTo>
                <a:cubicBezTo>
                  <a:pt x="457" y="226"/>
                  <a:pt x="457" y="226"/>
                  <a:pt x="457" y="226"/>
                </a:cubicBezTo>
                <a:cubicBezTo>
                  <a:pt x="417" y="228"/>
                  <a:pt x="417" y="228"/>
                  <a:pt x="417" y="228"/>
                </a:cubicBezTo>
                <a:cubicBezTo>
                  <a:pt x="460" y="233"/>
                  <a:pt x="460" y="233"/>
                  <a:pt x="460" y="233"/>
                </a:cubicBezTo>
                <a:cubicBezTo>
                  <a:pt x="416" y="240"/>
                  <a:pt x="416" y="240"/>
                  <a:pt x="416" y="240"/>
                </a:cubicBezTo>
                <a:cubicBezTo>
                  <a:pt x="421" y="255"/>
                  <a:pt x="421" y="255"/>
                  <a:pt x="421" y="255"/>
                </a:cubicBezTo>
                <a:cubicBezTo>
                  <a:pt x="413" y="265"/>
                  <a:pt x="413" y="265"/>
                  <a:pt x="413" y="265"/>
                </a:cubicBezTo>
                <a:cubicBezTo>
                  <a:pt x="394" y="257"/>
                  <a:pt x="394" y="257"/>
                  <a:pt x="394" y="257"/>
                </a:cubicBezTo>
                <a:cubicBezTo>
                  <a:pt x="377" y="266"/>
                  <a:pt x="377" y="266"/>
                  <a:pt x="377" y="266"/>
                </a:cubicBezTo>
                <a:cubicBezTo>
                  <a:pt x="368" y="256"/>
                  <a:pt x="368" y="256"/>
                  <a:pt x="368" y="256"/>
                </a:cubicBezTo>
                <a:cubicBezTo>
                  <a:pt x="379" y="222"/>
                  <a:pt x="379" y="222"/>
                  <a:pt x="379" y="222"/>
                </a:cubicBezTo>
                <a:cubicBezTo>
                  <a:pt x="384" y="222"/>
                  <a:pt x="384" y="222"/>
                  <a:pt x="384" y="222"/>
                </a:cubicBezTo>
                <a:cubicBezTo>
                  <a:pt x="387" y="251"/>
                  <a:pt x="387" y="251"/>
                  <a:pt x="387" y="251"/>
                </a:cubicBezTo>
                <a:cubicBezTo>
                  <a:pt x="394" y="230"/>
                  <a:pt x="394" y="230"/>
                  <a:pt x="394" y="230"/>
                </a:cubicBezTo>
                <a:cubicBezTo>
                  <a:pt x="411" y="231"/>
                  <a:pt x="411" y="231"/>
                  <a:pt x="411" y="231"/>
                </a:cubicBezTo>
                <a:cubicBezTo>
                  <a:pt x="404" y="228"/>
                  <a:pt x="404" y="228"/>
                  <a:pt x="404" y="228"/>
                </a:cubicBezTo>
                <a:cubicBezTo>
                  <a:pt x="415" y="227"/>
                  <a:pt x="415" y="227"/>
                  <a:pt x="415" y="227"/>
                </a:cubicBezTo>
                <a:cubicBezTo>
                  <a:pt x="412" y="220"/>
                  <a:pt x="412" y="220"/>
                  <a:pt x="412" y="220"/>
                </a:cubicBezTo>
                <a:cubicBezTo>
                  <a:pt x="418" y="210"/>
                  <a:pt x="418" y="210"/>
                  <a:pt x="418" y="210"/>
                </a:cubicBezTo>
                <a:cubicBezTo>
                  <a:pt x="421" y="188"/>
                  <a:pt x="421" y="188"/>
                  <a:pt x="421" y="188"/>
                </a:cubicBezTo>
                <a:cubicBezTo>
                  <a:pt x="406" y="175"/>
                  <a:pt x="406" y="175"/>
                  <a:pt x="406" y="175"/>
                </a:cubicBezTo>
                <a:cubicBezTo>
                  <a:pt x="394" y="176"/>
                  <a:pt x="394" y="176"/>
                  <a:pt x="394" y="176"/>
                </a:cubicBezTo>
                <a:cubicBezTo>
                  <a:pt x="384" y="184"/>
                  <a:pt x="384" y="184"/>
                  <a:pt x="384" y="184"/>
                </a:cubicBezTo>
                <a:cubicBezTo>
                  <a:pt x="381" y="122"/>
                  <a:pt x="381" y="122"/>
                  <a:pt x="381" y="122"/>
                </a:cubicBezTo>
                <a:cubicBezTo>
                  <a:pt x="378" y="118"/>
                  <a:pt x="378" y="118"/>
                  <a:pt x="378" y="118"/>
                </a:cubicBezTo>
                <a:cubicBezTo>
                  <a:pt x="375" y="221"/>
                  <a:pt x="375" y="221"/>
                  <a:pt x="375" y="221"/>
                </a:cubicBezTo>
                <a:cubicBezTo>
                  <a:pt x="367" y="233"/>
                  <a:pt x="367" y="233"/>
                  <a:pt x="367" y="233"/>
                </a:cubicBezTo>
                <a:cubicBezTo>
                  <a:pt x="367" y="233"/>
                  <a:pt x="366" y="232"/>
                  <a:pt x="364" y="225"/>
                </a:cubicBezTo>
                <a:cubicBezTo>
                  <a:pt x="362" y="218"/>
                  <a:pt x="365" y="200"/>
                  <a:pt x="365" y="200"/>
                </a:cubicBezTo>
                <a:cubicBezTo>
                  <a:pt x="373" y="120"/>
                  <a:pt x="373" y="120"/>
                  <a:pt x="373" y="120"/>
                </a:cubicBezTo>
                <a:cubicBezTo>
                  <a:pt x="367" y="127"/>
                  <a:pt x="367" y="127"/>
                  <a:pt x="367" y="127"/>
                </a:cubicBezTo>
                <a:cubicBezTo>
                  <a:pt x="363" y="176"/>
                  <a:pt x="363" y="176"/>
                  <a:pt x="363" y="176"/>
                </a:cubicBezTo>
                <a:cubicBezTo>
                  <a:pt x="345" y="189"/>
                  <a:pt x="345" y="189"/>
                  <a:pt x="345" y="189"/>
                </a:cubicBezTo>
                <a:cubicBezTo>
                  <a:pt x="340" y="215"/>
                  <a:pt x="340" y="215"/>
                  <a:pt x="340" y="215"/>
                </a:cubicBezTo>
                <a:cubicBezTo>
                  <a:pt x="347" y="195"/>
                  <a:pt x="347" y="195"/>
                  <a:pt x="347" y="195"/>
                </a:cubicBezTo>
                <a:cubicBezTo>
                  <a:pt x="361" y="188"/>
                  <a:pt x="361" y="188"/>
                  <a:pt x="361" y="188"/>
                </a:cubicBezTo>
                <a:cubicBezTo>
                  <a:pt x="359" y="201"/>
                  <a:pt x="359" y="201"/>
                  <a:pt x="359" y="201"/>
                </a:cubicBezTo>
                <a:cubicBezTo>
                  <a:pt x="350" y="207"/>
                  <a:pt x="350" y="207"/>
                  <a:pt x="350" y="207"/>
                </a:cubicBezTo>
                <a:cubicBezTo>
                  <a:pt x="332" y="230"/>
                  <a:pt x="332" y="230"/>
                  <a:pt x="332" y="230"/>
                </a:cubicBezTo>
                <a:cubicBezTo>
                  <a:pt x="330" y="270"/>
                  <a:pt x="330" y="270"/>
                  <a:pt x="330" y="270"/>
                </a:cubicBezTo>
                <a:cubicBezTo>
                  <a:pt x="370" y="304"/>
                  <a:pt x="370" y="304"/>
                  <a:pt x="370" y="304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394" y="351"/>
                  <a:pt x="394" y="351"/>
                  <a:pt x="394" y="351"/>
                </a:cubicBezTo>
                <a:cubicBezTo>
                  <a:pt x="387" y="356"/>
                  <a:pt x="387" y="356"/>
                  <a:pt x="387" y="356"/>
                </a:cubicBezTo>
                <a:cubicBezTo>
                  <a:pt x="350" y="337"/>
                  <a:pt x="350" y="337"/>
                  <a:pt x="350" y="337"/>
                </a:cubicBezTo>
                <a:cubicBezTo>
                  <a:pt x="361" y="327"/>
                  <a:pt x="361" y="327"/>
                  <a:pt x="361" y="327"/>
                </a:cubicBezTo>
                <a:cubicBezTo>
                  <a:pt x="290" y="318"/>
                  <a:pt x="290" y="318"/>
                  <a:pt x="290" y="318"/>
                </a:cubicBezTo>
                <a:cubicBezTo>
                  <a:pt x="253" y="336"/>
                  <a:pt x="253" y="336"/>
                  <a:pt x="253" y="336"/>
                </a:cubicBezTo>
                <a:cubicBezTo>
                  <a:pt x="253" y="350"/>
                  <a:pt x="253" y="350"/>
                  <a:pt x="253" y="350"/>
                </a:cubicBezTo>
                <a:cubicBezTo>
                  <a:pt x="253" y="367"/>
                  <a:pt x="253" y="367"/>
                  <a:pt x="253" y="367"/>
                </a:cubicBezTo>
                <a:cubicBezTo>
                  <a:pt x="229" y="367"/>
                  <a:pt x="229" y="367"/>
                  <a:pt x="229" y="367"/>
                </a:cubicBezTo>
                <a:cubicBezTo>
                  <a:pt x="220" y="351"/>
                  <a:pt x="220" y="351"/>
                  <a:pt x="220" y="351"/>
                </a:cubicBezTo>
                <a:cubicBezTo>
                  <a:pt x="207" y="351"/>
                  <a:pt x="207" y="351"/>
                  <a:pt x="207" y="351"/>
                </a:cubicBezTo>
                <a:cubicBezTo>
                  <a:pt x="207" y="326"/>
                  <a:pt x="207" y="326"/>
                  <a:pt x="20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27" y="326"/>
                  <a:pt x="227" y="326"/>
                  <a:pt x="227" y="326"/>
                </a:cubicBezTo>
                <a:cubicBezTo>
                  <a:pt x="232" y="326"/>
                  <a:pt x="235" y="323"/>
                  <a:pt x="235" y="318"/>
                </a:cubicBezTo>
                <a:cubicBezTo>
                  <a:pt x="235" y="318"/>
                  <a:pt x="235" y="318"/>
                  <a:pt x="235" y="318"/>
                </a:cubicBezTo>
                <a:cubicBezTo>
                  <a:pt x="235" y="315"/>
                  <a:pt x="235" y="315"/>
                  <a:pt x="235" y="315"/>
                </a:cubicBezTo>
                <a:cubicBezTo>
                  <a:pt x="236" y="315"/>
                  <a:pt x="236" y="315"/>
                  <a:pt x="236" y="315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86"/>
                  <a:pt x="236" y="286"/>
                  <a:pt x="236" y="286"/>
                </a:cubicBezTo>
                <a:cubicBezTo>
                  <a:pt x="236" y="275"/>
                  <a:pt x="236" y="275"/>
                  <a:pt x="236" y="275"/>
                </a:cubicBezTo>
                <a:cubicBezTo>
                  <a:pt x="236" y="275"/>
                  <a:pt x="236" y="275"/>
                  <a:pt x="236" y="274"/>
                </a:cubicBezTo>
                <a:cubicBezTo>
                  <a:pt x="236" y="270"/>
                  <a:pt x="232" y="266"/>
                  <a:pt x="228" y="266"/>
                </a:cubicBezTo>
                <a:cubicBezTo>
                  <a:pt x="227" y="266"/>
                  <a:pt x="227" y="266"/>
                  <a:pt x="227" y="266"/>
                </a:cubicBezTo>
                <a:cubicBezTo>
                  <a:pt x="207" y="266"/>
                  <a:pt x="207" y="266"/>
                  <a:pt x="207" y="266"/>
                </a:cubicBezTo>
                <a:cubicBezTo>
                  <a:pt x="207" y="171"/>
                  <a:pt x="207" y="171"/>
                  <a:pt x="207" y="171"/>
                </a:cubicBezTo>
                <a:cubicBezTo>
                  <a:pt x="205" y="171"/>
                  <a:pt x="205" y="171"/>
                  <a:pt x="205" y="171"/>
                </a:cubicBezTo>
                <a:cubicBezTo>
                  <a:pt x="205" y="138"/>
                  <a:pt x="205" y="138"/>
                  <a:pt x="205" y="138"/>
                </a:cubicBezTo>
                <a:cubicBezTo>
                  <a:pt x="206" y="137"/>
                  <a:pt x="208" y="137"/>
                  <a:pt x="209" y="137"/>
                </a:cubicBezTo>
                <a:cubicBezTo>
                  <a:pt x="221" y="168"/>
                  <a:pt x="221" y="168"/>
                  <a:pt x="221" y="168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19" y="169"/>
                  <a:pt x="219" y="169"/>
                  <a:pt x="219" y="169"/>
                </a:cubicBezTo>
                <a:cubicBezTo>
                  <a:pt x="220" y="173"/>
                  <a:pt x="220" y="173"/>
                  <a:pt x="220" y="173"/>
                </a:cubicBezTo>
                <a:cubicBezTo>
                  <a:pt x="239" y="166"/>
                  <a:pt x="239" y="166"/>
                  <a:pt x="239" y="166"/>
                </a:cubicBezTo>
                <a:cubicBezTo>
                  <a:pt x="237" y="162"/>
                  <a:pt x="237" y="162"/>
                  <a:pt x="237" y="162"/>
                </a:cubicBezTo>
                <a:cubicBezTo>
                  <a:pt x="235" y="163"/>
                  <a:pt x="235" y="163"/>
                  <a:pt x="235" y="163"/>
                </a:cubicBezTo>
                <a:cubicBezTo>
                  <a:pt x="223" y="131"/>
                  <a:pt x="223" y="131"/>
                  <a:pt x="223" y="131"/>
                </a:cubicBezTo>
                <a:cubicBezTo>
                  <a:pt x="224" y="130"/>
                  <a:pt x="225" y="129"/>
                  <a:pt x="226" y="12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49" y="155"/>
                  <a:pt x="249" y="155"/>
                  <a:pt x="249" y="155"/>
                </a:cubicBezTo>
                <a:cubicBezTo>
                  <a:pt x="252" y="158"/>
                  <a:pt x="252" y="158"/>
                  <a:pt x="252" y="158"/>
                </a:cubicBezTo>
                <a:cubicBezTo>
                  <a:pt x="265" y="144"/>
                  <a:pt x="265" y="144"/>
                  <a:pt x="265" y="144"/>
                </a:cubicBezTo>
                <a:cubicBezTo>
                  <a:pt x="262" y="141"/>
                  <a:pt x="262" y="141"/>
                  <a:pt x="262" y="141"/>
                </a:cubicBezTo>
                <a:cubicBezTo>
                  <a:pt x="261" y="142"/>
                  <a:pt x="261" y="142"/>
                  <a:pt x="261" y="142"/>
                </a:cubicBezTo>
                <a:cubicBezTo>
                  <a:pt x="236" y="118"/>
                  <a:pt x="236" y="118"/>
                  <a:pt x="236" y="118"/>
                </a:cubicBezTo>
                <a:cubicBezTo>
                  <a:pt x="237" y="117"/>
                  <a:pt x="237" y="116"/>
                  <a:pt x="238" y="115"/>
                </a:cubicBezTo>
                <a:cubicBezTo>
                  <a:pt x="271" y="128"/>
                  <a:pt x="271" y="128"/>
                  <a:pt x="271" y="128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0" y="130"/>
                  <a:pt x="270" y="130"/>
                  <a:pt x="270" y="130"/>
                </a:cubicBezTo>
                <a:cubicBezTo>
                  <a:pt x="274" y="132"/>
                  <a:pt x="274" y="132"/>
                  <a:pt x="274" y="132"/>
                </a:cubicBezTo>
                <a:cubicBezTo>
                  <a:pt x="281" y="114"/>
                  <a:pt x="281" y="114"/>
                  <a:pt x="281" y="114"/>
                </a:cubicBezTo>
                <a:cubicBezTo>
                  <a:pt x="277" y="112"/>
                  <a:pt x="277" y="112"/>
                  <a:pt x="277" y="112"/>
                </a:cubicBezTo>
                <a:cubicBezTo>
                  <a:pt x="277" y="114"/>
                  <a:pt x="277" y="114"/>
                  <a:pt x="277" y="114"/>
                </a:cubicBezTo>
                <a:cubicBezTo>
                  <a:pt x="244" y="101"/>
                  <a:pt x="244" y="101"/>
                  <a:pt x="244" y="101"/>
                </a:cubicBezTo>
                <a:cubicBezTo>
                  <a:pt x="244" y="100"/>
                  <a:pt x="244" y="99"/>
                  <a:pt x="244" y="98"/>
                </a:cubicBezTo>
                <a:cubicBezTo>
                  <a:pt x="279" y="98"/>
                  <a:pt x="279" y="98"/>
                  <a:pt x="279" y="98"/>
                </a:cubicBezTo>
                <a:cubicBezTo>
                  <a:pt x="279" y="100"/>
                  <a:pt x="279" y="100"/>
                  <a:pt x="279" y="100"/>
                </a:cubicBezTo>
                <a:cubicBezTo>
                  <a:pt x="368" y="100"/>
                  <a:pt x="368" y="100"/>
                  <a:pt x="368" y="100"/>
                </a:cubicBezTo>
                <a:cubicBezTo>
                  <a:pt x="369" y="101"/>
                  <a:pt x="369" y="103"/>
                  <a:pt x="370" y="105"/>
                </a:cubicBezTo>
                <a:cubicBezTo>
                  <a:pt x="371" y="109"/>
                  <a:pt x="374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375" y="112"/>
                  <a:pt x="375" y="112"/>
                  <a:pt x="375" y="112"/>
                </a:cubicBezTo>
                <a:cubicBezTo>
                  <a:pt x="406" y="100"/>
                  <a:pt x="406" y="100"/>
                  <a:pt x="406" y="100"/>
                </a:cubicBezTo>
                <a:cubicBezTo>
                  <a:pt x="416" y="100"/>
                  <a:pt x="416" y="100"/>
                  <a:pt x="416" y="10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4" y="130"/>
                  <a:pt x="394" y="130"/>
                  <a:pt x="394" y="130"/>
                </a:cubicBezTo>
                <a:cubicBezTo>
                  <a:pt x="393" y="131"/>
                  <a:pt x="395" y="134"/>
                  <a:pt x="399" y="136"/>
                </a:cubicBezTo>
                <a:cubicBezTo>
                  <a:pt x="403" y="139"/>
                  <a:pt x="406" y="140"/>
                  <a:pt x="407" y="139"/>
                </a:cubicBezTo>
                <a:cubicBezTo>
                  <a:pt x="407" y="139"/>
                  <a:pt x="407" y="139"/>
                  <a:pt x="407" y="139"/>
                </a:cubicBezTo>
                <a:cubicBezTo>
                  <a:pt x="438" y="100"/>
                  <a:pt x="438" y="100"/>
                  <a:pt x="438" y="100"/>
                </a:cubicBezTo>
                <a:cubicBezTo>
                  <a:pt x="439" y="100"/>
                  <a:pt x="439" y="100"/>
                  <a:pt x="439" y="100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3" y="147"/>
                  <a:pt x="423" y="147"/>
                  <a:pt x="423" y="147"/>
                </a:cubicBezTo>
                <a:cubicBezTo>
                  <a:pt x="422" y="149"/>
                  <a:pt x="426" y="151"/>
                  <a:pt x="430" y="153"/>
                </a:cubicBezTo>
                <a:cubicBezTo>
                  <a:pt x="434" y="154"/>
                  <a:pt x="438" y="155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39" y="153"/>
                  <a:pt x="439" y="153"/>
                  <a:pt x="439" y="153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00"/>
                  <a:pt x="457" y="100"/>
                  <a:pt x="457" y="100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59"/>
                  <a:pt x="457" y="159"/>
                  <a:pt x="457" y="159"/>
                </a:cubicBezTo>
                <a:cubicBezTo>
                  <a:pt x="457" y="160"/>
                  <a:pt x="461" y="161"/>
                  <a:pt x="466" y="161"/>
                </a:cubicBezTo>
                <a:cubicBezTo>
                  <a:pt x="471" y="161"/>
                  <a:pt x="474" y="160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59"/>
                  <a:pt x="475" y="159"/>
                  <a:pt x="475" y="159"/>
                </a:cubicBezTo>
                <a:cubicBezTo>
                  <a:pt x="475" y="100"/>
                  <a:pt x="475" y="100"/>
                  <a:pt x="475" y="100"/>
                </a:cubicBezTo>
                <a:cubicBezTo>
                  <a:pt x="481" y="100"/>
                  <a:pt x="481" y="100"/>
                  <a:pt x="481" y="100"/>
                </a:cubicBezTo>
                <a:cubicBezTo>
                  <a:pt x="481" y="88"/>
                  <a:pt x="481" y="88"/>
                  <a:pt x="481" y="88"/>
                </a:cubicBezTo>
                <a:cubicBezTo>
                  <a:pt x="412" y="88"/>
                  <a:pt x="412" y="88"/>
                  <a:pt x="412" y="88"/>
                </a:cubicBezTo>
                <a:cubicBezTo>
                  <a:pt x="412" y="84"/>
                  <a:pt x="412" y="84"/>
                  <a:pt x="412" y="84"/>
                </a:cubicBezTo>
                <a:cubicBezTo>
                  <a:pt x="481" y="84"/>
                  <a:pt x="481" y="84"/>
                  <a:pt x="481" y="84"/>
                </a:cubicBezTo>
                <a:cubicBezTo>
                  <a:pt x="481" y="80"/>
                  <a:pt x="481" y="80"/>
                  <a:pt x="481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56" y="80"/>
                  <a:pt x="456" y="80"/>
                  <a:pt x="456" y="80"/>
                </a:cubicBezTo>
                <a:cubicBezTo>
                  <a:pt x="411" y="80"/>
                  <a:pt x="411" y="80"/>
                  <a:pt x="411" y="80"/>
                </a:cubicBezTo>
                <a:cubicBezTo>
                  <a:pt x="404" y="79"/>
                  <a:pt x="386" y="75"/>
                  <a:pt x="374" y="63"/>
                </a:cubicBezTo>
                <a:cubicBezTo>
                  <a:pt x="357" y="46"/>
                  <a:pt x="357" y="34"/>
                  <a:pt x="357" y="34"/>
                </a:cubicBezTo>
                <a:cubicBezTo>
                  <a:pt x="354" y="34"/>
                  <a:pt x="354" y="34"/>
                  <a:pt x="354" y="34"/>
                </a:cubicBezTo>
                <a:cubicBezTo>
                  <a:pt x="354" y="80"/>
                  <a:pt x="354" y="80"/>
                  <a:pt x="354" y="80"/>
                </a:cubicBezTo>
                <a:cubicBezTo>
                  <a:pt x="350" y="80"/>
                  <a:pt x="350" y="80"/>
                  <a:pt x="350" y="80"/>
                </a:cubicBezTo>
                <a:cubicBezTo>
                  <a:pt x="350" y="34"/>
                  <a:pt x="350" y="34"/>
                  <a:pt x="350" y="34"/>
                </a:cubicBezTo>
                <a:cubicBezTo>
                  <a:pt x="344" y="34"/>
                  <a:pt x="344" y="34"/>
                  <a:pt x="344" y="34"/>
                </a:cubicBezTo>
                <a:cubicBezTo>
                  <a:pt x="344" y="80"/>
                  <a:pt x="344" y="80"/>
                  <a:pt x="344" y="80"/>
                </a:cubicBezTo>
                <a:cubicBezTo>
                  <a:pt x="279" y="80"/>
                  <a:pt x="279" y="80"/>
                  <a:pt x="279" y="80"/>
                </a:cubicBezTo>
                <a:cubicBezTo>
                  <a:pt x="279" y="82"/>
                  <a:pt x="279" y="82"/>
                  <a:pt x="279" y="82"/>
                </a:cubicBezTo>
                <a:cubicBezTo>
                  <a:pt x="244" y="82"/>
                  <a:pt x="244" y="82"/>
                  <a:pt x="244" y="82"/>
                </a:cubicBezTo>
                <a:cubicBezTo>
                  <a:pt x="241" y="62"/>
                  <a:pt x="225" y="46"/>
                  <a:pt x="205" y="43"/>
                </a:cubicBezTo>
                <a:cubicBezTo>
                  <a:pt x="205" y="4"/>
                  <a:pt x="205" y="4"/>
                  <a:pt x="205" y="4"/>
                </a:cubicBezTo>
                <a:cubicBezTo>
                  <a:pt x="207" y="4"/>
                  <a:pt x="207" y="4"/>
                  <a:pt x="207" y="4"/>
                </a:cubicBezTo>
                <a:cubicBezTo>
                  <a:pt x="207" y="0"/>
                  <a:pt x="207" y="0"/>
                  <a:pt x="207" y="0"/>
                </a:cubicBezTo>
                <a:cubicBezTo>
                  <a:pt x="187" y="0"/>
                  <a:pt x="187" y="0"/>
                  <a:pt x="187" y="0"/>
                </a:cubicBezTo>
                <a:cubicBezTo>
                  <a:pt x="187" y="4"/>
                  <a:pt x="187" y="4"/>
                  <a:pt x="187" y="4"/>
                </a:cubicBezTo>
                <a:cubicBezTo>
                  <a:pt x="190" y="4"/>
                  <a:pt x="190" y="4"/>
                  <a:pt x="190" y="4"/>
                </a:cubicBezTo>
                <a:cubicBezTo>
                  <a:pt x="190" y="43"/>
                  <a:pt x="190" y="43"/>
                  <a:pt x="190" y="43"/>
                </a:cubicBezTo>
                <a:cubicBezTo>
                  <a:pt x="188" y="43"/>
                  <a:pt x="187" y="43"/>
                  <a:pt x="186" y="43"/>
                </a:cubicBezTo>
                <a:cubicBezTo>
                  <a:pt x="171" y="8"/>
                  <a:pt x="171" y="8"/>
                  <a:pt x="171" y="8"/>
                </a:cubicBezTo>
                <a:cubicBezTo>
                  <a:pt x="173" y="7"/>
                  <a:pt x="173" y="7"/>
                  <a:pt x="173" y="7"/>
                </a:cubicBezTo>
                <a:cubicBezTo>
                  <a:pt x="173" y="7"/>
                  <a:pt x="173" y="7"/>
                  <a:pt x="173" y="7"/>
                </a:cubicBezTo>
                <a:cubicBezTo>
                  <a:pt x="172" y="3"/>
                  <a:pt x="172" y="3"/>
                  <a:pt x="172" y="3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72" y="49"/>
                  <a:pt x="172" y="49"/>
                  <a:pt x="172" y="49"/>
                </a:cubicBezTo>
                <a:cubicBezTo>
                  <a:pt x="171" y="49"/>
                  <a:pt x="170" y="50"/>
                  <a:pt x="169" y="51"/>
                </a:cubicBezTo>
                <a:cubicBezTo>
                  <a:pt x="142" y="24"/>
                  <a:pt x="142" y="24"/>
                  <a:pt x="142" y="24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4" y="23"/>
                  <a:pt x="144" y="23"/>
                  <a:pt x="144" y="23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27" y="34"/>
                  <a:pt x="127" y="34"/>
                  <a:pt x="127" y="34"/>
                </a:cubicBezTo>
                <a:cubicBezTo>
                  <a:pt x="130" y="37"/>
                  <a:pt x="130" y="37"/>
                  <a:pt x="130" y="37"/>
                </a:cubicBezTo>
                <a:cubicBezTo>
                  <a:pt x="132" y="35"/>
                  <a:pt x="132" y="35"/>
                  <a:pt x="132" y="35"/>
                </a:cubicBezTo>
                <a:cubicBezTo>
                  <a:pt x="158" y="61"/>
                  <a:pt x="158" y="61"/>
                  <a:pt x="158" y="61"/>
                </a:cubicBezTo>
                <a:cubicBezTo>
                  <a:pt x="157" y="62"/>
                  <a:pt x="157" y="63"/>
                  <a:pt x="156" y="64"/>
                </a:cubicBezTo>
                <a:cubicBezTo>
                  <a:pt x="122" y="51"/>
                  <a:pt x="122" y="51"/>
                  <a:pt x="122" y="51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23" y="48"/>
                  <a:pt x="123" y="48"/>
                  <a:pt x="123" y="48"/>
                </a:cubicBezTo>
                <a:cubicBezTo>
                  <a:pt x="119" y="47"/>
                  <a:pt x="119" y="47"/>
                  <a:pt x="119" y="47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16" y="66"/>
                  <a:pt x="116" y="66"/>
                  <a:pt x="116" y="66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50" y="78"/>
                  <a:pt x="150" y="78"/>
                  <a:pt x="150" y="78"/>
                </a:cubicBezTo>
                <a:cubicBezTo>
                  <a:pt x="150" y="79"/>
                  <a:pt x="149" y="81"/>
                  <a:pt x="149" y="82"/>
                </a:cubicBezTo>
                <a:cubicBezTo>
                  <a:pt x="110" y="82"/>
                  <a:pt x="110" y="82"/>
                  <a:pt x="110" y="82"/>
                </a:cubicBezTo>
                <a:cubicBezTo>
                  <a:pt x="110" y="80"/>
                  <a:pt x="110" y="80"/>
                  <a:pt x="110" y="80"/>
                </a:cubicBezTo>
                <a:cubicBezTo>
                  <a:pt x="68" y="80"/>
                  <a:pt x="68" y="80"/>
                  <a:pt x="68" y="80"/>
                </a:cubicBezTo>
                <a:cubicBezTo>
                  <a:pt x="68" y="80"/>
                  <a:pt x="68" y="80"/>
                  <a:pt x="67" y="80"/>
                </a:cubicBezTo>
                <a:cubicBezTo>
                  <a:pt x="63" y="80"/>
                  <a:pt x="59" y="84"/>
                  <a:pt x="59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98"/>
                  <a:pt x="59" y="98"/>
                  <a:pt x="59" y="98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66"/>
                  <a:pt x="59" y="266"/>
                  <a:pt x="59" y="266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77"/>
                  <a:pt x="59" y="277"/>
                  <a:pt x="59" y="277"/>
                </a:cubicBezTo>
                <a:cubicBezTo>
                  <a:pt x="59" y="282"/>
                  <a:pt x="63" y="286"/>
                  <a:pt x="67" y="286"/>
                </a:cubicBezTo>
                <a:cubicBezTo>
                  <a:pt x="68" y="286"/>
                  <a:pt x="68" y="286"/>
                  <a:pt x="6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08" y="286"/>
                  <a:pt x="108" y="286"/>
                  <a:pt x="108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5" y="286"/>
                  <a:pt x="185" y="286"/>
                  <a:pt x="185" y="286"/>
                </a:cubicBezTo>
                <a:cubicBezTo>
                  <a:pt x="187" y="286"/>
                  <a:pt x="187" y="286"/>
                  <a:pt x="187" y="286"/>
                </a:cubicBezTo>
                <a:cubicBezTo>
                  <a:pt x="187" y="307"/>
                  <a:pt x="187" y="307"/>
                  <a:pt x="187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85" y="307"/>
                  <a:pt x="185" y="307"/>
                  <a:pt x="185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53" y="307"/>
                  <a:pt x="153" y="307"/>
                  <a:pt x="153" y="307"/>
                </a:cubicBezTo>
                <a:cubicBezTo>
                  <a:pt x="148" y="307"/>
                  <a:pt x="145" y="310"/>
                  <a:pt x="145" y="315"/>
                </a:cubicBezTo>
                <a:cubicBezTo>
                  <a:pt x="145" y="315"/>
                  <a:pt x="145" y="315"/>
                  <a:pt x="145" y="315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26"/>
                  <a:pt x="145" y="326"/>
                  <a:pt x="145" y="326"/>
                </a:cubicBezTo>
                <a:cubicBezTo>
                  <a:pt x="145" y="351"/>
                  <a:pt x="145" y="351"/>
                  <a:pt x="145" y="351"/>
                </a:cubicBezTo>
                <a:cubicBezTo>
                  <a:pt x="86" y="351"/>
                  <a:pt x="86" y="351"/>
                  <a:pt x="86" y="351"/>
                </a:cubicBezTo>
                <a:cubicBezTo>
                  <a:pt x="87" y="400"/>
                  <a:pt x="87" y="400"/>
                  <a:pt x="87" y="400"/>
                </a:cubicBezTo>
                <a:cubicBezTo>
                  <a:pt x="103" y="418"/>
                  <a:pt x="103" y="418"/>
                  <a:pt x="103" y="418"/>
                </a:cubicBezTo>
                <a:cubicBezTo>
                  <a:pt x="103" y="451"/>
                  <a:pt x="103" y="451"/>
                  <a:pt x="103" y="451"/>
                </a:cubicBezTo>
                <a:cubicBezTo>
                  <a:pt x="122" y="459"/>
                  <a:pt x="122" y="459"/>
                  <a:pt x="122" y="459"/>
                </a:cubicBezTo>
                <a:cubicBezTo>
                  <a:pt x="122" y="505"/>
                  <a:pt x="122" y="505"/>
                  <a:pt x="122" y="505"/>
                </a:cubicBezTo>
                <a:cubicBezTo>
                  <a:pt x="38" y="520"/>
                  <a:pt x="7" y="539"/>
                  <a:pt x="4" y="540"/>
                </a:cubicBezTo>
                <a:cubicBezTo>
                  <a:pt x="0" y="540"/>
                  <a:pt x="19" y="543"/>
                  <a:pt x="46" y="556"/>
                </a:cubicBezTo>
                <a:cubicBezTo>
                  <a:pt x="80" y="572"/>
                  <a:pt x="76" y="581"/>
                  <a:pt x="76" y="581"/>
                </a:cubicBezTo>
                <a:cubicBezTo>
                  <a:pt x="76" y="581"/>
                  <a:pt x="135" y="543"/>
                  <a:pt x="263" y="520"/>
                </a:cubicBezTo>
                <a:cubicBezTo>
                  <a:pt x="330" y="508"/>
                  <a:pt x="451" y="503"/>
                  <a:pt x="495" y="512"/>
                </a:cubicBezTo>
                <a:cubicBezTo>
                  <a:pt x="495" y="512"/>
                  <a:pt x="461" y="504"/>
                  <a:pt x="413" y="497"/>
                </a:cubicBezTo>
                <a:close/>
              </a:path>
            </a:pathLst>
          </a:custGeom>
          <a:solidFill>
            <a:srgbClr val="00377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7B9A614-BC4E-4B23-B9D1-2B209AB0743B}"/>
              </a:ext>
            </a:extLst>
          </p:cNvPr>
          <p:cNvCxnSpPr>
            <a:cxnSpLocks/>
          </p:cNvCxnSpPr>
          <p:nvPr userDrawn="1"/>
        </p:nvCxnSpPr>
        <p:spPr>
          <a:xfrm>
            <a:off x="659130" y="1027048"/>
            <a:ext cx="10864850" cy="0"/>
          </a:xfrm>
          <a:prstGeom prst="line">
            <a:avLst/>
          </a:prstGeom>
          <a:ln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图片占位符 3">
            <a:extLst>
              <a:ext uri="{FF2B5EF4-FFF2-40B4-BE49-F238E27FC236}">
                <a16:creationId xmlns:a16="http://schemas.microsoft.com/office/drawing/2014/main" id="{2A4991FC-73E2-4BF2-A28B-7D7A275207F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3100" y="1729550"/>
            <a:ext cx="3262292" cy="16994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4" name="图片占位符 3">
            <a:extLst>
              <a:ext uri="{FF2B5EF4-FFF2-40B4-BE49-F238E27FC236}">
                <a16:creationId xmlns:a16="http://schemas.microsoft.com/office/drawing/2014/main" id="{24003A37-675B-4FEC-8112-753FF16AD9F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64854" y="1729550"/>
            <a:ext cx="3262292" cy="16994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5" name="图片占位符 3">
            <a:extLst>
              <a:ext uri="{FF2B5EF4-FFF2-40B4-BE49-F238E27FC236}">
                <a16:creationId xmlns:a16="http://schemas.microsoft.com/office/drawing/2014/main" id="{48F354C4-9F0E-4DFF-A66E-087418301CB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56608" y="1729550"/>
            <a:ext cx="3262292" cy="1699450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81506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/Relationships>
</file>

<file path=ppt/slideMasters/_rels/slideMaster3.xml.rels><?xml version="1.0" encoding="UTF-8" standalone="yes"?>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4.xml"/></Relationships>
</file>

<file path=ppt/slideMasters/_rels/slideMaster4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34.xml"/><Relationship Id="rId20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0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5.xml"/><Relationship Id="rId22" Type="http://schemas.openxmlformats.org/officeDocument/2006/relationships/theme" Target="../theme/theme4.xml"/><Relationship Id="rId24-created" Type="http://schemas.openxmlformats.org/officeDocument/2006/relationships/image" Target="../media/media1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8DA52A9-2D7F-4CFC-BEE6-313DF6F96983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529CD16-6B55-4C57-A3F2-7893436BF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94C8FD-BEA5-4E0C-BF35-1699EC287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D85989-BD0D-495F-A9D5-148F6D0E9F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7D1D0-11BC-4610-B275-571C8521F02E}" type="datetimeFigureOut">
              <a:rPr lang="zh-CN" altLang="en-US" smtClean="0"/>
              <a:t>2019/6/30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4185D7-CCA3-492C-9E18-AFC305FB2D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A02DE0-0246-4AEC-A42E-62C2253585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67563A-2BCF-4CDB-AAE4-8FFF0BA89B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5023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5845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64">
          <p15:clr>
            <a:srgbClr val="F26B43"/>
          </p15:clr>
        </p15:guide>
        <p15:guide id="2" pos="3840">
          <p15:clr>
            <a:srgbClr val="F26B43"/>
          </p15:clr>
        </p15:guide>
        <p15:guide id="3" pos="192">
          <p15:clr>
            <a:srgbClr val="F26B43"/>
          </p15:clr>
        </p15:guide>
        <p15:guide id="4" pos="7488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orient="horz" pos="472">
          <p15:clr>
            <a:srgbClr val="F26B43"/>
          </p15:clr>
        </p15:guide>
        <p15:guide id="7" orient="horz" pos="4104">
          <p15:clr>
            <a:srgbClr val="F26B43"/>
          </p15:clr>
        </p15:guide>
        <p15:guide id="8" orient="horz" pos="405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074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64">
          <p15:clr>
            <a:srgbClr val="F26B43"/>
          </p15:clr>
        </p15:guide>
        <p15:guide id="2" pos="3840">
          <p15:clr>
            <a:srgbClr val="F26B43"/>
          </p15:clr>
        </p15:guide>
        <p15:guide id="3" pos="192">
          <p15:clr>
            <a:srgbClr val="F26B43"/>
          </p15:clr>
        </p15:guide>
        <p15:guide id="4" pos="7488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orient="horz" pos="472">
          <p15:clr>
            <a:srgbClr val="F26B43"/>
          </p15:clr>
        </p15:guide>
        <p15:guide id="7" orient="horz" pos="4104">
          <p15:clr>
            <a:srgbClr val="F26B43"/>
          </p15:clr>
        </p15:guide>
        <p15:guide id="8" orient="horz" pos="405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8DA52A9-2D7F-4CFC-BEE6-313DF6F96983}"/>
              </a:ext>
            </a:extLst>
          </p:cNvPr>
          <p:cNvPicPr>
            <a:picLocks noChangeAspect="1"/>
          </p:cNvPicPr>
          <p:nvPr userDrawn="1"/>
        </p:nvPicPr>
        <p:blipFill>
          <a:blip r:embed="rId24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529CD16-6B55-4C57-A3F2-7893436BF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94C8FD-BEA5-4E0C-BF35-1699EC287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D85989-BD0D-495F-A9D5-148F6D0E9F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7D1D0-11BC-4610-B275-571C8521F02E}" type="datetimeFigureOut">
              <a:rPr lang="zh-CN" altLang="en-US" smtClean="0"/>
              <a:t>2019/6/30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4185D7-CCA3-492C-9E18-AFC305FB2D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A02DE0-0246-4AEC-A42E-62C2253585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67563A-2BCF-4CDB-AAE4-8FFF0BA89B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5023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6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9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7" Type="http://schemas.openxmlformats.org/officeDocument/2006/relationships/image" Target="../media/image41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jpeg"/><Relationship Id="rId5" Type="http://schemas.openxmlformats.org/officeDocument/2006/relationships/image" Target="../media/image39.jpeg"/><Relationship Id="rId4" Type="http://schemas.openxmlformats.org/officeDocument/2006/relationships/image" Target="../media/image38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emf"/><Relationship Id="rId5" Type="http://schemas.openxmlformats.org/officeDocument/2006/relationships/image" Target="../media/image46.emf"/><Relationship Id="rId4" Type="http://schemas.openxmlformats.org/officeDocument/2006/relationships/image" Target="../media/image45.e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7" Type="http://schemas.openxmlformats.org/officeDocument/2006/relationships/image" Target="../media/image51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emf"/><Relationship Id="rId5" Type="http://schemas.openxmlformats.org/officeDocument/2006/relationships/image" Target="../media/image49.emf"/><Relationship Id="rId4" Type="http://schemas.openxmlformats.org/officeDocument/2006/relationships/image" Target="../media/image24.e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7" Type="http://schemas.openxmlformats.org/officeDocument/2006/relationships/image" Target="../media/image3.emf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emf"/><Relationship Id="rId5" Type="http://schemas.openxmlformats.org/officeDocument/2006/relationships/image" Target="../media/image55.emf"/><Relationship Id="rId4" Type="http://schemas.openxmlformats.org/officeDocument/2006/relationships/image" Target="../media/image54.emf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3.xml.rels><?xml version="1.0" encoding="UTF-8" standalone="yes"?>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8.xml"/><Relationship Id="rId3-created" Type="http://schemas.openxmlformats.org/officeDocument/2006/relationships/image" Target="../media/media111.jpeg"/><Relationship Id="rId4-created" Type="http://schemas.openxmlformats.org/officeDocument/2006/relationships/image" Target="../media/main-loop.png"/></Relationships>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5.xml.rels><?xml version="1.0" encoding="UTF-8" standalone="yes"?>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8.xml"/><Relationship Id="rId3-created" Type="http://schemas.openxmlformats.org/officeDocument/2006/relationships/image" Target="../media/media113.jpeg"/><Relationship Id="rId4-created" Type="http://schemas.openxmlformats.org/officeDocument/2006/relationships/image" Target="../media/layers.png"/></Relationships>
</file>

<file path=ppt/slides/_rels/slide66.xml.rels><?xml version="1.0" encoding="UTF-8" standalone="yes"?>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8.xml"/><Relationship Id="rId3-created" Type="http://schemas.openxmlformats.org/officeDocument/2006/relationships/image" Target="../media/media115.jpeg"/><Relationship Id="rId4-created" Type="http://schemas.openxmlformats.org/officeDocument/2006/relationships/image" Target="../media/ecs-gameplay.png"/></Relationships>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8.xml.rels><?xml version="1.0" encoding="UTF-8" standalone="yes"?>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8.xml"/><Relationship Id="rId3-created" Type="http://schemas.openxmlformats.org/officeDocument/2006/relationships/image" Target="../media/media117.jpeg"/><Relationship Id="rId4-created" Type="http://schemas.openxmlformats.org/officeDocument/2006/relationships/image" Target="../media/ecs-class.png"/></Relationships>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70.xml.rels><?xml version="1.0" encoding="UTF-8" standalone="yes"?>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8.xml"/><Relationship Id="rId3-created" Type="http://schemas.openxmlformats.org/officeDocument/2006/relationships/image" Target="../media/media119.jpeg"/><Relationship Id="rId4-created" Type="http://schemas.openxmlformats.org/officeDocument/2006/relationships/image" Target="../media/skill-effect.png"/></Relationships>
</file>

<file path=ppt/slides/_rels/slide71.xml.rels><?xml version="1.0" encoding="UTF-8" standalone="yes"?>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8.xml"/><Relationship Id="rId3-created" Type="http://schemas.openxmlformats.org/officeDocument/2006/relationships/image" Target="../media/media121.jpeg"/><Relationship Id="rId4-created" Type="http://schemas.openxmlformats.org/officeDocument/2006/relationships/image" Target="../media/tab-seq.png"/></Relationships>
</file>

<file path=ppt/slides/_rels/slide72.xml.rels><?xml version="1.0" encoding="UTF-8" standalone="yes"?>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8.xml"/><Relationship Id="rId3-created" Type="http://schemas.openxmlformats.org/officeDocument/2006/relationships/image" Target="../media/media123.jpeg"/><Relationship Id="rId4-created" Type="http://schemas.openxmlformats.org/officeDocument/2006/relationships/image" Target="../media/pool-worker.png"/></Relationships>
</file>

<file path=ppt/slides/_rels/slide73.xml.rels><?xml version="1.0" encoding="UTF-8" standalone="yes"?>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8.xml"/><Relationship Id="rId3-created" Type="http://schemas.openxmlformats.org/officeDocument/2006/relationships/image" Target="../media/media125.jpeg"/><Relationship Id="rId4-created" Type="http://schemas.openxmlformats.org/officeDocument/2006/relationships/image" Target="../media/startup-seq.png"/></Relationships>
</file>

<file path=ppt/slides/_rels/slide74.xml.rels><?xml version="1.0" encoding="UTF-8" standalone="yes"?>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8.xml"/><Relationship Id="rId3-created" Type="http://schemas.openxmlformats.org/officeDocument/2006/relationships/image" Target="../media/media127.jpeg"/><Relationship Id="rId4-created" Type="http://schemas.openxmlformats.org/officeDocument/2006/relationships/image" Target="../media/fps-chart.png"/></Relationships>
</file>

<file path=ppt/slides/_rels/slide75.xml.rels><?xml version="1.0" encoding="UTF-8" standalone="yes"?>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8.xml"/><Relationship Id="rId3-created" Type="http://schemas.openxmlformats.org/officeDocument/2006/relationships/image" Target="../media/media129.jpeg"/><Relationship Id="rId4-created" Type="http://schemas.openxmlformats.org/officeDocument/2006/relationships/image" Target="../media/p95-chart.png"/></Relationships>
</file>

<file path=ppt/slides/_rels/slide76.xml.rels><?xml version="1.0" encoding="UTF-8" standalone="yes"?>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8.xml"/><Relationship Id="rId3-created" Type="http://schemas.openxmlformats.org/officeDocument/2006/relationships/image" Target="../media/media131.jpeg"/><Relationship Id="rId4-created" Type="http://schemas.openxmlformats.org/officeDocument/2006/relationships/image" Target="../media/meta-loop.png"/></Relationships>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C58AE834-316A-4AFB-837C-994044880A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基于 ECS 架构的类吸血鬼幸存者游戏开发及优化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C89192B-3A93-482D-A650-DD8BF4195E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Survivor And Fight — 毕业设计答辩</a:t>
            </a:r>
            <a:endParaRPr lang="zh-CN" altLang="en-US" dirty="0"/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44BBB5C7-1DDF-43C3-8E06-22C049A3C3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答辩人：刘瀚文  ｜  学号：2207020509  ｜  计算机科学与技术</a:t>
            </a:r>
          </a:p>
        </p:txBody>
      </p:sp>
      <p:sp>
        <p:nvSpPr>
          <p:cNvPr id="28" name="文本占位符 27">
            <a:extLst>
              <a:ext uri="{FF2B5EF4-FFF2-40B4-BE49-F238E27FC236}">
                <a16:creationId xmlns:a16="http://schemas.microsoft.com/office/drawing/2014/main" id="{090F191B-8340-4483-8359-B8067DB4CB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dirty="0"/>
              <a:t>指导教师：董玉坤  ｜  中国石油大学（华东）  ｜  2026 年 5 月</a:t>
            </a:r>
          </a:p>
        </p:txBody>
      </p:sp>
    </p:spTree>
    <p:extLst>
      <p:ext uri="{BB962C8B-B14F-4D97-AF65-F5344CB8AC3E}">
        <p14:creationId xmlns:p14="http://schemas.microsoft.com/office/powerpoint/2010/main" val="321622002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5D5150-F2B6-449E-A4E4-AE50AAACB5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研究背景与选题意义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8590C14-268D-490B-ADF5-3CF561B450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/>
            </a:r>
            <a:endParaRPr lang="zh-CN" altLang="en-US" dirty="0"/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D8EB523F-0FBF-4613-BBF9-21B6F47B67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dirty="0"/>
              <a:t>技术路线与总体架构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09E38E02-8708-4E5A-B514-DE54AA1C1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zh-CN" dirty="0"/>
              <a:t/>
            </a:r>
            <a:endParaRPr lang="zh-CN" altLang="en-US" dirty="0"/>
          </a:p>
        </p:txBody>
      </p:sp>
      <p:sp>
        <p:nvSpPr>
          <p:cNvPr id="32" name="文本占位符 31">
            <a:extLst>
              <a:ext uri="{FF2B5EF4-FFF2-40B4-BE49-F238E27FC236}">
                <a16:creationId xmlns:a16="http://schemas.microsoft.com/office/drawing/2014/main" id="{256812FC-3710-4082-BB6A-CED0DE5F5D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zh-CN" altLang="en-US" dirty="0"/>
              <a:t>ECS 玩法与配表战斗</a:t>
            </a:r>
          </a:p>
        </p:txBody>
      </p:sp>
      <p:sp>
        <p:nvSpPr>
          <p:cNvPr id="33" name="文本占位符 32">
            <a:extLst>
              <a:ext uri="{FF2B5EF4-FFF2-40B4-BE49-F238E27FC236}">
                <a16:creationId xmlns:a16="http://schemas.microsoft.com/office/drawing/2014/main" id="{90378F39-46C0-40D8-BBB0-EA1C54DBD58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 dirty="0"/>
              <a:t/>
            </a:r>
            <a:endParaRPr lang="zh-CN" altLang="en-US" dirty="0"/>
          </a:p>
        </p:txBody>
      </p:sp>
      <p:sp>
        <p:nvSpPr>
          <p:cNvPr id="34" name="文本占位符 33">
            <a:extLst>
              <a:ext uri="{FF2B5EF4-FFF2-40B4-BE49-F238E27FC236}">
                <a16:creationId xmlns:a16="http://schemas.microsoft.com/office/drawing/2014/main" id="{8A512FC9-9CDF-4148-BD49-93CAB98C42D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UI 协同与性能优化</a:t>
            </a:r>
          </a:p>
        </p:txBody>
      </p:sp>
      <p:sp>
        <p:nvSpPr>
          <p:cNvPr id="35" name="文本占位符 34">
            <a:extLst>
              <a:ext uri="{FF2B5EF4-FFF2-40B4-BE49-F238E27FC236}">
                <a16:creationId xmlns:a16="http://schemas.microsoft.com/office/drawing/2014/main" id="{6E5E1140-F918-446C-8EFB-E7A1FC48C54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altLang="zh-CN" dirty="0"/>
              <a:t/>
            </a:r>
            <a:endParaRPr lang="zh-CN" altLang="en-US" dirty="0"/>
          </a:p>
        </p:txBody>
      </p:sp>
      <p:sp>
        <p:nvSpPr>
          <p:cNvPr id="36" name="文本占位符 35">
            <a:extLst>
              <a:ext uri="{FF2B5EF4-FFF2-40B4-BE49-F238E27FC236}">
                <a16:creationId xmlns:a16="http://schemas.microsoft.com/office/drawing/2014/main" id="{2CA0A5AE-1C80-4DB6-ABEB-469D6EAB7B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zh-CN" altLang="en-US" dirty="0"/>
              <a:t>测试验证与运行闭环</a:t>
            </a:r>
          </a:p>
        </p:txBody>
      </p:sp>
      <p:sp>
        <p:nvSpPr>
          <p:cNvPr id="50" name="文本占位符 49">
            <a:extLst>
              <a:ext uri="{FF2B5EF4-FFF2-40B4-BE49-F238E27FC236}">
                <a16:creationId xmlns:a16="http://schemas.microsoft.com/office/drawing/2014/main" id="{5B5C8A7C-D1E4-478D-A0D8-8285F0202E8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zh-CN" dirty="0"/>
              <a:t/>
            </a:r>
            <a:endParaRPr lang="zh-CN" altLang="en-US" dirty="0"/>
          </a:p>
        </p:txBody>
      </p:sp>
      <p:sp>
        <p:nvSpPr>
          <p:cNvPr id="38" name="文本占位符 37">
            <a:extLst>
              <a:ext uri="{FF2B5EF4-FFF2-40B4-BE49-F238E27FC236}">
                <a16:creationId xmlns:a16="http://schemas.microsoft.com/office/drawing/2014/main" id="{418BB145-43C9-4403-962D-1669FD24395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zh-CN" altLang="en-US" dirty="0"/>
              <a:t>创新点、不足与展望</a:t>
            </a:r>
          </a:p>
        </p:txBody>
      </p:sp>
      <p:sp>
        <p:nvSpPr>
          <p:cNvPr id="51" name="文本占位符 50">
            <a:extLst>
              <a:ext uri="{FF2B5EF4-FFF2-40B4-BE49-F238E27FC236}">
                <a16:creationId xmlns:a16="http://schemas.microsoft.com/office/drawing/2014/main" id="{2F09C621-9602-4270-BE41-07F7D18395C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altLang="zh-CN" dirty="0"/>
              <a:t/>
            </a:r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C5A7AB0-60F6-4A64-ABDC-8CBE3B623F35}"/>
              </a:ext>
            </a:extLst>
          </p:cNvPr>
          <p:cNvSpPr/>
          <p:nvPr/>
        </p:nvSpPr>
        <p:spPr>
          <a:xfrm>
            <a:off x="10374630" y="6101080"/>
            <a:ext cx="134620" cy="13462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EB5FD3A-4B42-4FCC-8700-389EC869BE37}"/>
              </a:ext>
            </a:extLst>
          </p:cNvPr>
          <p:cNvSpPr/>
          <p:nvPr/>
        </p:nvSpPr>
        <p:spPr>
          <a:xfrm>
            <a:off x="10576561" y="6101080"/>
            <a:ext cx="134620" cy="13462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0475A20-795B-4860-B9F4-627CCA277DC5}"/>
              </a:ext>
            </a:extLst>
          </p:cNvPr>
          <p:cNvSpPr/>
          <p:nvPr/>
        </p:nvSpPr>
        <p:spPr>
          <a:xfrm>
            <a:off x="10778490" y="6101080"/>
            <a:ext cx="134620" cy="13462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11061FA-8BDD-4188-8CB5-E7A49F6C85BE}"/>
              </a:ext>
            </a:extLst>
          </p:cNvPr>
          <p:cNvSpPr/>
          <p:nvPr/>
        </p:nvSpPr>
        <p:spPr>
          <a:xfrm>
            <a:off x="10980420" y="6101080"/>
            <a:ext cx="134620" cy="13462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903B7D6-E5CC-4A2D-9A48-86B3A236D190}"/>
              </a:ext>
            </a:extLst>
          </p:cNvPr>
          <p:cNvSpPr/>
          <p:nvPr/>
        </p:nvSpPr>
        <p:spPr>
          <a:xfrm>
            <a:off x="11182350" y="6101080"/>
            <a:ext cx="134620" cy="13462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E322770-F5A9-4ECF-BA2B-3146B892C426}"/>
              </a:ext>
            </a:extLst>
          </p:cNvPr>
          <p:cNvSpPr/>
          <p:nvPr/>
        </p:nvSpPr>
        <p:spPr>
          <a:xfrm>
            <a:off x="11384280" y="6101080"/>
            <a:ext cx="134620" cy="13462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93562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876E6D-ABA5-4F39-A460-39F50DFFC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研究背景与意义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5524927-95AE-471B-B730-C3CABF1E645A}"/>
              </a:ext>
            </a:extLst>
          </p:cNvPr>
          <p:cNvSpPr/>
          <p:nvPr/>
        </p:nvSpPr>
        <p:spPr>
          <a:xfrm>
            <a:off x="3838264" y="2451291"/>
            <a:ext cx="2382139" cy="2382139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73A4D91-0B23-4BE3-BF32-C2FE97538868}"/>
              </a:ext>
            </a:extLst>
          </p:cNvPr>
          <p:cNvSpPr txBox="1"/>
          <p:nvPr/>
        </p:nvSpPr>
        <p:spPr>
          <a:xfrm>
            <a:off x="4034715" y="3319195"/>
            <a:ext cx="1989236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+mj-ea"/>
                <a:ea typeface="+mj-ea"/>
              </a:rPr>
              <a:t/>
            </a:r>
          </a:p>
        </p:txBody>
      </p:sp>
      <p:sp>
        <p:nvSpPr>
          <p:cNvPr id="6" name="弧形 5">
            <a:extLst>
              <a:ext uri="{FF2B5EF4-FFF2-40B4-BE49-F238E27FC236}">
                <a16:creationId xmlns:a16="http://schemas.microsoft.com/office/drawing/2014/main" id="{2B4C5A9C-F47A-41FB-AAD0-12ACCA30EC50}"/>
              </a:ext>
            </a:extLst>
          </p:cNvPr>
          <p:cNvSpPr/>
          <p:nvPr/>
        </p:nvSpPr>
        <p:spPr>
          <a:xfrm flipH="1">
            <a:off x="3450991" y="1986360"/>
            <a:ext cx="3312000" cy="3312000"/>
          </a:xfrm>
          <a:prstGeom prst="arc">
            <a:avLst>
              <a:gd name="adj1" fmla="val 16200000"/>
              <a:gd name="adj2" fmla="val 5409649"/>
            </a:avLst>
          </a:prstGeom>
          <a:ln w="15875">
            <a:gradFill>
              <a:gsLst>
                <a:gs pos="50000">
                  <a:schemeClr val="accent1"/>
                </a:gs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14049B4-501E-479C-BC1F-1E56A063490A}"/>
              </a:ext>
            </a:extLst>
          </p:cNvPr>
          <p:cNvGrpSpPr/>
          <p:nvPr/>
        </p:nvGrpSpPr>
        <p:grpSpPr>
          <a:xfrm>
            <a:off x="1431273" y="2083219"/>
            <a:ext cx="2806517" cy="369332"/>
            <a:chOff x="1664010" y="1921467"/>
            <a:chExt cx="2806517" cy="369332"/>
          </a:xfrm>
        </p:grpSpPr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7ED29D60-F67C-4950-89E1-842EB3F2BDAF}"/>
                </a:ext>
              </a:extLst>
            </p:cNvPr>
            <p:cNvSpPr/>
            <p:nvPr/>
          </p:nvSpPr>
          <p:spPr>
            <a:xfrm rot="3366621">
              <a:off x="4358768" y="2050254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748039B2-4E03-4F90-A45B-7882DA99708B}"/>
                </a:ext>
              </a:extLst>
            </p:cNvPr>
            <p:cNvSpPr txBox="1"/>
            <p:nvPr/>
          </p:nvSpPr>
          <p:spPr>
            <a:xfrm>
              <a:off x="1664010" y="1921467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D967D011-1B85-4F65-AB8B-15C2961A85D7}"/>
              </a:ext>
            </a:extLst>
          </p:cNvPr>
          <p:cNvGrpSpPr/>
          <p:nvPr/>
        </p:nvGrpSpPr>
        <p:grpSpPr>
          <a:xfrm>
            <a:off x="916048" y="2769951"/>
            <a:ext cx="2748947" cy="369332"/>
            <a:chOff x="1184297" y="2515875"/>
            <a:chExt cx="2748947" cy="369332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66B69784-2E1C-4C96-8FAC-1CA5BF5E57F5}"/>
                </a:ext>
              </a:extLst>
            </p:cNvPr>
            <p:cNvSpPr/>
            <p:nvPr/>
          </p:nvSpPr>
          <p:spPr>
            <a:xfrm rot="3366621">
              <a:off x="3821485" y="2644662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FB44263-0126-41D6-8568-AB968AB1F84A}"/>
                </a:ext>
              </a:extLst>
            </p:cNvPr>
            <p:cNvSpPr txBox="1"/>
            <p:nvPr/>
          </p:nvSpPr>
          <p:spPr>
            <a:xfrm>
              <a:off x="1184297" y="2515875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A819374B-1D5E-4DB9-A23B-DE20BBDD6F2D}"/>
              </a:ext>
            </a:extLst>
          </p:cNvPr>
          <p:cNvGrpSpPr/>
          <p:nvPr/>
        </p:nvGrpSpPr>
        <p:grpSpPr>
          <a:xfrm>
            <a:off x="766072" y="3456683"/>
            <a:ext cx="2739099" cy="369332"/>
            <a:chOff x="998809" y="3293865"/>
            <a:chExt cx="2739099" cy="369332"/>
          </a:xfrm>
        </p:grpSpPr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372FF637-CF35-4671-BD90-0662F42BDE6C}"/>
                </a:ext>
              </a:extLst>
            </p:cNvPr>
            <p:cNvSpPr/>
            <p:nvPr/>
          </p:nvSpPr>
          <p:spPr>
            <a:xfrm rot="3366621">
              <a:off x="3626149" y="3421731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C56C24F-2E2D-4695-AA14-683E50379024}"/>
                </a:ext>
              </a:extLst>
            </p:cNvPr>
            <p:cNvSpPr txBox="1"/>
            <p:nvPr/>
          </p:nvSpPr>
          <p:spPr>
            <a:xfrm>
              <a:off x="998809" y="3293865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CD23F2C6-C9DA-4609-8393-059E93B475FE}"/>
              </a:ext>
            </a:extLst>
          </p:cNvPr>
          <p:cNvGrpSpPr/>
          <p:nvPr/>
        </p:nvGrpSpPr>
        <p:grpSpPr>
          <a:xfrm>
            <a:off x="916048" y="4143415"/>
            <a:ext cx="2745952" cy="369332"/>
            <a:chOff x="1184297" y="4076189"/>
            <a:chExt cx="2745952" cy="369332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37C247C2-764A-4F0E-AD9C-69D45670595E}"/>
                </a:ext>
              </a:extLst>
            </p:cNvPr>
            <p:cNvSpPr/>
            <p:nvPr/>
          </p:nvSpPr>
          <p:spPr>
            <a:xfrm rot="3366621">
              <a:off x="3818490" y="4199548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CE19490E-3AB0-477A-88ED-8190CE9CD8A4}"/>
                </a:ext>
              </a:extLst>
            </p:cNvPr>
            <p:cNvSpPr txBox="1"/>
            <p:nvPr/>
          </p:nvSpPr>
          <p:spPr>
            <a:xfrm>
              <a:off x="1184297" y="4076189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70F3A97B-2D8D-45F6-B1C1-39201675BCE9}"/>
              </a:ext>
            </a:extLst>
          </p:cNvPr>
          <p:cNvGrpSpPr/>
          <p:nvPr/>
        </p:nvGrpSpPr>
        <p:grpSpPr>
          <a:xfrm>
            <a:off x="1436726" y="4830147"/>
            <a:ext cx="2795776" cy="369332"/>
            <a:chOff x="1669463" y="4668395"/>
            <a:chExt cx="2795776" cy="369332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0F99F023-8237-4118-8EDA-9CBDECA569DF}"/>
                </a:ext>
              </a:extLst>
            </p:cNvPr>
            <p:cNvSpPr/>
            <p:nvPr/>
          </p:nvSpPr>
          <p:spPr>
            <a:xfrm rot="3366621">
              <a:off x="4353480" y="4796021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D2283B35-6714-4EDF-AADD-B9164D93F731}"/>
                </a:ext>
              </a:extLst>
            </p:cNvPr>
            <p:cNvSpPr txBox="1"/>
            <p:nvPr/>
          </p:nvSpPr>
          <p:spPr>
            <a:xfrm>
              <a:off x="1669463" y="4668395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sp>
        <p:nvSpPr>
          <p:cNvPr id="41" name="椭圆 40">
            <a:extLst>
              <a:ext uri="{FF2B5EF4-FFF2-40B4-BE49-F238E27FC236}">
                <a16:creationId xmlns:a16="http://schemas.microsoft.com/office/drawing/2014/main" id="{5C8DB70D-4D50-4278-BB58-3F9B0E36E727}"/>
              </a:ext>
            </a:extLst>
          </p:cNvPr>
          <p:cNvSpPr/>
          <p:nvPr/>
        </p:nvSpPr>
        <p:spPr>
          <a:xfrm flipH="1">
            <a:off x="5971598" y="2451291"/>
            <a:ext cx="2382139" cy="2382139"/>
          </a:xfrm>
          <a:prstGeom prst="ellipse">
            <a:avLst/>
          </a:prstGeom>
          <a:gradFill>
            <a:gsLst>
              <a:gs pos="100000">
                <a:schemeClr val="accent2"/>
              </a:gs>
              <a:gs pos="0">
                <a:schemeClr val="accent2">
                  <a:alpha val="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1FEAE3F-C912-43B0-8355-FB0586C93BEF}"/>
              </a:ext>
            </a:extLst>
          </p:cNvPr>
          <p:cNvSpPr txBox="1"/>
          <p:nvPr/>
        </p:nvSpPr>
        <p:spPr>
          <a:xfrm flipH="1">
            <a:off x="6168050" y="3319195"/>
            <a:ext cx="1989236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+mj-ea"/>
                <a:ea typeface="+mj-ea"/>
              </a:rPr>
              <a:t/>
            </a:r>
          </a:p>
        </p:txBody>
      </p:sp>
      <p:sp>
        <p:nvSpPr>
          <p:cNvPr id="44" name="弧形 43">
            <a:extLst>
              <a:ext uri="{FF2B5EF4-FFF2-40B4-BE49-F238E27FC236}">
                <a16:creationId xmlns:a16="http://schemas.microsoft.com/office/drawing/2014/main" id="{55813395-C5BB-4BC4-BC85-9834DFF73290}"/>
              </a:ext>
            </a:extLst>
          </p:cNvPr>
          <p:cNvSpPr/>
          <p:nvPr/>
        </p:nvSpPr>
        <p:spPr>
          <a:xfrm>
            <a:off x="5429010" y="1986360"/>
            <a:ext cx="3312000" cy="3312000"/>
          </a:xfrm>
          <a:prstGeom prst="arc">
            <a:avLst>
              <a:gd name="adj1" fmla="val 16200000"/>
              <a:gd name="adj2" fmla="val 5409649"/>
            </a:avLst>
          </a:prstGeom>
          <a:ln w="15875">
            <a:gradFill>
              <a:gsLst>
                <a:gs pos="50000">
                  <a:schemeClr val="accent2"/>
                </a:gs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50896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F6690CF9-F651-40D6-BF0F-FEA2705D016C}"/>
              </a:ext>
            </a:extLst>
          </p:cNvPr>
          <p:cNvSpPr/>
          <p:nvPr/>
        </p:nvSpPr>
        <p:spPr>
          <a:xfrm>
            <a:off x="660400" y="1444625"/>
            <a:ext cx="10871199" cy="3705981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  <a:effectLst>
            <a:glow rad="254000">
              <a:schemeClr val="tx1">
                <a:lumMod val="95000"/>
                <a:lumOff val="5000"/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3A2363B-92C7-400C-B0E8-727DE646C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项目概述与技术选型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84F1A9E-F894-4454-9FA9-A377089686C7}"/>
              </a:ext>
            </a:extLst>
          </p:cNvPr>
          <p:cNvSpPr txBox="1"/>
          <p:nvPr/>
        </p:nvSpPr>
        <p:spPr>
          <a:xfrm>
            <a:off x="647067" y="5283073"/>
            <a:ext cx="10871198" cy="779252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l">
              <a:buChar char="•"/>
            </a:pPr>
            <a:r>
              <a:rPr/>
              <a:t>引擎 LayaAir 3.x + TypeScript，UI 采用 UI2</a:t>
            </a:r>
          </a:p>
          <a:p>
            <a:pPr algn="l">
              <a:buChar char="•"/>
            </a:pPr>
            <a:r>
              <a:rPr/>
              <a:t>玩法参考吸血鬼幸存者 + 杀戮尖塔式 DAG 跑图</a:t>
            </a:r>
          </a:p>
          <a:p>
            <a:pPr algn="l">
              <a:buChar char="•"/>
            </a:pPr>
            <a:r>
              <a:rPr/>
              <a:t>工程常量集中 defines；战斗数值走 JSON 配表</a:t>
            </a:r>
          </a:p>
          <a:p>
            <a:pPr algn="l">
              <a:buChar char="•"/>
            </a:pPr>
            <a:r>
              <a:rPr/>
              <a:t>每帧先跑 ECS 逻辑，再由引擎绘制与响应 UI</a:t>
            </a:r>
          </a:p>
          <a:p>
            <a:pPr algn="l">
              <a:buChar char="•"/>
            </a:pPr>
            <a:r>
              <a:rPr/>
              <a:t>资源放 assets/，引擎 API 使用 Laya. 前缀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4F30DAD-F544-4EE9-B876-0FED1CD4C7BA}"/>
              </a:ext>
            </a:extLst>
          </p:cNvPr>
          <p:cNvSpPr txBox="1"/>
          <p:nvPr/>
        </p:nvSpPr>
        <p:spPr>
          <a:xfrm>
            <a:off x="3815080" y="4596439"/>
            <a:ext cx="4561840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浏览器端 2D 俯视角 Roguelite：主菜单→跑图→战斗→Tab 装配→死亡重启。
图1  引擎主循环：逻辑 tick 与画面渲染分离</a:t>
            </a:r>
          </a:p>
        </p:txBody>
      </p:sp>
      <p:pic>
        <p:nvPicPr>
          <p:cNvPr id="6" name="图片占位符 5" descr="图片包含 户外, 雪花, 自行车, 金属器皿&#10;&#10;自动生成的说明">
            <a:extLst>
              <a:ext uri="{FF2B5EF4-FFF2-40B4-BE49-F238E27FC236}">
                <a16:creationId xmlns:a16="http://schemas.microsoft.com/office/drawing/2014/main" id="{E852FE90-E7C4-4A8E-850F-024B41E5C3AA}"/>
              </a:ext>
            </a:extLst>
          </p:cNvPr>
          <p:cNvPicPr>
            <a:picLocks noGrp="1"/>
          </p:cNvPicPr>
          <p:nvPr>
            <p:ph type="pic" sz="quarter" idx="10"/>
          </p:nvPr>
        </p:nvPicPr>
        <p:blipFill>
          <a:blip r:embed="rId4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0" t="0" r="0" b="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7604954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876E6D-ABA5-4F39-A460-39F50DFFC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系统总体架构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5524927-95AE-471B-B730-C3CABF1E645A}"/>
              </a:ext>
            </a:extLst>
          </p:cNvPr>
          <p:cNvSpPr/>
          <p:nvPr/>
        </p:nvSpPr>
        <p:spPr>
          <a:xfrm>
            <a:off x="3838264" y="2451291"/>
            <a:ext cx="2382139" cy="2382139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73A4D91-0B23-4BE3-BF32-C2FE97538868}"/>
              </a:ext>
            </a:extLst>
          </p:cNvPr>
          <p:cNvSpPr txBox="1"/>
          <p:nvPr/>
        </p:nvSpPr>
        <p:spPr>
          <a:xfrm>
            <a:off x="4034715" y="3319195"/>
            <a:ext cx="1989236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+mj-ea"/>
                <a:ea typeface="+mj-ea"/>
              </a:rPr>
              <a:t>五层自上而下调用；UI 暂停时逻辑层统一早退，不直接操作 DOM。</a:t>
            </a:r>
          </a:p>
        </p:txBody>
      </p:sp>
      <p:sp>
        <p:nvSpPr>
          <p:cNvPr id="6" name="弧形 5">
            <a:extLst>
              <a:ext uri="{FF2B5EF4-FFF2-40B4-BE49-F238E27FC236}">
                <a16:creationId xmlns:a16="http://schemas.microsoft.com/office/drawing/2014/main" id="{2B4C5A9C-F47A-41FB-AAD0-12ACCA30EC50}"/>
              </a:ext>
            </a:extLst>
          </p:cNvPr>
          <p:cNvSpPr/>
          <p:nvPr/>
        </p:nvSpPr>
        <p:spPr>
          <a:xfrm flipH="1">
            <a:off x="3450991" y="1986360"/>
            <a:ext cx="3312000" cy="3312000"/>
          </a:xfrm>
          <a:prstGeom prst="arc">
            <a:avLst>
              <a:gd name="adj1" fmla="val 16200000"/>
              <a:gd name="adj2" fmla="val 5409649"/>
            </a:avLst>
          </a:prstGeom>
          <a:ln w="15875">
            <a:gradFill>
              <a:gsLst>
                <a:gs pos="50000">
                  <a:schemeClr val="accent1"/>
                </a:gs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14049B4-501E-479C-BC1F-1E56A063490A}"/>
              </a:ext>
            </a:extLst>
          </p:cNvPr>
          <p:cNvGrpSpPr/>
          <p:nvPr/>
        </p:nvGrpSpPr>
        <p:grpSpPr>
          <a:xfrm>
            <a:off x="1431273" y="2083219"/>
            <a:ext cx="2806517" cy="369332"/>
            <a:chOff x="1664010" y="1921467"/>
            <a:chExt cx="2806517" cy="369332"/>
          </a:xfrm>
        </p:grpSpPr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7ED29D60-F67C-4950-89E1-842EB3F2BDAF}"/>
                </a:ext>
              </a:extLst>
            </p:cNvPr>
            <p:cNvSpPr/>
            <p:nvPr/>
          </p:nvSpPr>
          <p:spPr>
            <a:xfrm rot="3366621">
              <a:off x="4358768" y="2050254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748039B2-4E03-4F90-A45B-7882DA99708B}"/>
                </a:ext>
              </a:extLst>
            </p:cNvPr>
            <p:cNvSpPr txBox="1"/>
            <p:nvPr/>
          </p:nvSpPr>
          <p:spPr>
            <a:xfrm>
              <a:off x="1664010" y="1921467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D967D011-1B85-4F65-AB8B-15C2961A85D7}"/>
              </a:ext>
            </a:extLst>
          </p:cNvPr>
          <p:cNvGrpSpPr/>
          <p:nvPr/>
        </p:nvGrpSpPr>
        <p:grpSpPr>
          <a:xfrm>
            <a:off x="916048" y="2769951"/>
            <a:ext cx="2748947" cy="369332"/>
            <a:chOff x="1184297" y="2515875"/>
            <a:chExt cx="2748947" cy="369332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66B69784-2E1C-4C96-8FAC-1CA5BF5E57F5}"/>
                </a:ext>
              </a:extLst>
            </p:cNvPr>
            <p:cNvSpPr/>
            <p:nvPr/>
          </p:nvSpPr>
          <p:spPr>
            <a:xfrm rot="3366621">
              <a:off x="3821485" y="2644662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FB44263-0126-41D6-8568-AB968AB1F84A}"/>
                </a:ext>
              </a:extLst>
            </p:cNvPr>
            <p:cNvSpPr txBox="1"/>
            <p:nvPr/>
          </p:nvSpPr>
          <p:spPr>
            <a:xfrm>
              <a:off x="1184297" y="2515875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A819374B-1D5E-4DB9-A23B-DE20BBDD6F2D}"/>
              </a:ext>
            </a:extLst>
          </p:cNvPr>
          <p:cNvGrpSpPr/>
          <p:nvPr/>
        </p:nvGrpSpPr>
        <p:grpSpPr>
          <a:xfrm>
            <a:off x="766072" y="3456683"/>
            <a:ext cx="2739099" cy="369332"/>
            <a:chOff x="998809" y="3293865"/>
            <a:chExt cx="2739099" cy="369332"/>
          </a:xfrm>
        </p:grpSpPr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372FF637-CF35-4671-BD90-0662F42BDE6C}"/>
                </a:ext>
              </a:extLst>
            </p:cNvPr>
            <p:cNvSpPr/>
            <p:nvPr/>
          </p:nvSpPr>
          <p:spPr>
            <a:xfrm rot="3366621">
              <a:off x="3626149" y="3421731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C56C24F-2E2D-4695-AA14-683E50379024}"/>
                </a:ext>
              </a:extLst>
            </p:cNvPr>
            <p:cNvSpPr txBox="1"/>
            <p:nvPr/>
          </p:nvSpPr>
          <p:spPr>
            <a:xfrm>
              <a:off x="998809" y="3293865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CD23F2C6-C9DA-4609-8393-059E93B475FE}"/>
              </a:ext>
            </a:extLst>
          </p:cNvPr>
          <p:cNvGrpSpPr/>
          <p:nvPr/>
        </p:nvGrpSpPr>
        <p:grpSpPr>
          <a:xfrm>
            <a:off x="916048" y="4143415"/>
            <a:ext cx="2745952" cy="369332"/>
            <a:chOff x="1184297" y="4076189"/>
            <a:chExt cx="2745952" cy="369332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37C247C2-764A-4F0E-AD9C-69D45670595E}"/>
                </a:ext>
              </a:extLst>
            </p:cNvPr>
            <p:cNvSpPr/>
            <p:nvPr/>
          </p:nvSpPr>
          <p:spPr>
            <a:xfrm rot="3366621">
              <a:off x="3818490" y="4199548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CE19490E-3AB0-477A-88ED-8190CE9CD8A4}"/>
                </a:ext>
              </a:extLst>
            </p:cNvPr>
            <p:cNvSpPr txBox="1"/>
            <p:nvPr/>
          </p:nvSpPr>
          <p:spPr>
            <a:xfrm>
              <a:off x="1184297" y="4076189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70F3A97B-2D8D-45F6-B1C1-39201675BCE9}"/>
              </a:ext>
            </a:extLst>
          </p:cNvPr>
          <p:cNvGrpSpPr/>
          <p:nvPr/>
        </p:nvGrpSpPr>
        <p:grpSpPr>
          <a:xfrm>
            <a:off x="1436726" y="4830147"/>
            <a:ext cx="2795776" cy="369332"/>
            <a:chOff x="1669463" y="4668395"/>
            <a:chExt cx="2795776" cy="369332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0F99F023-8237-4118-8EDA-9CBDECA569DF}"/>
                </a:ext>
              </a:extLst>
            </p:cNvPr>
            <p:cNvSpPr/>
            <p:nvPr/>
          </p:nvSpPr>
          <p:spPr>
            <a:xfrm rot="3366621">
              <a:off x="4353480" y="4796021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D2283B35-6714-4EDF-AADD-B9164D93F731}"/>
                </a:ext>
              </a:extLst>
            </p:cNvPr>
            <p:cNvSpPr txBox="1"/>
            <p:nvPr/>
          </p:nvSpPr>
          <p:spPr>
            <a:xfrm>
              <a:off x="1669463" y="4668395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sp>
        <p:nvSpPr>
          <p:cNvPr id="41" name="椭圆 40">
            <a:extLst>
              <a:ext uri="{FF2B5EF4-FFF2-40B4-BE49-F238E27FC236}">
                <a16:creationId xmlns:a16="http://schemas.microsoft.com/office/drawing/2014/main" id="{5C8DB70D-4D50-4278-BB58-3F9B0E36E727}"/>
              </a:ext>
            </a:extLst>
          </p:cNvPr>
          <p:cNvSpPr/>
          <p:nvPr/>
        </p:nvSpPr>
        <p:spPr>
          <a:xfrm flipH="1">
            <a:off x="5971598" y="2451291"/>
            <a:ext cx="2382139" cy="2382139"/>
          </a:xfrm>
          <a:prstGeom prst="ellipse">
            <a:avLst/>
          </a:prstGeom>
          <a:gradFill>
            <a:gsLst>
              <a:gs pos="100000">
                <a:schemeClr val="accent2"/>
              </a:gs>
              <a:gs pos="0">
                <a:schemeClr val="accent2">
                  <a:alpha val="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1FEAE3F-C912-43B0-8355-FB0586C93BEF}"/>
              </a:ext>
            </a:extLst>
          </p:cNvPr>
          <p:cNvSpPr txBox="1"/>
          <p:nvPr/>
        </p:nvSpPr>
        <p:spPr>
          <a:xfrm flipH="1">
            <a:off x="6168050" y="3319195"/>
            <a:ext cx="1989236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+mj-ea"/>
                <a:ea typeface="+mj-ea"/>
              </a:rPr>
              <a:t/>
            </a:r>
          </a:p>
        </p:txBody>
      </p:sp>
      <p:sp>
        <p:nvSpPr>
          <p:cNvPr id="44" name="弧形 43">
            <a:extLst>
              <a:ext uri="{FF2B5EF4-FFF2-40B4-BE49-F238E27FC236}">
                <a16:creationId xmlns:a16="http://schemas.microsoft.com/office/drawing/2014/main" id="{55813395-C5BB-4BC4-BC85-9834DFF73290}"/>
              </a:ext>
            </a:extLst>
          </p:cNvPr>
          <p:cNvSpPr/>
          <p:nvPr/>
        </p:nvSpPr>
        <p:spPr>
          <a:xfrm>
            <a:off x="5429010" y="1986360"/>
            <a:ext cx="3312000" cy="3312000"/>
          </a:xfrm>
          <a:prstGeom prst="arc">
            <a:avLst>
              <a:gd name="adj1" fmla="val 16200000"/>
              <a:gd name="adj2" fmla="val 5409649"/>
            </a:avLst>
          </a:prstGeom>
          <a:ln w="15875">
            <a:gradFill>
              <a:gsLst>
                <a:gs pos="50000">
                  <a:schemeClr val="accent2"/>
                </a:gs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50896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F6690CF9-F651-40D6-BF0F-FEA2705D016C}"/>
              </a:ext>
            </a:extLst>
          </p:cNvPr>
          <p:cNvSpPr/>
          <p:nvPr/>
        </p:nvSpPr>
        <p:spPr>
          <a:xfrm>
            <a:off x="660400" y="1444625"/>
            <a:ext cx="10871199" cy="3705981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  <a:effectLst>
            <a:glow rad="254000">
              <a:schemeClr val="tx1">
                <a:lumMod val="95000"/>
                <a:lumOff val="5000"/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3A2363B-92C7-400C-B0E8-727DE646C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系统总体架构（五层分层）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84F1A9E-F894-4454-9FA9-A377089686C7}"/>
              </a:ext>
            </a:extLst>
          </p:cNvPr>
          <p:cNvSpPr txBox="1"/>
          <p:nvPr/>
        </p:nvSpPr>
        <p:spPr>
          <a:xfrm>
            <a:off x="647067" y="5283073"/>
            <a:ext cx="10871198" cy="779252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l">
              <a:buChar char="•"/>
            </a:pPr>
            <a:r>
              <a:rPr/>
              <a:t>表现层只消费逻辑层产出的位置、血量等数据</a:t>
            </a:r>
          </a:p>
          <a:p>
            <a:pPr algn="l">
              <a:buChar char="•"/>
            </a:pPr>
            <a:r>
              <a:rPr/>
              <a:t>UI 层用暂停标记切断战斗 tick</a:t>
            </a:r>
          </a:p>
          <a:p>
            <a:pPr algn="l">
              <a:buChar char="•"/>
            </a:pPr>
            <a:r>
              <a:rPr/>
              <a:t>逻辑层是玩法「唯一真相源」</a:t>
            </a:r>
          </a:p>
          <a:p>
            <a:pPr algn="l">
              <a:buChar char="•"/>
            </a:pPr>
            <a:r>
              <a:rPr/>
              <a:t>服务层承接配表、跑图、战斗快照桥接</a:t>
            </a:r>
          </a:p>
          <a:p>
            <a:pPr algn="l">
              <a:buChar char="•"/>
            </a:pPr>
            <a:r>
              <a:rPr/>
              <a:t>基础层提供池化与 Worker，支撑千怪场景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4F30DAD-F544-4EE9-B876-0FED1CD4C7BA}"/>
              </a:ext>
            </a:extLst>
          </p:cNvPr>
          <p:cNvSpPr txBox="1"/>
          <p:nvPr/>
        </p:nvSpPr>
        <p:spPr>
          <a:xfrm>
            <a:off x="3815080" y="4596439"/>
            <a:ext cx="4561840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五层单向依赖：表现在上、基础设施在下；改 UI 不必改子弹碰撞。
图2  五层架构与依赖方向</a:t>
            </a:r>
          </a:p>
        </p:txBody>
      </p:sp>
      <p:pic>
        <p:nvPicPr>
          <p:cNvPr id="6" name="图片占位符 5" descr="图片包含 户外, 雪花, 自行车, 金属器皿&#10;&#10;自动生成的说明">
            <a:extLst>
              <a:ext uri="{FF2B5EF4-FFF2-40B4-BE49-F238E27FC236}">
                <a16:creationId xmlns:a16="http://schemas.microsoft.com/office/drawing/2014/main" id="{E852FE90-E7C4-4A8E-850F-024B41E5C3AA}"/>
              </a:ext>
            </a:extLst>
          </p:cNvPr>
          <p:cNvPicPr>
            <a:picLocks noGrp="1"/>
          </p:cNvPicPr>
          <p:nvPr>
            <p:ph type="pic" sz="quarter" idx="10"/>
          </p:nvPr>
        </p:nvPicPr>
        <p:blipFill>
          <a:blip r:embed="rId4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0" t="0" r="0" b="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7604954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F6690CF9-F651-40D6-BF0F-FEA2705D016C}"/>
              </a:ext>
            </a:extLst>
          </p:cNvPr>
          <p:cNvSpPr/>
          <p:nvPr/>
        </p:nvSpPr>
        <p:spPr>
          <a:xfrm>
            <a:off x="660400" y="1444625"/>
            <a:ext cx="10871199" cy="3705981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  <a:effectLst>
            <a:glow rad="254000">
              <a:schemeClr val="tx1">
                <a:lumMod val="95000"/>
                <a:lumOff val="5000"/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3A2363B-92C7-400C-B0E8-727DE646C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系统总体架构（Gameplay 总览）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84F1A9E-F894-4454-9FA9-A377089686C7}"/>
              </a:ext>
            </a:extLst>
          </p:cNvPr>
          <p:cNvSpPr txBox="1"/>
          <p:nvPr/>
        </p:nvSpPr>
        <p:spPr>
          <a:xfrm>
            <a:off x="647067" y="5283073"/>
            <a:ext cx="10871198" cy="779252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l">
              <a:buChar char="•"/>
            </a:pPr>
            <a:r>
              <a:rPr/>
              <a:t>玩家/怪物靠标签区分，按组批量处理</a:t>
            </a:r>
          </a:p>
          <a:p>
            <a:pPr algn="l">
              <a:buChar char="•"/>
            </a:pPr>
            <a:r>
              <a:rPr/>
              <a:t>配表驱动技能，系统无状态便于扩展</a:t>
            </a:r>
          </a:p>
          <a:p>
            <a:pPr algn="l">
              <a:buChar char="•"/>
            </a:pPr>
            <a:r>
              <a:rPr/>
              <a:t>Tab/死亡/胜利时战斗逻辑整帧跳过</a:t>
            </a:r>
          </a:p>
          <a:p>
            <a:pPr algn="l">
              <a:buChar char="•"/>
            </a:pPr>
            <a:r>
              <a:rPr/>
              <a:t>Worker 只卸追逐/分离/摆动</a:t>
            </a:r>
          </a:p>
          <a:p>
            <a:pPr algn="l">
              <a:buChar char="•"/>
            </a:pPr>
            <a:r>
              <a:rPr/>
              <a:t>扩展新能力 = 增组件或增系统，非改继承树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4F30DAD-F544-4EE9-B876-0FED1CD4C7BA}"/>
              </a:ext>
            </a:extLst>
          </p:cNvPr>
          <p:cNvSpPr txBox="1"/>
          <p:nvPr/>
        </p:nvSpPr>
        <p:spPr>
          <a:xfrm>
            <a:off x="3815080" y="4596439"/>
            <a:ext cx="4561840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配表与组件是真相；怪物多时快照送 Worker 算追逐，子弹碰撞仍回主线程。
图3  Gameplay：数据、系统、战斗桥接与暂停</a:t>
            </a:r>
          </a:p>
        </p:txBody>
      </p:sp>
      <p:pic>
        <p:nvPicPr>
          <p:cNvPr id="6" name="图片占位符 5" descr="图片包含 户外, 雪花, 自行车, 金属器皿&#10;&#10;自动生成的说明">
            <a:extLst>
              <a:ext uri="{FF2B5EF4-FFF2-40B4-BE49-F238E27FC236}">
                <a16:creationId xmlns:a16="http://schemas.microsoft.com/office/drawing/2014/main" id="{E852FE90-E7C4-4A8E-850F-024B41E5C3AA}"/>
              </a:ext>
            </a:extLst>
          </p:cNvPr>
          <p:cNvPicPr>
            <a:picLocks noGrp="1"/>
          </p:cNvPicPr>
          <p:nvPr>
            <p:ph type="pic" sz="quarter" idx="10"/>
          </p:nvPr>
        </p:nvPicPr>
        <p:blipFill>
          <a:blip r:embed="rId4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0" t="0" r="0" b="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7604954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876E6D-ABA5-4F39-A460-39F50DFFC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ECS 玩法设计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5524927-95AE-471B-B730-C3CABF1E645A}"/>
              </a:ext>
            </a:extLst>
          </p:cNvPr>
          <p:cNvSpPr/>
          <p:nvPr/>
        </p:nvSpPr>
        <p:spPr>
          <a:xfrm>
            <a:off x="3838264" y="2451291"/>
            <a:ext cx="2382139" cy="2382139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73A4D91-0B23-4BE3-BF32-C2FE97538868}"/>
              </a:ext>
            </a:extLst>
          </p:cNvPr>
          <p:cNvSpPr txBox="1"/>
          <p:nvPr/>
        </p:nvSpPr>
        <p:spPr>
          <a:xfrm>
            <a:off x="4034715" y="3319195"/>
            <a:ext cx="1989236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+mj-ea"/>
                <a:ea typeface="+mj-ea"/>
              </a:rPr>
              <a:t>单线程 Map 存储，数百～千怪同屏；学习成本低于商业 DOTS。</a:t>
            </a:r>
          </a:p>
        </p:txBody>
      </p:sp>
      <p:sp>
        <p:nvSpPr>
          <p:cNvPr id="6" name="弧形 5">
            <a:extLst>
              <a:ext uri="{FF2B5EF4-FFF2-40B4-BE49-F238E27FC236}">
                <a16:creationId xmlns:a16="http://schemas.microsoft.com/office/drawing/2014/main" id="{2B4C5A9C-F47A-41FB-AAD0-12ACCA30EC50}"/>
              </a:ext>
            </a:extLst>
          </p:cNvPr>
          <p:cNvSpPr/>
          <p:nvPr/>
        </p:nvSpPr>
        <p:spPr>
          <a:xfrm flipH="1">
            <a:off x="3450991" y="1986360"/>
            <a:ext cx="3312000" cy="3312000"/>
          </a:xfrm>
          <a:prstGeom prst="arc">
            <a:avLst>
              <a:gd name="adj1" fmla="val 16200000"/>
              <a:gd name="adj2" fmla="val 5409649"/>
            </a:avLst>
          </a:prstGeom>
          <a:ln w="15875">
            <a:gradFill>
              <a:gsLst>
                <a:gs pos="50000">
                  <a:schemeClr val="accent1"/>
                </a:gs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14049B4-501E-479C-BC1F-1E56A063490A}"/>
              </a:ext>
            </a:extLst>
          </p:cNvPr>
          <p:cNvGrpSpPr/>
          <p:nvPr/>
        </p:nvGrpSpPr>
        <p:grpSpPr>
          <a:xfrm>
            <a:off x="1431273" y="2083219"/>
            <a:ext cx="2806517" cy="369332"/>
            <a:chOff x="1664010" y="1921467"/>
            <a:chExt cx="2806517" cy="369332"/>
          </a:xfrm>
        </p:grpSpPr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7ED29D60-F67C-4950-89E1-842EB3F2BDAF}"/>
                </a:ext>
              </a:extLst>
            </p:cNvPr>
            <p:cNvSpPr/>
            <p:nvPr/>
          </p:nvSpPr>
          <p:spPr>
            <a:xfrm rot="3366621">
              <a:off x="4358768" y="2050254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748039B2-4E03-4F90-A45B-7882DA99708B}"/>
                </a:ext>
              </a:extLst>
            </p:cNvPr>
            <p:cNvSpPr txBox="1"/>
            <p:nvPr/>
          </p:nvSpPr>
          <p:spPr>
            <a:xfrm>
              <a:off x="1664010" y="1921467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D967D011-1B85-4F65-AB8B-15C2961A85D7}"/>
              </a:ext>
            </a:extLst>
          </p:cNvPr>
          <p:cNvGrpSpPr/>
          <p:nvPr/>
        </p:nvGrpSpPr>
        <p:grpSpPr>
          <a:xfrm>
            <a:off x="916048" y="2769951"/>
            <a:ext cx="2748947" cy="369332"/>
            <a:chOff x="1184297" y="2515875"/>
            <a:chExt cx="2748947" cy="369332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66B69784-2E1C-4C96-8FAC-1CA5BF5E57F5}"/>
                </a:ext>
              </a:extLst>
            </p:cNvPr>
            <p:cNvSpPr/>
            <p:nvPr/>
          </p:nvSpPr>
          <p:spPr>
            <a:xfrm rot="3366621">
              <a:off x="3821485" y="2644662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FB44263-0126-41D6-8568-AB968AB1F84A}"/>
                </a:ext>
              </a:extLst>
            </p:cNvPr>
            <p:cNvSpPr txBox="1"/>
            <p:nvPr/>
          </p:nvSpPr>
          <p:spPr>
            <a:xfrm>
              <a:off x="1184297" y="2515875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A819374B-1D5E-4DB9-A23B-DE20BBDD6F2D}"/>
              </a:ext>
            </a:extLst>
          </p:cNvPr>
          <p:cNvGrpSpPr/>
          <p:nvPr/>
        </p:nvGrpSpPr>
        <p:grpSpPr>
          <a:xfrm>
            <a:off x="766072" y="3456683"/>
            <a:ext cx="2739099" cy="369332"/>
            <a:chOff x="998809" y="3293865"/>
            <a:chExt cx="2739099" cy="369332"/>
          </a:xfrm>
        </p:grpSpPr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372FF637-CF35-4671-BD90-0662F42BDE6C}"/>
                </a:ext>
              </a:extLst>
            </p:cNvPr>
            <p:cNvSpPr/>
            <p:nvPr/>
          </p:nvSpPr>
          <p:spPr>
            <a:xfrm rot="3366621">
              <a:off x="3626149" y="3421731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C56C24F-2E2D-4695-AA14-683E50379024}"/>
                </a:ext>
              </a:extLst>
            </p:cNvPr>
            <p:cNvSpPr txBox="1"/>
            <p:nvPr/>
          </p:nvSpPr>
          <p:spPr>
            <a:xfrm>
              <a:off x="998809" y="3293865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CD23F2C6-C9DA-4609-8393-059E93B475FE}"/>
              </a:ext>
            </a:extLst>
          </p:cNvPr>
          <p:cNvGrpSpPr/>
          <p:nvPr/>
        </p:nvGrpSpPr>
        <p:grpSpPr>
          <a:xfrm>
            <a:off x="916048" y="4143415"/>
            <a:ext cx="2745952" cy="369332"/>
            <a:chOff x="1184297" y="4076189"/>
            <a:chExt cx="2745952" cy="369332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37C247C2-764A-4F0E-AD9C-69D45670595E}"/>
                </a:ext>
              </a:extLst>
            </p:cNvPr>
            <p:cNvSpPr/>
            <p:nvPr/>
          </p:nvSpPr>
          <p:spPr>
            <a:xfrm rot="3366621">
              <a:off x="3818490" y="4199548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CE19490E-3AB0-477A-88ED-8190CE9CD8A4}"/>
                </a:ext>
              </a:extLst>
            </p:cNvPr>
            <p:cNvSpPr txBox="1"/>
            <p:nvPr/>
          </p:nvSpPr>
          <p:spPr>
            <a:xfrm>
              <a:off x="1184297" y="4076189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70F3A97B-2D8D-45F6-B1C1-39201675BCE9}"/>
              </a:ext>
            </a:extLst>
          </p:cNvPr>
          <p:cNvGrpSpPr/>
          <p:nvPr/>
        </p:nvGrpSpPr>
        <p:grpSpPr>
          <a:xfrm>
            <a:off x="1436726" y="4830147"/>
            <a:ext cx="2795776" cy="369332"/>
            <a:chOff x="1669463" y="4668395"/>
            <a:chExt cx="2795776" cy="369332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0F99F023-8237-4118-8EDA-9CBDECA569DF}"/>
                </a:ext>
              </a:extLst>
            </p:cNvPr>
            <p:cNvSpPr/>
            <p:nvPr/>
          </p:nvSpPr>
          <p:spPr>
            <a:xfrm rot="3366621">
              <a:off x="4353480" y="4796021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D2283B35-6714-4EDF-AADD-B9164D93F731}"/>
                </a:ext>
              </a:extLst>
            </p:cNvPr>
            <p:cNvSpPr txBox="1"/>
            <p:nvPr/>
          </p:nvSpPr>
          <p:spPr>
            <a:xfrm>
              <a:off x="1669463" y="4668395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sp>
        <p:nvSpPr>
          <p:cNvPr id="41" name="椭圆 40">
            <a:extLst>
              <a:ext uri="{FF2B5EF4-FFF2-40B4-BE49-F238E27FC236}">
                <a16:creationId xmlns:a16="http://schemas.microsoft.com/office/drawing/2014/main" id="{5C8DB70D-4D50-4278-BB58-3F9B0E36E727}"/>
              </a:ext>
            </a:extLst>
          </p:cNvPr>
          <p:cNvSpPr/>
          <p:nvPr/>
        </p:nvSpPr>
        <p:spPr>
          <a:xfrm flipH="1">
            <a:off x="5971598" y="2451291"/>
            <a:ext cx="2382139" cy="2382139"/>
          </a:xfrm>
          <a:prstGeom prst="ellipse">
            <a:avLst/>
          </a:prstGeom>
          <a:gradFill>
            <a:gsLst>
              <a:gs pos="100000">
                <a:schemeClr val="accent2"/>
              </a:gs>
              <a:gs pos="0">
                <a:schemeClr val="accent2">
                  <a:alpha val="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1FEAE3F-C912-43B0-8355-FB0586C93BEF}"/>
              </a:ext>
            </a:extLst>
          </p:cNvPr>
          <p:cNvSpPr txBox="1"/>
          <p:nvPr/>
        </p:nvSpPr>
        <p:spPr>
          <a:xfrm flipH="1">
            <a:off x="6168050" y="3319195"/>
            <a:ext cx="1989236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+mj-ea"/>
                <a:ea typeface="+mj-ea"/>
              </a:rPr>
              <a:t/>
            </a:r>
          </a:p>
        </p:txBody>
      </p:sp>
      <p:sp>
        <p:nvSpPr>
          <p:cNvPr id="44" name="弧形 43">
            <a:extLst>
              <a:ext uri="{FF2B5EF4-FFF2-40B4-BE49-F238E27FC236}">
                <a16:creationId xmlns:a16="http://schemas.microsoft.com/office/drawing/2014/main" id="{55813395-C5BB-4BC4-BC85-9834DFF73290}"/>
              </a:ext>
            </a:extLst>
          </p:cNvPr>
          <p:cNvSpPr/>
          <p:nvPr/>
        </p:nvSpPr>
        <p:spPr>
          <a:xfrm>
            <a:off x="5429010" y="1986360"/>
            <a:ext cx="3312000" cy="3312000"/>
          </a:xfrm>
          <a:prstGeom prst="arc">
            <a:avLst>
              <a:gd name="adj1" fmla="val 16200000"/>
              <a:gd name="adj2" fmla="val 5409649"/>
            </a:avLst>
          </a:prstGeom>
          <a:ln w="15875">
            <a:gradFill>
              <a:gsLst>
                <a:gs pos="50000">
                  <a:schemeClr val="accent2"/>
                </a:gs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50896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F6690CF9-F651-40D6-BF0F-FEA2705D016C}"/>
              </a:ext>
            </a:extLst>
          </p:cNvPr>
          <p:cNvSpPr/>
          <p:nvPr/>
        </p:nvSpPr>
        <p:spPr>
          <a:xfrm>
            <a:off x="660400" y="1444625"/>
            <a:ext cx="10871199" cy="3705981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  <a:effectLst>
            <a:glow rad="254000">
              <a:schemeClr val="tx1">
                <a:lumMod val="95000"/>
                <a:lumOff val="5000"/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3A2363B-92C7-400C-B0E8-727DE646C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ECS 玩法设计（结构关系）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84F1A9E-F894-4454-9FA9-A377089686C7}"/>
              </a:ext>
            </a:extLst>
          </p:cNvPr>
          <p:cNvSpPr txBox="1"/>
          <p:nvPr/>
        </p:nvSpPr>
        <p:spPr>
          <a:xfrm>
            <a:off x="647067" y="5283073"/>
            <a:ext cx="10871198" cy="779252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l">
              <a:buChar char="•"/>
            </a:pPr>
            <a:r>
              <a:rPr/>
              <a:t>实体 ID 唯一标识场景中的一个角色</a:t>
            </a:r>
          </a:p>
          <a:p>
            <a:pPr algn="l">
              <a:buChar char="•"/>
            </a:pPr>
            <a:r>
              <a:rPr/>
              <a:t>组件是纯数据：坐标、速度、血量、冷却、节点引用</a:t>
            </a:r>
          </a:p>
          <a:p>
            <a:pPr algn="l">
              <a:buChar char="•"/>
            </a:pPr>
            <a:r>
              <a:rPr/>
              <a:t>移动/子弹/追逐等系统按筛选规则批量更新</a:t>
            </a:r>
          </a:p>
          <a:p>
            <a:pPr algn="l">
              <a:buChar char="•"/>
            </a:pPr>
            <a:r>
              <a:rPr/>
              <a:t>玩家与怪物共享位移组件，仅身份标签不同</a:t>
            </a:r>
          </a:p>
          <a:p>
            <a:pPr algn="l">
              <a:buChar char="•"/>
            </a:pPr>
            <a:r>
              <a:rPr/>
              <a:t>新怪 = 换预制体 + 换配表行，不必写子类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4F30DAD-F544-4EE9-B876-0FED1CD4C7BA}"/>
              </a:ext>
            </a:extLst>
          </p:cNvPr>
          <p:cNvSpPr txBox="1"/>
          <p:nvPr/>
        </p:nvSpPr>
        <p:spPr>
          <a:xfrm>
            <a:off x="3815080" y="4596439"/>
            <a:ext cx="4561840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怪物实体同时挂位置、属性与显示绑定；系统遍历「带位置的怪物」统一处理。
图4  实体、组件与系统的绑定关系</a:t>
            </a:r>
          </a:p>
        </p:txBody>
      </p:sp>
      <p:pic>
        <p:nvPicPr>
          <p:cNvPr id="6" name="图片占位符 5" descr="图片包含 户外, 雪花, 自行车, 金属器皿&#10;&#10;自动生成的说明">
            <a:extLst>
              <a:ext uri="{FF2B5EF4-FFF2-40B4-BE49-F238E27FC236}">
                <a16:creationId xmlns:a16="http://schemas.microsoft.com/office/drawing/2014/main" id="{E852FE90-E7C4-4A8E-850F-024B41E5C3AA}"/>
              </a:ext>
            </a:extLst>
          </p:cNvPr>
          <p:cNvPicPr>
            <a:picLocks noGrp="1"/>
          </p:cNvPicPr>
          <p:nvPr>
            <p:ph type="pic" sz="quarter" idx="10"/>
          </p:nvPr>
        </p:nvPicPr>
        <p:blipFill>
          <a:blip r:embed="rId4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0" t="0" r="0" b="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7604954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876E6D-ABA5-4F39-A460-39F50DFFC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配表驱动战斗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5524927-95AE-471B-B730-C3CABF1E645A}"/>
              </a:ext>
            </a:extLst>
          </p:cNvPr>
          <p:cNvSpPr/>
          <p:nvPr/>
        </p:nvSpPr>
        <p:spPr>
          <a:xfrm>
            <a:off x="3838264" y="2451291"/>
            <a:ext cx="2382139" cy="2382139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73A4D91-0B23-4BE3-BF32-C2FE97538868}"/>
              </a:ext>
            </a:extLst>
          </p:cNvPr>
          <p:cNvSpPr txBox="1"/>
          <p:nvPr/>
        </p:nvSpPr>
        <p:spPr>
          <a:xfrm>
            <a:off x="4034715" y="3319195"/>
            <a:ext cx="1989236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+mj-ea"/>
                <a:ea typeface="+mj-ea"/>
              </a:rPr>
              <a:t>配表—执行器—战斗系统三段式，是数据驱动的核心。</a:t>
            </a:r>
          </a:p>
        </p:txBody>
      </p:sp>
      <p:sp>
        <p:nvSpPr>
          <p:cNvPr id="6" name="弧形 5">
            <a:extLst>
              <a:ext uri="{FF2B5EF4-FFF2-40B4-BE49-F238E27FC236}">
                <a16:creationId xmlns:a16="http://schemas.microsoft.com/office/drawing/2014/main" id="{2B4C5A9C-F47A-41FB-AAD0-12ACCA30EC50}"/>
              </a:ext>
            </a:extLst>
          </p:cNvPr>
          <p:cNvSpPr/>
          <p:nvPr/>
        </p:nvSpPr>
        <p:spPr>
          <a:xfrm flipH="1">
            <a:off x="3450991" y="1986360"/>
            <a:ext cx="3312000" cy="3312000"/>
          </a:xfrm>
          <a:prstGeom prst="arc">
            <a:avLst>
              <a:gd name="adj1" fmla="val 16200000"/>
              <a:gd name="adj2" fmla="val 5409649"/>
            </a:avLst>
          </a:prstGeom>
          <a:ln w="15875">
            <a:gradFill>
              <a:gsLst>
                <a:gs pos="50000">
                  <a:schemeClr val="accent1"/>
                </a:gs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14049B4-501E-479C-BC1F-1E56A063490A}"/>
              </a:ext>
            </a:extLst>
          </p:cNvPr>
          <p:cNvGrpSpPr/>
          <p:nvPr/>
        </p:nvGrpSpPr>
        <p:grpSpPr>
          <a:xfrm>
            <a:off x="1431273" y="2083219"/>
            <a:ext cx="2806517" cy="369332"/>
            <a:chOff x="1664010" y="1921467"/>
            <a:chExt cx="2806517" cy="369332"/>
          </a:xfrm>
        </p:grpSpPr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7ED29D60-F67C-4950-89E1-842EB3F2BDAF}"/>
                </a:ext>
              </a:extLst>
            </p:cNvPr>
            <p:cNvSpPr/>
            <p:nvPr/>
          </p:nvSpPr>
          <p:spPr>
            <a:xfrm rot="3366621">
              <a:off x="4358768" y="2050254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748039B2-4E03-4F90-A45B-7882DA99708B}"/>
                </a:ext>
              </a:extLst>
            </p:cNvPr>
            <p:cNvSpPr txBox="1"/>
            <p:nvPr/>
          </p:nvSpPr>
          <p:spPr>
            <a:xfrm>
              <a:off x="1664010" y="1921467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D967D011-1B85-4F65-AB8B-15C2961A85D7}"/>
              </a:ext>
            </a:extLst>
          </p:cNvPr>
          <p:cNvGrpSpPr/>
          <p:nvPr/>
        </p:nvGrpSpPr>
        <p:grpSpPr>
          <a:xfrm>
            <a:off x="916048" y="2769951"/>
            <a:ext cx="2748947" cy="369332"/>
            <a:chOff x="1184297" y="2515875"/>
            <a:chExt cx="2748947" cy="369332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66B69784-2E1C-4C96-8FAC-1CA5BF5E57F5}"/>
                </a:ext>
              </a:extLst>
            </p:cNvPr>
            <p:cNvSpPr/>
            <p:nvPr/>
          </p:nvSpPr>
          <p:spPr>
            <a:xfrm rot="3366621">
              <a:off x="3821485" y="2644662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FB44263-0126-41D6-8568-AB968AB1F84A}"/>
                </a:ext>
              </a:extLst>
            </p:cNvPr>
            <p:cNvSpPr txBox="1"/>
            <p:nvPr/>
          </p:nvSpPr>
          <p:spPr>
            <a:xfrm>
              <a:off x="1184297" y="2515875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A819374B-1D5E-4DB9-A23B-DE20BBDD6F2D}"/>
              </a:ext>
            </a:extLst>
          </p:cNvPr>
          <p:cNvGrpSpPr/>
          <p:nvPr/>
        </p:nvGrpSpPr>
        <p:grpSpPr>
          <a:xfrm>
            <a:off x="766072" y="3456683"/>
            <a:ext cx="2739099" cy="369332"/>
            <a:chOff x="998809" y="3293865"/>
            <a:chExt cx="2739099" cy="369332"/>
          </a:xfrm>
        </p:grpSpPr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372FF637-CF35-4671-BD90-0662F42BDE6C}"/>
                </a:ext>
              </a:extLst>
            </p:cNvPr>
            <p:cNvSpPr/>
            <p:nvPr/>
          </p:nvSpPr>
          <p:spPr>
            <a:xfrm rot="3366621">
              <a:off x="3626149" y="3421731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C56C24F-2E2D-4695-AA14-683E50379024}"/>
                </a:ext>
              </a:extLst>
            </p:cNvPr>
            <p:cNvSpPr txBox="1"/>
            <p:nvPr/>
          </p:nvSpPr>
          <p:spPr>
            <a:xfrm>
              <a:off x="998809" y="3293865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CD23F2C6-C9DA-4609-8393-059E93B475FE}"/>
              </a:ext>
            </a:extLst>
          </p:cNvPr>
          <p:cNvGrpSpPr/>
          <p:nvPr/>
        </p:nvGrpSpPr>
        <p:grpSpPr>
          <a:xfrm>
            <a:off x="916048" y="4143415"/>
            <a:ext cx="2745952" cy="369332"/>
            <a:chOff x="1184297" y="4076189"/>
            <a:chExt cx="2745952" cy="369332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37C247C2-764A-4F0E-AD9C-69D45670595E}"/>
                </a:ext>
              </a:extLst>
            </p:cNvPr>
            <p:cNvSpPr/>
            <p:nvPr/>
          </p:nvSpPr>
          <p:spPr>
            <a:xfrm rot="3366621">
              <a:off x="3818490" y="4199548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CE19490E-3AB0-477A-88ED-8190CE9CD8A4}"/>
                </a:ext>
              </a:extLst>
            </p:cNvPr>
            <p:cNvSpPr txBox="1"/>
            <p:nvPr/>
          </p:nvSpPr>
          <p:spPr>
            <a:xfrm>
              <a:off x="1184297" y="4076189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70F3A97B-2D8D-45F6-B1C1-39201675BCE9}"/>
              </a:ext>
            </a:extLst>
          </p:cNvPr>
          <p:cNvGrpSpPr/>
          <p:nvPr/>
        </p:nvGrpSpPr>
        <p:grpSpPr>
          <a:xfrm>
            <a:off x="1436726" y="4830147"/>
            <a:ext cx="2795776" cy="369332"/>
            <a:chOff x="1669463" y="4668395"/>
            <a:chExt cx="2795776" cy="369332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0F99F023-8237-4118-8EDA-9CBDECA569DF}"/>
                </a:ext>
              </a:extLst>
            </p:cNvPr>
            <p:cNvSpPr/>
            <p:nvPr/>
          </p:nvSpPr>
          <p:spPr>
            <a:xfrm rot="3366621">
              <a:off x="4353480" y="4796021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D2283B35-6714-4EDF-AADD-B9164D93F731}"/>
                </a:ext>
              </a:extLst>
            </p:cNvPr>
            <p:cNvSpPr txBox="1"/>
            <p:nvPr/>
          </p:nvSpPr>
          <p:spPr>
            <a:xfrm>
              <a:off x="1669463" y="4668395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sp>
        <p:nvSpPr>
          <p:cNvPr id="41" name="椭圆 40">
            <a:extLst>
              <a:ext uri="{FF2B5EF4-FFF2-40B4-BE49-F238E27FC236}">
                <a16:creationId xmlns:a16="http://schemas.microsoft.com/office/drawing/2014/main" id="{5C8DB70D-4D50-4278-BB58-3F9B0E36E727}"/>
              </a:ext>
            </a:extLst>
          </p:cNvPr>
          <p:cNvSpPr/>
          <p:nvPr/>
        </p:nvSpPr>
        <p:spPr>
          <a:xfrm flipH="1">
            <a:off x="5971598" y="2451291"/>
            <a:ext cx="2382139" cy="2382139"/>
          </a:xfrm>
          <a:prstGeom prst="ellipse">
            <a:avLst/>
          </a:prstGeom>
          <a:gradFill>
            <a:gsLst>
              <a:gs pos="100000">
                <a:schemeClr val="accent2"/>
              </a:gs>
              <a:gs pos="0">
                <a:schemeClr val="accent2">
                  <a:alpha val="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1FEAE3F-C912-43B0-8355-FB0586C93BEF}"/>
              </a:ext>
            </a:extLst>
          </p:cNvPr>
          <p:cNvSpPr txBox="1"/>
          <p:nvPr/>
        </p:nvSpPr>
        <p:spPr>
          <a:xfrm flipH="1">
            <a:off x="6168050" y="3319195"/>
            <a:ext cx="1989236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+mj-ea"/>
                <a:ea typeface="+mj-ea"/>
              </a:rPr>
              <a:t/>
            </a:r>
          </a:p>
        </p:txBody>
      </p:sp>
      <p:sp>
        <p:nvSpPr>
          <p:cNvPr id="44" name="弧形 43">
            <a:extLst>
              <a:ext uri="{FF2B5EF4-FFF2-40B4-BE49-F238E27FC236}">
                <a16:creationId xmlns:a16="http://schemas.microsoft.com/office/drawing/2014/main" id="{55813395-C5BB-4BC4-BC85-9834DFF73290}"/>
              </a:ext>
            </a:extLst>
          </p:cNvPr>
          <p:cNvSpPr/>
          <p:nvPr/>
        </p:nvSpPr>
        <p:spPr>
          <a:xfrm>
            <a:off x="5429010" y="1986360"/>
            <a:ext cx="3312000" cy="3312000"/>
          </a:xfrm>
          <a:prstGeom prst="arc">
            <a:avLst>
              <a:gd name="adj1" fmla="val 16200000"/>
              <a:gd name="adj2" fmla="val 5409649"/>
            </a:avLst>
          </a:prstGeom>
          <a:ln w="15875">
            <a:gradFill>
              <a:gsLst>
                <a:gs pos="50000">
                  <a:schemeClr val="accent2"/>
                </a:gs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50896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F6690CF9-F651-40D6-BF0F-FEA2705D016C}"/>
              </a:ext>
            </a:extLst>
          </p:cNvPr>
          <p:cNvSpPr/>
          <p:nvPr/>
        </p:nvSpPr>
        <p:spPr>
          <a:xfrm>
            <a:off x="660400" y="1444625"/>
            <a:ext cx="10871199" cy="3705981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  <a:effectLst>
            <a:glow rad="254000">
              <a:schemeClr val="tx1">
                <a:lumMod val="95000"/>
                <a:lumOff val="5000"/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3A2363B-92C7-400C-B0E8-727DE646C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配表驱动战斗（效果执行链）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84F1A9E-F894-4454-9FA9-A377089686C7}"/>
              </a:ext>
            </a:extLst>
          </p:cNvPr>
          <p:cNvSpPr txBox="1"/>
          <p:nvPr/>
        </p:nvSpPr>
        <p:spPr>
          <a:xfrm>
            <a:off x="647067" y="5283073"/>
            <a:ext cx="10871198" cy="779252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l">
              <a:buChar char="•"/>
            </a:pPr>
            <a:r>
              <a:rPr/>
              <a:t>修饰行必须在子弹行之前，否则参数来不及注入</a:t>
            </a:r>
          </a:p>
          <a:p>
            <a:pPr algn="l">
              <a:buChar char="•"/>
            </a:pPr>
            <a:r>
              <a:rPr/>
              <a:t>子弹行从对象池取节点发射</a:t>
            </a:r>
          </a:p>
          <a:p>
            <a:pPr algn="l">
              <a:buChar char="•"/>
            </a:pPr>
            <a:r>
              <a:rPr/>
              <a:t>直接伤害行跳过飞行物</a:t>
            </a:r>
          </a:p>
          <a:p>
            <a:pPr algn="l">
              <a:buChar char="•"/>
            </a:pPr>
            <a:r>
              <a:rPr/>
              <a:t>多行效果可组合「先分裂再发射」构筑</a:t>
            </a:r>
          </a:p>
          <a:p>
            <a:pPr algn="l">
              <a:buChar char="•"/>
            </a:pPr>
            <a:r>
              <a:rPr/>
              <a:t>verify 脚本可对照配表做回归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4F30DAD-F544-4EE9-B876-0FED1CD4C7BA}"/>
              </a:ext>
            </a:extLst>
          </p:cNvPr>
          <p:cNvSpPr txBox="1"/>
          <p:nvPr/>
        </p:nvSpPr>
        <p:spPr>
          <a:xfrm>
            <a:off x="3815080" y="4596439"/>
            <a:ext cx="4561840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一次自动施法：先处理分裂/穿透修饰，再生成子弹或直接扣血。
图5  技能效果链：冷却→遍历效果行→子弹/伤害</a:t>
            </a:r>
          </a:p>
        </p:txBody>
      </p:sp>
      <p:pic>
        <p:nvPicPr>
          <p:cNvPr id="6" name="图片占位符 5" descr="图片包含 户外, 雪花, 自行车, 金属器皿&#10;&#10;自动生成的说明">
            <a:extLst>
              <a:ext uri="{FF2B5EF4-FFF2-40B4-BE49-F238E27FC236}">
                <a16:creationId xmlns:a16="http://schemas.microsoft.com/office/drawing/2014/main" id="{E852FE90-E7C4-4A8E-850F-024B41E5C3AA}"/>
              </a:ext>
            </a:extLst>
          </p:cNvPr>
          <p:cNvPicPr>
            <a:picLocks noGrp="1"/>
          </p:cNvPicPr>
          <p:nvPr>
            <p:ph type="pic" sz="quarter" idx="10"/>
          </p:nvPr>
        </p:nvPicPr>
        <p:blipFill>
          <a:blip r:embed="rId4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0" t="0" r="0" b="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7604954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F6690CF9-F651-40D6-BF0F-FEA2705D016C}"/>
              </a:ext>
            </a:extLst>
          </p:cNvPr>
          <p:cNvSpPr/>
          <p:nvPr/>
        </p:nvSpPr>
        <p:spPr>
          <a:xfrm>
            <a:off x="660400" y="1444625"/>
            <a:ext cx="10871199" cy="3705981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  <a:effectLst>
            <a:glow rad="254000">
              <a:schemeClr val="tx1">
                <a:lumMod val="95000"/>
                <a:lumOff val="5000"/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3A2363B-92C7-400C-B0E8-727DE646C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UI 与战斗协同（Tab 装配）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84F1A9E-F894-4454-9FA9-A377089686C7}"/>
              </a:ext>
            </a:extLst>
          </p:cNvPr>
          <p:cNvSpPr txBox="1"/>
          <p:nvPr/>
        </p:nvSpPr>
        <p:spPr>
          <a:xfrm>
            <a:off x="647067" y="5283073"/>
            <a:ext cx="10871198" cy="779252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l">
              <a:buChar char="•"/>
            </a:pPr>
            <a:r>
              <a:rPr/>
              <a:t>视图管布局，控制器管路由，数据来自 ECS</a:t>
            </a:r>
          </a:p>
          <a:p>
            <a:pPr algn="l">
              <a:buChar char="•"/>
            </a:pPr>
            <a:r>
              <a:rPr/>
              <a:t>全屏 UI 栈，同时只有一个战斗面板持焦</a:t>
            </a:r>
          </a:p>
          <a:p>
            <a:pPr algn="l">
              <a:buChar char="•"/>
            </a:pPr>
            <a:r>
              <a:rPr/>
              <a:t>拖拽只改临时栏位，避免误触战斗实体</a:t>
            </a:r>
          </a:p>
          <a:p>
            <a:pPr algn="l">
              <a:buChar char="•"/>
            </a:pPr>
            <a:r>
              <a:rPr/>
              <a:t>关闭面板时同步写回技能，下帧自动施法生效</a:t>
            </a:r>
          </a:p>
          <a:p>
            <a:pPr algn="l">
              <a:buChar char="•"/>
            </a:pPr>
            <a:r>
              <a:rPr/>
              <a:t>面板打开时指针给 UI，战斗 tick 不跑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4F30DAD-F544-4EE9-B876-0FED1CD4C7BA}"/>
              </a:ext>
            </a:extLst>
          </p:cNvPr>
          <p:cNvSpPr txBox="1"/>
          <p:nvPr/>
        </p:nvSpPr>
        <p:spPr>
          <a:xfrm>
            <a:off x="3815080" y="4596439"/>
            <a:ext cx="4561840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Tab 打开技能面板时全局暂停，怪物与子弹停止结算；关闭后写回 ECS 再恢复。
图6  Tab：暂停→拖拽改栏位→写回→恢复</a:t>
            </a:r>
          </a:p>
        </p:txBody>
      </p:sp>
      <p:pic>
        <p:nvPicPr>
          <p:cNvPr id="6" name="图片占位符 5" descr="图片包含 户外, 雪花, 自行车, 金属器皿&#10;&#10;自动生成的说明">
            <a:extLst>
              <a:ext uri="{FF2B5EF4-FFF2-40B4-BE49-F238E27FC236}">
                <a16:creationId xmlns:a16="http://schemas.microsoft.com/office/drawing/2014/main" id="{E852FE90-E7C4-4A8E-850F-024B41E5C3AA}"/>
              </a:ext>
            </a:extLst>
          </p:cNvPr>
          <p:cNvPicPr>
            <a:picLocks noGrp="1"/>
          </p:cNvPicPr>
          <p:nvPr>
            <p:ph type="pic" sz="quarter" idx="10"/>
          </p:nvPr>
        </p:nvPicPr>
        <p:blipFill>
          <a:blip r:embed="rId4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0" t="0" r="0" b="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7604954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F6690CF9-F651-40D6-BF0F-FEA2705D016C}"/>
              </a:ext>
            </a:extLst>
          </p:cNvPr>
          <p:cNvSpPr/>
          <p:nvPr/>
        </p:nvSpPr>
        <p:spPr>
          <a:xfrm>
            <a:off x="660400" y="1444625"/>
            <a:ext cx="10871199" cy="3705981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  <a:effectLst>
            <a:glow rad="254000">
              <a:schemeClr val="tx1">
                <a:lumMod val="95000"/>
                <a:lumOff val="5000"/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3A2363B-92C7-400C-B0E8-727DE646C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性能优化方案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84F1A9E-F894-4454-9FA9-A377089686C7}"/>
              </a:ext>
            </a:extLst>
          </p:cNvPr>
          <p:cNvSpPr txBox="1"/>
          <p:nvPr/>
        </p:nvSpPr>
        <p:spPr>
          <a:xfrm>
            <a:off x="647067" y="5283073"/>
            <a:ext cx="10871198" cy="779252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l">
              <a:buChar char="•"/>
            </a:pPr>
            <a:r>
              <a:rPr/>
              <a:t>子弹/怪物按预制体分桶复用节点</a:t>
            </a:r>
          </a:p>
          <a:p>
            <a:pPr algn="l">
              <a:buChar char="•"/>
            </a:pPr>
            <a:r>
              <a:rPr/>
              <a:t>实体达标后快照送 Worker 算追逐/排斥/摆动</a:t>
            </a:r>
          </a:p>
          <a:p>
            <a:pPr algn="l">
              <a:buChar char="•"/>
            </a:pPr>
            <a:r>
              <a:rPr/>
              <a:t>Worker 失败则主线程同公式补算</a:t>
            </a:r>
          </a:p>
          <a:p>
            <a:pPr algn="l">
              <a:buChar char="•"/>
            </a:pPr>
            <a:r>
              <a:rPr/>
              <a:t>子弹碰撞读 Laya 节点，始终主线程</a:t>
            </a:r>
          </a:p>
          <a:p>
            <a:pPr algn="l">
              <a:buChar char="•"/>
            </a:pPr>
            <a:r>
              <a:rPr/>
              <a:t>暂停/死亡时战斗系统入口直接返回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4F30DAD-F544-4EE9-B876-0FED1CD4C7BA}"/>
              </a:ext>
            </a:extLst>
          </p:cNvPr>
          <p:cNvSpPr txBox="1"/>
          <p:nvPr/>
        </p:nvSpPr>
        <p:spPr>
          <a:xfrm>
            <a:off x="3815080" y="4596439"/>
            <a:ext cx="4561840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瓶颈在怪物追逐、子弹创建与绘制；池化减 GC、Worker 卸重算、图集减 DrawCall。
图7  对象池复用与 Worker 单帧管线</a:t>
            </a:r>
          </a:p>
        </p:txBody>
      </p:sp>
      <p:pic>
        <p:nvPicPr>
          <p:cNvPr id="6" name="图片占位符 5" descr="图片包含 户外, 雪花, 自行车, 金属器皿&#10;&#10;自动生成的说明">
            <a:extLst>
              <a:ext uri="{FF2B5EF4-FFF2-40B4-BE49-F238E27FC236}">
                <a16:creationId xmlns:a16="http://schemas.microsoft.com/office/drawing/2014/main" id="{E852FE90-E7C4-4A8E-850F-024B41E5C3AA}"/>
              </a:ext>
            </a:extLst>
          </p:cNvPr>
          <p:cNvPicPr>
            <a:picLocks noGrp="1"/>
          </p:cNvPicPr>
          <p:nvPr>
            <p:ph type="pic" sz="quarter" idx="10"/>
          </p:nvPr>
        </p:nvPicPr>
        <p:blipFill>
          <a:blip r:embed="rId4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0" t="0" r="0" b="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7604954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F6690CF9-F651-40D6-BF0F-FEA2705D016C}"/>
              </a:ext>
            </a:extLst>
          </p:cNvPr>
          <p:cNvSpPr/>
          <p:nvPr/>
        </p:nvSpPr>
        <p:spPr>
          <a:xfrm>
            <a:off x="660400" y="1444625"/>
            <a:ext cx="10871199" cy="3705981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  <a:effectLst>
            <a:glow rad="254000">
              <a:schemeClr val="tx1">
                <a:lumMod val="95000"/>
                <a:lumOff val="5000"/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3A2363B-92C7-400C-B0E8-727DE646C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局内战斗一帧时序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84F1A9E-F894-4454-9FA9-A377089686C7}"/>
              </a:ext>
            </a:extLst>
          </p:cNvPr>
          <p:cNvSpPr txBox="1"/>
          <p:nvPr/>
        </p:nvSpPr>
        <p:spPr>
          <a:xfrm>
            <a:off x="647067" y="5283073"/>
            <a:ext cx="10871198" cy="779252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l">
              <a:buChar char="•"/>
            </a:pPr>
            <a:r>
              <a:rPr/>
              <a:t>启动：配表→主菜单→跑图→初始化 ECS 与对象池</a:t>
            </a:r>
          </a:p>
          <a:p>
            <a:pPr algn="l">
              <a:buChar char="•"/>
            </a:pPr>
            <a:r>
              <a:rPr/>
              <a:t>战斗帧：施法→子弹→碰撞→刷怪→经验→HUD</a:t>
            </a:r>
          </a:p>
          <a:p>
            <a:pPr algn="l">
              <a:buChar char="•"/>
            </a:pPr>
            <a:r>
              <a:rPr/>
              <a:t>高负载时 Worker 与主线程碰撞分工并行</a:t>
            </a:r>
          </a:p>
          <a:p>
            <a:pPr algn="l">
              <a:buChar char="•"/>
            </a:pPr>
            <a:r>
              <a:rPr/>
              <a:t>Tab：暂停→改技能→写回→恢复</a:t>
            </a:r>
          </a:p>
          <a:p>
            <a:pPr algn="l">
              <a:buChar char="•"/>
            </a:pPr>
            <a:r>
              <a:rPr/>
              <a:t>死亡：重启面板回主菜单，防重复清场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4F30DAD-F544-4EE9-B876-0FED1CD4C7BA}"/>
              </a:ext>
            </a:extLst>
          </p:cNvPr>
          <p:cNvSpPr txBox="1"/>
          <p:nvPr/>
        </p:nvSpPr>
        <p:spPr>
          <a:xfrm>
            <a:off x="3815080" y="4596439"/>
            <a:ext cx="4561840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从启动到重启：配表就绪→跑图选关→战斗帧循环；Tab 与死亡打断 tick。
图8  启动→进战斗→帧循环→Tab→重启</a:t>
            </a:r>
          </a:p>
        </p:txBody>
      </p:sp>
      <p:pic>
        <p:nvPicPr>
          <p:cNvPr id="6" name="图片占位符 5" descr="图片包含 户外, 雪花, 自行车, 金属器皿&#10;&#10;自动生成的说明">
            <a:extLst>
              <a:ext uri="{FF2B5EF4-FFF2-40B4-BE49-F238E27FC236}">
                <a16:creationId xmlns:a16="http://schemas.microsoft.com/office/drawing/2014/main" id="{E852FE90-E7C4-4A8E-850F-024B41E5C3AA}"/>
              </a:ext>
            </a:extLst>
          </p:cNvPr>
          <p:cNvPicPr>
            <a:picLocks noGrp="1"/>
          </p:cNvPicPr>
          <p:nvPr>
            <p:ph type="pic" sz="quarter" idx="10"/>
          </p:nvPr>
        </p:nvPicPr>
        <p:blipFill>
          <a:blip r:embed="rId4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0" t="0" r="0" b="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7604954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F6690CF9-F651-40D6-BF0F-FEA2705D016C}"/>
              </a:ext>
            </a:extLst>
          </p:cNvPr>
          <p:cNvSpPr/>
          <p:nvPr/>
        </p:nvSpPr>
        <p:spPr>
          <a:xfrm>
            <a:off x="660400" y="1444625"/>
            <a:ext cx="10871199" cy="3705981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  <a:effectLst>
            <a:glow rad="254000">
              <a:schemeClr val="tx1">
                <a:lumMod val="95000"/>
                <a:lumOff val="5000"/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3A2363B-92C7-400C-B0E8-727DE646C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性能测试与数据解读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84F1A9E-F894-4454-9FA9-A377089686C7}"/>
              </a:ext>
            </a:extLst>
          </p:cNvPr>
          <p:cNvSpPr txBox="1"/>
          <p:nvPr/>
        </p:nvSpPr>
        <p:spPr>
          <a:xfrm>
            <a:off x="647067" y="5283073"/>
            <a:ext cx="10871198" cy="779252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l">
              <a:buChar char="•"/>
            </a:pPr>
            <a:r>
              <a:rPr/>
              <a:t>环境 1920×1080，固定五波脚本</a:t>
            </a:r>
          </a:p>
          <a:p>
            <a:pPr algn="l">
              <a:buChar char="•"/>
            </a:pPr>
            <a:r>
              <a:rPr/>
              <a:t>10 怪约 58 FPS；1000 怪约 15 FPS</a:t>
            </a:r>
          </a:p>
          <a:p>
            <a:pPr algn="l">
              <a:buChar char="•"/>
            </a:pPr>
            <a:r>
              <a:rPr/>
              <a:t>千怪开图集：13.32→15.10 FPS（+13.4%）</a:t>
            </a:r>
          </a:p>
          <a:p>
            <a:pPr algn="l">
              <a:buChar char="•"/>
            </a:pPr>
            <a:r>
              <a:rPr/>
              <a:t>对象池主要降 P95 尖峰，均值 FPS 变化不大</a:t>
            </a:r>
          </a:p>
          <a:p>
            <a:pPr algn="l">
              <a:buChar char="•"/>
            </a:pPr>
            <a:r>
              <a:rPr/>
              <a:t>功能用例 T-F-01/05/06/09 全部通过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4F30DAD-F544-4EE9-B876-0FED1CD4C7BA}"/>
              </a:ext>
            </a:extLst>
          </p:cNvPr>
          <p:cNvSpPr txBox="1"/>
          <p:nvPr/>
        </p:nvSpPr>
        <p:spPr>
          <a:xfrm>
            <a:off x="3815080" y="4596439"/>
            <a:ext cx="4561840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Level3 五波加压：10→100→1000 怪；第3波对比图集，第4～5波做池化消融。
图9  Level3 五波平均 FPS</a:t>
            </a:r>
          </a:p>
        </p:txBody>
      </p:sp>
      <p:pic>
        <p:nvPicPr>
          <p:cNvPr id="6" name="图片占位符 5" descr="图片包含 户外, 雪花, 自行车, 金属器皿&#10;&#10;自动生成的说明">
            <a:extLst>
              <a:ext uri="{FF2B5EF4-FFF2-40B4-BE49-F238E27FC236}">
                <a16:creationId xmlns:a16="http://schemas.microsoft.com/office/drawing/2014/main" id="{E852FE90-E7C4-4A8E-850F-024B41E5C3AA}"/>
              </a:ext>
            </a:extLst>
          </p:cNvPr>
          <p:cNvPicPr>
            <a:picLocks noGrp="1"/>
          </p:cNvPicPr>
          <p:nvPr>
            <p:ph type="pic" sz="quarter" idx="10"/>
          </p:nvPr>
        </p:nvPicPr>
        <p:blipFill>
          <a:blip r:embed="rId4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0" t="0" r="0" b="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7604954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F6690CF9-F651-40D6-BF0F-FEA2705D016C}"/>
              </a:ext>
            </a:extLst>
          </p:cNvPr>
          <p:cNvSpPr/>
          <p:nvPr/>
        </p:nvSpPr>
        <p:spPr>
          <a:xfrm>
            <a:off x="660400" y="1444625"/>
            <a:ext cx="10871199" cy="3705981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  <a:effectLst>
            <a:glow rad="254000">
              <a:schemeClr val="tx1">
                <a:lumMod val="95000"/>
                <a:lumOff val="5000"/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3A2363B-92C7-400C-B0E8-727DE646C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对象池消融实验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84F1A9E-F894-4454-9FA9-A377089686C7}"/>
              </a:ext>
            </a:extLst>
          </p:cNvPr>
          <p:cNvSpPr txBox="1"/>
          <p:nvPr/>
        </p:nvSpPr>
        <p:spPr>
          <a:xfrm>
            <a:off x="647067" y="5283073"/>
            <a:ext cx="10871198" cy="779252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l">
              <a:buChar char="•"/>
            </a:pPr>
            <a:r>
              <a:rPr/>
              <a:t>基线 P95：76.50 ms</a:t>
            </a:r>
          </a:p>
          <a:p>
            <a:pPr algn="l">
              <a:buChar char="•"/>
            </a:pPr>
            <a:r>
              <a:rPr/>
              <a:t>仅开池 P95：48.60 ms（约 -36.5%）</a:t>
            </a:r>
          </a:p>
          <a:p>
            <a:pPr algn="l">
              <a:buChar char="•"/>
            </a:pPr>
            <a:r>
              <a:rPr/>
              <a:t>池化削 GC 尖峰，非抬高平均帧率</a:t>
            </a:r>
          </a:p>
          <a:p>
            <a:pPr algn="l">
              <a:buChar char="•"/>
            </a:pPr>
            <a:r>
              <a:rPr/>
              <a:t>单元测试覆盖公式/ECS/属性修饰</a:t>
            </a:r>
          </a:p>
          <a:p>
            <a:pPr algn="l">
              <a:buChar char="•"/>
            </a:pPr>
            <a:r>
              <a:rPr/>
              <a:t>与论文第 6 章数据一致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4F30DAD-F544-4EE9-B876-0FED1CD4C7BA}"/>
              </a:ext>
            </a:extLst>
          </p:cNvPr>
          <p:cNvSpPr txBox="1"/>
          <p:nvPr/>
        </p:nvSpPr>
        <p:spPr>
          <a:xfrm>
            <a:off x="3815080" y="4596439"/>
            <a:ext cx="4561840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第4波关池作基线，第5波仅开池；均值 FPS 接近，P95 明显下降。
图10  对象池消融 P95（1000 怪 / 10s）</a:t>
            </a:r>
          </a:p>
        </p:txBody>
      </p:sp>
      <p:pic>
        <p:nvPicPr>
          <p:cNvPr id="6" name="图片占位符 5" descr="图片包含 户外, 雪花, 自行车, 金属器皿&#10;&#10;自动生成的说明">
            <a:extLst>
              <a:ext uri="{FF2B5EF4-FFF2-40B4-BE49-F238E27FC236}">
                <a16:creationId xmlns:a16="http://schemas.microsoft.com/office/drawing/2014/main" id="{E852FE90-E7C4-4A8E-850F-024B41E5C3AA}"/>
              </a:ext>
            </a:extLst>
          </p:cNvPr>
          <p:cNvPicPr>
            <a:picLocks noGrp="1"/>
          </p:cNvPicPr>
          <p:nvPr>
            <p:ph type="pic" sz="quarter" idx="10"/>
          </p:nvPr>
        </p:nvPicPr>
        <p:blipFill>
          <a:blip r:embed="rId4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0" t="0" r="0" b="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7604954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F6690CF9-F651-40D6-BF0F-FEA2705D016C}"/>
              </a:ext>
            </a:extLst>
          </p:cNvPr>
          <p:cNvSpPr/>
          <p:nvPr/>
        </p:nvSpPr>
        <p:spPr>
          <a:xfrm>
            <a:off x="660400" y="1444625"/>
            <a:ext cx="10871199" cy="3705981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  <a:effectLst>
            <a:glow rad="254000">
              <a:schemeClr val="tx1">
                <a:lumMod val="95000"/>
                <a:lumOff val="5000"/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3A2363B-92C7-400C-B0E8-727DE646C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元游戏运行闭环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84F1A9E-F894-4454-9FA9-A377089686C7}"/>
              </a:ext>
            </a:extLst>
          </p:cNvPr>
          <p:cNvSpPr txBox="1"/>
          <p:nvPr/>
        </p:nvSpPr>
        <p:spPr>
          <a:xfrm>
            <a:off x="647067" y="5283073"/>
            <a:ext cx="10871198" cy="779252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l">
              <a:buChar char="•"/>
            </a:pPr>
            <a:r>
              <a:rPr/>
              <a:t>跑图：随机 DAG，仅走已解锁边；失败有 fallback 线性图</a:t>
            </a:r>
          </a:p>
          <a:p>
            <a:pPr algn="l">
              <a:buChar char="•"/>
            </a:pPr>
            <a:r>
              <a:rPr/>
              <a:t>局内：自动攻击、怪潮、拾取经验升级</a:t>
            </a:r>
          </a:p>
          <a:p>
            <a:pPr algn="l">
              <a:buChar char="•"/>
            </a:pPr>
            <a:r>
              <a:rPr/>
              <a:t>Tab 随时暂停改构筑</a:t>
            </a:r>
          </a:p>
          <a:p>
            <a:pPr algn="l">
              <a:buChar char="•"/>
            </a:pPr>
            <a:r>
              <a:rPr/>
              <a:t>死亡后重启回主菜单</a:t>
            </a:r>
          </a:p>
          <a:p>
            <a:pPr algn="l">
              <a:buChar char="•"/>
            </a:pPr>
            <a:r>
              <a:rPr/>
              <a:t>部分效果尚无独立 VFX，逻辑已生效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4F30DAD-F544-4EE9-B876-0FED1CD4C7BA}"/>
              </a:ext>
            </a:extLst>
          </p:cNvPr>
          <p:cNvSpPr txBox="1"/>
          <p:nvPr/>
        </p:nvSpPr>
        <p:spPr>
          <a:xfrm>
            <a:off x="3815080" y="4596439"/>
            <a:ext cx="4561840" cy="46166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整局：菜单→三幕 DAG 跑图→生存战斗→升级/Tab 装配→死亡回菜单。
图11  元游戏 + 局内战斗闭环</a:t>
            </a:r>
          </a:p>
        </p:txBody>
      </p:sp>
      <p:pic>
        <p:nvPicPr>
          <p:cNvPr id="6" name="图片占位符 5" descr="图片包含 户外, 雪花, 自行车, 金属器皿&#10;&#10;自动生成的说明">
            <a:extLst>
              <a:ext uri="{FF2B5EF4-FFF2-40B4-BE49-F238E27FC236}">
                <a16:creationId xmlns:a16="http://schemas.microsoft.com/office/drawing/2014/main" id="{E852FE90-E7C4-4A8E-850F-024B41E5C3AA}"/>
              </a:ext>
            </a:extLst>
          </p:cNvPr>
          <p:cNvPicPr>
            <a:picLocks noGrp="1"/>
          </p:cNvPicPr>
          <p:nvPr>
            <p:ph type="pic" sz="quarter" idx="10"/>
          </p:nvPr>
        </p:nvPicPr>
        <p:blipFill>
          <a:blip r:embed="rId4-create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0" t="0" r="0" b="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7604954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876E6D-ABA5-4F39-A460-39F50DFFC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主要创新点与工程特色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5524927-95AE-471B-B730-C3CABF1E645A}"/>
              </a:ext>
            </a:extLst>
          </p:cNvPr>
          <p:cNvSpPr/>
          <p:nvPr/>
        </p:nvSpPr>
        <p:spPr>
          <a:xfrm>
            <a:off x="3838264" y="2451291"/>
            <a:ext cx="2382139" cy="2382139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73A4D91-0B23-4BE3-BF32-C2FE97538868}"/>
              </a:ext>
            </a:extLst>
          </p:cNvPr>
          <p:cNvSpPr txBox="1"/>
          <p:nvPr/>
        </p:nvSpPr>
        <p:spPr>
          <a:xfrm>
            <a:off x="4034715" y="3319195"/>
            <a:ext cx="1989236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+mj-ea"/>
                <a:ea typeface="+mj-ea"/>
              </a:rPr>
              <a:t/>
            </a:r>
          </a:p>
        </p:txBody>
      </p:sp>
      <p:sp>
        <p:nvSpPr>
          <p:cNvPr id="6" name="弧形 5">
            <a:extLst>
              <a:ext uri="{FF2B5EF4-FFF2-40B4-BE49-F238E27FC236}">
                <a16:creationId xmlns:a16="http://schemas.microsoft.com/office/drawing/2014/main" id="{2B4C5A9C-F47A-41FB-AAD0-12ACCA30EC50}"/>
              </a:ext>
            </a:extLst>
          </p:cNvPr>
          <p:cNvSpPr/>
          <p:nvPr/>
        </p:nvSpPr>
        <p:spPr>
          <a:xfrm flipH="1">
            <a:off x="3450991" y="1986360"/>
            <a:ext cx="3312000" cy="3312000"/>
          </a:xfrm>
          <a:prstGeom prst="arc">
            <a:avLst>
              <a:gd name="adj1" fmla="val 16200000"/>
              <a:gd name="adj2" fmla="val 5409649"/>
            </a:avLst>
          </a:prstGeom>
          <a:ln w="15875">
            <a:gradFill>
              <a:gsLst>
                <a:gs pos="50000">
                  <a:schemeClr val="accent1"/>
                </a:gs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14049B4-501E-479C-BC1F-1E56A063490A}"/>
              </a:ext>
            </a:extLst>
          </p:cNvPr>
          <p:cNvGrpSpPr/>
          <p:nvPr/>
        </p:nvGrpSpPr>
        <p:grpSpPr>
          <a:xfrm>
            <a:off x="1431273" y="2083219"/>
            <a:ext cx="2806517" cy="369332"/>
            <a:chOff x="1664010" y="1921467"/>
            <a:chExt cx="2806517" cy="369332"/>
          </a:xfrm>
        </p:grpSpPr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7ED29D60-F67C-4950-89E1-842EB3F2BDAF}"/>
                </a:ext>
              </a:extLst>
            </p:cNvPr>
            <p:cNvSpPr/>
            <p:nvPr/>
          </p:nvSpPr>
          <p:spPr>
            <a:xfrm rot="3366621">
              <a:off x="4358768" y="2050254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748039B2-4E03-4F90-A45B-7882DA99708B}"/>
                </a:ext>
              </a:extLst>
            </p:cNvPr>
            <p:cNvSpPr txBox="1"/>
            <p:nvPr/>
          </p:nvSpPr>
          <p:spPr>
            <a:xfrm>
              <a:off x="1664010" y="1921467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D967D011-1B85-4F65-AB8B-15C2961A85D7}"/>
              </a:ext>
            </a:extLst>
          </p:cNvPr>
          <p:cNvGrpSpPr/>
          <p:nvPr/>
        </p:nvGrpSpPr>
        <p:grpSpPr>
          <a:xfrm>
            <a:off x="916048" y="2769951"/>
            <a:ext cx="2748947" cy="369332"/>
            <a:chOff x="1184297" y="2515875"/>
            <a:chExt cx="2748947" cy="369332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66B69784-2E1C-4C96-8FAC-1CA5BF5E57F5}"/>
                </a:ext>
              </a:extLst>
            </p:cNvPr>
            <p:cNvSpPr/>
            <p:nvPr/>
          </p:nvSpPr>
          <p:spPr>
            <a:xfrm rot="3366621">
              <a:off x="3821485" y="2644662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FB44263-0126-41D6-8568-AB968AB1F84A}"/>
                </a:ext>
              </a:extLst>
            </p:cNvPr>
            <p:cNvSpPr txBox="1"/>
            <p:nvPr/>
          </p:nvSpPr>
          <p:spPr>
            <a:xfrm>
              <a:off x="1184297" y="2515875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A819374B-1D5E-4DB9-A23B-DE20BBDD6F2D}"/>
              </a:ext>
            </a:extLst>
          </p:cNvPr>
          <p:cNvGrpSpPr/>
          <p:nvPr/>
        </p:nvGrpSpPr>
        <p:grpSpPr>
          <a:xfrm>
            <a:off x="766072" y="3456683"/>
            <a:ext cx="2739099" cy="369332"/>
            <a:chOff x="998809" y="3293865"/>
            <a:chExt cx="2739099" cy="369332"/>
          </a:xfrm>
        </p:grpSpPr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372FF637-CF35-4671-BD90-0662F42BDE6C}"/>
                </a:ext>
              </a:extLst>
            </p:cNvPr>
            <p:cNvSpPr/>
            <p:nvPr/>
          </p:nvSpPr>
          <p:spPr>
            <a:xfrm rot="3366621">
              <a:off x="3626149" y="3421731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C56C24F-2E2D-4695-AA14-683E50379024}"/>
                </a:ext>
              </a:extLst>
            </p:cNvPr>
            <p:cNvSpPr txBox="1"/>
            <p:nvPr/>
          </p:nvSpPr>
          <p:spPr>
            <a:xfrm>
              <a:off x="998809" y="3293865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CD23F2C6-C9DA-4609-8393-059E93B475FE}"/>
              </a:ext>
            </a:extLst>
          </p:cNvPr>
          <p:cNvGrpSpPr/>
          <p:nvPr/>
        </p:nvGrpSpPr>
        <p:grpSpPr>
          <a:xfrm>
            <a:off x="916048" y="4143415"/>
            <a:ext cx="2745952" cy="369332"/>
            <a:chOff x="1184297" y="4076189"/>
            <a:chExt cx="2745952" cy="369332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37C247C2-764A-4F0E-AD9C-69D45670595E}"/>
                </a:ext>
              </a:extLst>
            </p:cNvPr>
            <p:cNvSpPr/>
            <p:nvPr/>
          </p:nvSpPr>
          <p:spPr>
            <a:xfrm rot="3366621">
              <a:off x="3818490" y="4199548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CE19490E-3AB0-477A-88ED-8190CE9CD8A4}"/>
                </a:ext>
              </a:extLst>
            </p:cNvPr>
            <p:cNvSpPr txBox="1"/>
            <p:nvPr/>
          </p:nvSpPr>
          <p:spPr>
            <a:xfrm>
              <a:off x="1184297" y="4076189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70F3A97B-2D8D-45F6-B1C1-39201675BCE9}"/>
              </a:ext>
            </a:extLst>
          </p:cNvPr>
          <p:cNvGrpSpPr/>
          <p:nvPr/>
        </p:nvGrpSpPr>
        <p:grpSpPr>
          <a:xfrm>
            <a:off x="1436726" y="4830147"/>
            <a:ext cx="2795776" cy="369332"/>
            <a:chOff x="1669463" y="4668395"/>
            <a:chExt cx="2795776" cy="369332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0F99F023-8237-4118-8EDA-9CBDECA569DF}"/>
                </a:ext>
              </a:extLst>
            </p:cNvPr>
            <p:cNvSpPr/>
            <p:nvPr/>
          </p:nvSpPr>
          <p:spPr>
            <a:xfrm rot="3366621">
              <a:off x="4353480" y="4796021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D2283B35-6714-4EDF-AADD-B9164D93F731}"/>
                </a:ext>
              </a:extLst>
            </p:cNvPr>
            <p:cNvSpPr txBox="1"/>
            <p:nvPr/>
          </p:nvSpPr>
          <p:spPr>
            <a:xfrm>
              <a:off x="1669463" y="4668395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sp>
        <p:nvSpPr>
          <p:cNvPr id="41" name="椭圆 40">
            <a:extLst>
              <a:ext uri="{FF2B5EF4-FFF2-40B4-BE49-F238E27FC236}">
                <a16:creationId xmlns:a16="http://schemas.microsoft.com/office/drawing/2014/main" id="{5C8DB70D-4D50-4278-BB58-3F9B0E36E727}"/>
              </a:ext>
            </a:extLst>
          </p:cNvPr>
          <p:cNvSpPr/>
          <p:nvPr/>
        </p:nvSpPr>
        <p:spPr>
          <a:xfrm flipH="1">
            <a:off x="5971598" y="2451291"/>
            <a:ext cx="2382139" cy="2382139"/>
          </a:xfrm>
          <a:prstGeom prst="ellipse">
            <a:avLst/>
          </a:prstGeom>
          <a:gradFill>
            <a:gsLst>
              <a:gs pos="100000">
                <a:schemeClr val="accent2"/>
              </a:gs>
              <a:gs pos="0">
                <a:schemeClr val="accent2">
                  <a:alpha val="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1FEAE3F-C912-43B0-8355-FB0586C93BEF}"/>
              </a:ext>
            </a:extLst>
          </p:cNvPr>
          <p:cNvSpPr txBox="1"/>
          <p:nvPr/>
        </p:nvSpPr>
        <p:spPr>
          <a:xfrm flipH="1">
            <a:off x="6168050" y="3319195"/>
            <a:ext cx="1989236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+mj-ea"/>
                <a:ea typeface="+mj-ea"/>
              </a:rPr>
              <a:t/>
            </a:r>
          </a:p>
        </p:txBody>
      </p:sp>
      <p:sp>
        <p:nvSpPr>
          <p:cNvPr id="44" name="弧形 43">
            <a:extLst>
              <a:ext uri="{FF2B5EF4-FFF2-40B4-BE49-F238E27FC236}">
                <a16:creationId xmlns:a16="http://schemas.microsoft.com/office/drawing/2014/main" id="{55813395-C5BB-4BC4-BC85-9834DFF73290}"/>
              </a:ext>
            </a:extLst>
          </p:cNvPr>
          <p:cNvSpPr/>
          <p:nvPr/>
        </p:nvSpPr>
        <p:spPr>
          <a:xfrm>
            <a:off x="5429010" y="1986360"/>
            <a:ext cx="3312000" cy="3312000"/>
          </a:xfrm>
          <a:prstGeom prst="arc">
            <a:avLst>
              <a:gd name="adj1" fmla="val 16200000"/>
              <a:gd name="adj2" fmla="val 5409649"/>
            </a:avLst>
          </a:prstGeom>
          <a:ln w="15875">
            <a:gradFill>
              <a:gsLst>
                <a:gs pos="50000">
                  <a:schemeClr val="accent2"/>
                </a:gs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50896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876E6D-ABA5-4F39-A460-39F50DFFC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不足与展望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5524927-95AE-471B-B730-C3CABF1E645A}"/>
              </a:ext>
            </a:extLst>
          </p:cNvPr>
          <p:cNvSpPr/>
          <p:nvPr/>
        </p:nvSpPr>
        <p:spPr>
          <a:xfrm>
            <a:off x="3838264" y="2451291"/>
            <a:ext cx="2382139" cy="2382139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73A4D91-0B23-4BE3-BF32-C2FE97538868}"/>
              </a:ext>
            </a:extLst>
          </p:cNvPr>
          <p:cNvSpPr txBox="1"/>
          <p:nvPr/>
        </p:nvSpPr>
        <p:spPr>
          <a:xfrm>
            <a:off x="4034715" y="3319195"/>
            <a:ext cx="1989236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+mj-ea"/>
                <a:ea typeface="+mj-ea"/>
              </a:rPr>
              <a:t/>
            </a:r>
          </a:p>
        </p:txBody>
      </p:sp>
      <p:sp>
        <p:nvSpPr>
          <p:cNvPr id="6" name="弧形 5">
            <a:extLst>
              <a:ext uri="{FF2B5EF4-FFF2-40B4-BE49-F238E27FC236}">
                <a16:creationId xmlns:a16="http://schemas.microsoft.com/office/drawing/2014/main" id="{2B4C5A9C-F47A-41FB-AAD0-12ACCA30EC50}"/>
              </a:ext>
            </a:extLst>
          </p:cNvPr>
          <p:cNvSpPr/>
          <p:nvPr/>
        </p:nvSpPr>
        <p:spPr>
          <a:xfrm flipH="1">
            <a:off x="3450991" y="1986360"/>
            <a:ext cx="3312000" cy="3312000"/>
          </a:xfrm>
          <a:prstGeom prst="arc">
            <a:avLst>
              <a:gd name="adj1" fmla="val 16200000"/>
              <a:gd name="adj2" fmla="val 5409649"/>
            </a:avLst>
          </a:prstGeom>
          <a:ln w="15875">
            <a:gradFill>
              <a:gsLst>
                <a:gs pos="50000">
                  <a:schemeClr val="accent1"/>
                </a:gs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14049B4-501E-479C-BC1F-1E56A063490A}"/>
              </a:ext>
            </a:extLst>
          </p:cNvPr>
          <p:cNvGrpSpPr/>
          <p:nvPr/>
        </p:nvGrpSpPr>
        <p:grpSpPr>
          <a:xfrm>
            <a:off x="1431273" y="2083219"/>
            <a:ext cx="2806517" cy="369332"/>
            <a:chOff x="1664010" y="1921467"/>
            <a:chExt cx="2806517" cy="369332"/>
          </a:xfrm>
        </p:grpSpPr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7ED29D60-F67C-4950-89E1-842EB3F2BDAF}"/>
                </a:ext>
              </a:extLst>
            </p:cNvPr>
            <p:cNvSpPr/>
            <p:nvPr/>
          </p:nvSpPr>
          <p:spPr>
            <a:xfrm rot="3366621">
              <a:off x="4358768" y="2050254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748039B2-4E03-4F90-A45B-7882DA99708B}"/>
                </a:ext>
              </a:extLst>
            </p:cNvPr>
            <p:cNvSpPr txBox="1"/>
            <p:nvPr/>
          </p:nvSpPr>
          <p:spPr>
            <a:xfrm>
              <a:off x="1664010" y="1921467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D967D011-1B85-4F65-AB8B-15C2961A85D7}"/>
              </a:ext>
            </a:extLst>
          </p:cNvPr>
          <p:cNvGrpSpPr/>
          <p:nvPr/>
        </p:nvGrpSpPr>
        <p:grpSpPr>
          <a:xfrm>
            <a:off x="916048" y="2769951"/>
            <a:ext cx="2748947" cy="369332"/>
            <a:chOff x="1184297" y="2515875"/>
            <a:chExt cx="2748947" cy="369332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66B69784-2E1C-4C96-8FAC-1CA5BF5E57F5}"/>
                </a:ext>
              </a:extLst>
            </p:cNvPr>
            <p:cNvSpPr/>
            <p:nvPr/>
          </p:nvSpPr>
          <p:spPr>
            <a:xfrm rot="3366621">
              <a:off x="3821485" y="2644662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FB44263-0126-41D6-8568-AB968AB1F84A}"/>
                </a:ext>
              </a:extLst>
            </p:cNvPr>
            <p:cNvSpPr txBox="1"/>
            <p:nvPr/>
          </p:nvSpPr>
          <p:spPr>
            <a:xfrm>
              <a:off x="1184297" y="2515875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A819374B-1D5E-4DB9-A23B-DE20BBDD6F2D}"/>
              </a:ext>
            </a:extLst>
          </p:cNvPr>
          <p:cNvGrpSpPr/>
          <p:nvPr/>
        </p:nvGrpSpPr>
        <p:grpSpPr>
          <a:xfrm>
            <a:off x="766072" y="3456683"/>
            <a:ext cx="2739099" cy="369332"/>
            <a:chOff x="998809" y="3293865"/>
            <a:chExt cx="2739099" cy="369332"/>
          </a:xfrm>
        </p:grpSpPr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372FF637-CF35-4671-BD90-0662F42BDE6C}"/>
                </a:ext>
              </a:extLst>
            </p:cNvPr>
            <p:cNvSpPr/>
            <p:nvPr/>
          </p:nvSpPr>
          <p:spPr>
            <a:xfrm rot="3366621">
              <a:off x="3626149" y="3421731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C56C24F-2E2D-4695-AA14-683E50379024}"/>
                </a:ext>
              </a:extLst>
            </p:cNvPr>
            <p:cNvSpPr txBox="1"/>
            <p:nvPr/>
          </p:nvSpPr>
          <p:spPr>
            <a:xfrm>
              <a:off x="998809" y="3293865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CD23F2C6-C9DA-4609-8393-059E93B475FE}"/>
              </a:ext>
            </a:extLst>
          </p:cNvPr>
          <p:cNvGrpSpPr/>
          <p:nvPr/>
        </p:nvGrpSpPr>
        <p:grpSpPr>
          <a:xfrm>
            <a:off x="916048" y="4143415"/>
            <a:ext cx="2745952" cy="369332"/>
            <a:chOff x="1184297" y="4076189"/>
            <a:chExt cx="2745952" cy="369332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37C247C2-764A-4F0E-AD9C-69D45670595E}"/>
                </a:ext>
              </a:extLst>
            </p:cNvPr>
            <p:cNvSpPr/>
            <p:nvPr/>
          </p:nvSpPr>
          <p:spPr>
            <a:xfrm rot="3366621">
              <a:off x="3818490" y="4199548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CE19490E-3AB0-477A-88ED-8190CE9CD8A4}"/>
                </a:ext>
              </a:extLst>
            </p:cNvPr>
            <p:cNvSpPr txBox="1"/>
            <p:nvPr/>
          </p:nvSpPr>
          <p:spPr>
            <a:xfrm>
              <a:off x="1184297" y="4076189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70F3A97B-2D8D-45F6-B1C1-39201675BCE9}"/>
              </a:ext>
            </a:extLst>
          </p:cNvPr>
          <p:cNvGrpSpPr/>
          <p:nvPr/>
        </p:nvGrpSpPr>
        <p:grpSpPr>
          <a:xfrm>
            <a:off x="1436726" y="4830147"/>
            <a:ext cx="2795776" cy="369332"/>
            <a:chOff x="1669463" y="4668395"/>
            <a:chExt cx="2795776" cy="369332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0F99F023-8237-4118-8EDA-9CBDECA569DF}"/>
                </a:ext>
              </a:extLst>
            </p:cNvPr>
            <p:cNvSpPr/>
            <p:nvPr/>
          </p:nvSpPr>
          <p:spPr>
            <a:xfrm rot="3366621">
              <a:off x="4353480" y="4796021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D2283B35-6714-4EDF-AADD-B9164D93F731}"/>
                </a:ext>
              </a:extLst>
            </p:cNvPr>
            <p:cNvSpPr txBox="1"/>
            <p:nvPr/>
          </p:nvSpPr>
          <p:spPr>
            <a:xfrm>
              <a:off x="1669463" y="4668395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sp>
        <p:nvSpPr>
          <p:cNvPr id="41" name="椭圆 40">
            <a:extLst>
              <a:ext uri="{FF2B5EF4-FFF2-40B4-BE49-F238E27FC236}">
                <a16:creationId xmlns:a16="http://schemas.microsoft.com/office/drawing/2014/main" id="{5C8DB70D-4D50-4278-BB58-3F9B0E36E727}"/>
              </a:ext>
            </a:extLst>
          </p:cNvPr>
          <p:cNvSpPr/>
          <p:nvPr/>
        </p:nvSpPr>
        <p:spPr>
          <a:xfrm flipH="1">
            <a:off x="5971598" y="2451291"/>
            <a:ext cx="2382139" cy="2382139"/>
          </a:xfrm>
          <a:prstGeom prst="ellipse">
            <a:avLst/>
          </a:prstGeom>
          <a:gradFill>
            <a:gsLst>
              <a:gs pos="100000">
                <a:schemeClr val="accent2"/>
              </a:gs>
              <a:gs pos="0">
                <a:schemeClr val="accent2">
                  <a:alpha val="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1FEAE3F-C912-43B0-8355-FB0586C93BEF}"/>
              </a:ext>
            </a:extLst>
          </p:cNvPr>
          <p:cNvSpPr txBox="1"/>
          <p:nvPr/>
        </p:nvSpPr>
        <p:spPr>
          <a:xfrm flipH="1">
            <a:off x="6168050" y="3319195"/>
            <a:ext cx="1989236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+mj-ea"/>
                <a:ea typeface="+mj-ea"/>
              </a:rPr>
              <a:t/>
            </a:r>
          </a:p>
        </p:txBody>
      </p:sp>
      <p:sp>
        <p:nvSpPr>
          <p:cNvPr id="44" name="弧形 43">
            <a:extLst>
              <a:ext uri="{FF2B5EF4-FFF2-40B4-BE49-F238E27FC236}">
                <a16:creationId xmlns:a16="http://schemas.microsoft.com/office/drawing/2014/main" id="{55813395-C5BB-4BC4-BC85-9834DFF73290}"/>
              </a:ext>
            </a:extLst>
          </p:cNvPr>
          <p:cNvSpPr/>
          <p:nvPr/>
        </p:nvSpPr>
        <p:spPr>
          <a:xfrm>
            <a:off x="5429010" y="1986360"/>
            <a:ext cx="3312000" cy="3312000"/>
          </a:xfrm>
          <a:prstGeom prst="arc">
            <a:avLst>
              <a:gd name="adj1" fmla="val 16200000"/>
              <a:gd name="adj2" fmla="val 5409649"/>
            </a:avLst>
          </a:prstGeom>
          <a:ln w="15875">
            <a:gradFill>
              <a:gsLst>
                <a:gs pos="50000">
                  <a:schemeClr val="accent2"/>
                </a:gs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50896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876E6D-ABA5-4F39-A460-39F50DFFC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工作总结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5524927-95AE-471B-B730-C3CABF1E645A}"/>
              </a:ext>
            </a:extLst>
          </p:cNvPr>
          <p:cNvSpPr/>
          <p:nvPr/>
        </p:nvSpPr>
        <p:spPr>
          <a:xfrm>
            <a:off x="3838264" y="2451291"/>
            <a:ext cx="2382139" cy="2382139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73A4D91-0B23-4BE3-BF32-C2FE97538868}"/>
              </a:ext>
            </a:extLst>
          </p:cNvPr>
          <p:cNvSpPr txBox="1"/>
          <p:nvPr/>
        </p:nvSpPr>
        <p:spPr>
          <a:xfrm>
            <a:off x="4034715" y="3319195"/>
            <a:ext cx="1989236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+mj-ea"/>
                <a:ea typeface="+mj-ea"/>
              </a:rPr>
              <a:t/>
            </a:r>
          </a:p>
        </p:txBody>
      </p:sp>
      <p:sp>
        <p:nvSpPr>
          <p:cNvPr id="6" name="弧形 5">
            <a:extLst>
              <a:ext uri="{FF2B5EF4-FFF2-40B4-BE49-F238E27FC236}">
                <a16:creationId xmlns:a16="http://schemas.microsoft.com/office/drawing/2014/main" id="{2B4C5A9C-F47A-41FB-AAD0-12ACCA30EC50}"/>
              </a:ext>
            </a:extLst>
          </p:cNvPr>
          <p:cNvSpPr/>
          <p:nvPr/>
        </p:nvSpPr>
        <p:spPr>
          <a:xfrm flipH="1">
            <a:off x="3450991" y="1986360"/>
            <a:ext cx="3312000" cy="3312000"/>
          </a:xfrm>
          <a:prstGeom prst="arc">
            <a:avLst>
              <a:gd name="adj1" fmla="val 16200000"/>
              <a:gd name="adj2" fmla="val 5409649"/>
            </a:avLst>
          </a:prstGeom>
          <a:ln w="15875">
            <a:gradFill>
              <a:gsLst>
                <a:gs pos="50000">
                  <a:schemeClr val="accent1"/>
                </a:gs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14049B4-501E-479C-BC1F-1E56A063490A}"/>
              </a:ext>
            </a:extLst>
          </p:cNvPr>
          <p:cNvGrpSpPr/>
          <p:nvPr/>
        </p:nvGrpSpPr>
        <p:grpSpPr>
          <a:xfrm>
            <a:off x="1431273" y="2083219"/>
            <a:ext cx="2806517" cy="369332"/>
            <a:chOff x="1664010" y="1921467"/>
            <a:chExt cx="2806517" cy="369332"/>
          </a:xfrm>
        </p:grpSpPr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7ED29D60-F67C-4950-89E1-842EB3F2BDAF}"/>
                </a:ext>
              </a:extLst>
            </p:cNvPr>
            <p:cNvSpPr/>
            <p:nvPr/>
          </p:nvSpPr>
          <p:spPr>
            <a:xfrm rot="3366621">
              <a:off x="4358768" y="2050254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748039B2-4E03-4F90-A45B-7882DA99708B}"/>
                </a:ext>
              </a:extLst>
            </p:cNvPr>
            <p:cNvSpPr txBox="1"/>
            <p:nvPr/>
          </p:nvSpPr>
          <p:spPr>
            <a:xfrm>
              <a:off x="1664010" y="1921467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D967D011-1B85-4F65-AB8B-15C2961A85D7}"/>
              </a:ext>
            </a:extLst>
          </p:cNvPr>
          <p:cNvGrpSpPr/>
          <p:nvPr/>
        </p:nvGrpSpPr>
        <p:grpSpPr>
          <a:xfrm>
            <a:off x="916048" y="2769951"/>
            <a:ext cx="2748947" cy="369332"/>
            <a:chOff x="1184297" y="2515875"/>
            <a:chExt cx="2748947" cy="369332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66B69784-2E1C-4C96-8FAC-1CA5BF5E57F5}"/>
                </a:ext>
              </a:extLst>
            </p:cNvPr>
            <p:cNvSpPr/>
            <p:nvPr/>
          </p:nvSpPr>
          <p:spPr>
            <a:xfrm rot="3366621">
              <a:off x="3821485" y="2644662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FB44263-0126-41D6-8568-AB968AB1F84A}"/>
                </a:ext>
              </a:extLst>
            </p:cNvPr>
            <p:cNvSpPr txBox="1"/>
            <p:nvPr/>
          </p:nvSpPr>
          <p:spPr>
            <a:xfrm>
              <a:off x="1184297" y="2515875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A819374B-1D5E-4DB9-A23B-DE20BBDD6F2D}"/>
              </a:ext>
            </a:extLst>
          </p:cNvPr>
          <p:cNvGrpSpPr/>
          <p:nvPr/>
        </p:nvGrpSpPr>
        <p:grpSpPr>
          <a:xfrm>
            <a:off x="766072" y="3456683"/>
            <a:ext cx="2739099" cy="369332"/>
            <a:chOff x="998809" y="3293865"/>
            <a:chExt cx="2739099" cy="369332"/>
          </a:xfrm>
        </p:grpSpPr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372FF637-CF35-4671-BD90-0662F42BDE6C}"/>
                </a:ext>
              </a:extLst>
            </p:cNvPr>
            <p:cNvSpPr/>
            <p:nvPr/>
          </p:nvSpPr>
          <p:spPr>
            <a:xfrm rot="3366621">
              <a:off x="3626149" y="3421731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C56C24F-2E2D-4695-AA14-683E50379024}"/>
                </a:ext>
              </a:extLst>
            </p:cNvPr>
            <p:cNvSpPr txBox="1"/>
            <p:nvPr/>
          </p:nvSpPr>
          <p:spPr>
            <a:xfrm>
              <a:off x="998809" y="3293865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CD23F2C6-C9DA-4609-8393-059E93B475FE}"/>
              </a:ext>
            </a:extLst>
          </p:cNvPr>
          <p:cNvGrpSpPr/>
          <p:nvPr/>
        </p:nvGrpSpPr>
        <p:grpSpPr>
          <a:xfrm>
            <a:off x="916048" y="4143415"/>
            <a:ext cx="2745952" cy="369332"/>
            <a:chOff x="1184297" y="4076189"/>
            <a:chExt cx="2745952" cy="369332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37C247C2-764A-4F0E-AD9C-69D45670595E}"/>
                </a:ext>
              </a:extLst>
            </p:cNvPr>
            <p:cNvSpPr/>
            <p:nvPr/>
          </p:nvSpPr>
          <p:spPr>
            <a:xfrm rot="3366621">
              <a:off x="3818490" y="4199548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CE19490E-3AB0-477A-88ED-8190CE9CD8A4}"/>
                </a:ext>
              </a:extLst>
            </p:cNvPr>
            <p:cNvSpPr txBox="1"/>
            <p:nvPr/>
          </p:nvSpPr>
          <p:spPr>
            <a:xfrm>
              <a:off x="1184297" y="4076189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70F3A97B-2D8D-45F6-B1C1-39201675BCE9}"/>
              </a:ext>
            </a:extLst>
          </p:cNvPr>
          <p:cNvGrpSpPr/>
          <p:nvPr/>
        </p:nvGrpSpPr>
        <p:grpSpPr>
          <a:xfrm>
            <a:off x="1436726" y="4830147"/>
            <a:ext cx="2795776" cy="369332"/>
            <a:chOff x="1669463" y="4668395"/>
            <a:chExt cx="2795776" cy="369332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0F99F023-8237-4118-8EDA-9CBDECA569DF}"/>
                </a:ext>
              </a:extLst>
            </p:cNvPr>
            <p:cNvSpPr/>
            <p:nvPr/>
          </p:nvSpPr>
          <p:spPr>
            <a:xfrm rot="3366621">
              <a:off x="4353480" y="4796021"/>
              <a:ext cx="111759" cy="11175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D2283B35-6714-4EDF-AADD-B9164D93F731}"/>
                </a:ext>
              </a:extLst>
            </p:cNvPr>
            <p:cNvSpPr txBox="1"/>
            <p:nvPr/>
          </p:nvSpPr>
          <p:spPr>
            <a:xfrm>
              <a:off x="1669463" y="4668395"/>
              <a:ext cx="2463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</p:txBody>
        </p:sp>
      </p:grpSp>
      <p:sp>
        <p:nvSpPr>
          <p:cNvPr id="41" name="椭圆 40">
            <a:extLst>
              <a:ext uri="{FF2B5EF4-FFF2-40B4-BE49-F238E27FC236}">
                <a16:creationId xmlns:a16="http://schemas.microsoft.com/office/drawing/2014/main" id="{5C8DB70D-4D50-4278-BB58-3F9B0E36E727}"/>
              </a:ext>
            </a:extLst>
          </p:cNvPr>
          <p:cNvSpPr/>
          <p:nvPr/>
        </p:nvSpPr>
        <p:spPr>
          <a:xfrm flipH="1">
            <a:off x="5971598" y="2451291"/>
            <a:ext cx="2382139" cy="2382139"/>
          </a:xfrm>
          <a:prstGeom prst="ellipse">
            <a:avLst/>
          </a:prstGeom>
          <a:gradFill>
            <a:gsLst>
              <a:gs pos="100000">
                <a:schemeClr val="accent2"/>
              </a:gs>
              <a:gs pos="0">
                <a:schemeClr val="accent2">
                  <a:alpha val="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1FEAE3F-C912-43B0-8355-FB0586C93BEF}"/>
              </a:ext>
            </a:extLst>
          </p:cNvPr>
          <p:cNvSpPr txBox="1"/>
          <p:nvPr/>
        </p:nvSpPr>
        <p:spPr>
          <a:xfrm flipH="1">
            <a:off x="6168050" y="3319195"/>
            <a:ext cx="1989236" cy="64633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+mj-ea"/>
                <a:ea typeface="+mj-ea"/>
              </a:rPr>
              <a:t/>
            </a:r>
          </a:p>
        </p:txBody>
      </p:sp>
      <p:sp>
        <p:nvSpPr>
          <p:cNvPr id="44" name="弧形 43">
            <a:extLst>
              <a:ext uri="{FF2B5EF4-FFF2-40B4-BE49-F238E27FC236}">
                <a16:creationId xmlns:a16="http://schemas.microsoft.com/office/drawing/2014/main" id="{55813395-C5BB-4BC4-BC85-9834DFF73290}"/>
              </a:ext>
            </a:extLst>
          </p:cNvPr>
          <p:cNvSpPr/>
          <p:nvPr/>
        </p:nvSpPr>
        <p:spPr>
          <a:xfrm>
            <a:off x="5429010" y="1986360"/>
            <a:ext cx="3312000" cy="3312000"/>
          </a:xfrm>
          <a:prstGeom prst="arc">
            <a:avLst>
              <a:gd name="adj1" fmla="val 16200000"/>
              <a:gd name="adj2" fmla="val 5409649"/>
            </a:avLst>
          </a:prstGeom>
          <a:ln w="15875">
            <a:gradFill>
              <a:gsLst>
                <a:gs pos="50000">
                  <a:schemeClr val="accent2"/>
                </a:gs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50896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778D92-EA5C-41D1-B4B9-5C7AA82EB5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谢谢聆听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645CDB-25BA-4628-9C9F-8FB2DE2C6113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zh-CN" altLang="en-US" dirty="0"/>
              <a:t>感谢指导教师董玉坤老师在选题、架构与写作上的指点
感谢学院师长、同学与家人的支持
请各位老师批评指正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21901715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UPC专属模板配色方案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03778"/>
      </a:accent1>
      <a:accent2>
        <a:srgbClr val="D00746"/>
      </a:accent2>
      <a:accent3>
        <a:srgbClr val="FEA200"/>
      </a:accent3>
      <a:accent4>
        <a:srgbClr val="14BAB0"/>
      </a:accent4>
      <a:accent5>
        <a:srgbClr val="CFDC2A"/>
      </a:accent5>
      <a:accent6>
        <a:srgbClr val="73B1C8"/>
      </a:accent6>
      <a:hlink>
        <a:srgbClr val="4472C4"/>
      </a:hlink>
      <a:folHlink>
        <a:srgbClr val="BFBFBF"/>
      </a:folHlink>
    </a:clrScheme>
    <a:fontScheme name="UPC专属模板字体方案">
      <a:majorFont>
        <a:latin typeface="Segoe UI"/>
        <a:ea typeface="微软雅黑"/>
        <a:cs typeface=""/>
      </a:majorFont>
      <a:minorFont>
        <a:latin typeface="Segoe UI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UPC专属模板配色方案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03778"/>
      </a:accent1>
      <a:accent2>
        <a:srgbClr val="D00746"/>
      </a:accent2>
      <a:accent3>
        <a:srgbClr val="FEA200"/>
      </a:accent3>
      <a:accent4>
        <a:srgbClr val="14BAB0"/>
      </a:accent4>
      <a:accent5>
        <a:srgbClr val="CFDC2A"/>
      </a:accent5>
      <a:accent6>
        <a:srgbClr val="73B1C8"/>
      </a:accent6>
      <a:hlink>
        <a:srgbClr val="4472C4"/>
      </a:hlink>
      <a:folHlink>
        <a:srgbClr val="BFBFBF"/>
      </a:folHlink>
    </a:clrScheme>
    <a:fontScheme name="UPC专属模板字体方案">
      <a:majorFont>
        <a:latin typeface="Segoe UI"/>
        <a:ea typeface="微软雅黑"/>
        <a:cs typeface=""/>
      </a:majorFont>
      <a:minorFont>
        <a:latin typeface="Segoe UI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4014</TotalTime>
  <Words>2647</Words>
  <Application>Microsoft Office PowerPoint</Application>
  <PresentationFormat>宽屏</PresentationFormat>
  <Paragraphs>505</Paragraphs>
  <Slides>59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59</vt:i4>
      </vt:variant>
    </vt:vector>
  </HeadingPairs>
  <TitlesOfParts>
    <vt:vector size="74" baseType="lpstr">
      <vt:lpstr>Gill Sans</vt:lpstr>
      <vt:lpstr>Microsoft YaHei UI</vt:lpstr>
      <vt:lpstr>Roboto Light</vt:lpstr>
      <vt:lpstr>宋体</vt:lpstr>
      <vt:lpstr>微软雅黑</vt:lpstr>
      <vt:lpstr>微软雅黑 Light</vt:lpstr>
      <vt:lpstr>Arial</vt:lpstr>
      <vt:lpstr>Calibri</vt:lpstr>
      <vt:lpstr>Century Gothic</vt:lpstr>
      <vt:lpstr>Impact</vt:lpstr>
      <vt:lpstr>Segoe UI</vt:lpstr>
      <vt:lpstr>Segoe UI Light</vt:lpstr>
      <vt:lpstr>Office 主题​​</vt:lpstr>
      <vt:lpstr>2_OfficePLUS</vt:lpstr>
      <vt:lpstr>1_OfficePLUS</vt:lpstr>
      <vt:lpstr>中国石油大学汇报答辩通用模板</vt:lpstr>
      <vt:lpstr>PowerPoint 演示文稿</vt:lpstr>
      <vt:lpstr>PowerPoint 演示文稿</vt:lpstr>
      <vt:lpstr>请各位老师批评指正!</vt:lpstr>
      <vt:lpstr>课题背景</vt:lpstr>
      <vt:lpstr>单人介绍的时候可以用这张</vt:lpstr>
      <vt:lpstr>人物介绍页用于介绍团队成员等</vt:lpstr>
      <vt:lpstr>如果你想在图片上加几条观点的话</vt:lpstr>
      <vt:lpstr>本页是用于单张图片展示的版式</vt:lpstr>
      <vt:lpstr>课题概述</vt:lpstr>
      <vt:lpstr>单张图片说明页面</vt:lpstr>
      <vt:lpstr>样机页面用于展示软件界面是非常好的</vt:lpstr>
      <vt:lpstr>世界地图页面</vt:lpstr>
      <vt:lpstr>三张图片说明页面</vt:lpstr>
      <vt:lpstr>研究方法</vt:lpstr>
      <vt:lpstr>这一页可以用来展示证书或者多张图片</vt:lpstr>
      <vt:lpstr>名人引言界面</vt:lpstr>
      <vt:lpstr>视频展示页面</vt:lpstr>
      <vt:lpstr>研究过程</vt:lpstr>
      <vt:lpstr>表格数据用三线表展示很学术范</vt:lpstr>
      <vt:lpstr>曲线图适合用来展示数据的变化趋势</vt:lpstr>
      <vt:lpstr>本页版式可以用于展示已完成和未完成的工作</vt:lpstr>
      <vt:lpstr>环形图表页面</vt:lpstr>
      <vt:lpstr>结论分析</vt:lpstr>
      <vt:lpstr>SWOT态势分析法</vt:lpstr>
      <vt:lpstr>时间轴页面可以使用这一页的版式</vt:lpstr>
      <vt:lpstr>鱼骨图一种发现问题根本原因的分析方法</vt:lpstr>
      <vt:lpstr>规划愿景</vt:lpstr>
      <vt:lpstr>本页用于说明国内外研究现状</vt:lpstr>
      <vt:lpstr>三项文字的说明可以用这一页</vt:lpstr>
      <vt:lpstr>四项内容页面</vt:lpstr>
      <vt:lpstr>四项文本说明版式</vt:lpstr>
      <vt:lpstr>这一页可以说明很多观点</vt:lpstr>
      <vt:lpstr>大段文字排版专用页面</vt:lpstr>
      <vt:lpstr>荣誉奖项展示页面</vt:lpstr>
      <vt:lpstr>本页版式可以用来说明对比</vt:lpstr>
      <vt:lpstr>参考文献</vt:lpstr>
      <vt:lpstr>PowerPoint 演示文稿</vt:lpstr>
      <vt:lpstr>PowerPoint 演示文稿</vt:lpstr>
      <vt:lpstr>PowerPoint 演示文稿</vt:lpstr>
      <vt:lpstr>PowerPoint 演示文稿</vt:lpstr>
      <vt:lpstr>模板使用手册</vt:lpstr>
      <vt:lpstr>一些说明</vt:lpstr>
      <vt:lpstr>一键替换配色和字体</vt:lpstr>
      <vt:lpstr>如何使用带有图片占位符页面</vt:lpstr>
      <vt:lpstr>版式乱了怎么办</vt:lpstr>
      <vt:lpstr>如何更改版式</vt:lpstr>
      <vt:lpstr>模板字体规范</vt:lpstr>
      <vt:lpstr>模板配色规范</vt:lpstr>
      <vt:lpstr>模板附赠素材</vt:lpstr>
      <vt:lpstr>图标页面1</vt:lpstr>
      <vt:lpstr>图标页面2</vt:lpstr>
      <vt:lpstr>图标页面3</vt:lpstr>
      <vt:lpstr>部分图片</vt:lpstr>
      <vt:lpstr>标志、墨稿及反白效果</vt:lpstr>
      <vt:lpstr>校名中英文标准字体</vt:lpstr>
      <vt:lpstr>标志校名组合</vt:lpstr>
      <vt:lpstr>校风、校训、学风标准字体</vt:lpstr>
      <vt:lpstr>授权转载作品  仅供学习交流之用，禁止商用。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#我为母校送模板#</dc:title>
  <dc:creator>志浩 王</dc:creator>
  <cp:keywords>51PPT模板网</cp:keywords>
  <cp:lastModifiedBy>1524388076@qq.com</cp:lastModifiedBy>
  <cp:revision>445</cp:revision>
  <dcterms:created xsi:type="dcterms:W3CDTF">2018-12-20T13:10:20Z</dcterms:created>
  <dcterms:modified xsi:type="dcterms:W3CDTF">2019-06-30T07:14:04Z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v-yunxl@microsoft.com</vt:lpwstr>
  </property>
  <property fmtid="{D5CDD505-2E9C-101B-9397-08002B2CF9AE}" pid="5" name="MSIP_Label_f42aa342-8706-4288-bd11-ebb85995028c_SetDate">
    <vt:lpwstr>2019-04-12T02:32:11.3712254Z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33fb340e-0a7b-4f47-a53e-1f796744a0fc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