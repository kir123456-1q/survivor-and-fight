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7.svg" ContentType="image/svg+xml"/>
  <Override PartName="/ppt/media/image159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69.svg" ContentType="image/svg+xml"/>
  <Override PartName="/ppt/media/image17.svg" ContentType="image/svg+xml"/>
  <Override PartName="/ppt/media/image171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1.svg" ContentType="image/svg+xml"/>
  <Override PartName="/ppt/media/image183.svg" ContentType="image/svg+xml"/>
  <Override PartName="/ppt/media/image185.svg" ContentType="image/svg+xml"/>
  <Override PartName="/ppt/media/image187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.svg" ContentType="image/svg+xml"/>
  <Override PartName="/ppt/media/image70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80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30"/>
  </p:notesMasterIdLst>
  <p:handoutMasterIdLst>
    <p:handoutMasterId r:id="rId31"/>
  </p:handoutMasterIdLst>
  <p:sldIdLst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2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notesMaster" Target="notesMasters/notesMaster1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image" Target="NULL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18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tags" Target="../tags/tag15.xml"/><Relationship Id="rId4" Type="http://schemas.openxmlformats.org/officeDocument/2006/relationships/image" Target="NULL" TargetMode="External"/><Relationship Id="rId3" Type="http://schemas.openxmlformats.org/officeDocument/2006/relationships/image" Target="../media/image2.png"/><Relationship Id="rId2" Type="http://schemas.openxmlformats.org/officeDocument/2006/relationships/tags" Target="../tags/tag14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7" Type="http://schemas.openxmlformats.org/officeDocument/2006/relationships/tags" Target="../tags/tag49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image" Target="NULL" TargetMode="External"/><Relationship Id="rId3" Type="http://schemas.openxmlformats.org/officeDocument/2006/relationships/image" Target="../media/image2.png"/><Relationship Id="rId2" Type="http://schemas.openxmlformats.org/officeDocument/2006/relationships/tags" Target="../tags/tag59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image" Target="../media/image5.png"/><Relationship Id="rId5" Type="http://schemas.openxmlformats.org/officeDocument/2006/relationships/tags" Target="../tags/tag66.xml"/><Relationship Id="rId4" Type="http://schemas.openxmlformats.org/officeDocument/2006/relationships/image" Target="NULL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65.xml"/><Relationship Id="rId12" Type="http://schemas.openxmlformats.org/officeDocument/2006/relationships/tags" Target="../tags/tag72.xml"/><Relationship Id="rId11" Type="http://schemas.openxmlformats.org/officeDocument/2006/relationships/tags" Target="../tags/tag71.xml"/><Relationship Id="rId10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80.xml"/><Relationship Id="rId8" Type="http://schemas.openxmlformats.org/officeDocument/2006/relationships/tags" Target="../tags/tag79.xml"/><Relationship Id="rId7" Type="http://schemas.openxmlformats.org/officeDocument/2006/relationships/tags" Target="../tags/tag78.xml"/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8" Type="http://schemas.openxmlformats.org/officeDocument/2006/relationships/tags" Target="../tags/tag89.xml"/><Relationship Id="rId17" Type="http://schemas.openxmlformats.org/officeDocument/2006/relationships/tags" Target="../tags/tag88.xml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tags" Target="../tags/tag85.xml"/><Relationship Id="rId13" Type="http://schemas.openxmlformats.org/officeDocument/2006/relationships/tags" Target="../tags/tag84.xml"/><Relationship Id="rId12" Type="http://schemas.openxmlformats.org/officeDocument/2006/relationships/tags" Target="../tags/tag83.xml"/><Relationship Id="rId11" Type="http://schemas.openxmlformats.org/officeDocument/2006/relationships/tags" Target="../tags/tag82.xml"/><Relationship Id="rId10" Type="http://schemas.openxmlformats.org/officeDocument/2006/relationships/tags" Target="../tags/tag81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封面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C:/Users/win10/AppData/Local/Temp/figmazip/slide_90fad046d4afcb75\datas\@png2x_氛围图-11011&amp;68326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任意多边形 7"/>
          <p:cNvSpPr/>
          <p:nvPr userDrawn="1">
            <p:custDataLst>
              <p:tags r:id="rId8"/>
            </p:custDataLst>
          </p:nvPr>
        </p:nvSpPr>
        <p:spPr>
          <a:xfrm>
            <a:off x="0" y="4979037"/>
            <a:ext cx="3499485" cy="441325"/>
          </a:xfrm>
          <a:custGeom>
            <a:avLst/>
            <a:gdLst>
              <a:gd name="connisteX0" fmla="*/ 0 w 3499737"/>
              <a:gd name="connsiteY0" fmla="*/ 19046 h 441664"/>
              <a:gd name="connisteX1" fmla="*/ 0 w 3499737"/>
              <a:gd name="connsiteY1" fmla="*/ 0 h 441664"/>
              <a:gd name="connisteX2" fmla="*/ 2559149 w 3499737"/>
              <a:gd name="connsiteY2" fmla="*/ 0 h 441664"/>
              <a:gd name="connisteX3" fmla="*/ 2674327 w 3499737"/>
              <a:gd name="connsiteY3" fmla="*/ 115177 h 441664"/>
              <a:gd name="connisteX4" fmla="*/ 2559149 w 3499737"/>
              <a:gd name="connsiteY4" fmla="*/ 230355 h 441664"/>
              <a:gd name="connisteX5" fmla="*/ 1960464 w 3499737"/>
              <a:gd name="connsiteY5" fmla="*/ 230355 h 441664"/>
              <a:gd name="connisteX6" fmla="*/ 1864333 w 3499737"/>
              <a:gd name="connsiteY6" fmla="*/ 326486 h 441664"/>
              <a:gd name="connisteX7" fmla="*/ 1960464 w 3499737"/>
              <a:gd name="connsiteY7" fmla="*/ 422608 h 441664"/>
              <a:gd name="connisteX8" fmla="*/ 3490209 w 3499737"/>
              <a:gd name="connsiteY8" fmla="*/ 422608 h 441664"/>
              <a:gd name="connisteX9" fmla="*/ 3499737 w 3499737"/>
              <a:gd name="connsiteY9" fmla="*/ 432136 h 441664"/>
              <a:gd name="connisteX10" fmla="*/ 3490209 w 3499737"/>
              <a:gd name="connsiteY10" fmla="*/ 441664 h 441664"/>
              <a:gd name="connisteX11" fmla="*/ 1714490 w 3499737"/>
              <a:gd name="connsiteY11" fmla="*/ 441664 h 441664"/>
              <a:gd name="connisteX12" fmla="*/ 1599313 w 3499737"/>
              <a:gd name="connsiteY12" fmla="*/ 326486 h 441664"/>
              <a:gd name="connisteX13" fmla="*/ 1714490 w 3499737"/>
              <a:gd name="connsiteY13" fmla="*/ 211308 h 441664"/>
              <a:gd name="connisteX14" fmla="*/ 2313194 w 3499737"/>
              <a:gd name="connsiteY14" fmla="*/ 211308 h 441664"/>
              <a:gd name="connisteX15" fmla="*/ 2409315 w 3499737"/>
              <a:gd name="connsiteY15" fmla="*/ 115177 h 441664"/>
              <a:gd name="connisteX16" fmla="*/ 2313194 w 3499737"/>
              <a:gd name="connsiteY16" fmla="*/ 19046 h 441664"/>
              <a:gd name="connisteX17" fmla="*/ 0 w 3499737"/>
              <a:gd name="connsiteY17" fmla="*/ 19046 h 441664"/>
              <a:gd name="connisteX18" fmla="*/ 2559149 w 3499737"/>
              <a:gd name="connsiteY18" fmla="*/ 19046 h 441664"/>
              <a:gd name="connisteX19" fmla="*/ 2655280 w 3499737"/>
              <a:gd name="connsiteY19" fmla="*/ 115177 h 441664"/>
              <a:gd name="connisteX20" fmla="*/ 2559149 w 3499737"/>
              <a:gd name="connsiteY20" fmla="*/ 211308 h 441664"/>
              <a:gd name="connisteX21" fmla="*/ 2376653 w 3499737"/>
              <a:gd name="connsiteY21" fmla="*/ 211308 h 441664"/>
              <a:gd name="connisteX22" fmla="*/ 2428362 w 3499737"/>
              <a:gd name="connsiteY22" fmla="*/ 115177 h 441664"/>
              <a:gd name="connisteX23" fmla="*/ 2376653 w 3499737"/>
              <a:gd name="connsiteY23" fmla="*/ 19046 h 441664"/>
              <a:gd name="connisteX24" fmla="*/ 2559149 w 3499737"/>
              <a:gd name="connsiteY24" fmla="*/ 19046 h 441664"/>
              <a:gd name="connisteX25" fmla="*/ 1845286 w 3499737"/>
              <a:gd name="connsiteY25" fmla="*/ 326486 h 441664"/>
              <a:gd name="connisteX26" fmla="*/ 1896986 w 3499737"/>
              <a:gd name="connsiteY26" fmla="*/ 230355 h 441664"/>
              <a:gd name="connisteX27" fmla="*/ 1714490 w 3499737"/>
              <a:gd name="connsiteY27" fmla="*/ 230355 h 441664"/>
              <a:gd name="connisteX28" fmla="*/ 1618359 w 3499737"/>
              <a:gd name="connsiteY28" fmla="*/ 326486 h 441664"/>
              <a:gd name="connisteX29" fmla="*/ 1714490 w 3499737"/>
              <a:gd name="connsiteY29" fmla="*/ 422608 h 441664"/>
              <a:gd name="connisteX30" fmla="*/ 1896986 w 3499737"/>
              <a:gd name="connsiteY30" fmla="*/ 422608 h 441664"/>
              <a:gd name="connisteX31" fmla="*/ 1845286 w 3499737"/>
              <a:gd name="connsiteY31" fmla="*/ 326486 h 4416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</a:cxnLst>
            <a:pathLst>
              <a:path w="3499738" h="441664">
                <a:moveTo>
                  <a:pt x="0" y="19047"/>
                </a:moveTo>
                <a:lnTo>
                  <a:pt x="0" y="0"/>
                </a:lnTo>
                <a:lnTo>
                  <a:pt x="2559150" y="0"/>
                </a:lnTo>
                <a:cubicBezTo>
                  <a:pt x="2622764" y="0"/>
                  <a:pt x="2674327" y="51563"/>
                  <a:pt x="2674327" y="115178"/>
                </a:cubicBezTo>
                <a:cubicBezTo>
                  <a:pt x="2674327" y="178793"/>
                  <a:pt x="2622764" y="230356"/>
                  <a:pt x="2559150" y="230356"/>
                </a:cubicBezTo>
                <a:lnTo>
                  <a:pt x="1960464" y="230356"/>
                </a:lnTo>
                <a:cubicBezTo>
                  <a:pt x="1907365" y="230356"/>
                  <a:pt x="1864334" y="273396"/>
                  <a:pt x="1864334" y="326487"/>
                </a:cubicBezTo>
                <a:cubicBezTo>
                  <a:pt x="1864334" y="379577"/>
                  <a:pt x="1907365" y="422608"/>
                  <a:pt x="1960464" y="422608"/>
                </a:cubicBezTo>
                <a:lnTo>
                  <a:pt x="3490210" y="422608"/>
                </a:lnTo>
                <a:cubicBezTo>
                  <a:pt x="3495468" y="422608"/>
                  <a:pt x="3499738" y="426878"/>
                  <a:pt x="3499738" y="432136"/>
                </a:cubicBezTo>
                <a:cubicBezTo>
                  <a:pt x="3499738" y="437394"/>
                  <a:pt x="3495468" y="441664"/>
                  <a:pt x="3490210" y="441664"/>
                </a:cubicBezTo>
                <a:lnTo>
                  <a:pt x="1714491" y="441664"/>
                </a:lnTo>
                <a:cubicBezTo>
                  <a:pt x="1650885" y="441664"/>
                  <a:pt x="1599313" y="390092"/>
                  <a:pt x="1599313" y="326487"/>
                </a:cubicBezTo>
                <a:cubicBezTo>
                  <a:pt x="1599313" y="262872"/>
                  <a:pt x="1650885" y="211309"/>
                  <a:pt x="1714491" y="211309"/>
                </a:cubicBezTo>
                <a:lnTo>
                  <a:pt x="2313194" y="211309"/>
                </a:lnTo>
                <a:cubicBezTo>
                  <a:pt x="2366275" y="211309"/>
                  <a:pt x="2409316" y="168268"/>
                  <a:pt x="2409316" y="115178"/>
                </a:cubicBezTo>
                <a:cubicBezTo>
                  <a:pt x="2409316" y="62088"/>
                  <a:pt x="2366275" y="19047"/>
                  <a:pt x="2313194" y="19047"/>
                </a:cubicBezTo>
                <a:lnTo>
                  <a:pt x="0" y="19047"/>
                </a:lnTo>
                <a:moveTo>
                  <a:pt x="2559150" y="19047"/>
                </a:moveTo>
                <a:cubicBezTo>
                  <a:pt x="2612240" y="19047"/>
                  <a:pt x="2655280" y="62088"/>
                  <a:pt x="2655280" y="115178"/>
                </a:cubicBezTo>
                <a:cubicBezTo>
                  <a:pt x="2655280" y="168268"/>
                  <a:pt x="2612240" y="211309"/>
                  <a:pt x="2559150" y="211309"/>
                </a:cubicBezTo>
                <a:lnTo>
                  <a:pt x="2376654" y="211309"/>
                </a:lnTo>
                <a:cubicBezTo>
                  <a:pt x="2407816" y="190689"/>
                  <a:pt x="2428363" y="155329"/>
                  <a:pt x="2428363" y="115178"/>
                </a:cubicBezTo>
                <a:cubicBezTo>
                  <a:pt x="2428363" y="75017"/>
                  <a:pt x="2407816" y="39667"/>
                  <a:pt x="2376654" y="19047"/>
                </a:cubicBezTo>
                <a:lnTo>
                  <a:pt x="2559150" y="19047"/>
                </a:lnTo>
                <a:moveTo>
                  <a:pt x="1845287" y="326487"/>
                </a:moveTo>
                <a:cubicBezTo>
                  <a:pt x="1845287" y="286326"/>
                  <a:pt x="1865833" y="250966"/>
                  <a:pt x="1896987" y="230356"/>
                </a:cubicBezTo>
                <a:lnTo>
                  <a:pt x="1714491" y="230356"/>
                </a:lnTo>
                <a:cubicBezTo>
                  <a:pt x="1661401" y="230356"/>
                  <a:pt x="1618360" y="273396"/>
                  <a:pt x="1618360" y="326487"/>
                </a:cubicBezTo>
                <a:cubicBezTo>
                  <a:pt x="1618360" y="379577"/>
                  <a:pt x="1661401" y="422608"/>
                  <a:pt x="1714491" y="422608"/>
                </a:cubicBezTo>
                <a:lnTo>
                  <a:pt x="1896987" y="422608"/>
                </a:lnTo>
                <a:cubicBezTo>
                  <a:pt x="1865833" y="401998"/>
                  <a:pt x="1845287" y="366638"/>
                  <a:pt x="1845287" y="326487"/>
                </a:cubicBezTo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4"/>
              </a:gs>
            </a:gsLst>
            <a:lin ang="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3" hasCustomPrompt="1"/>
            <p:custDataLst>
              <p:tags r:id="rId9"/>
            </p:custDataLst>
          </p:nvPr>
        </p:nvSpPr>
        <p:spPr>
          <a:xfrm>
            <a:off x="1015999" y="812801"/>
            <a:ext cx="6159499" cy="355601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17000"/>
              </a:lnSpc>
              <a:buNone/>
              <a:defRPr sz="2000" b="0">
                <a:solidFill>
                  <a:srgbClr val="FFFFFF"/>
                </a:solidFill>
                <a:latin typeface="+mn-ea"/>
                <a:ea typeface="+mn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/>
              <a:t>20XX YEAR</a:t>
            </a:r>
            <a:endParaRPr lang="zh-CN" altLang="en-US" smtClean="0"/>
          </a:p>
        </p:txBody>
      </p:sp>
      <p:sp>
        <p:nvSpPr>
          <p:cNvPr id="6" name="标题 5"/>
          <p:cNvSpPr>
            <a:spLocks noGrp="1"/>
          </p:cNvSpPr>
          <p:nvPr>
            <p:ph type="ctrTitle" idx="14" hasCustomPrompt="1"/>
            <p:custDataLst>
              <p:tags r:id="rId10"/>
            </p:custDataLst>
          </p:nvPr>
        </p:nvSpPr>
        <p:spPr>
          <a:xfrm>
            <a:off x="1016000" y="2095500"/>
            <a:ext cx="6159500" cy="2614295"/>
          </a:xfrm>
          <a:noFill/>
        </p:spPr>
        <p:txBody>
          <a:bodyPr lIns="0" tIns="0" rIns="0" bIns="0" anchor="t">
            <a:normAutofit/>
          </a:bodyPr>
          <a:lstStyle>
            <a:lvl1pPr algn="l">
              <a:lnSpc>
                <a:spcPct val="111000"/>
              </a:lnSpc>
              <a:buNone/>
              <a:defRPr sz="6000" b="0" u="none" strike="noStrike" kern="1200" cap="none" spc="0" normalizeH="0">
                <a:solidFill>
                  <a:schemeClr val="accent2"/>
                </a:solidFill>
                <a:uFillTx/>
                <a:latin typeface="汉仪中宋简" panose="02010600000101010101" charset="-122"/>
                <a:ea typeface="+mj-ea"/>
              </a:defRPr>
            </a:lvl1pPr>
          </a:lstStyle>
          <a:p>
            <a:r>
              <a:rPr lang="zh-CN" altLang="en-US" smtClean="0"/>
              <a:t>蓝金色教育中国风主题</a:t>
            </a:r>
            <a:endParaRPr lang="zh-CN" altLang="en-US" smtClean="0"/>
          </a:p>
        </p:txBody>
      </p:sp>
      <p:sp>
        <p:nvSpPr>
          <p:cNvPr id="7" name="文本占位符 6"/>
          <p:cNvSpPr>
            <a:spLocks noGrp="1"/>
          </p:cNvSpPr>
          <p:nvPr>
            <p:ph type="body" idx="15" hasCustomPrompt="1"/>
            <p:custDataLst>
              <p:tags r:id="rId11"/>
            </p:custDataLst>
          </p:nvPr>
        </p:nvSpPr>
        <p:spPr>
          <a:xfrm>
            <a:off x="1015999" y="5689598"/>
            <a:ext cx="3314700" cy="355601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17000"/>
              </a:lnSpc>
              <a:buNone/>
              <a:defRPr sz="2000" b="0">
                <a:solidFill>
                  <a:srgbClr val="FFFFFF"/>
                </a:solidFill>
                <a:latin typeface="+mn-ea"/>
                <a:ea typeface="+mn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/>
              <a:t>BY WPS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节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C:/Users/win10/AppData/Local/Temp/figmazip/slide_5149cc74b0c3b0e7\datas\氛围图-6197&amp;75060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8" name="图片 7" descr="C:/Users/win10/AppData/Local/Temp/figmazip/slide_5149cc74b0c3b0e7\datas\@png2x_装饰-11011&amp;67785.png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 r:link="rId4"/>
          <a:stretch>
            <a:fillRect/>
          </a:stretch>
        </p:blipFill>
        <p:spPr>
          <a:xfrm>
            <a:off x="2501265" y="0"/>
            <a:ext cx="7187565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任意多边形 10"/>
          <p:cNvSpPr/>
          <p:nvPr userDrawn="1">
            <p:custDataLst>
              <p:tags r:id="rId9"/>
            </p:custDataLst>
          </p:nvPr>
        </p:nvSpPr>
        <p:spPr>
          <a:xfrm>
            <a:off x="7378952" y="5057775"/>
            <a:ext cx="2483485" cy="441325"/>
          </a:xfrm>
          <a:custGeom>
            <a:avLst/>
            <a:gdLst>
              <a:gd name="connisteX0" fmla="*/ 1186552 w 2483739"/>
              <a:gd name="connsiteY0" fmla="*/ 211308 h 441664"/>
              <a:gd name="connisteX1" fmla="*/ 1785247 w 2483739"/>
              <a:gd name="connsiteY1" fmla="*/ 211308 h 441664"/>
              <a:gd name="connisteX2" fmla="*/ 1900424 w 2483739"/>
              <a:gd name="connsiteY2" fmla="*/ 326486 h 441664"/>
              <a:gd name="connisteX3" fmla="*/ 1785247 w 2483739"/>
              <a:gd name="connsiteY3" fmla="*/ 441664 h 441664"/>
              <a:gd name="connisteX4" fmla="*/ 9528 w 2483739"/>
              <a:gd name="connsiteY4" fmla="*/ 441664 h 441664"/>
              <a:gd name="connisteX5" fmla="*/ 0 w 2483739"/>
              <a:gd name="connsiteY5" fmla="*/ 432136 h 441664"/>
              <a:gd name="connisteX6" fmla="*/ 9528 w 2483739"/>
              <a:gd name="connsiteY6" fmla="*/ 422608 h 441664"/>
              <a:gd name="connisteX7" fmla="*/ 1539291 w 2483739"/>
              <a:gd name="connsiteY7" fmla="*/ 422608 h 441664"/>
              <a:gd name="connisteX8" fmla="*/ 1635413 w 2483739"/>
              <a:gd name="connsiteY8" fmla="*/ 326486 h 441664"/>
              <a:gd name="connisteX9" fmla="*/ 1539291 w 2483739"/>
              <a:gd name="connsiteY9" fmla="*/ 230355 h 441664"/>
              <a:gd name="connisteX10" fmla="*/ 940588 w 2483739"/>
              <a:gd name="connsiteY10" fmla="*/ 230355 h 441664"/>
              <a:gd name="connisteX11" fmla="*/ 825410 w 2483739"/>
              <a:gd name="connsiteY11" fmla="*/ 115177 h 441664"/>
              <a:gd name="connisteX12" fmla="*/ 940588 w 2483739"/>
              <a:gd name="connsiteY12" fmla="*/ 0 h 441664"/>
              <a:gd name="connisteX13" fmla="*/ 2474210 w 2483739"/>
              <a:gd name="connsiteY13" fmla="*/ 0 h 441664"/>
              <a:gd name="connisteX14" fmla="*/ 2483739 w 2483739"/>
              <a:gd name="connsiteY14" fmla="*/ 9528 h 441664"/>
              <a:gd name="connisteX15" fmla="*/ 2474210 w 2483739"/>
              <a:gd name="connsiteY15" fmla="*/ 19046 h 441664"/>
              <a:gd name="connisteX16" fmla="*/ 1186552 w 2483739"/>
              <a:gd name="connsiteY16" fmla="*/ 19046 h 441664"/>
              <a:gd name="connisteX17" fmla="*/ 1090422 w 2483739"/>
              <a:gd name="connsiteY17" fmla="*/ 115177 h 441664"/>
              <a:gd name="connisteX18" fmla="*/ 1186552 w 2483739"/>
              <a:gd name="connsiteY18" fmla="*/ 211308 h 441664"/>
              <a:gd name="connisteX19" fmla="*/ 844457 w 2483739"/>
              <a:gd name="connsiteY19" fmla="*/ 115177 h 441664"/>
              <a:gd name="connisteX20" fmla="*/ 940588 w 2483739"/>
              <a:gd name="connsiteY20" fmla="*/ 19046 h 441664"/>
              <a:gd name="connisteX21" fmla="*/ 1123084 w 2483739"/>
              <a:gd name="connsiteY21" fmla="*/ 19046 h 441664"/>
              <a:gd name="connisteX22" fmla="*/ 1071375 w 2483739"/>
              <a:gd name="connsiteY22" fmla="*/ 115177 h 441664"/>
              <a:gd name="connisteX23" fmla="*/ 1123084 w 2483739"/>
              <a:gd name="connsiteY23" fmla="*/ 211308 h 441664"/>
              <a:gd name="connisteX24" fmla="*/ 940588 w 2483739"/>
              <a:gd name="connsiteY24" fmla="*/ 211308 h 441664"/>
              <a:gd name="connisteX25" fmla="*/ 844457 w 2483739"/>
              <a:gd name="connsiteY25" fmla="*/ 115177 h 441664"/>
              <a:gd name="connisteX26" fmla="*/ 1602751 w 2483739"/>
              <a:gd name="connsiteY26" fmla="*/ 230355 h 441664"/>
              <a:gd name="connisteX27" fmla="*/ 1654469 w 2483739"/>
              <a:gd name="connsiteY27" fmla="*/ 326486 h 441664"/>
              <a:gd name="connisteX28" fmla="*/ 1602751 w 2483739"/>
              <a:gd name="connsiteY28" fmla="*/ 422608 h 441664"/>
              <a:gd name="connisteX29" fmla="*/ 1785247 w 2483739"/>
              <a:gd name="connsiteY29" fmla="*/ 422608 h 441664"/>
              <a:gd name="connisteX30" fmla="*/ 1881378 w 2483739"/>
              <a:gd name="connsiteY30" fmla="*/ 326486 h 441664"/>
              <a:gd name="connisteX31" fmla="*/ 1785247 w 2483739"/>
              <a:gd name="connsiteY31" fmla="*/ 230355 h 441664"/>
              <a:gd name="connisteX32" fmla="*/ 1602751 w 2483739"/>
              <a:gd name="connsiteY32" fmla="*/ 230355 h 4416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  <a:cxn ang="0">
                <a:pos x="connisteX32" y="connsiteY32"/>
              </a:cxn>
            </a:cxnLst>
            <a:pathLst>
              <a:path w="2483739" h="441664">
                <a:moveTo>
                  <a:pt x="1186553" y="211309"/>
                </a:moveTo>
                <a:lnTo>
                  <a:pt x="1785247" y="211309"/>
                </a:lnTo>
                <a:cubicBezTo>
                  <a:pt x="1848862" y="211309"/>
                  <a:pt x="1900425" y="262872"/>
                  <a:pt x="1900425" y="326487"/>
                </a:cubicBezTo>
                <a:cubicBezTo>
                  <a:pt x="1900425" y="390092"/>
                  <a:pt x="1848862" y="441664"/>
                  <a:pt x="1785247" y="441664"/>
                </a:cubicBezTo>
                <a:lnTo>
                  <a:pt x="9528" y="441664"/>
                </a:lnTo>
                <a:cubicBezTo>
                  <a:pt x="4261" y="441664"/>
                  <a:pt x="0" y="437394"/>
                  <a:pt x="0" y="432136"/>
                </a:cubicBezTo>
                <a:cubicBezTo>
                  <a:pt x="0" y="426878"/>
                  <a:pt x="4261" y="422608"/>
                  <a:pt x="9528" y="422608"/>
                </a:cubicBezTo>
                <a:lnTo>
                  <a:pt x="1539292" y="422608"/>
                </a:lnTo>
                <a:cubicBezTo>
                  <a:pt x="1592373" y="422608"/>
                  <a:pt x="1635414" y="379577"/>
                  <a:pt x="1635414" y="326487"/>
                </a:cubicBezTo>
                <a:cubicBezTo>
                  <a:pt x="1635414" y="273396"/>
                  <a:pt x="1592373" y="230356"/>
                  <a:pt x="1539292" y="230356"/>
                </a:cubicBezTo>
                <a:lnTo>
                  <a:pt x="940588" y="230356"/>
                </a:lnTo>
                <a:cubicBezTo>
                  <a:pt x="876974" y="230356"/>
                  <a:pt x="825411" y="178793"/>
                  <a:pt x="825411" y="115178"/>
                </a:cubicBezTo>
                <a:cubicBezTo>
                  <a:pt x="825411" y="51563"/>
                  <a:pt x="876974" y="0"/>
                  <a:pt x="940588" y="0"/>
                </a:cubicBezTo>
                <a:lnTo>
                  <a:pt x="2474211" y="0"/>
                </a:lnTo>
                <a:cubicBezTo>
                  <a:pt x="2479469" y="0"/>
                  <a:pt x="2483739" y="4261"/>
                  <a:pt x="2483739" y="9528"/>
                </a:cubicBezTo>
                <a:cubicBezTo>
                  <a:pt x="2483739" y="14786"/>
                  <a:pt x="2479469" y="19047"/>
                  <a:pt x="2474211" y="19047"/>
                </a:cubicBezTo>
                <a:lnTo>
                  <a:pt x="1186553" y="19047"/>
                </a:lnTo>
                <a:cubicBezTo>
                  <a:pt x="1133463" y="19047"/>
                  <a:pt x="1090422" y="62088"/>
                  <a:pt x="1090422" y="115178"/>
                </a:cubicBezTo>
                <a:cubicBezTo>
                  <a:pt x="1090422" y="168268"/>
                  <a:pt x="1133463" y="211309"/>
                  <a:pt x="1186553" y="211309"/>
                </a:cubicBezTo>
                <a:moveTo>
                  <a:pt x="844458" y="115178"/>
                </a:moveTo>
                <a:cubicBezTo>
                  <a:pt x="844458" y="62088"/>
                  <a:pt x="887498" y="19047"/>
                  <a:pt x="940588" y="19047"/>
                </a:cubicBezTo>
                <a:lnTo>
                  <a:pt x="1123084" y="19047"/>
                </a:lnTo>
                <a:cubicBezTo>
                  <a:pt x="1091931" y="39667"/>
                  <a:pt x="1071375" y="75017"/>
                  <a:pt x="1071375" y="115178"/>
                </a:cubicBezTo>
                <a:cubicBezTo>
                  <a:pt x="1071375" y="155338"/>
                  <a:pt x="1091931" y="190689"/>
                  <a:pt x="1123084" y="211309"/>
                </a:cubicBezTo>
                <a:lnTo>
                  <a:pt x="940588" y="211309"/>
                </a:lnTo>
                <a:cubicBezTo>
                  <a:pt x="887498" y="211309"/>
                  <a:pt x="844458" y="168268"/>
                  <a:pt x="844458" y="115178"/>
                </a:cubicBezTo>
                <a:moveTo>
                  <a:pt x="1602751" y="230356"/>
                </a:moveTo>
                <a:cubicBezTo>
                  <a:pt x="1633914" y="250966"/>
                  <a:pt x="1654470" y="286326"/>
                  <a:pt x="1654470" y="326487"/>
                </a:cubicBezTo>
                <a:cubicBezTo>
                  <a:pt x="1654470" y="366638"/>
                  <a:pt x="1633914" y="401998"/>
                  <a:pt x="1602751" y="422608"/>
                </a:cubicBezTo>
                <a:lnTo>
                  <a:pt x="1785247" y="422608"/>
                </a:lnTo>
                <a:cubicBezTo>
                  <a:pt x="1838337" y="422608"/>
                  <a:pt x="1881378" y="379577"/>
                  <a:pt x="1881378" y="326487"/>
                </a:cubicBezTo>
                <a:cubicBezTo>
                  <a:pt x="1881378" y="273396"/>
                  <a:pt x="1838337" y="230356"/>
                  <a:pt x="1785247" y="230356"/>
                </a:cubicBezTo>
                <a:lnTo>
                  <a:pt x="1602751" y="230356"/>
                </a:lnTo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4"/>
              </a:gs>
            </a:gsLst>
            <a:lin ang="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 userDrawn="1">
            <p:custDataLst>
              <p:tags r:id="rId10"/>
            </p:custDataLst>
          </p:nvPr>
        </p:nvSpPr>
        <p:spPr>
          <a:xfrm>
            <a:off x="1985418" y="1943630"/>
            <a:ext cx="2950845" cy="441960"/>
          </a:xfrm>
          <a:custGeom>
            <a:avLst/>
            <a:gdLst>
              <a:gd name="connisteX0" fmla="*/ 1797152 w 2950695"/>
              <a:gd name="connsiteY0" fmla="*/ 211308 h 441664"/>
              <a:gd name="connisteX1" fmla="*/ 563453 w 2950695"/>
              <a:gd name="connsiteY1" fmla="*/ 211308 h 441664"/>
              <a:gd name="connisteX2" fmla="*/ 448275 w 2950695"/>
              <a:gd name="connsiteY2" fmla="*/ 326486 h 441664"/>
              <a:gd name="connisteX3" fmla="*/ 563453 w 2950695"/>
              <a:gd name="connsiteY3" fmla="*/ 441664 h 441664"/>
              <a:gd name="connisteX4" fmla="*/ 2941167 w 2950695"/>
              <a:gd name="connsiteY4" fmla="*/ 441664 h 441664"/>
              <a:gd name="connisteX5" fmla="*/ 2950695 w 2950695"/>
              <a:gd name="connsiteY5" fmla="*/ 432136 h 441664"/>
              <a:gd name="connisteX6" fmla="*/ 2941167 w 2950695"/>
              <a:gd name="connsiteY6" fmla="*/ 422608 h 441664"/>
              <a:gd name="connisteX7" fmla="*/ 1435077 w 2950695"/>
              <a:gd name="connsiteY7" fmla="*/ 422608 h 441664"/>
              <a:gd name="connisteX8" fmla="*/ 1338946 w 2950695"/>
              <a:gd name="connsiteY8" fmla="*/ 326486 h 441664"/>
              <a:gd name="connisteX9" fmla="*/ 1435077 w 2950695"/>
              <a:gd name="connsiteY9" fmla="*/ 230355 h 441664"/>
              <a:gd name="connisteX10" fmla="*/ 2033781 w 2950695"/>
              <a:gd name="connsiteY10" fmla="*/ 230355 h 441664"/>
              <a:gd name="connisteX11" fmla="*/ 2148958 w 2950695"/>
              <a:gd name="connsiteY11" fmla="*/ 115177 h 441664"/>
              <a:gd name="connisteX12" fmla="*/ 2033781 w 2950695"/>
              <a:gd name="connsiteY12" fmla="*/ 0 h 441664"/>
              <a:gd name="connisteX13" fmla="*/ 9528 w 2950695"/>
              <a:gd name="connsiteY13" fmla="*/ 0 h 441664"/>
              <a:gd name="connisteX14" fmla="*/ 0 w 2950695"/>
              <a:gd name="connsiteY14" fmla="*/ 9528 h 441664"/>
              <a:gd name="connisteX15" fmla="*/ 9528 w 2950695"/>
              <a:gd name="connsiteY15" fmla="*/ 19046 h 441664"/>
              <a:gd name="connisteX16" fmla="*/ 1797152 w 2950695"/>
              <a:gd name="connsiteY16" fmla="*/ 19046 h 441664"/>
              <a:gd name="connisteX17" fmla="*/ 1893274 w 2950695"/>
              <a:gd name="connsiteY17" fmla="*/ 115177 h 441664"/>
              <a:gd name="connisteX18" fmla="*/ 1797152 w 2950695"/>
              <a:gd name="connsiteY18" fmla="*/ 211308 h 441664"/>
              <a:gd name="connisteX19" fmla="*/ 2129902 w 2950695"/>
              <a:gd name="connsiteY19" fmla="*/ 115177 h 441664"/>
              <a:gd name="connisteX20" fmla="*/ 2033781 w 2950695"/>
              <a:gd name="connsiteY20" fmla="*/ 19046 h 441664"/>
              <a:gd name="connisteX21" fmla="*/ 1860630 w 2950695"/>
              <a:gd name="connsiteY21" fmla="*/ 19046 h 441664"/>
              <a:gd name="connisteX22" fmla="*/ 1912330 w 2950695"/>
              <a:gd name="connsiteY22" fmla="*/ 115177 h 441664"/>
              <a:gd name="connisteX23" fmla="*/ 1860630 w 2950695"/>
              <a:gd name="connsiteY23" fmla="*/ 211308 h 441664"/>
              <a:gd name="connisteX24" fmla="*/ 2033781 w 2950695"/>
              <a:gd name="connsiteY24" fmla="*/ 211308 h 441664"/>
              <a:gd name="connisteX25" fmla="*/ 2129902 w 2950695"/>
              <a:gd name="connsiteY25" fmla="*/ 115177 h 441664"/>
              <a:gd name="connisteX26" fmla="*/ 1371600 w 2950695"/>
              <a:gd name="connsiteY26" fmla="*/ 230355 h 441664"/>
              <a:gd name="connisteX27" fmla="*/ 1319899 w 2950695"/>
              <a:gd name="connsiteY27" fmla="*/ 326486 h 441664"/>
              <a:gd name="connisteX28" fmla="*/ 1371600 w 2950695"/>
              <a:gd name="connsiteY28" fmla="*/ 422608 h 441664"/>
              <a:gd name="connisteX29" fmla="*/ 563453 w 2950695"/>
              <a:gd name="connsiteY29" fmla="*/ 422608 h 441664"/>
              <a:gd name="connisteX30" fmla="*/ 467331 w 2950695"/>
              <a:gd name="connsiteY30" fmla="*/ 326486 h 441664"/>
              <a:gd name="connisteX31" fmla="*/ 563453 w 2950695"/>
              <a:gd name="connsiteY31" fmla="*/ 230355 h 441664"/>
              <a:gd name="connisteX32" fmla="*/ 1371600 w 2950695"/>
              <a:gd name="connsiteY32" fmla="*/ 230355 h 4416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  <a:cxn ang="0">
                <a:pos x="connisteX32" y="connsiteY32"/>
              </a:cxn>
            </a:cxnLst>
            <a:pathLst>
              <a:path w="2950696" h="441664">
                <a:moveTo>
                  <a:pt x="1797153" y="211309"/>
                </a:moveTo>
                <a:lnTo>
                  <a:pt x="563453" y="211309"/>
                </a:lnTo>
                <a:cubicBezTo>
                  <a:pt x="499848" y="211309"/>
                  <a:pt x="448275" y="262872"/>
                  <a:pt x="448275" y="326487"/>
                </a:cubicBezTo>
                <a:cubicBezTo>
                  <a:pt x="448275" y="390092"/>
                  <a:pt x="499848" y="441664"/>
                  <a:pt x="563453" y="441664"/>
                </a:cubicBezTo>
                <a:lnTo>
                  <a:pt x="2941168" y="441664"/>
                </a:lnTo>
                <a:cubicBezTo>
                  <a:pt x="2946435" y="441664"/>
                  <a:pt x="2950696" y="437394"/>
                  <a:pt x="2950696" y="432136"/>
                </a:cubicBezTo>
                <a:cubicBezTo>
                  <a:pt x="2950696" y="426878"/>
                  <a:pt x="2946435" y="422608"/>
                  <a:pt x="2941168" y="422608"/>
                </a:cubicBezTo>
                <a:lnTo>
                  <a:pt x="1435078" y="422608"/>
                </a:lnTo>
                <a:cubicBezTo>
                  <a:pt x="1381988" y="422608"/>
                  <a:pt x="1338947" y="379577"/>
                  <a:pt x="1338947" y="326487"/>
                </a:cubicBezTo>
                <a:cubicBezTo>
                  <a:pt x="1338947" y="273396"/>
                  <a:pt x="1381988" y="230356"/>
                  <a:pt x="1435078" y="230356"/>
                </a:cubicBezTo>
                <a:lnTo>
                  <a:pt x="2033781" y="230356"/>
                </a:lnTo>
                <a:cubicBezTo>
                  <a:pt x="2097378" y="230356"/>
                  <a:pt x="2148959" y="178793"/>
                  <a:pt x="2148959" y="115178"/>
                </a:cubicBezTo>
                <a:cubicBezTo>
                  <a:pt x="2148959" y="51563"/>
                  <a:pt x="2097378" y="0"/>
                  <a:pt x="2033781" y="0"/>
                </a:cubicBezTo>
                <a:lnTo>
                  <a:pt x="9528" y="0"/>
                </a:lnTo>
                <a:cubicBezTo>
                  <a:pt x="4261" y="0"/>
                  <a:pt x="0" y="4261"/>
                  <a:pt x="0" y="9528"/>
                </a:cubicBezTo>
                <a:cubicBezTo>
                  <a:pt x="0" y="14786"/>
                  <a:pt x="4261" y="19047"/>
                  <a:pt x="9528" y="19047"/>
                </a:cubicBezTo>
                <a:lnTo>
                  <a:pt x="1797153" y="19047"/>
                </a:lnTo>
                <a:cubicBezTo>
                  <a:pt x="1850252" y="19047"/>
                  <a:pt x="1893274" y="62088"/>
                  <a:pt x="1893274" y="115178"/>
                </a:cubicBezTo>
                <a:cubicBezTo>
                  <a:pt x="1893274" y="168268"/>
                  <a:pt x="1850252" y="211309"/>
                  <a:pt x="1797153" y="211309"/>
                </a:cubicBezTo>
                <a:moveTo>
                  <a:pt x="2129903" y="115178"/>
                </a:moveTo>
                <a:cubicBezTo>
                  <a:pt x="2129903" y="62088"/>
                  <a:pt x="2086862" y="19047"/>
                  <a:pt x="2033781" y="19047"/>
                </a:cubicBezTo>
                <a:lnTo>
                  <a:pt x="1860630" y="19047"/>
                </a:lnTo>
                <a:cubicBezTo>
                  <a:pt x="1891784" y="39667"/>
                  <a:pt x="1912330" y="75017"/>
                  <a:pt x="1912330" y="115178"/>
                </a:cubicBezTo>
                <a:cubicBezTo>
                  <a:pt x="1912330" y="155338"/>
                  <a:pt x="1891784" y="190689"/>
                  <a:pt x="1860630" y="211309"/>
                </a:cubicBezTo>
                <a:lnTo>
                  <a:pt x="2033781" y="211309"/>
                </a:lnTo>
                <a:cubicBezTo>
                  <a:pt x="2086862" y="211309"/>
                  <a:pt x="2129903" y="168268"/>
                  <a:pt x="2129903" y="115178"/>
                </a:cubicBezTo>
                <a:moveTo>
                  <a:pt x="1371600" y="230356"/>
                </a:moveTo>
                <a:cubicBezTo>
                  <a:pt x="1340446" y="250966"/>
                  <a:pt x="1319900" y="286326"/>
                  <a:pt x="1319900" y="326487"/>
                </a:cubicBezTo>
                <a:cubicBezTo>
                  <a:pt x="1319900" y="366638"/>
                  <a:pt x="1340446" y="401998"/>
                  <a:pt x="1371600" y="422608"/>
                </a:cubicBezTo>
                <a:lnTo>
                  <a:pt x="563453" y="422608"/>
                </a:lnTo>
                <a:cubicBezTo>
                  <a:pt x="510363" y="422608"/>
                  <a:pt x="467332" y="379577"/>
                  <a:pt x="467332" y="326487"/>
                </a:cubicBezTo>
                <a:cubicBezTo>
                  <a:pt x="467332" y="273396"/>
                  <a:pt x="510363" y="230356"/>
                  <a:pt x="563453" y="230356"/>
                </a:cubicBezTo>
                <a:lnTo>
                  <a:pt x="1371600" y="230356"/>
                </a:lnTo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4"/>
              </a:gs>
            </a:gsLst>
            <a:lin ang="1080000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3" hasCustomPrompt="1"/>
            <p:custDataLst>
              <p:tags r:id="rId12"/>
            </p:custDataLst>
          </p:nvPr>
        </p:nvSpPr>
        <p:spPr>
          <a:xfrm>
            <a:off x="5333999" y="1826258"/>
            <a:ext cx="1524003" cy="1549396"/>
          </a:xfrm>
          <a:noFill/>
        </p:spPr>
        <p:txBody>
          <a:bodyPr lIns="0" tIns="0" rIns="0" bIns="0" anchor="t">
            <a:noAutofit/>
          </a:bodyPr>
          <a:lstStyle>
            <a:lvl1pPr algn="ctr">
              <a:lnSpc>
                <a:spcPct val="109000"/>
              </a:lnSpc>
              <a:buNone/>
              <a:defRPr sz="9600" b="0">
                <a:solidFill>
                  <a:schemeClr val="accent2"/>
                </a:solidFill>
                <a:latin typeface="+mj-ea"/>
                <a:ea typeface="+mj-ea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zh-CN" altLang="en-US" smtClean="0"/>
              <a:t>壹</a:t>
            </a:r>
            <a:endParaRPr lang="zh-CN" altLang="en-US" smtClean="0"/>
          </a:p>
        </p:txBody>
      </p:sp>
      <p:sp>
        <p:nvSpPr>
          <p:cNvPr id="10" name="标题 9"/>
          <p:cNvSpPr>
            <a:spLocks noGrp="1"/>
          </p:cNvSpPr>
          <p:nvPr>
            <p:ph type="ctrTitle" idx="14" hasCustomPrompt="1"/>
            <p:custDataLst>
              <p:tags r:id="rId13"/>
            </p:custDataLst>
          </p:nvPr>
        </p:nvSpPr>
        <p:spPr>
          <a:xfrm>
            <a:off x="2097405" y="3632200"/>
            <a:ext cx="7997190" cy="1117600"/>
          </a:xfrm>
          <a:noFill/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8000"/>
              </a:lnSpc>
              <a:buNone/>
              <a:defRPr sz="4000" b="0" u="none" strike="noStrike" kern="1200" cap="none" spc="0" normalizeH="0">
                <a:solidFill>
                  <a:srgbClr val="FFFFFF"/>
                </a:solidFill>
                <a:uFillTx/>
                <a:latin typeface="汉仪书宋二简" panose="02010600000101010101" charset="-122"/>
                <a:ea typeface="+mn-ea"/>
              </a:defRPr>
            </a:lvl1pPr>
          </a:lstStyle>
          <a:p>
            <a:r>
              <a:rPr lang="zh-CN" altLang="en-US" smtClean="0"/>
              <a:t>章节页的标题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bg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C:/Users/win10/AppData/Local/Temp/figmazip/slide_a3ac8050221bf83c\datas\氛围图-6197&amp;75043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副标题 7"/>
          <p:cNvSpPr>
            <a:spLocks noGrp="1"/>
          </p:cNvSpPr>
          <p:nvPr>
            <p:ph type="subTitle" idx="13" hasCustomPrompt="1"/>
            <p:custDataLst>
              <p:tags r:id="rId8"/>
            </p:custDataLst>
          </p:nvPr>
        </p:nvSpPr>
        <p:spPr>
          <a:xfrm>
            <a:off x="3327401" y="2665092"/>
            <a:ext cx="5524503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ctr">
              <a:lnSpc>
                <a:spcPct val="125000"/>
              </a:lnSpc>
              <a:buNone/>
              <a:defRPr sz="2400" b="0">
                <a:solidFill>
                  <a:schemeClr val="accent2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THE END</a:t>
            </a:r>
            <a:endParaRPr lang="zh-CN" altLang="en-US" smtClean="0"/>
          </a:p>
        </p:txBody>
      </p:sp>
      <p:sp>
        <p:nvSpPr>
          <p:cNvPr id="9" name="标题 8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3263896" y="3215637"/>
            <a:ext cx="5651504" cy="1015999"/>
          </a:xfrm>
          <a:noFill/>
        </p:spPr>
        <p:txBody>
          <a:bodyPr lIns="0" tIns="0" rIns="0" bIns="0" anchor="t">
            <a:noAutofit/>
          </a:bodyPr>
          <a:lstStyle>
            <a:lvl1pPr algn="ctr">
              <a:lnSpc>
                <a:spcPct val="104000"/>
              </a:lnSpc>
              <a:buNone/>
              <a:defRPr sz="6400" b="0">
                <a:solidFill>
                  <a:schemeClr val="accent2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/>
              <a:t>谢谢观看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页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C:/Users/win10/AppData/Local/Temp/figmazip/slide_e3d0259fee67749a\datas\装饰-11011&amp;68564.png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6" name="图片 5" descr="C:/Users/win10/AppData/Local/Temp/figmazip/slide_e3d0259fee67749a\datas\氛围图-11011&amp;68565.png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 r:link="rId4"/>
          <a:stretch>
            <a:fillRect/>
          </a:stretch>
        </p:blipFill>
        <p:spPr>
          <a:xfrm>
            <a:off x="0" y="0"/>
            <a:ext cx="3581400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任意多边形 8"/>
          <p:cNvSpPr/>
          <p:nvPr userDrawn="1">
            <p:custDataLst>
              <p:tags r:id="rId9"/>
            </p:custDataLst>
          </p:nvPr>
        </p:nvSpPr>
        <p:spPr>
          <a:xfrm>
            <a:off x="0" y="5880634"/>
            <a:ext cx="2383155" cy="441960"/>
          </a:xfrm>
          <a:custGeom>
            <a:avLst/>
            <a:gdLst>
              <a:gd name="connisteX0" fmla="*/ 0 w 2383429"/>
              <a:gd name="connsiteY0" fmla="*/ 441664 h 441664"/>
              <a:gd name="connisteX1" fmla="*/ 0 w 2383429"/>
              <a:gd name="connsiteY1" fmla="*/ 422608 h 441664"/>
              <a:gd name="connisteX2" fmla="*/ 948351 w 2383429"/>
              <a:gd name="connsiteY2" fmla="*/ 422608 h 441664"/>
              <a:gd name="connisteX3" fmla="*/ 1044482 w 2383429"/>
              <a:gd name="connsiteY3" fmla="*/ 326486 h 441664"/>
              <a:gd name="connisteX4" fmla="*/ 948351 w 2383429"/>
              <a:gd name="connsiteY4" fmla="*/ 230355 h 441664"/>
              <a:gd name="connisteX5" fmla="*/ 349657 w 2383429"/>
              <a:gd name="connsiteY5" fmla="*/ 230355 h 441664"/>
              <a:gd name="connisteX6" fmla="*/ 234479 w 2383429"/>
              <a:gd name="connsiteY6" fmla="*/ 115177 h 441664"/>
              <a:gd name="connisteX7" fmla="*/ 349657 w 2383429"/>
              <a:gd name="connsiteY7" fmla="*/ 0 h 441664"/>
              <a:gd name="connisteX8" fmla="*/ 2373892 w 2383429"/>
              <a:gd name="connsiteY8" fmla="*/ 0 h 441664"/>
              <a:gd name="connisteX9" fmla="*/ 2383420 w 2383429"/>
              <a:gd name="connsiteY9" fmla="*/ 9528 h 441664"/>
              <a:gd name="connisteX10" fmla="*/ 2373892 w 2383429"/>
              <a:gd name="connsiteY10" fmla="*/ 19046 h 441664"/>
              <a:gd name="connisteX11" fmla="*/ 586267 w 2383429"/>
              <a:gd name="connsiteY11" fmla="*/ 19046 h 441664"/>
              <a:gd name="connisteX12" fmla="*/ 490145 w 2383429"/>
              <a:gd name="connsiteY12" fmla="*/ 115177 h 441664"/>
              <a:gd name="connisteX13" fmla="*/ 586267 w 2383429"/>
              <a:gd name="connsiteY13" fmla="*/ 211308 h 441664"/>
              <a:gd name="connisteX14" fmla="*/ 1819976 w 2383429"/>
              <a:gd name="connsiteY14" fmla="*/ 211308 h 441664"/>
              <a:gd name="connisteX15" fmla="*/ 1935153 w 2383429"/>
              <a:gd name="connsiteY15" fmla="*/ 326486 h 441664"/>
              <a:gd name="connisteX16" fmla="*/ 1819976 w 2383429"/>
              <a:gd name="connsiteY16" fmla="*/ 441664 h 441664"/>
              <a:gd name="connisteX17" fmla="*/ 0 w 2383429"/>
              <a:gd name="connsiteY17" fmla="*/ 441664 h 441664"/>
              <a:gd name="connisteX18" fmla="*/ 349657 w 2383429"/>
              <a:gd name="connsiteY18" fmla="*/ 19046 h 441664"/>
              <a:gd name="connisteX19" fmla="*/ 253526 w 2383429"/>
              <a:gd name="connsiteY19" fmla="*/ 115177 h 441664"/>
              <a:gd name="connisteX20" fmla="*/ 349657 w 2383429"/>
              <a:gd name="connsiteY20" fmla="*/ 211308 h 441664"/>
              <a:gd name="connisteX21" fmla="*/ 522799 w 2383429"/>
              <a:gd name="connsiteY21" fmla="*/ 211308 h 441664"/>
              <a:gd name="connisteX22" fmla="*/ 471089 w 2383429"/>
              <a:gd name="connsiteY22" fmla="*/ 115177 h 441664"/>
              <a:gd name="connisteX23" fmla="*/ 522799 w 2383429"/>
              <a:gd name="connsiteY23" fmla="*/ 19046 h 441664"/>
              <a:gd name="connisteX24" fmla="*/ 349657 w 2383429"/>
              <a:gd name="connsiteY24" fmla="*/ 19046 h 441664"/>
              <a:gd name="connisteX25" fmla="*/ 1063529 w 2383429"/>
              <a:gd name="connsiteY25" fmla="*/ 326486 h 441664"/>
              <a:gd name="connisteX26" fmla="*/ 1011820 w 2383429"/>
              <a:gd name="connsiteY26" fmla="*/ 230355 h 441664"/>
              <a:gd name="connisteX27" fmla="*/ 1819976 w 2383429"/>
              <a:gd name="connsiteY27" fmla="*/ 230355 h 441664"/>
              <a:gd name="connisteX28" fmla="*/ 1916097 w 2383429"/>
              <a:gd name="connsiteY28" fmla="*/ 326486 h 441664"/>
              <a:gd name="connisteX29" fmla="*/ 1819976 w 2383429"/>
              <a:gd name="connsiteY29" fmla="*/ 422608 h 441664"/>
              <a:gd name="connisteX30" fmla="*/ 1011820 w 2383429"/>
              <a:gd name="connsiteY30" fmla="*/ 422608 h 441664"/>
              <a:gd name="connisteX31" fmla="*/ 1063529 w 2383429"/>
              <a:gd name="connsiteY31" fmla="*/ 326486 h 44166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  <a:cxn ang="0">
                <a:pos x="connisteX10" y="connsiteY10"/>
              </a:cxn>
              <a:cxn ang="0">
                <a:pos x="connisteX11" y="connsiteY11"/>
              </a:cxn>
              <a:cxn ang="0">
                <a:pos x="connisteX12" y="connsiteY12"/>
              </a:cxn>
              <a:cxn ang="0">
                <a:pos x="connisteX13" y="connsiteY13"/>
              </a:cxn>
              <a:cxn ang="0">
                <a:pos x="connisteX14" y="connsiteY14"/>
              </a:cxn>
              <a:cxn ang="0">
                <a:pos x="connisteX15" y="connsiteY15"/>
              </a:cxn>
              <a:cxn ang="0">
                <a:pos x="connisteX16" y="connsiteY16"/>
              </a:cxn>
              <a:cxn ang="0">
                <a:pos x="connisteX17" y="connsiteY17"/>
              </a:cxn>
              <a:cxn ang="0">
                <a:pos x="connisteX18" y="connsiteY18"/>
              </a:cxn>
              <a:cxn ang="0">
                <a:pos x="connisteX19" y="connsiteY19"/>
              </a:cxn>
              <a:cxn ang="0">
                <a:pos x="connisteX20" y="connsiteY20"/>
              </a:cxn>
              <a:cxn ang="0">
                <a:pos x="connisteX21" y="connsiteY21"/>
              </a:cxn>
              <a:cxn ang="0">
                <a:pos x="connisteX22" y="connsiteY22"/>
              </a:cxn>
              <a:cxn ang="0">
                <a:pos x="connisteX23" y="connsiteY23"/>
              </a:cxn>
              <a:cxn ang="0">
                <a:pos x="connisteX24" y="connsiteY24"/>
              </a:cxn>
              <a:cxn ang="0">
                <a:pos x="connisteX25" y="connsiteY25"/>
              </a:cxn>
              <a:cxn ang="0">
                <a:pos x="connisteX26" y="connsiteY26"/>
              </a:cxn>
              <a:cxn ang="0">
                <a:pos x="connisteX27" y="connsiteY27"/>
              </a:cxn>
              <a:cxn ang="0">
                <a:pos x="connisteX28" y="connsiteY28"/>
              </a:cxn>
              <a:cxn ang="0">
                <a:pos x="connisteX29" y="connsiteY29"/>
              </a:cxn>
              <a:cxn ang="0">
                <a:pos x="connisteX30" y="connsiteY30"/>
              </a:cxn>
              <a:cxn ang="0">
                <a:pos x="connisteX31" y="connsiteY31"/>
              </a:cxn>
            </a:cxnLst>
            <a:pathLst>
              <a:path w="2383429" h="441664">
                <a:moveTo>
                  <a:pt x="0" y="441664"/>
                </a:moveTo>
                <a:lnTo>
                  <a:pt x="0" y="422608"/>
                </a:lnTo>
                <a:lnTo>
                  <a:pt x="948352" y="422608"/>
                </a:lnTo>
                <a:cubicBezTo>
                  <a:pt x="1001442" y="422608"/>
                  <a:pt x="1044483" y="379577"/>
                  <a:pt x="1044483" y="326487"/>
                </a:cubicBezTo>
                <a:cubicBezTo>
                  <a:pt x="1044483" y="273396"/>
                  <a:pt x="1001442" y="230356"/>
                  <a:pt x="948352" y="230356"/>
                </a:cubicBezTo>
                <a:lnTo>
                  <a:pt x="349657" y="230356"/>
                </a:lnTo>
                <a:cubicBezTo>
                  <a:pt x="286043" y="230356"/>
                  <a:pt x="234480" y="178793"/>
                  <a:pt x="234480" y="115178"/>
                </a:cubicBezTo>
                <a:cubicBezTo>
                  <a:pt x="234480" y="51563"/>
                  <a:pt x="286043" y="0"/>
                  <a:pt x="349657" y="0"/>
                </a:cubicBezTo>
                <a:lnTo>
                  <a:pt x="2373892" y="0"/>
                </a:lnTo>
                <a:cubicBezTo>
                  <a:pt x="2379168" y="0"/>
                  <a:pt x="2383420" y="4261"/>
                  <a:pt x="2383420" y="9528"/>
                </a:cubicBezTo>
                <a:cubicBezTo>
                  <a:pt x="2383420" y="14786"/>
                  <a:pt x="2379168" y="19047"/>
                  <a:pt x="2373892" y="19047"/>
                </a:cubicBezTo>
                <a:lnTo>
                  <a:pt x="586268" y="19047"/>
                </a:lnTo>
                <a:cubicBezTo>
                  <a:pt x="533177" y="19047"/>
                  <a:pt x="490146" y="62088"/>
                  <a:pt x="490146" y="115178"/>
                </a:cubicBezTo>
                <a:cubicBezTo>
                  <a:pt x="490146" y="168268"/>
                  <a:pt x="533177" y="211309"/>
                  <a:pt x="586268" y="211309"/>
                </a:cubicBezTo>
                <a:lnTo>
                  <a:pt x="1819976" y="211309"/>
                </a:lnTo>
                <a:cubicBezTo>
                  <a:pt x="1883573" y="211309"/>
                  <a:pt x="1935154" y="262872"/>
                  <a:pt x="1935154" y="326487"/>
                </a:cubicBezTo>
                <a:cubicBezTo>
                  <a:pt x="1935154" y="390092"/>
                  <a:pt x="1883573" y="441664"/>
                  <a:pt x="1819976" y="441664"/>
                </a:cubicBezTo>
                <a:lnTo>
                  <a:pt x="0" y="441664"/>
                </a:lnTo>
                <a:moveTo>
                  <a:pt x="349657" y="19047"/>
                </a:moveTo>
                <a:cubicBezTo>
                  <a:pt x="296567" y="19047"/>
                  <a:pt x="253527" y="62088"/>
                  <a:pt x="253527" y="115178"/>
                </a:cubicBezTo>
                <a:cubicBezTo>
                  <a:pt x="253527" y="168268"/>
                  <a:pt x="296567" y="211309"/>
                  <a:pt x="349657" y="211309"/>
                </a:cubicBezTo>
                <a:lnTo>
                  <a:pt x="522799" y="211309"/>
                </a:lnTo>
                <a:cubicBezTo>
                  <a:pt x="491645" y="190689"/>
                  <a:pt x="471090" y="155329"/>
                  <a:pt x="471090" y="115178"/>
                </a:cubicBezTo>
                <a:cubicBezTo>
                  <a:pt x="471090" y="75017"/>
                  <a:pt x="491645" y="39667"/>
                  <a:pt x="522799" y="19047"/>
                </a:cubicBezTo>
                <a:lnTo>
                  <a:pt x="349657" y="19047"/>
                </a:lnTo>
                <a:moveTo>
                  <a:pt x="1063529" y="326487"/>
                </a:moveTo>
                <a:cubicBezTo>
                  <a:pt x="1063529" y="286326"/>
                  <a:pt x="1042983" y="250966"/>
                  <a:pt x="1011820" y="230356"/>
                </a:cubicBezTo>
                <a:lnTo>
                  <a:pt x="1819976" y="230356"/>
                </a:lnTo>
                <a:cubicBezTo>
                  <a:pt x="1873057" y="230356"/>
                  <a:pt x="1916098" y="273396"/>
                  <a:pt x="1916098" y="326487"/>
                </a:cubicBezTo>
                <a:cubicBezTo>
                  <a:pt x="1916098" y="379577"/>
                  <a:pt x="1873057" y="422608"/>
                  <a:pt x="1819976" y="422608"/>
                </a:cubicBezTo>
                <a:lnTo>
                  <a:pt x="1011820" y="422608"/>
                </a:lnTo>
                <a:cubicBezTo>
                  <a:pt x="1042983" y="401998"/>
                  <a:pt x="1063529" y="366638"/>
                  <a:pt x="1063529" y="326487"/>
                </a:cubicBezTo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标题 6"/>
          <p:cNvSpPr>
            <a:spLocks noGrp="1"/>
          </p:cNvSpPr>
          <p:nvPr>
            <p:ph type="ctrTitle" idx="13" hasCustomPrompt="1"/>
            <p:custDataLst>
              <p:tags r:id="rId11"/>
            </p:custDataLst>
          </p:nvPr>
        </p:nvSpPr>
        <p:spPr>
          <a:xfrm>
            <a:off x="431798" y="952503"/>
            <a:ext cx="2540002" cy="863596"/>
          </a:xfrm>
          <a:noFill/>
        </p:spPr>
        <p:txBody>
          <a:bodyPr lIns="0" tIns="0" rIns="0" bIns="0" anchor="t">
            <a:noAutofit/>
          </a:bodyPr>
          <a:lstStyle>
            <a:lvl1pPr algn="r">
              <a:lnSpc>
                <a:spcPct val="101000"/>
              </a:lnSpc>
              <a:buNone/>
              <a:defRPr sz="5600" b="0">
                <a:solidFill>
                  <a:schemeClr val="accent2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/>
              <a:t>目录</a:t>
            </a:r>
            <a:endParaRPr lang="zh-CN" altLang="en-US" smtClean="0"/>
          </a:p>
        </p:txBody>
      </p:sp>
      <p:sp>
        <p:nvSpPr>
          <p:cNvPr id="8" name="副标题 7"/>
          <p:cNvSpPr>
            <a:spLocks noGrp="1"/>
          </p:cNvSpPr>
          <p:nvPr>
            <p:ph type="subTitle" idx="14" hasCustomPrompt="1"/>
            <p:custDataLst>
              <p:tags r:id="rId12"/>
            </p:custDataLst>
          </p:nvPr>
        </p:nvSpPr>
        <p:spPr>
          <a:xfrm>
            <a:off x="546098" y="1917698"/>
            <a:ext cx="2425702" cy="355601"/>
          </a:xfrm>
          <a:noFill/>
        </p:spPr>
        <p:txBody>
          <a:bodyPr lIns="0" tIns="0" rIns="0" bIns="0" anchor="b">
            <a:noAutofit/>
          </a:bodyPr>
          <a:lstStyle>
            <a:lvl1pPr marL="0" indent="0" algn="r">
              <a:lnSpc>
                <a:spcPct val="117000"/>
              </a:lnSpc>
              <a:buNone/>
              <a:defRPr sz="2000" b="0">
                <a:solidFill>
                  <a:schemeClr val="accent2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CONTENTS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1" name="Subtitle 10"/>
          <p:cNvSpPr>
            <a:spLocks noGrp="1"/>
          </p:cNvSpPr>
          <p:nvPr>
            <p:ph type="subTitle" idx="17826305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Title 1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319883777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319883522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Text Placeholder 14"/>
          <p:cNvSpPr>
            <a:spLocks noGrp="1"/>
          </p:cNvSpPr>
          <p:nvPr>
            <p:ph type="body" idx="5144601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319949313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319949058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Text Placeholder 17"/>
          <p:cNvSpPr>
            <a:spLocks noGrp="1"/>
          </p:cNvSpPr>
          <p:nvPr>
            <p:ph type="body" idx="51511553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320014849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320014594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51577089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Text Placeholder 21"/>
          <p:cNvSpPr>
            <a:spLocks noGrp="1"/>
          </p:cNvSpPr>
          <p:nvPr>
            <p:ph type="body" idx="320080385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320080130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Text Placeholder 23"/>
          <p:cNvSpPr>
            <a:spLocks noGrp="1"/>
          </p:cNvSpPr>
          <p:nvPr>
            <p:ph type="body" idx="51642625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5" Type="http://schemas.openxmlformats.org/officeDocument/2006/relationships/theme" Target="../theme/theme2.xml"/><Relationship Id="rId24" Type="http://schemas.openxmlformats.org/officeDocument/2006/relationships/tags" Target="../tags/tag98.xml"/><Relationship Id="rId23" Type="http://schemas.openxmlformats.org/officeDocument/2006/relationships/tags" Target="../tags/tag97.xml"/><Relationship Id="rId22" Type="http://schemas.openxmlformats.org/officeDocument/2006/relationships/tags" Target="../tags/tag96.xml"/><Relationship Id="rId21" Type="http://schemas.openxmlformats.org/officeDocument/2006/relationships/tags" Target="../tags/tag95.xml"/><Relationship Id="rId20" Type="http://schemas.openxmlformats.org/officeDocument/2006/relationships/tags" Target="../tags/tag94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93.xml"/><Relationship Id="rId18" Type="http://schemas.openxmlformats.org/officeDocument/2006/relationships/tags" Target="../tags/tag92.xml"/><Relationship Id="rId17" Type="http://schemas.openxmlformats.org/officeDocument/2006/relationships/tags" Target="../tags/tag91.xml"/><Relationship Id="rId16" Type="http://schemas.openxmlformats.org/officeDocument/2006/relationships/image" Target="NULL" TargetMode="External"/><Relationship Id="rId15" Type="http://schemas.openxmlformats.org/officeDocument/2006/relationships/image" Target="../media/image2.png"/><Relationship Id="rId14" Type="http://schemas.openxmlformats.org/officeDocument/2006/relationships/tags" Target="../tags/tag9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C:/Users/win10/AppData/Local/Temp/figmazip/slide_5149cc74b0c3b0e7\datas\氛围图-6197&amp;75060.png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5" r:link="rId16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17"/>
            </p:custDataLst>
          </p:nvPr>
        </p:nvSpPr>
        <p:spPr>
          <a:xfrm>
            <a:off x="0" y="318"/>
            <a:ext cx="12190730" cy="685736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8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9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0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KSO_TEMPLATE" hidden="1"/>
          <p:cNvSpPr/>
          <p:nvPr userDrawn="1">
            <p:custDataLst>
              <p:tags r:id="rId23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4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tags" Target="../tags/tag102.xml"/><Relationship Id="rId3" Type="http://schemas.openxmlformats.org/officeDocument/2006/relationships/tags" Target="../tags/tag101.xml"/><Relationship Id="rId2" Type="http://schemas.openxmlformats.org/officeDocument/2006/relationships/tags" Target="../tags/tag100.xml"/><Relationship Id="rId1" Type="http://schemas.openxmlformats.org/officeDocument/2006/relationships/tags" Target="../tags/tag9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09.xml"/><Relationship Id="rId8" Type="http://schemas.openxmlformats.org/officeDocument/2006/relationships/tags" Target="../tags/tag108.xml"/><Relationship Id="rId7" Type="http://schemas.openxmlformats.org/officeDocument/2006/relationships/tags" Target="../tags/tag107.xml"/><Relationship Id="rId6" Type="http://schemas.openxmlformats.org/officeDocument/2006/relationships/image" Target="../media/image7.svg"/><Relationship Id="rId58" Type="http://schemas.openxmlformats.org/officeDocument/2006/relationships/slideLayout" Target="../slideLayouts/slideLayout17.xml"/><Relationship Id="rId57" Type="http://schemas.openxmlformats.org/officeDocument/2006/relationships/tags" Target="../tags/tag143.xml"/><Relationship Id="rId56" Type="http://schemas.openxmlformats.org/officeDocument/2006/relationships/tags" Target="../tags/tag142.xml"/><Relationship Id="rId55" Type="http://schemas.openxmlformats.org/officeDocument/2006/relationships/image" Target="../media/image21.svg"/><Relationship Id="rId54" Type="http://schemas.openxmlformats.org/officeDocument/2006/relationships/image" Target="../media/image20.png"/><Relationship Id="rId53" Type="http://schemas.openxmlformats.org/officeDocument/2006/relationships/tags" Target="../tags/tag141.xml"/><Relationship Id="rId52" Type="http://schemas.openxmlformats.org/officeDocument/2006/relationships/tags" Target="../tags/tag140.xml"/><Relationship Id="rId51" Type="http://schemas.openxmlformats.org/officeDocument/2006/relationships/tags" Target="../tags/tag139.xml"/><Relationship Id="rId50" Type="http://schemas.openxmlformats.org/officeDocument/2006/relationships/tags" Target="../tags/tag138.xml"/><Relationship Id="rId5" Type="http://schemas.openxmlformats.org/officeDocument/2006/relationships/image" Target="../media/image6.png"/><Relationship Id="rId49" Type="http://schemas.openxmlformats.org/officeDocument/2006/relationships/tags" Target="../tags/tag137.xml"/><Relationship Id="rId48" Type="http://schemas.openxmlformats.org/officeDocument/2006/relationships/image" Target="../media/image19.svg"/><Relationship Id="rId47" Type="http://schemas.openxmlformats.org/officeDocument/2006/relationships/image" Target="../media/image18.png"/><Relationship Id="rId46" Type="http://schemas.openxmlformats.org/officeDocument/2006/relationships/tags" Target="../tags/tag136.xml"/><Relationship Id="rId45" Type="http://schemas.openxmlformats.org/officeDocument/2006/relationships/tags" Target="../tags/tag135.xml"/><Relationship Id="rId44" Type="http://schemas.openxmlformats.org/officeDocument/2006/relationships/tags" Target="../tags/tag134.xml"/><Relationship Id="rId43" Type="http://schemas.openxmlformats.org/officeDocument/2006/relationships/tags" Target="../tags/tag133.xml"/><Relationship Id="rId42" Type="http://schemas.openxmlformats.org/officeDocument/2006/relationships/tags" Target="../tags/tag132.xml"/><Relationship Id="rId41" Type="http://schemas.openxmlformats.org/officeDocument/2006/relationships/image" Target="../media/image17.svg"/><Relationship Id="rId40" Type="http://schemas.openxmlformats.org/officeDocument/2006/relationships/image" Target="../media/image16.png"/><Relationship Id="rId4" Type="http://schemas.openxmlformats.org/officeDocument/2006/relationships/tags" Target="../tags/tag106.xml"/><Relationship Id="rId39" Type="http://schemas.openxmlformats.org/officeDocument/2006/relationships/tags" Target="../tags/tag131.xml"/><Relationship Id="rId38" Type="http://schemas.openxmlformats.org/officeDocument/2006/relationships/tags" Target="../tags/tag130.xml"/><Relationship Id="rId37" Type="http://schemas.openxmlformats.org/officeDocument/2006/relationships/tags" Target="../tags/tag129.xml"/><Relationship Id="rId36" Type="http://schemas.openxmlformats.org/officeDocument/2006/relationships/tags" Target="../tags/tag128.xml"/><Relationship Id="rId35" Type="http://schemas.openxmlformats.org/officeDocument/2006/relationships/tags" Target="../tags/tag127.xml"/><Relationship Id="rId34" Type="http://schemas.openxmlformats.org/officeDocument/2006/relationships/image" Target="../media/image15.svg"/><Relationship Id="rId33" Type="http://schemas.openxmlformats.org/officeDocument/2006/relationships/image" Target="../media/image14.png"/><Relationship Id="rId32" Type="http://schemas.openxmlformats.org/officeDocument/2006/relationships/tags" Target="../tags/tag126.xml"/><Relationship Id="rId31" Type="http://schemas.openxmlformats.org/officeDocument/2006/relationships/tags" Target="../tags/tag125.xml"/><Relationship Id="rId30" Type="http://schemas.openxmlformats.org/officeDocument/2006/relationships/tags" Target="../tags/tag124.xml"/><Relationship Id="rId3" Type="http://schemas.openxmlformats.org/officeDocument/2006/relationships/tags" Target="../tags/tag105.xml"/><Relationship Id="rId29" Type="http://schemas.openxmlformats.org/officeDocument/2006/relationships/tags" Target="../tags/tag123.xml"/><Relationship Id="rId28" Type="http://schemas.openxmlformats.org/officeDocument/2006/relationships/tags" Target="../tags/tag122.xml"/><Relationship Id="rId27" Type="http://schemas.openxmlformats.org/officeDocument/2006/relationships/image" Target="../media/image13.svg"/><Relationship Id="rId26" Type="http://schemas.openxmlformats.org/officeDocument/2006/relationships/image" Target="../media/image12.png"/><Relationship Id="rId25" Type="http://schemas.openxmlformats.org/officeDocument/2006/relationships/tags" Target="../tags/tag121.xml"/><Relationship Id="rId24" Type="http://schemas.openxmlformats.org/officeDocument/2006/relationships/tags" Target="../tags/tag120.xml"/><Relationship Id="rId23" Type="http://schemas.openxmlformats.org/officeDocument/2006/relationships/tags" Target="../tags/tag119.xml"/><Relationship Id="rId22" Type="http://schemas.openxmlformats.org/officeDocument/2006/relationships/tags" Target="../tags/tag118.xml"/><Relationship Id="rId21" Type="http://schemas.openxmlformats.org/officeDocument/2006/relationships/tags" Target="../tags/tag117.xml"/><Relationship Id="rId20" Type="http://schemas.openxmlformats.org/officeDocument/2006/relationships/image" Target="../media/image11.svg"/><Relationship Id="rId2" Type="http://schemas.openxmlformats.org/officeDocument/2006/relationships/tags" Target="../tags/tag104.xml"/><Relationship Id="rId19" Type="http://schemas.openxmlformats.org/officeDocument/2006/relationships/image" Target="../media/image10.png"/><Relationship Id="rId18" Type="http://schemas.openxmlformats.org/officeDocument/2006/relationships/tags" Target="../tags/tag116.xml"/><Relationship Id="rId17" Type="http://schemas.openxmlformats.org/officeDocument/2006/relationships/tags" Target="../tags/tag115.xml"/><Relationship Id="rId16" Type="http://schemas.openxmlformats.org/officeDocument/2006/relationships/tags" Target="../tags/tag114.xml"/><Relationship Id="rId15" Type="http://schemas.openxmlformats.org/officeDocument/2006/relationships/tags" Target="../tags/tag113.xml"/><Relationship Id="rId14" Type="http://schemas.openxmlformats.org/officeDocument/2006/relationships/tags" Target="../tags/tag112.xml"/><Relationship Id="rId13" Type="http://schemas.openxmlformats.org/officeDocument/2006/relationships/image" Target="../media/image9.svg"/><Relationship Id="rId12" Type="http://schemas.openxmlformats.org/officeDocument/2006/relationships/image" Target="../media/image8.png"/><Relationship Id="rId11" Type="http://schemas.openxmlformats.org/officeDocument/2006/relationships/tags" Target="../tags/tag111.xml"/><Relationship Id="rId10" Type="http://schemas.openxmlformats.org/officeDocument/2006/relationships/tags" Target="../tags/tag110.xml"/><Relationship Id="rId1" Type="http://schemas.openxmlformats.org/officeDocument/2006/relationships/tags" Target="../tags/tag103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50.xml"/><Relationship Id="rId8" Type="http://schemas.openxmlformats.org/officeDocument/2006/relationships/tags" Target="../tags/tag149.xml"/><Relationship Id="rId7" Type="http://schemas.openxmlformats.org/officeDocument/2006/relationships/tags" Target="../tags/tag148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tags" Target="../tags/tag147.xml"/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8" Type="http://schemas.openxmlformats.org/officeDocument/2006/relationships/slideLayout" Target="../slideLayouts/slideLayout17.xml"/><Relationship Id="rId17" Type="http://schemas.openxmlformats.org/officeDocument/2006/relationships/tags" Target="../tags/tag154.xml"/><Relationship Id="rId16" Type="http://schemas.openxmlformats.org/officeDocument/2006/relationships/image" Target="../media/image27.svg"/><Relationship Id="rId15" Type="http://schemas.openxmlformats.org/officeDocument/2006/relationships/image" Target="../media/image26.png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image" Target="../media/image25.svg"/><Relationship Id="rId10" Type="http://schemas.openxmlformats.org/officeDocument/2006/relationships/image" Target="../media/image24.png"/><Relationship Id="rId1" Type="http://schemas.openxmlformats.org/officeDocument/2006/relationships/tags" Target="../tags/tag14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63.xml"/><Relationship Id="rId8" Type="http://schemas.openxmlformats.org/officeDocument/2006/relationships/tags" Target="../tags/tag162.xml"/><Relationship Id="rId7" Type="http://schemas.openxmlformats.org/officeDocument/2006/relationships/tags" Target="../tags/tag161.xml"/><Relationship Id="rId6" Type="http://schemas.openxmlformats.org/officeDocument/2006/relationships/tags" Target="../tags/tag160.xml"/><Relationship Id="rId5" Type="http://schemas.openxmlformats.org/officeDocument/2006/relationships/tags" Target="../tags/tag159.xml"/><Relationship Id="rId49" Type="http://schemas.openxmlformats.org/officeDocument/2006/relationships/slideLayout" Target="../slideLayouts/slideLayout17.xml"/><Relationship Id="rId48" Type="http://schemas.openxmlformats.org/officeDocument/2006/relationships/tags" Target="../tags/tag194.xml"/><Relationship Id="rId47" Type="http://schemas.openxmlformats.org/officeDocument/2006/relationships/image" Target="../media/image35.svg"/><Relationship Id="rId46" Type="http://schemas.openxmlformats.org/officeDocument/2006/relationships/image" Target="../media/image34.png"/><Relationship Id="rId45" Type="http://schemas.openxmlformats.org/officeDocument/2006/relationships/tags" Target="../tags/tag193.xml"/><Relationship Id="rId44" Type="http://schemas.openxmlformats.org/officeDocument/2006/relationships/tags" Target="../tags/tag192.xml"/><Relationship Id="rId43" Type="http://schemas.openxmlformats.org/officeDocument/2006/relationships/tags" Target="../tags/tag191.xml"/><Relationship Id="rId42" Type="http://schemas.openxmlformats.org/officeDocument/2006/relationships/image" Target="../media/image33.svg"/><Relationship Id="rId41" Type="http://schemas.openxmlformats.org/officeDocument/2006/relationships/image" Target="../media/image32.png"/><Relationship Id="rId40" Type="http://schemas.openxmlformats.org/officeDocument/2006/relationships/tags" Target="../tags/tag190.xml"/><Relationship Id="rId4" Type="http://schemas.openxmlformats.org/officeDocument/2006/relationships/tags" Target="../tags/tag158.xml"/><Relationship Id="rId39" Type="http://schemas.openxmlformats.org/officeDocument/2006/relationships/tags" Target="../tags/tag189.xml"/><Relationship Id="rId38" Type="http://schemas.openxmlformats.org/officeDocument/2006/relationships/tags" Target="../tags/tag188.xml"/><Relationship Id="rId37" Type="http://schemas.openxmlformats.org/officeDocument/2006/relationships/image" Target="../media/image31.svg"/><Relationship Id="rId36" Type="http://schemas.openxmlformats.org/officeDocument/2006/relationships/image" Target="../media/image30.png"/><Relationship Id="rId35" Type="http://schemas.openxmlformats.org/officeDocument/2006/relationships/tags" Target="../tags/tag187.xml"/><Relationship Id="rId34" Type="http://schemas.openxmlformats.org/officeDocument/2006/relationships/tags" Target="../tags/tag186.xml"/><Relationship Id="rId33" Type="http://schemas.openxmlformats.org/officeDocument/2006/relationships/tags" Target="../tags/tag185.xml"/><Relationship Id="rId32" Type="http://schemas.openxmlformats.org/officeDocument/2006/relationships/image" Target="../media/image29.svg"/><Relationship Id="rId31" Type="http://schemas.openxmlformats.org/officeDocument/2006/relationships/image" Target="../media/image28.png"/><Relationship Id="rId30" Type="http://schemas.openxmlformats.org/officeDocument/2006/relationships/tags" Target="../tags/tag184.xml"/><Relationship Id="rId3" Type="http://schemas.openxmlformats.org/officeDocument/2006/relationships/tags" Target="../tags/tag157.xml"/><Relationship Id="rId29" Type="http://schemas.openxmlformats.org/officeDocument/2006/relationships/tags" Target="../tags/tag183.xml"/><Relationship Id="rId28" Type="http://schemas.openxmlformats.org/officeDocument/2006/relationships/tags" Target="../tags/tag182.xml"/><Relationship Id="rId27" Type="http://schemas.openxmlformats.org/officeDocument/2006/relationships/tags" Target="../tags/tag181.xml"/><Relationship Id="rId26" Type="http://schemas.openxmlformats.org/officeDocument/2006/relationships/tags" Target="../tags/tag180.xml"/><Relationship Id="rId25" Type="http://schemas.openxmlformats.org/officeDocument/2006/relationships/tags" Target="../tags/tag179.xml"/><Relationship Id="rId24" Type="http://schemas.openxmlformats.org/officeDocument/2006/relationships/tags" Target="../tags/tag178.xml"/><Relationship Id="rId23" Type="http://schemas.openxmlformats.org/officeDocument/2006/relationships/tags" Target="../tags/tag177.xml"/><Relationship Id="rId22" Type="http://schemas.openxmlformats.org/officeDocument/2006/relationships/tags" Target="../tags/tag176.xml"/><Relationship Id="rId21" Type="http://schemas.openxmlformats.org/officeDocument/2006/relationships/tags" Target="../tags/tag175.xml"/><Relationship Id="rId20" Type="http://schemas.openxmlformats.org/officeDocument/2006/relationships/tags" Target="../tags/tag174.xml"/><Relationship Id="rId2" Type="http://schemas.openxmlformats.org/officeDocument/2006/relationships/tags" Target="../tags/tag156.xml"/><Relationship Id="rId19" Type="http://schemas.openxmlformats.org/officeDocument/2006/relationships/tags" Target="../tags/tag173.xml"/><Relationship Id="rId18" Type="http://schemas.openxmlformats.org/officeDocument/2006/relationships/tags" Target="../tags/tag172.xml"/><Relationship Id="rId17" Type="http://schemas.openxmlformats.org/officeDocument/2006/relationships/tags" Target="../tags/tag171.xml"/><Relationship Id="rId16" Type="http://schemas.openxmlformats.org/officeDocument/2006/relationships/tags" Target="../tags/tag170.xml"/><Relationship Id="rId15" Type="http://schemas.openxmlformats.org/officeDocument/2006/relationships/tags" Target="../tags/tag169.xml"/><Relationship Id="rId14" Type="http://schemas.openxmlformats.org/officeDocument/2006/relationships/tags" Target="../tags/tag168.xml"/><Relationship Id="rId13" Type="http://schemas.openxmlformats.org/officeDocument/2006/relationships/tags" Target="../tags/tag167.xml"/><Relationship Id="rId12" Type="http://schemas.openxmlformats.org/officeDocument/2006/relationships/tags" Target="../tags/tag166.xml"/><Relationship Id="rId11" Type="http://schemas.openxmlformats.org/officeDocument/2006/relationships/tags" Target="../tags/tag165.xml"/><Relationship Id="rId10" Type="http://schemas.openxmlformats.org/officeDocument/2006/relationships/tags" Target="../tags/tag164.xml"/><Relationship Id="rId1" Type="http://schemas.openxmlformats.org/officeDocument/2006/relationships/tags" Target="../tags/tag155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4" Type="http://schemas.openxmlformats.org/officeDocument/2006/relationships/slideLayout" Target="../slideLayouts/slideLayout17.xml"/><Relationship Id="rId73" Type="http://schemas.openxmlformats.org/officeDocument/2006/relationships/tags" Target="../tags/tag243.xml"/><Relationship Id="rId72" Type="http://schemas.openxmlformats.org/officeDocument/2006/relationships/tags" Target="../tags/tag242.xml"/><Relationship Id="rId71" Type="http://schemas.openxmlformats.org/officeDocument/2006/relationships/image" Target="../media/image58.svg"/><Relationship Id="rId70" Type="http://schemas.openxmlformats.org/officeDocument/2006/relationships/image" Target="../media/image57.png"/><Relationship Id="rId7" Type="http://schemas.openxmlformats.org/officeDocument/2006/relationships/tags" Target="../tags/tag199.xml"/><Relationship Id="rId69" Type="http://schemas.openxmlformats.org/officeDocument/2006/relationships/tags" Target="../tags/tag241.xml"/><Relationship Id="rId68" Type="http://schemas.openxmlformats.org/officeDocument/2006/relationships/tags" Target="../tags/tag240.xml"/><Relationship Id="rId67" Type="http://schemas.openxmlformats.org/officeDocument/2006/relationships/tags" Target="../tags/tag239.xml"/><Relationship Id="rId66" Type="http://schemas.openxmlformats.org/officeDocument/2006/relationships/tags" Target="../tags/tag238.xml"/><Relationship Id="rId65" Type="http://schemas.openxmlformats.org/officeDocument/2006/relationships/image" Target="../media/image56.svg"/><Relationship Id="rId64" Type="http://schemas.openxmlformats.org/officeDocument/2006/relationships/image" Target="../media/image55.png"/><Relationship Id="rId63" Type="http://schemas.openxmlformats.org/officeDocument/2006/relationships/tags" Target="../tags/tag237.xml"/><Relationship Id="rId62" Type="http://schemas.openxmlformats.org/officeDocument/2006/relationships/tags" Target="../tags/tag236.xml"/><Relationship Id="rId61" Type="http://schemas.openxmlformats.org/officeDocument/2006/relationships/tags" Target="../tags/tag235.xml"/><Relationship Id="rId60" Type="http://schemas.openxmlformats.org/officeDocument/2006/relationships/tags" Target="../tags/tag234.xml"/><Relationship Id="rId6" Type="http://schemas.openxmlformats.org/officeDocument/2006/relationships/image" Target="../media/image37.svg"/><Relationship Id="rId59" Type="http://schemas.openxmlformats.org/officeDocument/2006/relationships/image" Target="../media/image54.svg"/><Relationship Id="rId58" Type="http://schemas.openxmlformats.org/officeDocument/2006/relationships/image" Target="../media/image53.png"/><Relationship Id="rId57" Type="http://schemas.openxmlformats.org/officeDocument/2006/relationships/tags" Target="../tags/tag233.xml"/><Relationship Id="rId56" Type="http://schemas.openxmlformats.org/officeDocument/2006/relationships/tags" Target="../tags/tag232.xml"/><Relationship Id="rId55" Type="http://schemas.openxmlformats.org/officeDocument/2006/relationships/tags" Target="../tags/tag231.xml"/><Relationship Id="rId54" Type="http://schemas.openxmlformats.org/officeDocument/2006/relationships/image" Target="../media/image52.svg"/><Relationship Id="rId53" Type="http://schemas.openxmlformats.org/officeDocument/2006/relationships/image" Target="../media/image51.png"/><Relationship Id="rId52" Type="http://schemas.openxmlformats.org/officeDocument/2006/relationships/tags" Target="../tags/tag230.xml"/><Relationship Id="rId51" Type="http://schemas.openxmlformats.org/officeDocument/2006/relationships/tags" Target="../tags/tag229.xml"/><Relationship Id="rId50" Type="http://schemas.openxmlformats.org/officeDocument/2006/relationships/tags" Target="../tags/tag228.xml"/><Relationship Id="rId5" Type="http://schemas.openxmlformats.org/officeDocument/2006/relationships/image" Target="../media/image36.png"/><Relationship Id="rId49" Type="http://schemas.openxmlformats.org/officeDocument/2006/relationships/tags" Target="../tags/tag227.xml"/><Relationship Id="rId48" Type="http://schemas.openxmlformats.org/officeDocument/2006/relationships/tags" Target="../tags/tag226.xml"/><Relationship Id="rId47" Type="http://schemas.openxmlformats.org/officeDocument/2006/relationships/tags" Target="../tags/tag225.xml"/><Relationship Id="rId46" Type="http://schemas.openxmlformats.org/officeDocument/2006/relationships/tags" Target="../tags/tag224.xml"/><Relationship Id="rId45" Type="http://schemas.openxmlformats.org/officeDocument/2006/relationships/image" Target="../media/image50.svg"/><Relationship Id="rId44" Type="http://schemas.openxmlformats.org/officeDocument/2006/relationships/image" Target="../media/image49.png"/><Relationship Id="rId43" Type="http://schemas.openxmlformats.org/officeDocument/2006/relationships/tags" Target="../tags/tag223.xml"/><Relationship Id="rId42" Type="http://schemas.openxmlformats.org/officeDocument/2006/relationships/tags" Target="../tags/tag222.xml"/><Relationship Id="rId41" Type="http://schemas.openxmlformats.org/officeDocument/2006/relationships/tags" Target="../tags/tag221.xml"/><Relationship Id="rId40" Type="http://schemas.openxmlformats.org/officeDocument/2006/relationships/image" Target="../media/image48.svg"/><Relationship Id="rId4" Type="http://schemas.openxmlformats.org/officeDocument/2006/relationships/tags" Target="../tags/tag198.xml"/><Relationship Id="rId39" Type="http://schemas.openxmlformats.org/officeDocument/2006/relationships/image" Target="../media/image47.png"/><Relationship Id="rId38" Type="http://schemas.openxmlformats.org/officeDocument/2006/relationships/tags" Target="../tags/tag220.xml"/><Relationship Id="rId37" Type="http://schemas.openxmlformats.org/officeDocument/2006/relationships/tags" Target="../tags/tag219.xml"/><Relationship Id="rId36" Type="http://schemas.openxmlformats.org/officeDocument/2006/relationships/tags" Target="../tags/tag218.xml"/><Relationship Id="rId35" Type="http://schemas.openxmlformats.org/officeDocument/2006/relationships/image" Target="../media/image23.svg"/><Relationship Id="rId34" Type="http://schemas.openxmlformats.org/officeDocument/2006/relationships/image" Target="../media/image46.png"/><Relationship Id="rId33" Type="http://schemas.openxmlformats.org/officeDocument/2006/relationships/tags" Target="../tags/tag217.xml"/><Relationship Id="rId32" Type="http://schemas.openxmlformats.org/officeDocument/2006/relationships/tags" Target="../tags/tag216.xml"/><Relationship Id="rId31" Type="http://schemas.openxmlformats.org/officeDocument/2006/relationships/tags" Target="../tags/tag215.xml"/><Relationship Id="rId30" Type="http://schemas.openxmlformats.org/officeDocument/2006/relationships/image" Target="../media/image45.svg"/><Relationship Id="rId3" Type="http://schemas.openxmlformats.org/officeDocument/2006/relationships/tags" Target="../tags/tag197.xml"/><Relationship Id="rId29" Type="http://schemas.openxmlformats.org/officeDocument/2006/relationships/image" Target="../media/image44.png"/><Relationship Id="rId28" Type="http://schemas.openxmlformats.org/officeDocument/2006/relationships/tags" Target="../tags/tag214.xml"/><Relationship Id="rId27" Type="http://schemas.openxmlformats.org/officeDocument/2006/relationships/tags" Target="../tags/tag213.xml"/><Relationship Id="rId26" Type="http://schemas.openxmlformats.org/officeDocument/2006/relationships/tags" Target="../tags/tag212.xml"/><Relationship Id="rId25" Type="http://schemas.openxmlformats.org/officeDocument/2006/relationships/tags" Target="../tags/tag211.xml"/><Relationship Id="rId24" Type="http://schemas.openxmlformats.org/officeDocument/2006/relationships/tags" Target="../tags/tag210.xml"/><Relationship Id="rId23" Type="http://schemas.openxmlformats.org/officeDocument/2006/relationships/image" Target="../media/image43.svg"/><Relationship Id="rId22" Type="http://schemas.openxmlformats.org/officeDocument/2006/relationships/image" Target="../media/image42.png"/><Relationship Id="rId21" Type="http://schemas.openxmlformats.org/officeDocument/2006/relationships/tags" Target="../tags/tag209.xml"/><Relationship Id="rId20" Type="http://schemas.openxmlformats.org/officeDocument/2006/relationships/tags" Target="../tags/tag208.xml"/><Relationship Id="rId2" Type="http://schemas.openxmlformats.org/officeDocument/2006/relationships/tags" Target="../tags/tag196.xml"/><Relationship Id="rId19" Type="http://schemas.openxmlformats.org/officeDocument/2006/relationships/tags" Target="../tags/tag207.xml"/><Relationship Id="rId18" Type="http://schemas.openxmlformats.org/officeDocument/2006/relationships/tags" Target="../tags/tag206.xml"/><Relationship Id="rId17" Type="http://schemas.openxmlformats.org/officeDocument/2006/relationships/image" Target="../media/image41.svg"/><Relationship Id="rId16" Type="http://schemas.openxmlformats.org/officeDocument/2006/relationships/image" Target="../media/image40.png"/><Relationship Id="rId15" Type="http://schemas.openxmlformats.org/officeDocument/2006/relationships/tags" Target="../tags/tag205.xml"/><Relationship Id="rId14" Type="http://schemas.openxmlformats.org/officeDocument/2006/relationships/tags" Target="../tags/tag204.xml"/><Relationship Id="rId13" Type="http://schemas.openxmlformats.org/officeDocument/2006/relationships/tags" Target="../tags/tag203.xml"/><Relationship Id="rId12" Type="http://schemas.openxmlformats.org/officeDocument/2006/relationships/tags" Target="../tags/tag202.xml"/><Relationship Id="rId11" Type="http://schemas.openxmlformats.org/officeDocument/2006/relationships/image" Target="../media/image39.svg"/><Relationship Id="rId10" Type="http://schemas.openxmlformats.org/officeDocument/2006/relationships/image" Target="../media/image38.png"/><Relationship Id="rId1" Type="http://schemas.openxmlformats.org/officeDocument/2006/relationships/tags" Target="../tags/tag19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46.xml"/><Relationship Id="rId2" Type="http://schemas.openxmlformats.org/officeDocument/2006/relationships/tags" Target="../tags/tag245.xml"/><Relationship Id="rId1" Type="http://schemas.openxmlformats.org/officeDocument/2006/relationships/tags" Target="../tags/tag244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253.xml"/><Relationship Id="rId8" Type="http://schemas.openxmlformats.org/officeDocument/2006/relationships/tags" Target="../tags/tag252.xml"/><Relationship Id="rId7" Type="http://schemas.openxmlformats.org/officeDocument/2006/relationships/tags" Target="../tags/tag251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tags" Target="../tags/tag250.xml"/><Relationship Id="rId3" Type="http://schemas.openxmlformats.org/officeDocument/2006/relationships/tags" Target="../tags/tag249.xml"/><Relationship Id="rId23" Type="http://schemas.openxmlformats.org/officeDocument/2006/relationships/slideLayout" Target="../slideLayouts/slideLayout17.xml"/><Relationship Id="rId22" Type="http://schemas.openxmlformats.org/officeDocument/2006/relationships/tags" Target="../tags/tag262.xml"/><Relationship Id="rId21" Type="http://schemas.openxmlformats.org/officeDocument/2006/relationships/tags" Target="../tags/tag261.xml"/><Relationship Id="rId20" Type="http://schemas.openxmlformats.org/officeDocument/2006/relationships/image" Target="../media/image64.svg"/><Relationship Id="rId2" Type="http://schemas.openxmlformats.org/officeDocument/2006/relationships/tags" Target="../tags/tag248.xml"/><Relationship Id="rId19" Type="http://schemas.openxmlformats.org/officeDocument/2006/relationships/image" Target="../media/image63.png"/><Relationship Id="rId18" Type="http://schemas.openxmlformats.org/officeDocument/2006/relationships/tags" Target="../tags/tag260.xml"/><Relationship Id="rId17" Type="http://schemas.openxmlformats.org/officeDocument/2006/relationships/tags" Target="../tags/tag259.xml"/><Relationship Id="rId16" Type="http://schemas.openxmlformats.org/officeDocument/2006/relationships/tags" Target="../tags/tag258.xml"/><Relationship Id="rId15" Type="http://schemas.openxmlformats.org/officeDocument/2006/relationships/tags" Target="../tags/tag257.xml"/><Relationship Id="rId14" Type="http://schemas.openxmlformats.org/officeDocument/2006/relationships/tags" Target="../tags/tag256.xml"/><Relationship Id="rId13" Type="http://schemas.openxmlformats.org/officeDocument/2006/relationships/image" Target="../media/image62.svg"/><Relationship Id="rId12" Type="http://schemas.openxmlformats.org/officeDocument/2006/relationships/image" Target="../media/image61.png"/><Relationship Id="rId11" Type="http://schemas.openxmlformats.org/officeDocument/2006/relationships/tags" Target="../tags/tag255.xml"/><Relationship Id="rId10" Type="http://schemas.openxmlformats.org/officeDocument/2006/relationships/tags" Target="../tags/tag254.xml"/><Relationship Id="rId1" Type="http://schemas.openxmlformats.org/officeDocument/2006/relationships/tags" Target="../tags/tag24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271.xml"/><Relationship Id="rId8" Type="http://schemas.openxmlformats.org/officeDocument/2006/relationships/tags" Target="../tags/tag270.xml"/><Relationship Id="rId7" Type="http://schemas.openxmlformats.org/officeDocument/2006/relationships/tags" Target="../tags/tag269.xml"/><Relationship Id="rId6" Type="http://schemas.openxmlformats.org/officeDocument/2006/relationships/tags" Target="../tags/tag268.xml"/><Relationship Id="rId59" Type="http://schemas.openxmlformats.org/officeDocument/2006/relationships/slideLayout" Target="../slideLayouts/slideLayout17.xml"/><Relationship Id="rId58" Type="http://schemas.openxmlformats.org/officeDocument/2006/relationships/tags" Target="../tags/tag306.xml"/><Relationship Id="rId57" Type="http://schemas.openxmlformats.org/officeDocument/2006/relationships/tags" Target="../tags/tag305.xml"/><Relationship Id="rId56" Type="http://schemas.openxmlformats.org/officeDocument/2006/relationships/image" Target="../media/image74.svg"/><Relationship Id="rId55" Type="http://schemas.openxmlformats.org/officeDocument/2006/relationships/image" Target="../media/image73.png"/><Relationship Id="rId54" Type="http://schemas.openxmlformats.org/officeDocument/2006/relationships/tags" Target="../tags/tag304.xml"/><Relationship Id="rId53" Type="http://schemas.openxmlformats.org/officeDocument/2006/relationships/tags" Target="../tags/tag303.xml"/><Relationship Id="rId52" Type="http://schemas.openxmlformats.org/officeDocument/2006/relationships/tags" Target="../tags/tag302.xml"/><Relationship Id="rId51" Type="http://schemas.openxmlformats.org/officeDocument/2006/relationships/tags" Target="../tags/tag301.xml"/><Relationship Id="rId50" Type="http://schemas.openxmlformats.org/officeDocument/2006/relationships/image" Target="../media/image23.svg"/><Relationship Id="rId5" Type="http://schemas.openxmlformats.org/officeDocument/2006/relationships/tags" Target="../tags/tag267.xml"/><Relationship Id="rId49" Type="http://schemas.openxmlformats.org/officeDocument/2006/relationships/image" Target="../media/image46.png"/><Relationship Id="rId48" Type="http://schemas.openxmlformats.org/officeDocument/2006/relationships/tags" Target="../tags/tag300.xml"/><Relationship Id="rId47" Type="http://schemas.openxmlformats.org/officeDocument/2006/relationships/tags" Target="../tags/tag299.xml"/><Relationship Id="rId46" Type="http://schemas.openxmlformats.org/officeDocument/2006/relationships/tags" Target="../tags/tag298.xml"/><Relationship Id="rId45" Type="http://schemas.openxmlformats.org/officeDocument/2006/relationships/tags" Target="../tags/tag297.xml"/><Relationship Id="rId44" Type="http://schemas.openxmlformats.org/officeDocument/2006/relationships/tags" Target="../tags/tag296.xml"/><Relationship Id="rId43" Type="http://schemas.openxmlformats.org/officeDocument/2006/relationships/tags" Target="../tags/tag295.xml"/><Relationship Id="rId42" Type="http://schemas.openxmlformats.org/officeDocument/2006/relationships/image" Target="../media/image72.svg"/><Relationship Id="rId41" Type="http://schemas.openxmlformats.org/officeDocument/2006/relationships/image" Target="../media/image71.png"/><Relationship Id="rId40" Type="http://schemas.openxmlformats.org/officeDocument/2006/relationships/tags" Target="../tags/tag294.xml"/><Relationship Id="rId4" Type="http://schemas.openxmlformats.org/officeDocument/2006/relationships/tags" Target="../tags/tag266.xml"/><Relationship Id="rId39" Type="http://schemas.openxmlformats.org/officeDocument/2006/relationships/tags" Target="../tags/tag293.xml"/><Relationship Id="rId38" Type="http://schemas.openxmlformats.org/officeDocument/2006/relationships/tags" Target="../tags/tag292.xml"/><Relationship Id="rId37" Type="http://schemas.openxmlformats.org/officeDocument/2006/relationships/tags" Target="../tags/tag291.xml"/><Relationship Id="rId36" Type="http://schemas.openxmlformats.org/officeDocument/2006/relationships/image" Target="../media/image70.svg"/><Relationship Id="rId35" Type="http://schemas.openxmlformats.org/officeDocument/2006/relationships/image" Target="../media/image69.png"/><Relationship Id="rId34" Type="http://schemas.openxmlformats.org/officeDocument/2006/relationships/tags" Target="../tags/tag290.xml"/><Relationship Id="rId33" Type="http://schemas.openxmlformats.org/officeDocument/2006/relationships/tags" Target="../tags/tag289.xml"/><Relationship Id="rId32" Type="http://schemas.openxmlformats.org/officeDocument/2006/relationships/tags" Target="../tags/tag288.xml"/><Relationship Id="rId31" Type="http://schemas.openxmlformats.org/officeDocument/2006/relationships/tags" Target="../tags/tag287.xml"/><Relationship Id="rId30" Type="http://schemas.openxmlformats.org/officeDocument/2006/relationships/tags" Target="../tags/tag286.xml"/><Relationship Id="rId3" Type="http://schemas.openxmlformats.org/officeDocument/2006/relationships/tags" Target="../tags/tag265.xml"/><Relationship Id="rId29" Type="http://schemas.openxmlformats.org/officeDocument/2006/relationships/tags" Target="../tags/tag285.xml"/><Relationship Id="rId28" Type="http://schemas.openxmlformats.org/officeDocument/2006/relationships/image" Target="../media/image29.svg"/><Relationship Id="rId27" Type="http://schemas.openxmlformats.org/officeDocument/2006/relationships/image" Target="../media/image28.png"/><Relationship Id="rId26" Type="http://schemas.openxmlformats.org/officeDocument/2006/relationships/tags" Target="../tags/tag284.xml"/><Relationship Id="rId25" Type="http://schemas.openxmlformats.org/officeDocument/2006/relationships/tags" Target="../tags/tag283.xml"/><Relationship Id="rId24" Type="http://schemas.openxmlformats.org/officeDocument/2006/relationships/tags" Target="../tags/tag282.xml"/><Relationship Id="rId23" Type="http://schemas.openxmlformats.org/officeDocument/2006/relationships/tags" Target="../tags/tag281.xml"/><Relationship Id="rId22" Type="http://schemas.openxmlformats.org/officeDocument/2006/relationships/image" Target="../media/image68.svg"/><Relationship Id="rId21" Type="http://schemas.openxmlformats.org/officeDocument/2006/relationships/image" Target="../media/image67.png"/><Relationship Id="rId20" Type="http://schemas.openxmlformats.org/officeDocument/2006/relationships/tags" Target="../tags/tag280.xml"/><Relationship Id="rId2" Type="http://schemas.openxmlformats.org/officeDocument/2006/relationships/tags" Target="../tags/tag264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image" Target="../media/image66.svg"/><Relationship Id="rId15" Type="http://schemas.openxmlformats.org/officeDocument/2006/relationships/image" Target="../media/image65.png"/><Relationship Id="rId14" Type="http://schemas.openxmlformats.org/officeDocument/2006/relationships/tags" Target="../tags/tag276.xml"/><Relationship Id="rId13" Type="http://schemas.openxmlformats.org/officeDocument/2006/relationships/tags" Target="../tags/tag275.xml"/><Relationship Id="rId12" Type="http://schemas.openxmlformats.org/officeDocument/2006/relationships/tags" Target="../tags/tag274.xml"/><Relationship Id="rId11" Type="http://schemas.openxmlformats.org/officeDocument/2006/relationships/tags" Target="../tags/tag273.xml"/><Relationship Id="rId10" Type="http://schemas.openxmlformats.org/officeDocument/2006/relationships/tags" Target="../tags/tag272.xml"/><Relationship Id="rId1" Type="http://schemas.openxmlformats.org/officeDocument/2006/relationships/tags" Target="../tags/tag263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13.xml"/><Relationship Id="rId8" Type="http://schemas.openxmlformats.org/officeDocument/2006/relationships/image" Target="../media/image23.svg"/><Relationship Id="rId7" Type="http://schemas.openxmlformats.org/officeDocument/2006/relationships/image" Target="../media/image46.png"/><Relationship Id="rId6" Type="http://schemas.openxmlformats.org/officeDocument/2006/relationships/tags" Target="../tags/tag312.xml"/><Relationship Id="rId5" Type="http://schemas.openxmlformats.org/officeDocument/2006/relationships/tags" Target="../tags/tag311.xml"/><Relationship Id="rId4" Type="http://schemas.openxmlformats.org/officeDocument/2006/relationships/tags" Target="../tags/tag310.xml"/><Relationship Id="rId3" Type="http://schemas.openxmlformats.org/officeDocument/2006/relationships/tags" Target="../tags/tag309.xml"/><Relationship Id="rId20" Type="http://schemas.openxmlformats.org/officeDocument/2006/relationships/slideLayout" Target="../slideLayouts/slideLayout17.xml"/><Relationship Id="rId2" Type="http://schemas.openxmlformats.org/officeDocument/2006/relationships/tags" Target="../tags/tag308.xml"/><Relationship Id="rId19" Type="http://schemas.openxmlformats.org/officeDocument/2006/relationships/tags" Target="../tags/tag319.xml"/><Relationship Id="rId18" Type="http://schemas.openxmlformats.org/officeDocument/2006/relationships/image" Target="../media/image78.svg"/><Relationship Id="rId17" Type="http://schemas.openxmlformats.org/officeDocument/2006/relationships/image" Target="../media/image77.png"/><Relationship Id="rId16" Type="http://schemas.openxmlformats.org/officeDocument/2006/relationships/tags" Target="../tags/tag318.xml"/><Relationship Id="rId15" Type="http://schemas.openxmlformats.org/officeDocument/2006/relationships/tags" Target="../tags/tag317.xml"/><Relationship Id="rId14" Type="http://schemas.openxmlformats.org/officeDocument/2006/relationships/tags" Target="../tags/tag316.xml"/><Relationship Id="rId13" Type="http://schemas.openxmlformats.org/officeDocument/2006/relationships/image" Target="../media/image76.svg"/><Relationship Id="rId12" Type="http://schemas.openxmlformats.org/officeDocument/2006/relationships/image" Target="../media/image75.png"/><Relationship Id="rId11" Type="http://schemas.openxmlformats.org/officeDocument/2006/relationships/tags" Target="../tags/tag315.xml"/><Relationship Id="rId10" Type="http://schemas.openxmlformats.org/officeDocument/2006/relationships/tags" Target="../tags/tag314.xml"/><Relationship Id="rId1" Type="http://schemas.openxmlformats.org/officeDocument/2006/relationships/tags" Target="../tags/tag307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328.xml"/><Relationship Id="rId8" Type="http://schemas.openxmlformats.org/officeDocument/2006/relationships/tags" Target="../tags/tag327.xml"/><Relationship Id="rId7" Type="http://schemas.openxmlformats.org/officeDocument/2006/relationships/tags" Target="../tags/tag326.xml"/><Relationship Id="rId6" Type="http://schemas.openxmlformats.org/officeDocument/2006/relationships/tags" Target="../tags/tag325.xml"/><Relationship Id="rId5" Type="http://schemas.openxmlformats.org/officeDocument/2006/relationships/tags" Target="../tags/tag324.xml"/><Relationship Id="rId40" Type="http://schemas.openxmlformats.org/officeDocument/2006/relationships/slideLayout" Target="../slideLayouts/slideLayout17.xml"/><Relationship Id="rId4" Type="http://schemas.openxmlformats.org/officeDocument/2006/relationships/tags" Target="../tags/tag323.xml"/><Relationship Id="rId39" Type="http://schemas.openxmlformats.org/officeDocument/2006/relationships/tags" Target="../tags/tag349.xml"/><Relationship Id="rId38" Type="http://schemas.openxmlformats.org/officeDocument/2006/relationships/tags" Target="../tags/tag348.xml"/><Relationship Id="rId37" Type="http://schemas.openxmlformats.org/officeDocument/2006/relationships/image" Target="../media/image83.svg"/><Relationship Id="rId36" Type="http://schemas.openxmlformats.org/officeDocument/2006/relationships/image" Target="../media/image82.png"/><Relationship Id="rId35" Type="http://schemas.openxmlformats.org/officeDocument/2006/relationships/tags" Target="../tags/tag347.xml"/><Relationship Id="rId34" Type="http://schemas.openxmlformats.org/officeDocument/2006/relationships/tags" Target="../tags/tag346.xml"/><Relationship Id="rId33" Type="http://schemas.openxmlformats.org/officeDocument/2006/relationships/tags" Target="../tags/tag345.xml"/><Relationship Id="rId32" Type="http://schemas.openxmlformats.org/officeDocument/2006/relationships/tags" Target="../tags/tag344.xml"/><Relationship Id="rId31" Type="http://schemas.openxmlformats.org/officeDocument/2006/relationships/tags" Target="../tags/tag343.xml"/><Relationship Id="rId30" Type="http://schemas.openxmlformats.org/officeDocument/2006/relationships/image" Target="../media/image17.svg"/><Relationship Id="rId3" Type="http://schemas.openxmlformats.org/officeDocument/2006/relationships/tags" Target="../tags/tag322.xml"/><Relationship Id="rId29" Type="http://schemas.openxmlformats.org/officeDocument/2006/relationships/image" Target="../media/image16.png"/><Relationship Id="rId28" Type="http://schemas.openxmlformats.org/officeDocument/2006/relationships/tags" Target="../tags/tag342.xml"/><Relationship Id="rId27" Type="http://schemas.openxmlformats.org/officeDocument/2006/relationships/tags" Target="../tags/tag341.xml"/><Relationship Id="rId26" Type="http://schemas.openxmlformats.org/officeDocument/2006/relationships/tags" Target="../tags/tag340.xml"/><Relationship Id="rId25" Type="http://schemas.openxmlformats.org/officeDocument/2006/relationships/tags" Target="../tags/tag339.xml"/><Relationship Id="rId24" Type="http://schemas.openxmlformats.org/officeDocument/2006/relationships/tags" Target="../tags/tag338.xml"/><Relationship Id="rId23" Type="http://schemas.openxmlformats.org/officeDocument/2006/relationships/image" Target="../media/image7.svg"/><Relationship Id="rId22" Type="http://schemas.openxmlformats.org/officeDocument/2006/relationships/image" Target="../media/image6.png"/><Relationship Id="rId21" Type="http://schemas.openxmlformats.org/officeDocument/2006/relationships/tags" Target="../tags/tag337.xml"/><Relationship Id="rId20" Type="http://schemas.openxmlformats.org/officeDocument/2006/relationships/tags" Target="../tags/tag336.xml"/><Relationship Id="rId2" Type="http://schemas.openxmlformats.org/officeDocument/2006/relationships/tags" Target="../tags/tag321.xml"/><Relationship Id="rId19" Type="http://schemas.openxmlformats.org/officeDocument/2006/relationships/tags" Target="../tags/tag335.xml"/><Relationship Id="rId18" Type="http://schemas.openxmlformats.org/officeDocument/2006/relationships/image" Target="../media/image81.png"/><Relationship Id="rId17" Type="http://schemas.openxmlformats.org/officeDocument/2006/relationships/tags" Target="../tags/tag334.xml"/><Relationship Id="rId16" Type="http://schemas.openxmlformats.org/officeDocument/2006/relationships/tags" Target="../tags/tag333.xml"/><Relationship Id="rId15" Type="http://schemas.openxmlformats.org/officeDocument/2006/relationships/image" Target="../media/image80.svg"/><Relationship Id="rId14" Type="http://schemas.openxmlformats.org/officeDocument/2006/relationships/image" Target="../media/image79.png"/><Relationship Id="rId13" Type="http://schemas.openxmlformats.org/officeDocument/2006/relationships/tags" Target="../tags/tag332.xml"/><Relationship Id="rId12" Type="http://schemas.openxmlformats.org/officeDocument/2006/relationships/tags" Target="../tags/tag331.xml"/><Relationship Id="rId11" Type="http://schemas.openxmlformats.org/officeDocument/2006/relationships/tags" Target="../tags/tag330.xml"/><Relationship Id="rId10" Type="http://schemas.openxmlformats.org/officeDocument/2006/relationships/tags" Target="../tags/tag329.xml"/><Relationship Id="rId1" Type="http://schemas.openxmlformats.org/officeDocument/2006/relationships/tags" Target="../tags/tag32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52.xml"/><Relationship Id="rId2" Type="http://schemas.openxmlformats.org/officeDocument/2006/relationships/tags" Target="../tags/tag351.xml"/><Relationship Id="rId1" Type="http://schemas.openxmlformats.org/officeDocument/2006/relationships/tags" Target="../tags/tag350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359.xml"/><Relationship Id="rId8" Type="http://schemas.openxmlformats.org/officeDocument/2006/relationships/tags" Target="../tags/tag358.xml"/><Relationship Id="rId7" Type="http://schemas.openxmlformats.org/officeDocument/2006/relationships/tags" Target="../tags/tag357.xml"/><Relationship Id="rId6" Type="http://schemas.openxmlformats.org/officeDocument/2006/relationships/image" Target="../media/image15.svg"/><Relationship Id="rId51" Type="http://schemas.openxmlformats.org/officeDocument/2006/relationships/slideLayout" Target="../slideLayouts/slideLayout17.xml"/><Relationship Id="rId50" Type="http://schemas.openxmlformats.org/officeDocument/2006/relationships/tags" Target="../tags/tag388.xml"/><Relationship Id="rId5" Type="http://schemas.openxmlformats.org/officeDocument/2006/relationships/image" Target="../media/image14.png"/><Relationship Id="rId49" Type="http://schemas.openxmlformats.org/officeDocument/2006/relationships/tags" Target="../tags/tag387.xml"/><Relationship Id="rId48" Type="http://schemas.openxmlformats.org/officeDocument/2006/relationships/image" Target="../media/image93.svg"/><Relationship Id="rId47" Type="http://schemas.openxmlformats.org/officeDocument/2006/relationships/image" Target="../media/image92.png"/><Relationship Id="rId46" Type="http://schemas.openxmlformats.org/officeDocument/2006/relationships/tags" Target="../tags/tag386.xml"/><Relationship Id="rId45" Type="http://schemas.openxmlformats.org/officeDocument/2006/relationships/tags" Target="../tags/tag385.xml"/><Relationship Id="rId44" Type="http://schemas.openxmlformats.org/officeDocument/2006/relationships/tags" Target="../tags/tag384.xml"/><Relationship Id="rId43" Type="http://schemas.openxmlformats.org/officeDocument/2006/relationships/tags" Target="../tags/tag383.xml"/><Relationship Id="rId42" Type="http://schemas.openxmlformats.org/officeDocument/2006/relationships/tags" Target="../tags/tag382.xml"/><Relationship Id="rId41" Type="http://schemas.openxmlformats.org/officeDocument/2006/relationships/image" Target="../media/image91.svg"/><Relationship Id="rId40" Type="http://schemas.openxmlformats.org/officeDocument/2006/relationships/image" Target="../media/image90.png"/><Relationship Id="rId4" Type="http://schemas.openxmlformats.org/officeDocument/2006/relationships/tags" Target="../tags/tag356.xml"/><Relationship Id="rId39" Type="http://schemas.openxmlformats.org/officeDocument/2006/relationships/tags" Target="../tags/tag381.xml"/><Relationship Id="rId38" Type="http://schemas.openxmlformats.org/officeDocument/2006/relationships/tags" Target="../tags/tag380.xml"/><Relationship Id="rId37" Type="http://schemas.openxmlformats.org/officeDocument/2006/relationships/tags" Target="../tags/tag379.xml"/><Relationship Id="rId36" Type="http://schemas.openxmlformats.org/officeDocument/2006/relationships/tags" Target="../tags/tag378.xml"/><Relationship Id="rId35" Type="http://schemas.openxmlformats.org/officeDocument/2006/relationships/tags" Target="../tags/tag377.xml"/><Relationship Id="rId34" Type="http://schemas.openxmlformats.org/officeDocument/2006/relationships/image" Target="../media/image89.svg"/><Relationship Id="rId33" Type="http://schemas.openxmlformats.org/officeDocument/2006/relationships/image" Target="../media/image88.png"/><Relationship Id="rId32" Type="http://schemas.openxmlformats.org/officeDocument/2006/relationships/tags" Target="../tags/tag376.xml"/><Relationship Id="rId31" Type="http://schemas.openxmlformats.org/officeDocument/2006/relationships/tags" Target="../tags/tag375.xml"/><Relationship Id="rId30" Type="http://schemas.openxmlformats.org/officeDocument/2006/relationships/tags" Target="../tags/tag374.xml"/><Relationship Id="rId3" Type="http://schemas.openxmlformats.org/officeDocument/2006/relationships/tags" Target="../tags/tag355.xml"/><Relationship Id="rId29" Type="http://schemas.openxmlformats.org/officeDocument/2006/relationships/tags" Target="../tags/tag373.xml"/><Relationship Id="rId28" Type="http://schemas.openxmlformats.org/officeDocument/2006/relationships/tags" Target="../tags/tag372.xml"/><Relationship Id="rId27" Type="http://schemas.openxmlformats.org/officeDocument/2006/relationships/image" Target="../media/image87.svg"/><Relationship Id="rId26" Type="http://schemas.openxmlformats.org/officeDocument/2006/relationships/image" Target="../media/image86.png"/><Relationship Id="rId25" Type="http://schemas.openxmlformats.org/officeDocument/2006/relationships/tags" Target="../tags/tag371.xml"/><Relationship Id="rId24" Type="http://schemas.openxmlformats.org/officeDocument/2006/relationships/tags" Target="../tags/tag370.xml"/><Relationship Id="rId23" Type="http://schemas.openxmlformats.org/officeDocument/2006/relationships/tags" Target="../tags/tag369.xml"/><Relationship Id="rId22" Type="http://schemas.openxmlformats.org/officeDocument/2006/relationships/tags" Target="../tags/tag368.xml"/><Relationship Id="rId21" Type="http://schemas.openxmlformats.org/officeDocument/2006/relationships/tags" Target="../tags/tag367.xml"/><Relationship Id="rId20" Type="http://schemas.openxmlformats.org/officeDocument/2006/relationships/image" Target="../media/image19.svg"/><Relationship Id="rId2" Type="http://schemas.openxmlformats.org/officeDocument/2006/relationships/tags" Target="../tags/tag354.xml"/><Relationship Id="rId19" Type="http://schemas.openxmlformats.org/officeDocument/2006/relationships/image" Target="../media/image18.png"/><Relationship Id="rId18" Type="http://schemas.openxmlformats.org/officeDocument/2006/relationships/tags" Target="../tags/tag366.xml"/><Relationship Id="rId17" Type="http://schemas.openxmlformats.org/officeDocument/2006/relationships/tags" Target="../tags/tag365.xml"/><Relationship Id="rId16" Type="http://schemas.openxmlformats.org/officeDocument/2006/relationships/tags" Target="../tags/tag364.xml"/><Relationship Id="rId15" Type="http://schemas.openxmlformats.org/officeDocument/2006/relationships/tags" Target="../tags/tag363.xml"/><Relationship Id="rId14" Type="http://schemas.openxmlformats.org/officeDocument/2006/relationships/tags" Target="../tags/tag362.xml"/><Relationship Id="rId13" Type="http://schemas.openxmlformats.org/officeDocument/2006/relationships/image" Target="../media/image85.svg"/><Relationship Id="rId12" Type="http://schemas.openxmlformats.org/officeDocument/2006/relationships/image" Target="../media/image84.png"/><Relationship Id="rId11" Type="http://schemas.openxmlformats.org/officeDocument/2006/relationships/tags" Target="../tags/tag361.xml"/><Relationship Id="rId10" Type="http://schemas.openxmlformats.org/officeDocument/2006/relationships/tags" Target="../tags/tag360.xml"/><Relationship Id="rId1" Type="http://schemas.openxmlformats.org/officeDocument/2006/relationships/tags" Target="../tags/tag353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397.xml"/><Relationship Id="rId8" Type="http://schemas.openxmlformats.org/officeDocument/2006/relationships/tags" Target="../tags/tag396.xml"/><Relationship Id="rId7" Type="http://schemas.openxmlformats.org/officeDocument/2006/relationships/tags" Target="../tags/tag395.xml"/><Relationship Id="rId6" Type="http://schemas.openxmlformats.org/officeDocument/2006/relationships/tags" Target="../tags/tag394.xml"/><Relationship Id="rId56" Type="http://schemas.openxmlformats.org/officeDocument/2006/relationships/slideLayout" Target="../slideLayouts/slideLayout17.xml"/><Relationship Id="rId55" Type="http://schemas.openxmlformats.org/officeDocument/2006/relationships/tags" Target="../tags/tag439.xml"/><Relationship Id="rId54" Type="http://schemas.openxmlformats.org/officeDocument/2006/relationships/tags" Target="../tags/tag438.xml"/><Relationship Id="rId53" Type="http://schemas.openxmlformats.org/officeDocument/2006/relationships/tags" Target="../tags/tag437.xml"/><Relationship Id="rId52" Type="http://schemas.openxmlformats.org/officeDocument/2006/relationships/tags" Target="../tags/tag436.xml"/><Relationship Id="rId51" Type="http://schemas.openxmlformats.org/officeDocument/2006/relationships/tags" Target="../tags/tag435.xml"/><Relationship Id="rId50" Type="http://schemas.openxmlformats.org/officeDocument/2006/relationships/tags" Target="../tags/tag434.xml"/><Relationship Id="rId5" Type="http://schemas.openxmlformats.org/officeDocument/2006/relationships/tags" Target="../tags/tag393.xml"/><Relationship Id="rId49" Type="http://schemas.openxmlformats.org/officeDocument/2006/relationships/tags" Target="../tags/tag433.xml"/><Relationship Id="rId48" Type="http://schemas.openxmlformats.org/officeDocument/2006/relationships/tags" Target="../tags/tag432.xml"/><Relationship Id="rId47" Type="http://schemas.openxmlformats.org/officeDocument/2006/relationships/tags" Target="../tags/tag431.xml"/><Relationship Id="rId46" Type="http://schemas.openxmlformats.org/officeDocument/2006/relationships/image" Target="../media/image93.svg"/><Relationship Id="rId45" Type="http://schemas.openxmlformats.org/officeDocument/2006/relationships/image" Target="../media/image92.png"/><Relationship Id="rId44" Type="http://schemas.openxmlformats.org/officeDocument/2006/relationships/tags" Target="../tags/tag430.xml"/><Relationship Id="rId43" Type="http://schemas.openxmlformats.org/officeDocument/2006/relationships/tags" Target="../tags/tag429.xml"/><Relationship Id="rId42" Type="http://schemas.openxmlformats.org/officeDocument/2006/relationships/tags" Target="../tags/tag428.xml"/><Relationship Id="rId41" Type="http://schemas.openxmlformats.org/officeDocument/2006/relationships/tags" Target="../tags/tag427.xml"/><Relationship Id="rId40" Type="http://schemas.openxmlformats.org/officeDocument/2006/relationships/tags" Target="../tags/tag426.xml"/><Relationship Id="rId4" Type="http://schemas.openxmlformats.org/officeDocument/2006/relationships/tags" Target="../tags/tag392.xml"/><Relationship Id="rId39" Type="http://schemas.openxmlformats.org/officeDocument/2006/relationships/tags" Target="../tags/tag425.xml"/><Relationship Id="rId38" Type="http://schemas.openxmlformats.org/officeDocument/2006/relationships/tags" Target="../tags/tag424.xml"/><Relationship Id="rId37" Type="http://schemas.openxmlformats.org/officeDocument/2006/relationships/tags" Target="../tags/tag423.xml"/><Relationship Id="rId36" Type="http://schemas.openxmlformats.org/officeDocument/2006/relationships/tags" Target="../tags/tag422.xml"/><Relationship Id="rId35" Type="http://schemas.openxmlformats.org/officeDocument/2006/relationships/tags" Target="../tags/tag421.xml"/><Relationship Id="rId34" Type="http://schemas.openxmlformats.org/officeDocument/2006/relationships/image" Target="../media/image95.svg"/><Relationship Id="rId33" Type="http://schemas.openxmlformats.org/officeDocument/2006/relationships/image" Target="../media/image94.png"/><Relationship Id="rId32" Type="http://schemas.openxmlformats.org/officeDocument/2006/relationships/tags" Target="../tags/tag420.xml"/><Relationship Id="rId31" Type="http://schemas.openxmlformats.org/officeDocument/2006/relationships/tags" Target="../tags/tag419.xml"/><Relationship Id="rId30" Type="http://schemas.openxmlformats.org/officeDocument/2006/relationships/tags" Target="../tags/tag418.xml"/><Relationship Id="rId3" Type="http://schemas.openxmlformats.org/officeDocument/2006/relationships/tags" Target="../tags/tag391.xml"/><Relationship Id="rId29" Type="http://schemas.openxmlformats.org/officeDocument/2006/relationships/tags" Target="../tags/tag417.xml"/><Relationship Id="rId28" Type="http://schemas.openxmlformats.org/officeDocument/2006/relationships/tags" Target="../tags/tag416.xml"/><Relationship Id="rId27" Type="http://schemas.openxmlformats.org/officeDocument/2006/relationships/tags" Target="../tags/tag415.xml"/><Relationship Id="rId26" Type="http://schemas.openxmlformats.org/officeDocument/2006/relationships/tags" Target="../tags/tag414.xml"/><Relationship Id="rId25" Type="http://schemas.openxmlformats.org/officeDocument/2006/relationships/tags" Target="../tags/tag413.xml"/><Relationship Id="rId24" Type="http://schemas.openxmlformats.org/officeDocument/2006/relationships/tags" Target="../tags/tag412.xml"/><Relationship Id="rId23" Type="http://schemas.openxmlformats.org/officeDocument/2006/relationships/tags" Target="../tags/tag411.xml"/><Relationship Id="rId22" Type="http://schemas.openxmlformats.org/officeDocument/2006/relationships/tags" Target="../tags/tag410.xml"/><Relationship Id="rId21" Type="http://schemas.openxmlformats.org/officeDocument/2006/relationships/tags" Target="../tags/tag409.xml"/><Relationship Id="rId20" Type="http://schemas.openxmlformats.org/officeDocument/2006/relationships/tags" Target="../tags/tag408.xml"/><Relationship Id="rId2" Type="http://schemas.openxmlformats.org/officeDocument/2006/relationships/tags" Target="../tags/tag390.xml"/><Relationship Id="rId19" Type="http://schemas.openxmlformats.org/officeDocument/2006/relationships/tags" Target="../tags/tag407.xml"/><Relationship Id="rId18" Type="http://schemas.openxmlformats.org/officeDocument/2006/relationships/tags" Target="../tags/tag406.xml"/><Relationship Id="rId17" Type="http://schemas.openxmlformats.org/officeDocument/2006/relationships/tags" Target="../tags/tag405.xml"/><Relationship Id="rId16" Type="http://schemas.openxmlformats.org/officeDocument/2006/relationships/tags" Target="../tags/tag404.xml"/><Relationship Id="rId15" Type="http://schemas.openxmlformats.org/officeDocument/2006/relationships/tags" Target="../tags/tag403.xml"/><Relationship Id="rId14" Type="http://schemas.openxmlformats.org/officeDocument/2006/relationships/tags" Target="../tags/tag402.xml"/><Relationship Id="rId13" Type="http://schemas.openxmlformats.org/officeDocument/2006/relationships/tags" Target="../tags/tag401.xml"/><Relationship Id="rId12" Type="http://schemas.openxmlformats.org/officeDocument/2006/relationships/tags" Target="../tags/tag400.xml"/><Relationship Id="rId11" Type="http://schemas.openxmlformats.org/officeDocument/2006/relationships/tags" Target="../tags/tag399.xml"/><Relationship Id="rId10" Type="http://schemas.openxmlformats.org/officeDocument/2006/relationships/tags" Target="../tags/tag398.xml"/><Relationship Id="rId1" Type="http://schemas.openxmlformats.org/officeDocument/2006/relationships/tags" Target="../tags/tag389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46.xml"/><Relationship Id="rId8" Type="http://schemas.openxmlformats.org/officeDocument/2006/relationships/tags" Target="../tags/tag445.xml"/><Relationship Id="rId7" Type="http://schemas.openxmlformats.org/officeDocument/2006/relationships/image" Target="../media/image21.svg"/><Relationship Id="rId6" Type="http://schemas.openxmlformats.org/officeDocument/2006/relationships/image" Target="../media/image20.png"/><Relationship Id="rId5" Type="http://schemas.openxmlformats.org/officeDocument/2006/relationships/tags" Target="../tags/tag444.xml"/><Relationship Id="rId4" Type="http://schemas.openxmlformats.org/officeDocument/2006/relationships/tags" Target="../tags/tag443.xml"/><Relationship Id="rId3" Type="http://schemas.openxmlformats.org/officeDocument/2006/relationships/tags" Target="../tags/tag442.xml"/><Relationship Id="rId29" Type="http://schemas.openxmlformats.org/officeDocument/2006/relationships/slideLayout" Target="../slideLayouts/slideLayout17.xml"/><Relationship Id="rId28" Type="http://schemas.openxmlformats.org/officeDocument/2006/relationships/tags" Target="../tags/tag457.xml"/><Relationship Id="rId27" Type="http://schemas.openxmlformats.org/officeDocument/2006/relationships/image" Target="../media/image103.svg"/><Relationship Id="rId26" Type="http://schemas.openxmlformats.org/officeDocument/2006/relationships/image" Target="../media/image102.png"/><Relationship Id="rId25" Type="http://schemas.openxmlformats.org/officeDocument/2006/relationships/tags" Target="../tags/tag456.xml"/><Relationship Id="rId24" Type="http://schemas.openxmlformats.org/officeDocument/2006/relationships/tags" Target="../tags/tag455.xml"/><Relationship Id="rId23" Type="http://schemas.openxmlformats.org/officeDocument/2006/relationships/tags" Target="../tags/tag454.xml"/><Relationship Id="rId22" Type="http://schemas.openxmlformats.org/officeDocument/2006/relationships/image" Target="../media/image101.svg"/><Relationship Id="rId21" Type="http://schemas.openxmlformats.org/officeDocument/2006/relationships/image" Target="../media/image100.png"/><Relationship Id="rId20" Type="http://schemas.openxmlformats.org/officeDocument/2006/relationships/tags" Target="../tags/tag453.xml"/><Relationship Id="rId2" Type="http://schemas.openxmlformats.org/officeDocument/2006/relationships/tags" Target="../tags/tag441.xml"/><Relationship Id="rId19" Type="http://schemas.openxmlformats.org/officeDocument/2006/relationships/tags" Target="../tags/tag452.xml"/><Relationship Id="rId18" Type="http://schemas.openxmlformats.org/officeDocument/2006/relationships/tags" Target="../tags/tag451.xml"/><Relationship Id="rId17" Type="http://schemas.openxmlformats.org/officeDocument/2006/relationships/image" Target="../media/image99.svg"/><Relationship Id="rId16" Type="http://schemas.openxmlformats.org/officeDocument/2006/relationships/image" Target="../media/image98.png"/><Relationship Id="rId15" Type="http://schemas.openxmlformats.org/officeDocument/2006/relationships/tags" Target="../tags/tag450.xml"/><Relationship Id="rId14" Type="http://schemas.openxmlformats.org/officeDocument/2006/relationships/tags" Target="../tags/tag449.xml"/><Relationship Id="rId13" Type="http://schemas.openxmlformats.org/officeDocument/2006/relationships/tags" Target="../tags/tag448.xml"/><Relationship Id="rId12" Type="http://schemas.openxmlformats.org/officeDocument/2006/relationships/image" Target="../media/image97.svg"/><Relationship Id="rId11" Type="http://schemas.openxmlformats.org/officeDocument/2006/relationships/image" Target="../media/image96.png"/><Relationship Id="rId10" Type="http://schemas.openxmlformats.org/officeDocument/2006/relationships/tags" Target="../tags/tag447.xml"/><Relationship Id="rId1" Type="http://schemas.openxmlformats.org/officeDocument/2006/relationships/tags" Target="../tags/tag440.xml"/></Relationships>
</file>

<file path=ppt/slides/_rels/slide15.xml.rels><?xml version="1.0" encoding="UTF-8" standalone="yes"?>
<Relationships xmlns="http://schemas.openxmlformats.org/package/2006/relationships"><Relationship Id="rId99" Type="http://schemas.openxmlformats.org/officeDocument/2006/relationships/image" Target="../media/image134.png"/><Relationship Id="rId98" Type="http://schemas.openxmlformats.org/officeDocument/2006/relationships/tags" Target="../tags/tag525.xml"/><Relationship Id="rId97" Type="http://schemas.openxmlformats.org/officeDocument/2006/relationships/tags" Target="../tags/tag524.xml"/><Relationship Id="rId96" Type="http://schemas.openxmlformats.org/officeDocument/2006/relationships/tags" Target="../tags/tag523.xml"/><Relationship Id="rId95" Type="http://schemas.openxmlformats.org/officeDocument/2006/relationships/tags" Target="../tags/tag522.xml"/><Relationship Id="rId94" Type="http://schemas.openxmlformats.org/officeDocument/2006/relationships/tags" Target="../tags/tag521.xml"/><Relationship Id="rId93" Type="http://schemas.openxmlformats.org/officeDocument/2006/relationships/image" Target="../media/image133.svg"/><Relationship Id="rId92" Type="http://schemas.openxmlformats.org/officeDocument/2006/relationships/image" Target="../media/image132.png"/><Relationship Id="rId91" Type="http://schemas.openxmlformats.org/officeDocument/2006/relationships/tags" Target="../tags/tag520.xml"/><Relationship Id="rId90" Type="http://schemas.openxmlformats.org/officeDocument/2006/relationships/tags" Target="../tags/tag519.xml"/><Relationship Id="rId9" Type="http://schemas.openxmlformats.org/officeDocument/2006/relationships/image" Target="../media/image106.png"/><Relationship Id="rId89" Type="http://schemas.openxmlformats.org/officeDocument/2006/relationships/tags" Target="../tags/tag518.xml"/><Relationship Id="rId88" Type="http://schemas.openxmlformats.org/officeDocument/2006/relationships/tags" Target="../tags/tag517.xml"/><Relationship Id="rId87" Type="http://schemas.openxmlformats.org/officeDocument/2006/relationships/tags" Target="../tags/tag516.xml"/><Relationship Id="rId86" Type="http://schemas.openxmlformats.org/officeDocument/2006/relationships/image" Target="../media/image131.svg"/><Relationship Id="rId85" Type="http://schemas.openxmlformats.org/officeDocument/2006/relationships/image" Target="../media/image130.png"/><Relationship Id="rId84" Type="http://schemas.openxmlformats.org/officeDocument/2006/relationships/tags" Target="../tags/tag515.xml"/><Relationship Id="rId83" Type="http://schemas.openxmlformats.org/officeDocument/2006/relationships/tags" Target="../tags/tag514.xml"/><Relationship Id="rId82" Type="http://schemas.openxmlformats.org/officeDocument/2006/relationships/tags" Target="../tags/tag513.xml"/><Relationship Id="rId81" Type="http://schemas.openxmlformats.org/officeDocument/2006/relationships/tags" Target="../tags/tag512.xml"/><Relationship Id="rId80" Type="http://schemas.openxmlformats.org/officeDocument/2006/relationships/tags" Target="../tags/tag511.xml"/><Relationship Id="rId8" Type="http://schemas.openxmlformats.org/officeDocument/2006/relationships/tags" Target="../tags/tag463.xml"/><Relationship Id="rId79" Type="http://schemas.openxmlformats.org/officeDocument/2006/relationships/image" Target="../media/image129.svg"/><Relationship Id="rId78" Type="http://schemas.openxmlformats.org/officeDocument/2006/relationships/image" Target="../media/image128.png"/><Relationship Id="rId77" Type="http://schemas.openxmlformats.org/officeDocument/2006/relationships/tags" Target="../tags/tag510.xml"/><Relationship Id="rId76" Type="http://schemas.openxmlformats.org/officeDocument/2006/relationships/tags" Target="../tags/tag509.xml"/><Relationship Id="rId75" Type="http://schemas.openxmlformats.org/officeDocument/2006/relationships/tags" Target="../tags/tag508.xml"/><Relationship Id="rId74" Type="http://schemas.openxmlformats.org/officeDocument/2006/relationships/tags" Target="../tags/tag507.xml"/><Relationship Id="rId73" Type="http://schemas.openxmlformats.org/officeDocument/2006/relationships/tags" Target="../tags/tag506.xml"/><Relationship Id="rId72" Type="http://schemas.openxmlformats.org/officeDocument/2006/relationships/image" Target="../media/image127.svg"/><Relationship Id="rId71" Type="http://schemas.openxmlformats.org/officeDocument/2006/relationships/image" Target="../media/image126.png"/><Relationship Id="rId70" Type="http://schemas.openxmlformats.org/officeDocument/2006/relationships/tags" Target="../tags/tag505.xml"/><Relationship Id="rId7" Type="http://schemas.openxmlformats.org/officeDocument/2006/relationships/tags" Target="../tags/tag462.xml"/><Relationship Id="rId69" Type="http://schemas.openxmlformats.org/officeDocument/2006/relationships/tags" Target="../tags/tag504.xml"/><Relationship Id="rId68" Type="http://schemas.openxmlformats.org/officeDocument/2006/relationships/tags" Target="../tags/tag503.xml"/><Relationship Id="rId67" Type="http://schemas.openxmlformats.org/officeDocument/2006/relationships/tags" Target="../tags/tag502.xml"/><Relationship Id="rId66" Type="http://schemas.openxmlformats.org/officeDocument/2006/relationships/tags" Target="../tags/tag501.xml"/><Relationship Id="rId65" Type="http://schemas.openxmlformats.org/officeDocument/2006/relationships/image" Target="../media/image125.svg"/><Relationship Id="rId64" Type="http://schemas.openxmlformats.org/officeDocument/2006/relationships/image" Target="../media/image124.png"/><Relationship Id="rId63" Type="http://schemas.openxmlformats.org/officeDocument/2006/relationships/tags" Target="../tags/tag500.xml"/><Relationship Id="rId62" Type="http://schemas.openxmlformats.org/officeDocument/2006/relationships/tags" Target="../tags/tag499.xml"/><Relationship Id="rId61" Type="http://schemas.openxmlformats.org/officeDocument/2006/relationships/tags" Target="../tags/tag498.xml"/><Relationship Id="rId60" Type="http://schemas.openxmlformats.org/officeDocument/2006/relationships/tags" Target="../tags/tag497.xml"/><Relationship Id="rId6" Type="http://schemas.openxmlformats.org/officeDocument/2006/relationships/image" Target="../media/image105.svg"/><Relationship Id="rId59" Type="http://schemas.openxmlformats.org/officeDocument/2006/relationships/tags" Target="../tags/tag496.xml"/><Relationship Id="rId58" Type="http://schemas.openxmlformats.org/officeDocument/2006/relationships/image" Target="../media/image123.svg"/><Relationship Id="rId57" Type="http://schemas.openxmlformats.org/officeDocument/2006/relationships/image" Target="../media/image122.png"/><Relationship Id="rId56" Type="http://schemas.openxmlformats.org/officeDocument/2006/relationships/tags" Target="../tags/tag495.xml"/><Relationship Id="rId55" Type="http://schemas.openxmlformats.org/officeDocument/2006/relationships/tags" Target="../tags/tag494.xml"/><Relationship Id="rId54" Type="http://schemas.openxmlformats.org/officeDocument/2006/relationships/tags" Target="../tags/tag493.xml"/><Relationship Id="rId53" Type="http://schemas.openxmlformats.org/officeDocument/2006/relationships/tags" Target="../tags/tag492.xml"/><Relationship Id="rId52" Type="http://schemas.openxmlformats.org/officeDocument/2006/relationships/tags" Target="../tags/tag491.xml"/><Relationship Id="rId51" Type="http://schemas.openxmlformats.org/officeDocument/2006/relationships/image" Target="../media/image121.svg"/><Relationship Id="rId50" Type="http://schemas.openxmlformats.org/officeDocument/2006/relationships/image" Target="../media/image120.png"/><Relationship Id="rId5" Type="http://schemas.openxmlformats.org/officeDocument/2006/relationships/image" Target="../media/image104.png"/><Relationship Id="rId49" Type="http://schemas.openxmlformats.org/officeDocument/2006/relationships/tags" Target="../tags/tag490.xml"/><Relationship Id="rId48" Type="http://schemas.openxmlformats.org/officeDocument/2006/relationships/tags" Target="../tags/tag489.xml"/><Relationship Id="rId47" Type="http://schemas.openxmlformats.org/officeDocument/2006/relationships/tags" Target="../tags/tag488.xml"/><Relationship Id="rId46" Type="http://schemas.openxmlformats.org/officeDocument/2006/relationships/tags" Target="../tags/tag487.xml"/><Relationship Id="rId45" Type="http://schemas.openxmlformats.org/officeDocument/2006/relationships/tags" Target="../tags/tag486.xml"/><Relationship Id="rId44" Type="http://schemas.openxmlformats.org/officeDocument/2006/relationships/image" Target="../media/image119.svg"/><Relationship Id="rId43" Type="http://schemas.openxmlformats.org/officeDocument/2006/relationships/image" Target="../media/image118.png"/><Relationship Id="rId42" Type="http://schemas.openxmlformats.org/officeDocument/2006/relationships/tags" Target="../tags/tag485.xml"/><Relationship Id="rId41" Type="http://schemas.openxmlformats.org/officeDocument/2006/relationships/tags" Target="../tags/tag484.xml"/><Relationship Id="rId40" Type="http://schemas.openxmlformats.org/officeDocument/2006/relationships/tags" Target="../tags/tag483.xml"/><Relationship Id="rId4" Type="http://schemas.openxmlformats.org/officeDocument/2006/relationships/tags" Target="../tags/tag461.xml"/><Relationship Id="rId39" Type="http://schemas.openxmlformats.org/officeDocument/2006/relationships/tags" Target="../tags/tag482.xml"/><Relationship Id="rId38" Type="http://schemas.openxmlformats.org/officeDocument/2006/relationships/image" Target="../media/image117.svg"/><Relationship Id="rId37" Type="http://schemas.openxmlformats.org/officeDocument/2006/relationships/image" Target="../media/image116.png"/><Relationship Id="rId36" Type="http://schemas.openxmlformats.org/officeDocument/2006/relationships/tags" Target="../tags/tag481.xml"/><Relationship Id="rId35" Type="http://schemas.openxmlformats.org/officeDocument/2006/relationships/tags" Target="../tags/tag480.xml"/><Relationship Id="rId34" Type="http://schemas.openxmlformats.org/officeDocument/2006/relationships/tags" Target="../tags/tag479.xml"/><Relationship Id="rId33" Type="http://schemas.openxmlformats.org/officeDocument/2006/relationships/tags" Target="../tags/tag478.xml"/><Relationship Id="rId32" Type="http://schemas.openxmlformats.org/officeDocument/2006/relationships/image" Target="../media/image115.svg"/><Relationship Id="rId31" Type="http://schemas.openxmlformats.org/officeDocument/2006/relationships/image" Target="../media/image114.png"/><Relationship Id="rId30" Type="http://schemas.openxmlformats.org/officeDocument/2006/relationships/tags" Target="../tags/tag477.xml"/><Relationship Id="rId3" Type="http://schemas.openxmlformats.org/officeDocument/2006/relationships/tags" Target="../tags/tag460.xml"/><Relationship Id="rId29" Type="http://schemas.openxmlformats.org/officeDocument/2006/relationships/tags" Target="../tags/tag476.xml"/><Relationship Id="rId28" Type="http://schemas.openxmlformats.org/officeDocument/2006/relationships/tags" Target="../tags/tag475.xml"/><Relationship Id="rId27" Type="http://schemas.openxmlformats.org/officeDocument/2006/relationships/tags" Target="../tags/tag474.xml"/><Relationship Id="rId26" Type="http://schemas.openxmlformats.org/officeDocument/2006/relationships/image" Target="../media/image113.svg"/><Relationship Id="rId25" Type="http://schemas.openxmlformats.org/officeDocument/2006/relationships/image" Target="../media/image112.png"/><Relationship Id="rId24" Type="http://schemas.openxmlformats.org/officeDocument/2006/relationships/tags" Target="../tags/tag473.xml"/><Relationship Id="rId23" Type="http://schemas.openxmlformats.org/officeDocument/2006/relationships/tags" Target="../tags/tag472.xml"/><Relationship Id="rId22" Type="http://schemas.openxmlformats.org/officeDocument/2006/relationships/tags" Target="../tags/tag471.xml"/><Relationship Id="rId21" Type="http://schemas.openxmlformats.org/officeDocument/2006/relationships/tags" Target="../tags/tag470.xml"/><Relationship Id="rId20" Type="http://schemas.openxmlformats.org/officeDocument/2006/relationships/image" Target="../media/image111.svg"/><Relationship Id="rId2" Type="http://schemas.openxmlformats.org/officeDocument/2006/relationships/tags" Target="../tags/tag459.xml"/><Relationship Id="rId19" Type="http://schemas.openxmlformats.org/officeDocument/2006/relationships/image" Target="../media/image110.png"/><Relationship Id="rId18" Type="http://schemas.openxmlformats.org/officeDocument/2006/relationships/tags" Target="../tags/tag469.xml"/><Relationship Id="rId17" Type="http://schemas.openxmlformats.org/officeDocument/2006/relationships/tags" Target="../tags/tag468.xml"/><Relationship Id="rId16" Type="http://schemas.openxmlformats.org/officeDocument/2006/relationships/tags" Target="../tags/tag467.xml"/><Relationship Id="rId15" Type="http://schemas.openxmlformats.org/officeDocument/2006/relationships/tags" Target="../tags/tag466.xml"/><Relationship Id="rId14" Type="http://schemas.openxmlformats.org/officeDocument/2006/relationships/image" Target="../media/image109.svg"/><Relationship Id="rId13" Type="http://schemas.openxmlformats.org/officeDocument/2006/relationships/image" Target="../media/image108.png"/><Relationship Id="rId12" Type="http://schemas.openxmlformats.org/officeDocument/2006/relationships/tags" Target="../tags/tag465.xml"/><Relationship Id="rId11" Type="http://schemas.openxmlformats.org/officeDocument/2006/relationships/tags" Target="../tags/tag464.xml"/><Relationship Id="rId103" Type="http://schemas.openxmlformats.org/officeDocument/2006/relationships/slideLayout" Target="../slideLayouts/slideLayout17.xml"/><Relationship Id="rId102" Type="http://schemas.openxmlformats.org/officeDocument/2006/relationships/tags" Target="../tags/tag527.xml"/><Relationship Id="rId101" Type="http://schemas.openxmlformats.org/officeDocument/2006/relationships/tags" Target="../tags/tag526.xml"/><Relationship Id="rId100" Type="http://schemas.openxmlformats.org/officeDocument/2006/relationships/image" Target="../media/image135.svg"/><Relationship Id="rId10" Type="http://schemas.openxmlformats.org/officeDocument/2006/relationships/image" Target="../media/image107.svg"/><Relationship Id="rId1" Type="http://schemas.openxmlformats.org/officeDocument/2006/relationships/tags" Target="../tags/tag458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530.xml"/><Relationship Id="rId2" Type="http://schemas.openxmlformats.org/officeDocument/2006/relationships/tags" Target="../tags/tag529.xml"/><Relationship Id="rId1" Type="http://schemas.openxmlformats.org/officeDocument/2006/relationships/tags" Target="../tags/tag528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537.xml"/><Relationship Id="rId8" Type="http://schemas.openxmlformats.org/officeDocument/2006/relationships/tags" Target="../tags/tag536.xml"/><Relationship Id="rId7" Type="http://schemas.openxmlformats.org/officeDocument/2006/relationships/tags" Target="../tags/tag535.xml"/><Relationship Id="rId63" Type="http://schemas.openxmlformats.org/officeDocument/2006/relationships/slideLayout" Target="../slideLayouts/slideLayout17.xml"/><Relationship Id="rId62" Type="http://schemas.openxmlformats.org/officeDocument/2006/relationships/tags" Target="../tags/tag574.xml"/><Relationship Id="rId61" Type="http://schemas.openxmlformats.org/officeDocument/2006/relationships/tags" Target="../tags/tag573.xml"/><Relationship Id="rId60" Type="http://schemas.openxmlformats.org/officeDocument/2006/relationships/image" Target="../media/image149.svg"/><Relationship Id="rId6" Type="http://schemas.openxmlformats.org/officeDocument/2006/relationships/image" Target="../media/image111.svg"/><Relationship Id="rId59" Type="http://schemas.openxmlformats.org/officeDocument/2006/relationships/image" Target="../media/image148.png"/><Relationship Id="rId58" Type="http://schemas.openxmlformats.org/officeDocument/2006/relationships/tags" Target="../tags/tag572.xml"/><Relationship Id="rId57" Type="http://schemas.openxmlformats.org/officeDocument/2006/relationships/tags" Target="../tags/tag571.xml"/><Relationship Id="rId56" Type="http://schemas.openxmlformats.org/officeDocument/2006/relationships/tags" Target="../tags/tag570.xml"/><Relationship Id="rId55" Type="http://schemas.openxmlformats.org/officeDocument/2006/relationships/tags" Target="../tags/tag569.xml"/><Relationship Id="rId54" Type="http://schemas.openxmlformats.org/officeDocument/2006/relationships/image" Target="../media/image147.svg"/><Relationship Id="rId53" Type="http://schemas.openxmlformats.org/officeDocument/2006/relationships/image" Target="../media/image146.png"/><Relationship Id="rId52" Type="http://schemas.openxmlformats.org/officeDocument/2006/relationships/tags" Target="../tags/tag568.xml"/><Relationship Id="rId51" Type="http://schemas.openxmlformats.org/officeDocument/2006/relationships/tags" Target="../tags/tag567.xml"/><Relationship Id="rId50" Type="http://schemas.openxmlformats.org/officeDocument/2006/relationships/tags" Target="../tags/tag566.xml"/><Relationship Id="rId5" Type="http://schemas.openxmlformats.org/officeDocument/2006/relationships/image" Target="../media/image110.png"/><Relationship Id="rId49" Type="http://schemas.openxmlformats.org/officeDocument/2006/relationships/tags" Target="../tags/tag565.xml"/><Relationship Id="rId48" Type="http://schemas.openxmlformats.org/officeDocument/2006/relationships/image" Target="../media/image145.svg"/><Relationship Id="rId47" Type="http://schemas.openxmlformats.org/officeDocument/2006/relationships/image" Target="../media/image144.png"/><Relationship Id="rId46" Type="http://schemas.openxmlformats.org/officeDocument/2006/relationships/tags" Target="../tags/tag564.xml"/><Relationship Id="rId45" Type="http://schemas.openxmlformats.org/officeDocument/2006/relationships/tags" Target="../tags/tag563.xml"/><Relationship Id="rId44" Type="http://schemas.openxmlformats.org/officeDocument/2006/relationships/tags" Target="../tags/tag562.xml"/><Relationship Id="rId43" Type="http://schemas.openxmlformats.org/officeDocument/2006/relationships/tags" Target="../tags/tag561.xml"/><Relationship Id="rId42" Type="http://schemas.openxmlformats.org/officeDocument/2006/relationships/tags" Target="../tags/tag560.xml"/><Relationship Id="rId41" Type="http://schemas.openxmlformats.org/officeDocument/2006/relationships/tags" Target="../tags/tag559.xml"/><Relationship Id="rId40" Type="http://schemas.openxmlformats.org/officeDocument/2006/relationships/image" Target="../media/image87.svg"/><Relationship Id="rId4" Type="http://schemas.openxmlformats.org/officeDocument/2006/relationships/tags" Target="../tags/tag534.xml"/><Relationship Id="rId39" Type="http://schemas.openxmlformats.org/officeDocument/2006/relationships/image" Target="../media/image86.png"/><Relationship Id="rId38" Type="http://schemas.openxmlformats.org/officeDocument/2006/relationships/tags" Target="../tags/tag558.xml"/><Relationship Id="rId37" Type="http://schemas.openxmlformats.org/officeDocument/2006/relationships/tags" Target="../tags/tag557.xml"/><Relationship Id="rId36" Type="http://schemas.openxmlformats.org/officeDocument/2006/relationships/tags" Target="../tags/tag556.xml"/><Relationship Id="rId35" Type="http://schemas.openxmlformats.org/officeDocument/2006/relationships/tags" Target="../tags/tag555.xml"/><Relationship Id="rId34" Type="http://schemas.openxmlformats.org/officeDocument/2006/relationships/image" Target="../media/image143.svg"/><Relationship Id="rId33" Type="http://schemas.openxmlformats.org/officeDocument/2006/relationships/image" Target="../media/image142.png"/><Relationship Id="rId32" Type="http://schemas.openxmlformats.org/officeDocument/2006/relationships/tags" Target="../tags/tag554.xml"/><Relationship Id="rId31" Type="http://schemas.openxmlformats.org/officeDocument/2006/relationships/tags" Target="../tags/tag553.xml"/><Relationship Id="rId30" Type="http://schemas.openxmlformats.org/officeDocument/2006/relationships/tags" Target="../tags/tag552.xml"/><Relationship Id="rId3" Type="http://schemas.openxmlformats.org/officeDocument/2006/relationships/tags" Target="../tags/tag533.xml"/><Relationship Id="rId29" Type="http://schemas.openxmlformats.org/officeDocument/2006/relationships/tags" Target="../tags/tag551.xml"/><Relationship Id="rId28" Type="http://schemas.openxmlformats.org/officeDocument/2006/relationships/image" Target="../media/image141.svg"/><Relationship Id="rId27" Type="http://schemas.openxmlformats.org/officeDocument/2006/relationships/image" Target="../media/image140.png"/><Relationship Id="rId26" Type="http://schemas.openxmlformats.org/officeDocument/2006/relationships/tags" Target="../tags/tag550.xml"/><Relationship Id="rId25" Type="http://schemas.openxmlformats.org/officeDocument/2006/relationships/tags" Target="../tags/tag549.xml"/><Relationship Id="rId24" Type="http://schemas.openxmlformats.org/officeDocument/2006/relationships/tags" Target="../tags/tag548.xml"/><Relationship Id="rId23" Type="http://schemas.openxmlformats.org/officeDocument/2006/relationships/tags" Target="../tags/tag547.xml"/><Relationship Id="rId22" Type="http://schemas.openxmlformats.org/officeDocument/2006/relationships/tags" Target="../tags/tag546.xml"/><Relationship Id="rId21" Type="http://schemas.openxmlformats.org/officeDocument/2006/relationships/tags" Target="../tags/tag545.xml"/><Relationship Id="rId20" Type="http://schemas.openxmlformats.org/officeDocument/2006/relationships/image" Target="../media/image139.svg"/><Relationship Id="rId2" Type="http://schemas.openxmlformats.org/officeDocument/2006/relationships/tags" Target="../tags/tag532.xml"/><Relationship Id="rId19" Type="http://schemas.openxmlformats.org/officeDocument/2006/relationships/image" Target="../media/image138.png"/><Relationship Id="rId18" Type="http://schemas.openxmlformats.org/officeDocument/2006/relationships/tags" Target="../tags/tag544.xml"/><Relationship Id="rId17" Type="http://schemas.openxmlformats.org/officeDocument/2006/relationships/tags" Target="../tags/tag543.xml"/><Relationship Id="rId16" Type="http://schemas.openxmlformats.org/officeDocument/2006/relationships/tags" Target="../tags/tag542.xml"/><Relationship Id="rId15" Type="http://schemas.openxmlformats.org/officeDocument/2006/relationships/tags" Target="../tags/tag541.xml"/><Relationship Id="rId14" Type="http://schemas.openxmlformats.org/officeDocument/2006/relationships/tags" Target="../tags/tag540.xml"/><Relationship Id="rId13" Type="http://schemas.openxmlformats.org/officeDocument/2006/relationships/image" Target="../media/image137.svg"/><Relationship Id="rId12" Type="http://schemas.openxmlformats.org/officeDocument/2006/relationships/image" Target="../media/image136.png"/><Relationship Id="rId11" Type="http://schemas.openxmlformats.org/officeDocument/2006/relationships/tags" Target="../tags/tag539.xml"/><Relationship Id="rId10" Type="http://schemas.openxmlformats.org/officeDocument/2006/relationships/tags" Target="../tags/tag538.xml"/><Relationship Id="rId1" Type="http://schemas.openxmlformats.org/officeDocument/2006/relationships/tags" Target="../tags/tag53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581.xml"/><Relationship Id="rId8" Type="http://schemas.openxmlformats.org/officeDocument/2006/relationships/tags" Target="../tags/tag580.xml"/><Relationship Id="rId7" Type="http://schemas.openxmlformats.org/officeDocument/2006/relationships/tags" Target="../tags/tag579.xml"/><Relationship Id="rId6" Type="http://schemas.openxmlformats.org/officeDocument/2006/relationships/image" Target="../media/image151.svg"/><Relationship Id="rId5" Type="http://schemas.openxmlformats.org/officeDocument/2006/relationships/image" Target="../media/image150.png"/><Relationship Id="rId44" Type="http://schemas.openxmlformats.org/officeDocument/2006/relationships/slideLayout" Target="../slideLayouts/slideLayout17.xml"/><Relationship Id="rId43" Type="http://schemas.openxmlformats.org/officeDocument/2006/relationships/tags" Target="../tags/tag605.xml"/><Relationship Id="rId42" Type="http://schemas.openxmlformats.org/officeDocument/2006/relationships/tags" Target="../tags/tag604.xml"/><Relationship Id="rId41" Type="http://schemas.openxmlformats.org/officeDocument/2006/relationships/image" Target="../media/image129.svg"/><Relationship Id="rId40" Type="http://schemas.openxmlformats.org/officeDocument/2006/relationships/image" Target="../media/image128.png"/><Relationship Id="rId4" Type="http://schemas.openxmlformats.org/officeDocument/2006/relationships/tags" Target="../tags/tag578.xml"/><Relationship Id="rId39" Type="http://schemas.openxmlformats.org/officeDocument/2006/relationships/tags" Target="../tags/tag603.xml"/><Relationship Id="rId38" Type="http://schemas.openxmlformats.org/officeDocument/2006/relationships/tags" Target="../tags/tag602.xml"/><Relationship Id="rId37" Type="http://schemas.openxmlformats.org/officeDocument/2006/relationships/tags" Target="../tags/tag601.xml"/><Relationship Id="rId36" Type="http://schemas.openxmlformats.org/officeDocument/2006/relationships/tags" Target="../tags/tag600.xml"/><Relationship Id="rId35" Type="http://schemas.openxmlformats.org/officeDocument/2006/relationships/tags" Target="../tags/tag599.xml"/><Relationship Id="rId34" Type="http://schemas.openxmlformats.org/officeDocument/2006/relationships/image" Target="../media/image147.svg"/><Relationship Id="rId33" Type="http://schemas.openxmlformats.org/officeDocument/2006/relationships/image" Target="../media/image146.png"/><Relationship Id="rId32" Type="http://schemas.openxmlformats.org/officeDocument/2006/relationships/tags" Target="../tags/tag598.xml"/><Relationship Id="rId31" Type="http://schemas.openxmlformats.org/officeDocument/2006/relationships/tags" Target="../tags/tag597.xml"/><Relationship Id="rId30" Type="http://schemas.openxmlformats.org/officeDocument/2006/relationships/tags" Target="../tags/tag596.xml"/><Relationship Id="rId3" Type="http://schemas.openxmlformats.org/officeDocument/2006/relationships/tags" Target="../tags/tag577.xml"/><Relationship Id="rId29" Type="http://schemas.openxmlformats.org/officeDocument/2006/relationships/tags" Target="../tags/tag595.xml"/><Relationship Id="rId28" Type="http://schemas.openxmlformats.org/officeDocument/2006/relationships/tags" Target="../tags/tag594.xml"/><Relationship Id="rId27" Type="http://schemas.openxmlformats.org/officeDocument/2006/relationships/image" Target="../media/image155.svg"/><Relationship Id="rId26" Type="http://schemas.openxmlformats.org/officeDocument/2006/relationships/image" Target="../media/image154.png"/><Relationship Id="rId25" Type="http://schemas.openxmlformats.org/officeDocument/2006/relationships/tags" Target="../tags/tag593.xml"/><Relationship Id="rId24" Type="http://schemas.openxmlformats.org/officeDocument/2006/relationships/tags" Target="../tags/tag592.xml"/><Relationship Id="rId23" Type="http://schemas.openxmlformats.org/officeDocument/2006/relationships/tags" Target="../tags/tag591.xml"/><Relationship Id="rId22" Type="http://schemas.openxmlformats.org/officeDocument/2006/relationships/tags" Target="../tags/tag590.xml"/><Relationship Id="rId21" Type="http://schemas.openxmlformats.org/officeDocument/2006/relationships/tags" Target="../tags/tag589.xml"/><Relationship Id="rId20" Type="http://schemas.openxmlformats.org/officeDocument/2006/relationships/image" Target="../media/image115.svg"/><Relationship Id="rId2" Type="http://schemas.openxmlformats.org/officeDocument/2006/relationships/tags" Target="../tags/tag576.xml"/><Relationship Id="rId19" Type="http://schemas.openxmlformats.org/officeDocument/2006/relationships/image" Target="../media/image114.png"/><Relationship Id="rId18" Type="http://schemas.openxmlformats.org/officeDocument/2006/relationships/tags" Target="../tags/tag588.xml"/><Relationship Id="rId17" Type="http://schemas.openxmlformats.org/officeDocument/2006/relationships/tags" Target="../tags/tag587.xml"/><Relationship Id="rId16" Type="http://schemas.openxmlformats.org/officeDocument/2006/relationships/tags" Target="../tags/tag586.xml"/><Relationship Id="rId15" Type="http://schemas.openxmlformats.org/officeDocument/2006/relationships/tags" Target="../tags/tag585.xml"/><Relationship Id="rId14" Type="http://schemas.openxmlformats.org/officeDocument/2006/relationships/tags" Target="../tags/tag584.xml"/><Relationship Id="rId13" Type="http://schemas.openxmlformats.org/officeDocument/2006/relationships/image" Target="../media/image153.svg"/><Relationship Id="rId12" Type="http://schemas.openxmlformats.org/officeDocument/2006/relationships/image" Target="../media/image152.png"/><Relationship Id="rId11" Type="http://schemas.openxmlformats.org/officeDocument/2006/relationships/tags" Target="../tags/tag583.xml"/><Relationship Id="rId10" Type="http://schemas.openxmlformats.org/officeDocument/2006/relationships/tags" Target="../tags/tag582.xml"/><Relationship Id="rId1" Type="http://schemas.openxmlformats.org/officeDocument/2006/relationships/tags" Target="../tags/tag575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12.xml"/><Relationship Id="rId8" Type="http://schemas.openxmlformats.org/officeDocument/2006/relationships/tags" Target="../tags/tag611.xml"/><Relationship Id="rId7" Type="http://schemas.openxmlformats.org/officeDocument/2006/relationships/tags" Target="../tags/tag610.xml"/><Relationship Id="rId6" Type="http://schemas.openxmlformats.org/officeDocument/2006/relationships/image" Target="../media/image157.svg"/><Relationship Id="rId5" Type="http://schemas.openxmlformats.org/officeDocument/2006/relationships/image" Target="../media/image156.png"/><Relationship Id="rId4" Type="http://schemas.openxmlformats.org/officeDocument/2006/relationships/tags" Target="../tags/tag609.xml"/><Relationship Id="rId3" Type="http://schemas.openxmlformats.org/officeDocument/2006/relationships/tags" Target="../tags/tag608.xml"/><Relationship Id="rId28" Type="http://schemas.openxmlformats.org/officeDocument/2006/relationships/slideLayout" Target="../slideLayouts/slideLayout17.xml"/><Relationship Id="rId27" Type="http://schemas.openxmlformats.org/officeDocument/2006/relationships/tags" Target="../tags/tag626.xml"/><Relationship Id="rId26" Type="http://schemas.openxmlformats.org/officeDocument/2006/relationships/tags" Target="../tags/tag625.xml"/><Relationship Id="rId25" Type="http://schemas.openxmlformats.org/officeDocument/2006/relationships/tags" Target="../tags/tag624.xml"/><Relationship Id="rId24" Type="http://schemas.openxmlformats.org/officeDocument/2006/relationships/tags" Target="../tags/tag623.xml"/><Relationship Id="rId23" Type="http://schemas.openxmlformats.org/officeDocument/2006/relationships/tags" Target="../tags/tag622.xml"/><Relationship Id="rId22" Type="http://schemas.openxmlformats.org/officeDocument/2006/relationships/tags" Target="../tags/tag621.xml"/><Relationship Id="rId21" Type="http://schemas.openxmlformats.org/officeDocument/2006/relationships/tags" Target="../tags/tag620.xml"/><Relationship Id="rId20" Type="http://schemas.openxmlformats.org/officeDocument/2006/relationships/image" Target="../media/image161.svg"/><Relationship Id="rId2" Type="http://schemas.openxmlformats.org/officeDocument/2006/relationships/tags" Target="../tags/tag607.xml"/><Relationship Id="rId19" Type="http://schemas.openxmlformats.org/officeDocument/2006/relationships/image" Target="../media/image160.png"/><Relationship Id="rId18" Type="http://schemas.openxmlformats.org/officeDocument/2006/relationships/tags" Target="../tags/tag619.xml"/><Relationship Id="rId17" Type="http://schemas.openxmlformats.org/officeDocument/2006/relationships/tags" Target="../tags/tag618.xml"/><Relationship Id="rId16" Type="http://schemas.openxmlformats.org/officeDocument/2006/relationships/tags" Target="../tags/tag617.xml"/><Relationship Id="rId15" Type="http://schemas.openxmlformats.org/officeDocument/2006/relationships/tags" Target="../tags/tag616.xml"/><Relationship Id="rId14" Type="http://schemas.openxmlformats.org/officeDocument/2006/relationships/tags" Target="../tags/tag615.xml"/><Relationship Id="rId13" Type="http://schemas.openxmlformats.org/officeDocument/2006/relationships/image" Target="../media/image159.svg"/><Relationship Id="rId12" Type="http://schemas.openxmlformats.org/officeDocument/2006/relationships/image" Target="../media/image158.png"/><Relationship Id="rId11" Type="http://schemas.openxmlformats.org/officeDocument/2006/relationships/tags" Target="../tags/tag614.xml"/><Relationship Id="rId10" Type="http://schemas.openxmlformats.org/officeDocument/2006/relationships/tags" Target="../tags/tag613.xml"/><Relationship Id="rId1" Type="http://schemas.openxmlformats.org/officeDocument/2006/relationships/tags" Target="../tags/tag606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629.xml"/><Relationship Id="rId2" Type="http://schemas.openxmlformats.org/officeDocument/2006/relationships/tags" Target="../tags/tag628.xml"/><Relationship Id="rId1" Type="http://schemas.openxmlformats.org/officeDocument/2006/relationships/tags" Target="../tags/tag627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636.xml"/><Relationship Id="rId8" Type="http://schemas.openxmlformats.org/officeDocument/2006/relationships/image" Target="../media/image11.svg"/><Relationship Id="rId7" Type="http://schemas.openxmlformats.org/officeDocument/2006/relationships/image" Target="../media/image10.png"/><Relationship Id="rId6" Type="http://schemas.openxmlformats.org/officeDocument/2006/relationships/tags" Target="../tags/tag635.xml"/><Relationship Id="rId59" Type="http://schemas.openxmlformats.org/officeDocument/2006/relationships/slideLayout" Target="../slideLayouts/slideLayout17.xml"/><Relationship Id="rId58" Type="http://schemas.openxmlformats.org/officeDocument/2006/relationships/tags" Target="../tags/tag669.xml"/><Relationship Id="rId57" Type="http://schemas.openxmlformats.org/officeDocument/2006/relationships/image" Target="../media/image171.svg"/><Relationship Id="rId56" Type="http://schemas.openxmlformats.org/officeDocument/2006/relationships/image" Target="../media/image170.png"/><Relationship Id="rId55" Type="http://schemas.openxmlformats.org/officeDocument/2006/relationships/tags" Target="../tags/tag668.xml"/><Relationship Id="rId54" Type="http://schemas.openxmlformats.org/officeDocument/2006/relationships/tags" Target="../tags/tag667.xml"/><Relationship Id="rId53" Type="http://schemas.openxmlformats.org/officeDocument/2006/relationships/tags" Target="../tags/tag666.xml"/><Relationship Id="rId52" Type="http://schemas.openxmlformats.org/officeDocument/2006/relationships/image" Target="../media/image169.svg"/><Relationship Id="rId51" Type="http://schemas.openxmlformats.org/officeDocument/2006/relationships/image" Target="../media/image168.png"/><Relationship Id="rId50" Type="http://schemas.openxmlformats.org/officeDocument/2006/relationships/tags" Target="../tags/tag665.xml"/><Relationship Id="rId5" Type="http://schemas.openxmlformats.org/officeDocument/2006/relationships/tags" Target="../tags/tag634.xml"/><Relationship Id="rId49" Type="http://schemas.openxmlformats.org/officeDocument/2006/relationships/tags" Target="../tags/tag664.xml"/><Relationship Id="rId48" Type="http://schemas.openxmlformats.org/officeDocument/2006/relationships/tags" Target="../tags/tag663.xml"/><Relationship Id="rId47" Type="http://schemas.openxmlformats.org/officeDocument/2006/relationships/image" Target="../media/image129.svg"/><Relationship Id="rId46" Type="http://schemas.openxmlformats.org/officeDocument/2006/relationships/image" Target="../media/image128.png"/><Relationship Id="rId45" Type="http://schemas.openxmlformats.org/officeDocument/2006/relationships/tags" Target="../tags/tag662.xml"/><Relationship Id="rId44" Type="http://schemas.openxmlformats.org/officeDocument/2006/relationships/tags" Target="../tags/tag661.xml"/><Relationship Id="rId43" Type="http://schemas.openxmlformats.org/officeDocument/2006/relationships/tags" Target="../tags/tag660.xml"/><Relationship Id="rId42" Type="http://schemas.openxmlformats.org/officeDocument/2006/relationships/tags" Target="../tags/tag659.xml"/><Relationship Id="rId41" Type="http://schemas.openxmlformats.org/officeDocument/2006/relationships/tags" Target="../tags/tag658.xml"/><Relationship Id="rId40" Type="http://schemas.openxmlformats.org/officeDocument/2006/relationships/image" Target="../media/image80.svg"/><Relationship Id="rId4" Type="http://schemas.openxmlformats.org/officeDocument/2006/relationships/tags" Target="../tags/tag633.xml"/><Relationship Id="rId39" Type="http://schemas.openxmlformats.org/officeDocument/2006/relationships/image" Target="../media/image79.png"/><Relationship Id="rId38" Type="http://schemas.openxmlformats.org/officeDocument/2006/relationships/tags" Target="../tags/tag657.xml"/><Relationship Id="rId37" Type="http://schemas.openxmlformats.org/officeDocument/2006/relationships/tags" Target="../tags/tag656.xml"/><Relationship Id="rId36" Type="http://schemas.openxmlformats.org/officeDocument/2006/relationships/tags" Target="../tags/tag655.xml"/><Relationship Id="rId35" Type="http://schemas.openxmlformats.org/officeDocument/2006/relationships/image" Target="../media/image167.svg"/><Relationship Id="rId34" Type="http://schemas.openxmlformats.org/officeDocument/2006/relationships/image" Target="../media/image166.png"/><Relationship Id="rId33" Type="http://schemas.openxmlformats.org/officeDocument/2006/relationships/tags" Target="../tags/tag654.xml"/><Relationship Id="rId32" Type="http://schemas.openxmlformats.org/officeDocument/2006/relationships/tags" Target="../tags/tag653.xml"/><Relationship Id="rId31" Type="http://schemas.openxmlformats.org/officeDocument/2006/relationships/tags" Target="../tags/tag652.xml"/><Relationship Id="rId30" Type="http://schemas.openxmlformats.org/officeDocument/2006/relationships/image" Target="../media/image165.svg"/><Relationship Id="rId3" Type="http://schemas.openxmlformats.org/officeDocument/2006/relationships/tags" Target="../tags/tag632.xml"/><Relationship Id="rId29" Type="http://schemas.openxmlformats.org/officeDocument/2006/relationships/image" Target="../media/image164.png"/><Relationship Id="rId28" Type="http://schemas.openxmlformats.org/officeDocument/2006/relationships/tags" Target="../tags/tag651.xml"/><Relationship Id="rId27" Type="http://schemas.openxmlformats.org/officeDocument/2006/relationships/tags" Target="../tags/tag650.xml"/><Relationship Id="rId26" Type="http://schemas.openxmlformats.org/officeDocument/2006/relationships/tags" Target="../tags/tag649.xml"/><Relationship Id="rId25" Type="http://schemas.openxmlformats.org/officeDocument/2006/relationships/tags" Target="../tags/tag648.xml"/><Relationship Id="rId24" Type="http://schemas.openxmlformats.org/officeDocument/2006/relationships/tags" Target="../tags/tag647.xml"/><Relationship Id="rId23" Type="http://schemas.openxmlformats.org/officeDocument/2006/relationships/tags" Target="../tags/tag646.xml"/><Relationship Id="rId22" Type="http://schemas.openxmlformats.org/officeDocument/2006/relationships/image" Target="../media/image83.svg"/><Relationship Id="rId21" Type="http://schemas.openxmlformats.org/officeDocument/2006/relationships/image" Target="../media/image82.png"/><Relationship Id="rId20" Type="http://schemas.openxmlformats.org/officeDocument/2006/relationships/tags" Target="../tags/tag645.xml"/><Relationship Id="rId2" Type="http://schemas.openxmlformats.org/officeDocument/2006/relationships/tags" Target="../tags/tag631.xml"/><Relationship Id="rId19" Type="http://schemas.openxmlformats.org/officeDocument/2006/relationships/tags" Target="../tags/tag644.xml"/><Relationship Id="rId18" Type="http://schemas.openxmlformats.org/officeDocument/2006/relationships/tags" Target="../tags/tag643.xml"/><Relationship Id="rId17" Type="http://schemas.openxmlformats.org/officeDocument/2006/relationships/tags" Target="../tags/tag642.xml"/><Relationship Id="rId16" Type="http://schemas.openxmlformats.org/officeDocument/2006/relationships/tags" Target="../tags/tag641.xml"/><Relationship Id="rId15" Type="http://schemas.openxmlformats.org/officeDocument/2006/relationships/image" Target="../media/image163.svg"/><Relationship Id="rId14" Type="http://schemas.openxmlformats.org/officeDocument/2006/relationships/image" Target="../media/image162.png"/><Relationship Id="rId13" Type="http://schemas.openxmlformats.org/officeDocument/2006/relationships/tags" Target="../tags/tag640.xml"/><Relationship Id="rId12" Type="http://schemas.openxmlformats.org/officeDocument/2006/relationships/tags" Target="../tags/tag639.xml"/><Relationship Id="rId11" Type="http://schemas.openxmlformats.org/officeDocument/2006/relationships/tags" Target="../tags/tag638.xml"/><Relationship Id="rId10" Type="http://schemas.openxmlformats.org/officeDocument/2006/relationships/tags" Target="../tags/tag637.xml"/><Relationship Id="rId1" Type="http://schemas.openxmlformats.org/officeDocument/2006/relationships/tags" Target="../tags/tag63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676.xml"/><Relationship Id="rId8" Type="http://schemas.openxmlformats.org/officeDocument/2006/relationships/tags" Target="../tags/tag675.xml"/><Relationship Id="rId7" Type="http://schemas.openxmlformats.org/officeDocument/2006/relationships/tags" Target="../tags/tag674.xml"/><Relationship Id="rId6" Type="http://schemas.openxmlformats.org/officeDocument/2006/relationships/image" Target="../media/image173.svg"/><Relationship Id="rId5" Type="http://schemas.openxmlformats.org/officeDocument/2006/relationships/image" Target="../media/image172.png"/><Relationship Id="rId45" Type="http://schemas.openxmlformats.org/officeDocument/2006/relationships/slideLayout" Target="../slideLayouts/slideLayout17.xml"/><Relationship Id="rId44" Type="http://schemas.openxmlformats.org/officeDocument/2006/relationships/tags" Target="../tags/tag703.xml"/><Relationship Id="rId43" Type="http://schemas.openxmlformats.org/officeDocument/2006/relationships/tags" Target="../tags/tag702.xml"/><Relationship Id="rId42" Type="http://schemas.openxmlformats.org/officeDocument/2006/relationships/tags" Target="../tags/tag701.xml"/><Relationship Id="rId41" Type="http://schemas.openxmlformats.org/officeDocument/2006/relationships/tags" Target="../tags/tag700.xml"/><Relationship Id="rId40" Type="http://schemas.openxmlformats.org/officeDocument/2006/relationships/image" Target="../media/image157.svg"/><Relationship Id="rId4" Type="http://schemas.openxmlformats.org/officeDocument/2006/relationships/tags" Target="../tags/tag673.xml"/><Relationship Id="rId39" Type="http://schemas.openxmlformats.org/officeDocument/2006/relationships/image" Target="../media/image156.png"/><Relationship Id="rId38" Type="http://schemas.openxmlformats.org/officeDocument/2006/relationships/tags" Target="../tags/tag699.xml"/><Relationship Id="rId37" Type="http://schemas.openxmlformats.org/officeDocument/2006/relationships/tags" Target="../tags/tag698.xml"/><Relationship Id="rId36" Type="http://schemas.openxmlformats.org/officeDocument/2006/relationships/tags" Target="../tags/tag697.xml"/><Relationship Id="rId35" Type="http://schemas.openxmlformats.org/officeDocument/2006/relationships/tags" Target="../tags/tag696.xml"/><Relationship Id="rId34" Type="http://schemas.openxmlformats.org/officeDocument/2006/relationships/tags" Target="../tags/tag695.xml"/><Relationship Id="rId33" Type="http://schemas.openxmlformats.org/officeDocument/2006/relationships/tags" Target="../tags/tag694.xml"/><Relationship Id="rId32" Type="http://schemas.openxmlformats.org/officeDocument/2006/relationships/tags" Target="../tags/tag693.xml"/><Relationship Id="rId31" Type="http://schemas.openxmlformats.org/officeDocument/2006/relationships/image" Target="../media/image179.svg"/><Relationship Id="rId30" Type="http://schemas.openxmlformats.org/officeDocument/2006/relationships/image" Target="../media/image178.png"/><Relationship Id="rId3" Type="http://schemas.openxmlformats.org/officeDocument/2006/relationships/tags" Target="../tags/tag672.xml"/><Relationship Id="rId29" Type="http://schemas.openxmlformats.org/officeDocument/2006/relationships/tags" Target="../tags/tag692.xml"/><Relationship Id="rId28" Type="http://schemas.openxmlformats.org/officeDocument/2006/relationships/tags" Target="../tags/tag691.xml"/><Relationship Id="rId27" Type="http://schemas.openxmlformats.org/officeDocument/2006/relationships/tags" Target="../tags/tag690.xml"/><Relationship Id="rId26" Type="http://schemas.openxmlformats.org/officeDocument/2006/relationships/tags" Target="../tags/tag689.xml"/><Relationship Id="rId25" Type="http://schemas.openxmlformats.org/officeDocument/2006/relationships/tags" Target="../tags/tag688.xml"/><Relationship Id="rId24" Type="http://schemas.openxmlformats.org/officeDocument/2006/relationships/tags" Target="../tags/tag687.xml"/><Relationship Id="rId23" Type="http://schemas.openxmlformats.org/officeDocument/2006/relationships/image" Target="../media/image177.svg"/><Relationship Id="rId22" Type="http://schemas.openxmlformats.org/officeDocument/2006/relationships/image" Target="../media/image176.png"/><Relationship Id="rId21" Type="http://schemas.openxmlformats.org/officeDocument/2006/relationships/tags" Target="../tags/tag686.xml"/><Relationship Id="rId20" Type="http://schemas.openxmlformats.org/officeDocument/2006/relationships/tags" Target="../tags/tag685.xml"/><Relationship Id="rId2" Type="http://schemas.openxmlformats.org/officeDocument/2006/relationships/tags" Target="../tags/tag671.xml"/><Relationship Id="rId19" Type="http://schemas.openxmlformats.org/officeDocument/2006/relationships/tags" Target="../tags/tag684.xml"/><Relationship Id="rId18" Type="http://schemas.openxmlformats.org/officeDocument/2006/relationships/tags" Target="../tags/tag683.xml"/><Relationship Id="rId17" Type="http://schemas.openxmlformats.org/officeDocument/2006/relationships/tags" Target="../tags/tag682.xml"/><Relationship Id="rId16" Type="http://schemas.openxmlformats.org/officeDocument/2006/relationships/tags" Target="../tags/tag681.xml"/><Relationship Id="rId15" Type="http://schemas.openxmlformats.org/officeDocument/2006/relationships/tags" Target="../tags/tag680.xml"/><Relationship Id="rId14" Type="http://schemas.openxmlformats.org/officeDocument/2006/relationships/image" Target="../media/image175.svg"/><Relationship Id="rId13" Type="http://schemas.openxmlformats.org/officeDocument/2006/relationships/image" Target="../media/image174.png"/><Relationship Id="rId12" Type="http://schemas.openxmlformats.org/officeDocument/2006/relationships/tags" Target="../tags/tag679.xml"/><Relationship Id="rId11" Type="http://schemas.openxmlformats.org/officeDocument/2006/relationships/tags" Target="../tags/tag678.xml"/><Relationship Id="rId10" Type="http://schemas.openxmlformats.org/officeDocument/2006/relationships/tags" Target="../tags/tag677.xml"/><Relationship Id="rId1" Type="http://schemas.openxmlformats.org/officeDocument/2006/relationships/tags" Target="../tags/tag670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710.xml"/><Relationship Id="rId8" Type="http://schemas.openxmlformats.org/officeDocument/2006/relationships/tags" Target="../tags/tag709.xml"/><Relationship Id="rId7" Type="http://schemas.openxmlformats.org/officeDocument/2006/relationships/tags" Target="../tags/tag708.xml"/><Relationship Id="rId6" Type="http://schemas.openxmlformats.org/officeDocument/2006/relationships/tags" Target="../tags/tag707.xml"/><Relationship Id="rId5" Type="http://schemas.openxmlformats.org/officeDocument/2006/relationships/tags" Target="../tags/tag706.xml"/><Relationship Id="rId4" Type="http://schemas.openxmlformats.org/officeDocument/2006/relationships/image" Target="../media/image181.svg"/><Relationship Id="rId33" Type="http://schemas.openxmlformats.org/officeDocument/2006/relationships/slideLayout" Target="../slideLayouts/slideLayout17.xml"/><Relationship Id="rId32" Type="http://schemas.openxmlformats.org/officeDocument/2006/relationships/tags" Target="../tags/tag729.xml"/><Relationship Id="rId31" Type="http://schemas.openxmlformats.org/officeDocument/2006/relationships/tags" Target="../tags/tag728.xml"/><Relationship Id="rId30" Type="http://schemas.openxmlformats.org/officeDocument/2006/relationships/tags" Target="../tags/tag727.xml"/><Relationship Id="rId3" Type="http://schemas.openxmlformats.org/officeDocument/2006/relationships/image" Target="../media/image180.png"/><Relationship Id="rId29" Type="http://schemas.openxmlformats.org/officeDocument/2006/relationships/image" Target="../media/image185.svg"/><Relationship Id="rId28" Type="http://schemas.openxmlformats.org/officeDocument/2006/relationships/image" Target="../media/image184.png"/><Relationship Id="rId27" Type="http://schemas.openxmlformats.org/officeDocument/2006/relationships/tags" Target="../tags/tag726.xml"/><Relationship Id="rId26" Type="http://schemas.openxmlformats.org/officeDocument/2006/relationships/tags" Target="../tags/tag725.xml"/><Relationship Id="rId25" Type="http://schemas.openxmlformats.org/officeDocument/2006/relationships/image" Target="../media/image183.svg"/><Relationship Id="rId24" Type="http://schemas.openxmlformats.org/officeDocument/2006/relationships/image" Target="../media/image182.png"/><Relationship Id="rId23" Type="http://schemas.openxmlformats.org/officeDocument/2006/relationships/tags" Target="../tags/tag724.xml"/><Relationship Id="rId22" Type="http://schemas.openxmlformats.org/officeDocument/2006/relationships/tags" Target="../tags/tag723.xml"/><Relationship Id="rId21" Type="http://schemas.openxmlformats.org/officeDocument/2006/relationships/tags" Target="../tags/tag722.xml"/><Relationship Id="rId20" Type="http://schemas.openxmlformats.org/officeDocument/2006/relationships/tags" Target="../tags/tag721.xml"/><Relationship Id="rId2" Type="http://schemas.openxmlformats.org/officeDocument/2006/relationships/tags" Target="../tags/tag705.xml"/><Relationship Id="rId19" Type="http://schemas.openxmlformats.org/officeDocument/2006/relationships/tags" Target="../tags/tag720.xml"/><Relationship Id="rId18" Type="http://schemas.openxmlformats.org/officeDocument/2006/relationships/tags" Target="../tags/tag719.xml"/><Relationship Id="rId17" Type="http://schemas.openxmlformats.org/officeDocument/2006/relationships/tags" Target="../tags/tag718.xml"/><Relationship Id="rId16" Type="http://schemas.openxmlformats.org/officeDocument/2006/relationships/tags" Target="../tags/tag717.xml"/><Relationship Id="rId15" Type="http://schemas.openxmlformats.org/officeDocument/2006/relationships/tags" Target="../tags/tag716.xml"/><Relationship Id="rId14" Type="http://schemas.openxmlformats.org/officeDocument/2006/relationships/tags" Target="../tags/tag715.xml"/><Relationship Id="rId13" Type="http://schemas.openxmlformats.org/officeDocument/2006/relationships/tags" Target="../tags/tag714.xml"/><Relationship Id="rId12" Type="http://schemas.openxmlformats.org/officeDocument/2006/relationships/tags" Target="../tags/tag713.xml"/><Relationship Id="rId11" Type="http://schemas.openxmlformats.org/officeDocument/2006/relationships/tags" Target="../tags/tag712.xml"/><Relationship Id="rId10" Type="http://schemas.openxmlformats.org/officeDocument/2006/relationships/tags" Target="../tags/tag711.xml"/><Relationship Id="rId1" Type="http://schemas.openxmlformats.org/officeDocument/2006/relationships/tags" Target="../tags/tag704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tags" Target="../tags/tag735.xml"/><Relationship Id="rId7" Type="http://schemas.openxmlformats.org/officeDocument/2006/relationships/tags" Target="../tags/tag734.xml"/><Relationship Id="rId62" Type="http://schemas.openxmlformats.org/officeDocument/2006/relationships/slideLayout" Target="../slideLayouts/slideLayout17.xml"/><Relationship Id="rId61" Type="http://schemas.openxmlformats.org/officeDocument/2006/relationships/tags" Target="../tags/tag766.xml"/><Relationship Id="rId60" Type="http://schemas.openxmlformats.org/officeDocument/2006/relationships/image" Target="../media/image203.svg"/><Relationship Id="rId6" Type="http://schemas.openxmlformats.org/officeDocument/2006/relationships/tags" Target="../tags/tag733.xml"/><Relationship Id="rId59" Type="http://schemas.openxmlformats.org/officeDocument/2006/relationships/image" Target="../media/image202.png"/><Relationship Id="rId58" Type="http://schemas.openxmlformats.org/officeDocument/2006/relationships/tags" Target="../tags/tag765.xml"/><Relationship Id="rId57" Type="http://schemas.openxmlformats.org/officeDocument/2006/relationships/tags" Target="../tags/tag764.xml"/><Relationship Id="rId56" Type="http://schemas.openxmlformats.org/officeDocument/2006/relationships/tags" Target="../tags/tag763.xml"/><Relationship Id="rId55" Type="http://schemas.openxmlformats.org/officeDocument/2006/relationships/image" Target="../media/image201.svg"/><Relationship Id="rId54" Type="http://schemas.openxmlformats.org/officeDocument/2006/relationships/image" Target="../media/image200.png"/><Relationship Id="rId53" Type="http://schemas.openxmlformats.org/officeDocument/2006/relationships/tags" Target="../tags/tag762.xml"/><Relationship Id="rId52" Type="http://schemas.openxmlformats.org/officeDocument/2006/relationships/tags" Target="../tags/tag761.xml"/><Relationship Id="rId51" Type="http://schemas.openxmlformats.org/officeDocument/2006/relationships/tags" Target="../tags/tag760.xml"/><Relationship Id="rId50" Type="http://schemas.openxmlformats.org/officeDocument/2006/relationships/image" Target="../media/image199.svg"/><Relationship Id="rId5" Type="http://schemas.openxmlformats.org/officeDocument/2006/relationships/image" Target="../media/image187.svg"/><Relationship Id="rId49" Type="http://schemas.openxmlformats.org/officeDocument/2006/relationships/image" Target="../media/image198.png"/><Relationship Id="rId48" Type="http://schemas.openxmlformats.org/officeDocument/2006/relationships/tags" Target="../tags/tag759.xml"/><Relationship Id="rId47" Type="http://schemas.openxmlformats.org/officeDocument/2006/relationships/tags" Target="../tags/tag758.xml"/><Relationship Id="rId46" Type="http://schemas.openxmlformats.org/officeDocument/2006/relationships/tags" Target="../tags/tag757.xml"/><Relationship Id="rId45" Type="http://schemas.openxmlformats.org/officeDocument/2006/relationships/image" Target="../media/image197.svg"/><Relationship Id="rId44" Type="http://schemas.openxmlformats.org/officeDocument/2006/relationships/image" Target="../media/image196.png"/><Relationship Id="rId43" Type="http://schemas.openxmlformats.org/officeDocument/2006/relationships/tags" Target="../tags/tag756.xml"/><Relationship Id="rId42" Type="http://schemas.openxmlformats.org/officeDocument/2006/relationships/tags" Target="../tags/tag755.xml"/><Relationship Id="rId41" Type="http://schemas.openxmlformats.org/officeDocument/2006/relationships/tags" Target="../tags/tag754.xml"/><Relationship Id="rId40" Type="http://schemas.openxmlformats.org/officeDocument/2006/relationships/image" Target="../media/image195.svg"/><Relationship Id="rId4" Type="http://schemas.openxmlformats.org/officeDocument/2006/relationships/image" Target="../media/image186.png"/><Relationship Id="rId39" Type="http://schemas.openxmlformats.org/officeDocument/2006/relationships/image" Target="../media/image194.png"/><Relationship Id="rId38" Type="http://schemas.openxmlformats.org/officeDocument/2006/relationships/tags" Target="../tags/tag753.xml"/><Relationship Id="rId37" Type="http://schemas.openxmlformats.org/officeDocument/2006/relationships/tags" Target="../tags/tag752.xml"/><Relationship Id="rId36" Type="http://schemas.openxmlformats.org/officeDocument/2006/relationships/tags" Target="../tags/tag751.xml"/><Relationship Id="rId35" Type="http://schemas.openxmlformats.org/officeDocument/2006/relationships/image" Target="../media/image193.svg"/><Relationship Id="rId34" Type="http://schemas.openxmlformats.org/officeDocument/2006/relationships/image" Target="../media/image192.png"/><Relationship Id="rId33" Type="http://schemas.openxmlformats.org/officeDocument/2006/relationships/tags" Target="../tags/tag750.xml"/><Relationship Id="rId32" Type="http://schemas.openxmlformats.org/officeDocument/2006/relationships/tags" Target="../tags/tag749.xml"/><Relationship Id="rId31" Type="http://schemas.openxmlformats.org/officeDocument/2006/relationships/tags" Target="../tags/tag748.xml"/><Relationship Id="rId30" Type="http://schemas.openxmlformats.org/officeDocument/2006/relationships/image" Target="../media/image191.svg"/><Relationship Id="rId3" Type="http://schemas.openxmlformats.org/officeDocument/2006/relationships/tags" Target="../tags/tag732.xml"/><Relationship Id="rId29" Type="http://schemas.openxmlformats.org/officeDocument/2006/relationships/image" Target="../media/image190.png"/><Relationship Id="rId28" Type="http://schemas.openxmlformats.org/officeDocument/2006/relationships/tags" Target="../tags/tag747.xml"/><Relationship Id="rId27" Type="http://schemas.openxmlformats.org/officeDocument/2006/relationships/tags" Target="../tags/tag746.xml"/><Relationship Id="rId26" Type="http://schemas.openxmlformats.org/officeDocument/2006/relationships/tags" Target="../tags/tag745.xml"/><Relationship Id="rId25" Type="http://schemas.openxmlformats.org/officeDocument/2006/relationships/image" Target="../media/image29.svg"/><Relationship Id="rId24" Type="http://schemas.openxmlformats.org/officeDocument/2006/relationships/image" Target="../media/image28.png"/><Relationship Id="rId23" Type="http://schemas.openxmlformats.org/officeDocument/2006/relationships/tags" Target="../tags/tag744.xml"/><Relationship Id="rId22" Type="http://schemas.openxmlformats.org/officeDocument/2006/relationships/tags" Target="../tags/tag743.xml"/><Relationship Id="rId21" Type="http://schemas.openxmlformats.org/officeDocument/2006/relationships/tags" Target="../tags/tag742.xml"/><Relationship Id="rId20" Type="http://schemas.openxmlformats.org/officeDocument/2006/relationships/image" Target="../media/image189.svg"/><Relationship Id="rId2" Type="http://schemas.openxmlformats.org/officeDocument/2006/relationships/tags" Target="../tags/tag731.xml"/><Relationship Id="rId19" Type="http://schemas.openxmlformats.org/officeDocument/2006/relationships/image" Target="../media/image188.png"/><Relationship Id="rId18" Type="http://schemas.openxmlformats.org/officeDocument/2006/relationships/tags" Target="../tags/tag741.xml"/><Relationship Id="rId17" Type="http://schemas.openxmlformats.org/officeDocument/2006/relationships/tags" Target="../tags/tag740.xml"/><Relationship Id="rId16" Type="http://schemas.openxmlformats.org/officeDocument/2006/relationships/tags" Target="../tags/tag739.xml"/><Relationship Id="rId15" Type="http://schemas.openxmlformats.org/officeDocument/2006/relationships/image" Target="../media/image74.svg"/><Relationship Id="rId14" Type="http://schemas.openxmlformats.org/officeDocument/2006/relationships/image" Target="../media/image73.png"/><Relationship Id="rId13" Type="http://schemas.openxmlformats.org/officeDocument/2006/relationships/tags" Target="../tags/tag738.xml"/><Relationship Id="rId12" Type="http://schemas.openxmlformats.org/officeDocument/2006/relationships/tags" Target="../tags/tag737.xml"/><Relationship Id="rId11" Type="http://schemas.openxmlformats.org/officeDocument/2006/relationships/tags" Target="../tags/tag736.xml"/><Relationship Id="rId10" Type="http://schemas.openxmlformats.org/officeDocument/2006/relationships/image" Target="../media/image23.svg"/><Relationship Id="rId1" Type="http://schemas.openxmlformats.org/officeDocument/2006/relationships/tags" Target="../tags/tag730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92.png"/><Relationship Id="rId8" Type="http://schemas.openxmlformats.org/officeDocument/2006/relationships/tags" Target="../tags/tag772.xml"/><Relationship Id="rId7" Type="http://schemas.openxmlformats.org/officeDocument/2006/relationships/tags" Target="../tags/tag771.xml"/><Relationship Id="rId6" Type="http://schemas.openxmlformats.org/officeDocument/2006/relationships/tags" Target="../tags/tag770.xml"/><Relationship Id="rId5" Type="http://schemas.openxmlformats.org/officeDocument/2006/relationships/image" Target="../media/image205.svg"/><Relationship Id="rId44" Type="http://schemas.openxmlformats.org/officeDocument/2006/relationships/slideLayout" Target="../slideLayouts/slideLayout17.xml"/><Relationship Id="rId43" Type="http://schemas.openxmlformats.org/officeDocument/2006/relationships/tags" Target="../tags/tag795.xml"/><Relationship Id="rId42" Type="http://schemas.openxmlformats.org/officeDocument/2006/relationships/tags" Target="../tags/tag794.xml"/><Relationship Id="rId41" Type="http://schemas.openxmlformats.org/officeDocument/2006/relationships/tags" Target="../tags/tag793.xml"/><Relationship Id="rId40" Type="http://schemas.openxmlformats.org/officeDocument/2006/relationships/tags" Target="../tags/tag792.xml"/><Relationship Id="rId4" Type="http://schemas.openxmlformats.org/officeDocument/2006/relationships/image" Target="../media/image204.png"/><Relationship Id="rId39" Type="http://schemas.openxmlformats.org/officeDocument/2006/relationships/tags" Target="../tags/tag791.xml"/><Relationship Id="rId38" Type="http://schemas.openxmlformats.org/officeDocument/2006/relationships/tags" Target="../tags/tag790.xml"/><Relationship Id="rId37" Type="http://schemas.openxmlformats.org/officeDocument/2006/relationships/tags" Target="../tags/tag789.xml"/><Relationship Id="rId36" Type="http://schemas.openxmlformats.org/officeDocument/2006/relationships/tags" Target="../tags/tag788.xml"/><Relationship Id="rId35" Type="http://schemas.openxmlformats.org/officeDocument/2006/relationships/image" Target="../media/image215.svg"/><Relationship Id="rId34" Type="http://schemas.openxmlformats.org/officeDocument/2006/relationships/image" Target="../media/image214.png"/><Relationship Id="rId33" Type="http://schemas.openxmlformats.org/officeDocument/2006/relationships/tags" Target="../tags/tag787.xml"/><Relationship Id="rId32" Type="http://schemas.openxmlformats.org/officeDocument/2006/relationships/tags" Target="../tags/tag786.xml"/><Relationship Id="rId31" Type="http://schemas.openxmlformats.org/officeDocument/2006/relationships/tags" Target="../tags/tag785.xml"/><Relationship Id="rId30" Type="http://schemas.openxmlformats.org/officeDocument/2006/relationships/image" Target="../media/image213.svg"/><Relationship Id="rId3" Type="http://schemas.openxmlformats.org/officeDocument/2006/relationships/tags" Target="../tags/tag769.xml"/><Relationship Id="rId29" Type="http://schemas.openxmlformats.org/officeDocument/2006/relationships/image" Target="../media/image212.png"/><Relationship Id="rId28" Type="http://schemas.openxmlformats.org/officeDocument/2006/relationships/tags" Target="../tags/tag784.xml"/><Relationship Id="rId27" Type="http://schemas.openxmlformats.org/officeDocument/2006/relationships/tags" Target="../tags/tag783.xml"/><Relationship Id="rId26" Type="http://schemas.openxmlformats.org/officeDocument/2006/relationships/tags" Target="../tags/tag782.xml"/><Relationship Id="rId25" Type="http://schemas.openxmlformats.org/officeDocument/2006/relationships/image" Target="../media/image211.svg"/><Relationship Id="rId24" Type="http://schemas.openxmlformats.org/officeDocument/2006/relationships/image" Target="../media/image210.png"/><Relationship Id="rId23" Type="http://schemas.openxmlformats.org/officeDocument/2006/relationships/tags" Target="../tags/tag781.xml"/><Relationship Id="rId22" Type="http://schemas.openxmlformats.org/officeDocument/2006/relationships/tags" Target="../tags/tag780.xml"/><Relationship Id="rId21" Type="http://schemas.openxmlformats.org/officeDocument/2006/relationships/tags" Target="../tags/tag779.xml"/><Relationship Id="rId20" Type="http://schemas.openxmlformats.org/officeDocument/2006/relationships/image" Target="../media/image209.svg"/><Relationship Id="rId2" Type="http://schemas.openxmlformats.org/officeDocument/2006/relationships/tags" Target="../tags/tag768.xml"/><Relationship Id="rId19" Type="http://schemas.openxmlformats.org/officeDocument/2006/relationships/image" Target="../media/image208.png"/><Relationship Id="rId18" Type="http://schemas.openxmlformats.org/officeDocument/2006/relationships/tags" Target="../tags/tag778.xml"/><Relationship Id="rId17" Type="http://schemas.openxmlformats.org/officeDocument/2006/relationships/tags" Target="../tags/tag777.xml"/><Relationship Id="rId16" Type="http://schemas.openxmlformats.org/officeDocument/2006/relationships/tags" Target="../tags/tag776.xml"/><Relationship Id="rId15" Type="http://schemas.openxmlformats.org/officeDocument/2006/relationships/image" Target="../media/image207.svg"/><Relationship Id="rId14" Type="http://schemas.openxmlformats.org/officeDocument/2006/relationships/image" Target="../media/image206.png"/><Relationship Id="rId13" Type="http://schemas.openxmlformats.org/officeDocument/2006/relationships/tags" Target="../tags/tag775.xml"/><Relationship Id="rId12" Type="http://schemas.openxmlformats.org/officeDocument/2006/relationships/tags" Target="../tags/tag774.xml"/><Relationship Id="rId11" Type="http://schemas.openxmlformats.org/officeDocument/2006/relationships/tags" Target="../tags/tag773.xml"/><Relationship Id="rId10" Type="http://schemas.openxmlformats.org/officeDocument/2006/relationships/image" Target="../media/image93.svg"/><Relationship Id="rId1" Type="http://schemas.openxmlformats.org/officeDocument/2006/relationships/tags" Target="../tags/tag767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1.xml"/><Relationship Id="rId3" Type="http://schemas.openxmlformats.org/officeDocument/2006/relationships/tags" Target="../tags/tag798.xml"/><Relationship Id="rId2" Type="http://schemas.openxmlformats.org/officeDocument/2006/relationships/tags" Target="../tags/tag797.xml"/><Relationship Id="rId1" Type="http://schemas.openxmlformats.org/officeDocument/2006/relationships/tags" Target="../tags/tag7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占位符 4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>
            <a:normAutofit fontScale="95000"/>
          </a:bodyPr>
          <a:p>
            <a:pPr lvl="0"/>
            <a:r>
              <a:rPr lang="en-US" altLang="en-US"/>
              <a:t>2026/06/11</a:t>
            </a:r>
            <a:endParaRPr lang="en-US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 sz="5700"/>
              <a:t>基于ECS架构的类吸血鬼幸存者游戏开发及优化</a:t>
            </a:r>
            <a:endParaRPr lang="zh-CN" altLang="en-US" sz="5700"/>
          </a:p>
        </p:txBody>
      </p:sp>
      <p:sp>
        <p:nvSpPr>
          <p:cNvPr id="7" name="文本占位符 6"/>
          <p:cNvSpPr>
            <a:spLocks noGrp="1"/>
          </p:cNvSpPr>
          <p:nvPr>
            <p:ph type="body" idx="15"/>
            <p:custDataLst>
              <p:tags r:id="rId3"/>
            </p:custDataLst>
          </p:nvPr>
        </p:nvSpPr>
        <p:spPr/>
        <p:txBody>
          <a:bodyPr>
            <a:normAutofit/>
          </a:bodyPr>
          <a:p>
            <a:pPr lvl="0"/>
            <a:r>
              <a:rPr lang="en-US" altLang="zh-CN" sz="1800"/>
              <a:t>汇报人：刘瀚文</a:t>
            </a:r>
            <a:endParaRPr lang="en-US" altLang="zh-CN" sz="1800"/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研究背景与意义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3473450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13455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57250" y="1426845"/>
            <a:ext cx="247650" cy="2520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304925" y="1397584"/>
            <a:ext cx="13716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单线程瓶颈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771525" y="1903362"/>
            <a:ext cx="308268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浏览器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JavaScript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往往只有一条主线程，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和绘制共用每帧时间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575945" y="2963545"/>
            <a:ext cx="3473450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771525" y="31997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57250" y="3281045"/>
            <a:ext cx="247650" cy="2520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1304925" y="3251759"/>
            <a:ext cx="16002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帧率暴跌风险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771525" y="3757536"/>
            <a:ext cx="308268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战斗类若在单帧里堆太多位移、碰撞和界面刷新，帧率会掉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575945" y="4817745"/>
            <a:ext cx="3473450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771525" y="50539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57250" y="5135245"/>
            <a:ext cx="247650" cy="25209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1304925" y="5105933"/>
            <a:ext cx="16002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元流程复杂度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771525" y="5611711"/>
            <a:ext cx="308268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同屏怪物和弹幕数量大，菜单、选关、跑图、战斗要串成完整元流程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3"/>
            </p:custDataLst>
          </p:nvPr>
        </p:nvSpPr>
        <p:spPr>
          <a:xfrm>
            <a:off x="4306570" y="1109345"/>
            <a:ext cx="3472815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4"/>
            </p:custDataLst>
          </p:nvPr>
        </p:nvSpPr>
        <p:spPr>
          <a:xfrm>
            <a:off x="4501515" y="13455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4587240" y="1426845"/>
            <a:ext cx="247650" cy="2520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8"/>
            </p:custDataLst>
          </p:nvPr>
        </p:nvSpPr>
        <p:spPr>
          <a:xfrm>
            <a:off x="5035305" y="1397584"/>
            <a:ext cx="1613078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</a:t>
            </a:r>
            <a:r>
              <a:rPr lang="en-US" altLang="zh-CN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</a:t>
            </a:r>
            <a:endParaRPr lang="zh-CN" altLang="en-US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9"/>
            </p:custDataLst>
          </p:nvPr>
        </p:nvSpPr>
        <p:spPr>
          <a:xfrm>
            <a:off x="4501905" y="1903362"/>
            <a:ext cx="3082681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验证实体组件系统在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H5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生存战斗中的落地效果，解耦数据与表现</a:t>
            </a:r>
            <a:endParaRPr lang="zh-CN" altLang="en-US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0"/>
            </p:custDataLst>
          </p:nvPr>
        </p:nvSpPr>
        <p:spPr>
          <a:xfrm>
            <a:off x="4306570" y="2963545"/>
            <a:ext cx="3472815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31"/>
            </p:custDataLst>
          </p:nvPr>
        </p:nvSpPr>
        <p:spPr>
          <a:xfrm>
            <a:off x="4501515" y="31997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2273" t="-2933" r="-2273" b="-2933"/>
          <a:stretch>
            <a:fillRect/>
          </a:stretch>
        </p:blipFill>
        <p:spPr>
          <a:xfrm>
            <a:off x="4601845" y="3281045"/>
            <a:ext cx="219075" cy="252095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5"/>
            </p:custDataLst>
          </p:nvPr>
        </p:nvSpPr>
        <p:spPr>
          <a:xfrm>
            <a:off x="5035305" y="3251759"/>
            <a:ext cx="16002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配表技能系统</a:t>
            </a:r>
            <a:endParaRPr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6"/>
            </p:custDataLst>
          </p:nvPr>
        </p:nvSpPr>
        <p:spPr>
          <a:xfrm>
            <a:off x="4501905" y="3757536"/>
            <a:ext cx="3082681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数据驱动设计，实现技能配置化与热更新，提升可测性</a:t>
            </a:r>
            <a:endParaRPr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7"/>
            </p:custDataLst>
          </p:nvPr>
        </p:nvSpPr>
        <p:spPr>
          <a:xfrm>
            <a:off x="4306570" y="4817745"/>
            <a:ext cx="3472815" cy="1654175"/>
          </a:xfrm>
          <a:custGeom>
            <a:avLst/>
            <a:gdLst>
              <a:gd name="sw" fmla="*/ 1 w 5469"/>
              <a:gd name="sh" fmla="*/ 1 h 2604"/>
              <a:gd name="mins" fmla="min sw sh"/>
              <a:gd name="dsw" fmla="+- 0 sw mins"/>
              <a:gd name="dsh" fmla="+- 0 sh mins"/>
              <a:gd name="p0x0" fmla="*/ 120 w 5469"/>
              <a:gd name="p0y0" fmla="*/ 0 h 2604"/>
              <a:gd name="p0x1" fmla="*/ 5349 w 5469"/>
              <a:gd name="p0y1" fmla="*/ 0 h 2604"/>
              <a:gd name="p0x2" fmla="*/ 5415 w 5469"/>
              <a:gd name="p0y2" fmla="*/ 0 h 2604"/>
              <a:gd name="p0x3" fmla="*/ 5469 w 5469"/>
              <a:gd name="p0y3" fmla="*/ 53 h 2604"/>
              <a:gd name="p0x4" fmla="*/ 5469 w 5469"/>
              <a:gd name="p0y4" fmla="*/ 120 h 2604"/>
              <a:gd name="p0x5" fmla="*/ 5469 w 5469"/>
              <a:gd name="p0y5" fmla="*/ 2484 h 2604"/>
              <a:gd name="p0x6" fmla="*/ 5469 w 5469"/>
              <a:gd name="p0y6" fmla="*/ 2551 h 2604"/>
              <a:gd name="p0x7" fmla="*/ 5415 w 5469"/>
              <a:gd name="p0y7" fmla="*/ 2604 h 2604"/>
              <a:gd name="p0x8" fmla="*/ 5349 w 5469"/>
              <a:gd name="p0y8" fmla="*/ 2604 h 2604"/>
              <a:gd name="p0x9" fmla="*/ 120 w 5469"/>
              <a:gd name="p0y9" fmla="*/ 2604 h 2604"/>
              <a:gd name="p0x10" fmla="*/ 53 w 5469"/>
              <a:gd name="p0y10" fmla="*/ 2604 h 2604"/>
              <a:gd name="p0x11" fmla="*/ 0 w 5469"/>
              <a:gd name="p0y11" fmla="*/ 2551 h 2604"/>
              <a:gd name="p0x12" fmla="*/ 0 w 5469"/>
              <a:gd name="p0y12" fmla="*/ 2484 h 2604"/>
              <a:gd name="p0x13" fmla="*/ 0 w 5469"/>
              <a:gd name="p0y13" fmla="*/ 120 h 2604"/>
              <a:gd name="p0x14" fmla="*/ 0 w 5469"/>
              <a:gd name="p0y14" fmla="*/ 53 h 2604"/>
              <a:gd name="p0x15" fmla="*/ 53 w 5469"/>
              <a:gd name="p0y15" fmla="*/ 0 h 2604"/>
              <a:gd name="p0x16" fmla="*/ 120 w 5469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38"/>
            </p:custDataLst>
          </p:nvPr>
        </p:nvSpPr>
        <p:spPr>
          <a:xfrm>
            <a:off x="4501515" y="50539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-2000" t="-19649" r="-2000" b="-19649"/>
          <a:stretch>
            <a:fillRect/>
          </a:stretch>
        </p:blipFill>
        <p:spPr>
          <a:xfrm>
            <a:off x="4587240" y="5135245"/>
            <a:ext cx="247650" cy="252095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42"/>
            </p:custDataLst>
          </p:nvPr>
        </p:nvSpPr>
        <p:spPr>
          <a:xfrm>
            <a:off x="5035305" y="5105933"/>
            <a:ext cx="252650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对象池与</a:t>
            </a:r>
            <a:r>
              <a:rPr lang="en-US" altLang="zh-CN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Web Worker</a:t>
            </a:r>
            <a:endParaRPr lang="en-US" altLang="zh-CN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43"/>
            </p:custDataLst>
          </p:nvPr>
        </p:nvSpPr>
        <p:spPr>
          <a:xfrm>
            <a:off x="4501905" y="5611711"/>
            <a:ext cx="3082681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解决高同屏实体下的帧率卡顿，将计算密集型任务移出主线程</a:t>
            </a:r>
            <a:endParaRPr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44"/>
            </p:custDataLst>
          </p:nvPr>
        </p:nvSpPr>
        <p:spPr>
          <a:xfrm>
            <a:off x="8036560" y="1109345"/>
            <a:ext cx="3578860" cy="2581275"/>
          </a:xfrm>
          <a:custGeom>
            <a:avLst/>
            <a:gdLst>
              <a:gd name="sw" fmla="*/ 1 w 5635"/>
              <a:gd name="sh" fmla="*/ 1 h 4065"/>
              <a:gd name="mins" fmla="min sw sh"/>
              <a:gd name="dsw" fmla="+- 0 sw mins"/>
              <a:gd name="dsh" fmla="+- 0 sh mins"/>
              <a:gd name="p0x0" fmla="*/ 120 w 5635"/>
              <a:gd name="p0y0" fmla="*/ 0 h 4065"/>
              <a:gd name="p0x1" fmla="*/ 5515 w 5635"/>
              <a:gd name="p0y1" fmla="*/ 0 h 4065"/>
              <a:gd name="p0x2" fmla="*/ 5582 w 5635"/>
              <a:gd name="p0y2" fmla="*/ 0 h 4065"/>
              <a:gd name="p0x3" fmla="*/ 5635 w 5635"/>
              <a:gd name="p0y3" fmla="*/ 53 h 4065"/>
              <a:gd name="p0x4" fmla="*/ 5635 w 5635"/>
              <a:gd name="p0y4" fmla="*/ 120 h 4065"/>
              <a:gd name="p0x5" fmla="*/ 5635 w 5635"/>
              <a:gd name="p0y5" fmla="*/ 3945 h 4065"/>
              <a:gd name="p0x6" fmla="*/ 5635 w 5635"/>
              <a:gd name="p0y6" fmla="*/ 4011 h 4065"/>
              <a:gd name="p0x7" fmla="*/ 5582 w 5635"/>
              <a:gd name="p0y7" fmla="*/ 4065 h 4065"/>
              <a:gd name="p0x8" fmla="*/ 5515 w 5635"/>
              <a:gd name="p0y8" fmla="*/ 4065 h 4065"/>
              <a:gd name="p0x9" fmla="*/ 120 w 5635"/>
              <a:gd name="p0y9" fmla="*/ 4065 h 4065"/>
              <a:gd name="p0x10" fmla="*/ 53 w 5635"/>
              <a:gd name="p0y10" fmla="*/ 4065 h 4065"/>
              <a:gd name="p0x11" fmla="*/ 0 w 5635"/>
              <a:gd name="p0y11" fmla="*/ 4011 h 4065"/>
              <a:gd name="p0x12" fmla="*/ 0 w 5635"/>
              <a:gd name="p0y12" fmla="*/ 3945 h 4065"/>
              <a:gd name="p0x13" fmla="*/ 0 w 5635"/>
              <a:gd name="p0y13" fmla="*/ 120 h 4065"/>
              <a:gd name="p0x14" fmla="*/ 0 w 5635"/>
              <a:gd name="p0y14" fmla="*/ 53 h 4065"/>
              <a:gd name="p0x15" fmla="*/ 53 w 5635"/>
              <a:gd name="p0y15" fmla="*/ 0 h 4065"/>
              <a:gd name="p0x16" fmla="*/ 120 w 5635"/>
              <a:gd name="p0y16" fmla="*/ 0 h 40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45"/>
            </p:custDataLst>
          </p:nvPr>
        </p:nvSpPr>
        <p:spPr>
          <a:xfrm>
            <a:off x="8232140" y="1504950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-2366" t="-19825" r="-2366" b="-19825"/>
          <a:stretch>
            <a:fillRect/>
          </a:stretch>
        </p:blipFill>
        <p:spPr>
          <a:xfrm>
            <a:off x="8286750" y="1585595"/>
            <a:ext cx="309245" cy="25273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9"/>
            </p:custDataLst>
          </p:nvPr>
        </p:nvSpPr>
        <p:spPr>
          <a:xfrm>
            <a:off x="8765677" y="1556385"/>
            <a:ext cx="1926879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</a:t>
            </a:r>
            <a:r>
              <a:rPr lang="zh-CN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元游戏</a:t>
            </a:r>
            <a:endParaRPr lang="zh-CN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50"/>
            </p:custDataLst>
          </p:nvPr>
        </p:nvSpPr>
        <p:spPr>
          <a:xfrm>
            <a:off x="8232277" y="2062163"/>
            <a:ext cx="3188198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类吸血鬼幸存者玩法常叠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单局构筑和元游戏流程，客户端需要在数据驱动、模块划分和可测性上划清边界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51"/>
            </p:custDataLst>
          </p:nvPr>
        </p:nvSpPr>
        <p:spPr>
          <a:xfrm>
            <a:off x="8036560" y="3890645"/>
            <a:ext cx="3578860" cy="2581275"/>
          </a:xfrm>
          <a:custGeom>
            <a:avLst/>
            <a:gdLst>
              <a:gd name="sw" fmla="*/ 1 w 5635"/>
              <a:gd name="sh" fmla="*/ 1 h 4065"/>
              <a:gd name="mins" fmla="min sw sh"/>
              <a:gd name="dsw" fmla="+- 0 sw mins"/>
              <a:gd name="dsh" fmla="+- 0 sh mins"/>
              <a:gd name="p0x0" fmla="*/ 120 w 5635"/>
              <a:gd name="p0y0" fmla="*/ 0 h 4065"/>
              <a:gd name="p0x1" fmla="*/ 5515 w 5635"/>
              <a:gd name="p0y1" fmla="*/ 0 h 4065"/>
              <a:gd name="p0x2" fmla="*/ 5582 w 5635"/>
              <a:gd name="p0y2" fmla="*/ 0 h 4065"/>
              <a:gd name="p0x3" fmla="*/ 5635 w 5635"/>
              <a:gd name="p0y3" fmla="*/ 53 h 4065"/>
              <a:gd name="p0x4" fmla="*/ 5635 w 5635"/>
              <a:gd name="p0y4" fmla="*/ 120 h 4065"/>
              <a:gd name="p0x5" fmla="*/ 5635 w 5635"/>
              <a:gd name="p0y5" fmla="*/ 3945 h 4065"/>
              <a:gd name="p0x6" fmla="*/ 5635 w 5635"/>
              <a:gd name="p0y6" fmla="*/ 4011 h 4065"/>
              <a:gd name="p0x7" fmla="*/ 5582 w 5635"/>
              <a:gd name="p0y7" fmla="*/ 4065 h 4065"/>
              <a:gd name="p0x8" fmla="*/ 5515 w 5635"/>
              <a:gd name="p0y8" fmla="*/ 4065 h 4065"/>
              <a:gd name="p0x9" fmla="*/ 120 w 5635"/>
              <a:gd name="p0y9" fmla="*/ 4065 h 4065"/>
              <a:gd name="p0x10" fmla="*/ 53 w 5635"/>
              <a:gd name="p0y10" fmla="*/ 4065 h 4065"/>
              <a:gd name="p0x11" fmla="*/ 0 w 5635"/>
              <a:gd name="p0y11" fmla="*/ 4011 h 4065"/>
              <a:gd name="p0x12" fmla="*/ 0 w 5635"/>
              <a:gd name="p0y12" fmla="*/ 3945 h 4065"/>
              <a:gd name="p0x13" fmla="*/ 0 w 5635"/>
              <a:gd name="p0y13" fmla="*/ 120 h 4065"/>
              <a:gd name="p0x14" fmla="*/ 0 w 5635"/>
              <a:gd name="p0y14" fmla="*/ 53 h 4065"/>
              <a:gd name="p0x15" fmla="*/ 53 w 5635"/>
              <a:gd name="p0y15" fmla="*/ 0 h 4065"/>
              <a:gd name="p0x16" fmla="*/ 120 w 5635"/>
              <a:gd name="p0y16" fmla="*/ 0 h 40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任意多边形 39"/>
          <p:cNvSpPr/>
          <p:nvPr>
            <p:custDataLst>
              <p:tags r:id="rId52"/>
            </p:custDataLst>
          </p:nvPr>
        </p:nvSpPr>
        <p:spPr>
          <a:xfrm>
            <a:off x="8232140" y="4438650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1" name="图片 40"/>
          <p:cNvPicPr>
            <a:picLocks noChangeAspect="1"/>
          </p:cNvPicPr>
          <p:nvPr>
            <p:custDataLst>
              <p:tags r:id="rId53"/>
            </p:custDataLst>
          </p:nvPr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 l="-2738" t="-3067" r="-2738" b="-3067"/>
          <a:stretch>
            <a:fillRect/>
          </a:stretch>
        </p:blipFill>
        <p:spPr>
          <a:xfrm>
            <a:off x="8300720" y="4519295"/>
            <a:ext cx="281305" cy="252730"/>
          </a:xfrm>
          <a:prstGeom prst="rect">
            <a:avLst/>
          </a:prstGeom>
        </p:spPr>
      </p:pic>
      <p:sp>
        <p:nvSpPr>
          <p:cNvPr id="42" name="文本框 41"/>
          <p:cNvSpPr txBox="1"/>
          <p:nvPr>
            <p:custDataLst>
              <p:tags r:id="rId56"/>
            </p:custDataLst>
          </p:nvPr>
        </p:nvSpPr>
        <p:spPr>
          <a:xfrm>
            <a:off x="8765677" y="4490085"/>
            <a:ext cx="13716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技术栈选型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57"/>
            </p:custDataLst>
          </p:nvPr>
        </p:nvSpPr>
        <p:spPr>
          <a:xfrm>
            <a:off x="8232277" y="4995863"/>
            <a:ext cx="3188198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以浏览器端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2D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俯视角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原型《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Survivor And Fight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》为对象，使用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LayaAir 3.x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TypeScript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技术选型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graphicFrame>
        <p:nvGraphicFramePr>
          <p:cNvPr id="4" name="表格 3"/>
          <p:cNvGraphicFramePr/>
          <p:nvPr>
            <p:custDataLst>
              <p:tags r:id="rId2"/>
            </p:custDataLst>
          </p:nvPr>
        </p:nvGraphicFramePr>
        <p:xfrm>
          <a:off x="571500" y="1123950"/>
          <a:ext cx="11049000" cy="3638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791"/>
                <a:gridCol w="2430732"/>
                <a:gridCol w="6629475"/>
              </a:tblGrid>
              <a:tr h="440977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选型领域</a:t>
                      </a:r>
                      <a:endParaRPr sz="1350" b="1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方案</a:t>
                      </a:r>
                      <a:endParaRPr sz="1350" b="1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选择理由</a:t>
                      </a:r>
                      <a:endParaRPr sz="1350" b="1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2193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引擎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LayaAir 3.x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IDE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一体、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TS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原生、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2D/UI2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完备，符合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H5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游戏开发需求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35347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语言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TypeScript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静态类型检查，模块划分清晰，降低后续维护成本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35347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玩法架构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轻量</a:t>
                      </a:r>
                      <a:r>
                        <a:rPr lang="en-US" altLang="zh-CN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ECS</a:t>
                      </a:r>
                      <a:endParaRPr lang="en-US" altLang="zh-CN"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组合优于继承，便于批量处理实体，支持数百同屏实体规模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35347">
                <a:tc>
                  <a:txBody>
                    <a:bodyPr wrap="square"/>
                    <a:p>
                      <a:pPr algn="l"/>
                      <a:r>
                        <a:rPr 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UI</a:t>
                      </a:r>
                      <a:r>
                        <a:rPr 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架构</a:t>
                      </a:r>
                      <a:endParaRPr lang="zh-CN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MVC</a:t>
                      </a:r>
                      <a:r>
                        <a:rPr lang="zh-CN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变体</a:t>
                      </a:r>
                      <a:endParaRPr lang="zh-CN"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职责划分清晰，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UI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与战斗逻辑解耦，便于迭代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49337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优化手段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对象池</a:t>
                      </a:r>
                      <a:r>
                        <a:rPr lang="en-US" altLang="zh-CN"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+WebWorker</a:t>
                      </a:r>
                      <a:endParaRPr lang="en-US" altLang="zh-CN"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抑制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GC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尖峰，卸载纯数值计算，降低主线程压力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571500" y="50482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628650" y="5105400"/>
            <a:ext cx="152400" cy="1524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952500" y="5014913"/>
            <a:ext cx="5945172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Unity DOTS</a:t>
            </a:r>
            <a:r>
              <a:rPr 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采用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 + Job System + Burst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，面向数万实体并行</a:t>
            </a:r>
            <a:endParaRPr lang="zh-CN" altLang="en-US" sz="15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8"/>
            </p:custDataLst>
          </p:nvPr>
        </p:nvSpPr>
        <p:spPr>
          <a:xfrm>
            <a:off x="571500" y="56197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-3333" b="-3333"/>
          <a:stretch>
            <a:fillRect/>
          </a:stretch>
        </p:blipFill>
        <p:spPr>
          <a:xfrm>
            <a:off x="628650" y="5676900"/>
            <a:ext cx="152400" cy="15240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952500" y="5434013"/>
            <a:ext cx="10668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本项目采用</a:t>
            </a:r>
            <a:r>
              <a:rPr 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教学向轻量</a:t>
            </a:r>
            <a:r>
              <a:rPr lang="en-US" alt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EntityId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为数值；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ComponentStore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按组件类型用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存储；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EcsWorld.update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单线程顺序调用已注册系统</a:t>
            </a:r>
            <a:endParaRPr lang="zh-CN" altLang="en-US" sz="15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3"/>
            </p:custDataLst>
          </p:nvPr>
        </p:nvSpPr>
        <p:spPr>
          <a:xfrm>
            <a:off x="571500" y="61912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628650" y="6248400"/>
            <a:ext cx="152400" cy="1524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17"/>
            </p:custDataLst>
          </p:nvPr>
        </p:nvSpPr>
        <p:spPr>
          <a:xfrm>
            <a:off x="952500" y="6157913"/>
            <a:ext cx="621491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期目标是</a:t>
            </a:r>
            <a:r>
              <a:rPr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结构清晰、支撑数百同屏实体</a:t>
            </a:r>
            <a:r>
              <a:rPr sz="15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，不追求极致数据导向布局</a:t>
            </a:r>
            <a:endParaRPr sz="15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总体架构设计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2017395" cy="5362575"/>
          </a:xfrm>
          <a:custGeom>
            <a:avLst/>
            <a:gdLst>
              <a:gd name="sw" fmla="*/ 1 w 3176"/>
              <a:gd name="sh" fmla="*/ 1 h 8445"/>
              <a:gd name="mins" fmla="min sw sh"/>
              <a:gd name="dsw" fmla="+- 0 sw mins"/>
              <a:gd name="dsh" fmla="+- 0 sh mins"/>
              <a:gd name="p0x0" fmla="*/ 120 w 3176"/>
              <a:gd name="p0y0" fmla="*/ 0 h 8445"/>
              <a:gd name="p0x1" fmla="*/ 3056 w 3176"/>
              <a:gd name="p0y1" fmla="*/ 0 h 8445"/>
              <a:gd name="p0x2" fmla="*/ 3123 w 3176"/>
              <a:gd name="p0y2" fmla="*/ 0 h 8445"/>
              <a:gd name="p0x3" fmla="*/ 3176 w 3176"/>
              <a:gd name="p0y3" fmla="*/ 53 h 8445"/>
              <a:gd name="p0x4" fmla="*/ 3176 w 3176"/>
              <a:gd name="p0y4" fmla="*/ 120 h 8445"/>
              <a:gd name="p0x5" fmla="*/ 3176 w 3176"/>
              <a:gd name="p0y5" fmla="*/ 8325 h 8445"/>
              <a:gd name="p0x6" fmla="*/ 3176 w 3176"/>
              <a:gd name="p0y6" fmla="*/ 8391 h 8445"/>
              <a:gd name="p0x7" fmla="*/ 3123 w 3176"/>
              <a:gd name="p0y7" fmla="*/ 8445 h 8445"/>
              <a:gd name="p0x8" fmla="*/ 3056 w 3176"/>
              <a:gd name="p0y8" fmla="*/ 8445 h 8445"/>
              <a:gd name="p0x9" fmla="*/ 120 w 3176"/>
              <a:gd name="p0y9" fmla="*/ 8445 h 8445"/>
              <a:gd name="p0x10" fmla="*/ 53 w 3176"/>
              <a:gd name="p0y10" fmla="*/ 8445 h 8445"/>
              <a:gd name="p0x11" fmla="*/ 0 w 3176"/>
              <a:gd name="p0y11" fmla="*/ 8391 h 8445"/>
              <a:gd name="p0x12" fmla="*/ 0 w 3176"/>
              <a:gd name="p0y12" fmla="*/ 8325 h 8445"/>
              <a:gd name="p0x13" fmla="*/ 0 w 3176"/>
              <a:gd name="p0y13" fmla="*/ 120 h 8445"/>
              <a:gd name="p0x14" fmla="*/ 0 w 3176"/>
              <a:gd name="p0y14" fmla="*/ 53 h 8445"/>
              <a:gd name="p0x15" fmla="*/ 53 w 3176"/>
              <a:gd name="p0y15" fmla="*/ 0 h 8445"/>
              <a:gd name="p0x16" fmla="*/ 120 w 3176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27857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828970" y="2859405"/>
            <a:ext cx="685209" cy="3438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4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24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771525" y="3379470"/>
            <a:ext cx="1066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表现层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771525" y="3867150"/>
            <a:ext cx="1570730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节点与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HUD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显示，</a:t>
            </a: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不包含业务规则</a:t>
            </a:r>
            <a:endParaRPr sz="1500" b="1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7"/>
            </p:custDataLst>
          </p:nvPr>
        </p:nvSpPr>
        <p:spPr>
          <a:xfrm>
            <a:off x="2831465" y="1109345"/>
            <a:ext cx="2017395" cy="5362575"/>
          </a:xfrm>
          <a:custGeom>
            <a:avLst/>
            <a:gdLst>
              <a:gd name="sw" fmla="*/ 1 w 3176"/>
              <a:gd name="sh" fmla="*/ 1 h 8445"/>
              <a:gd name="mins" fmla="min sw sh"/>
              <a:gd name="dsw" fmla="+- 0 sw mins"/>
              <a:gd name="dsh" fmla="+- 0 sh mins"/>
              <a:gd name="p0x0" fmla="*/ 120 w 3176"/>
              <a:gd name="p0y0" fmla="*/ 0 h 8445"/>
              <a:gd name="p0x1" fmla="*/ 3056 w 3176"/>
              <a:gd name="p0y1" fmla="*/ 0 h 8445"/>
              <a:gd name="p0x2" fmla="*/ 3123 w 3176"/>
              <a:gd name="p0y2" fmla="*/ 0 h 8445"/>
              <a:gd name="p0x3" fmla="*/ 3176 w 3176"/>
              <a:gd name="p0y3" fmla="*/ 53 h 8445"/>
              <a:gd name="p0x4" fmla="*/ 3176 w 3176"/>
              <a:gd name="p0y4" fmla="*/ 120 h 8445"/>
              <a:gd name="p0x5" fmla="*/ 3176 w 3176"/>
              <a:gd name="p0y5" fmla="*/ 8325 h 8445"/>
              <a:gd name="p0x6" fmla="*/ 3176 w 3176"/>
              <a:gd name="p0y6" fmla="*/ 8391 h 8445"/>
              <a:gd name="p0x7" fmla="*/ 3123 w 3176"/>
              <a:gd name="p0y7" fmla="*/ 8445 h 8445"/>
              <a:gd name="p0x8" fmla="*/ 3056 w 3176"/>
              <a:gd name="p0y8" fmla="*/ 8445 h 8445"/>
              <a:gd name="p0x9" fmla="*/ 120 w 3176"/>
              <a:gd name="p0y9" fmla="*/ 8445 h 8445"/>
              <a:gd name="p0x10" fmla="*/ 53 w 3176"/>
              <a:gd name="p0y10" fmla="*/ 8445 h 8445"/>
              <a:gd name="p0x11" fmla="*/ 0 w 3176"/>
              <a:gd name="p0y11" fmla="*/ 8391 h 8445"/>
              <a:gd name="p0x12" fmla="*/ 0 w 3176"/>
              <a:gd name="p0y12" fmla="*/ 8325 h 8445"/>
              <a:gd name="p0x13" fmla="*/ 0 w 3176"/>
              <a:gd name="p0y13" fmla="*/ 120 h 8445"/>
              <a:gd name="p0x14" fmla="*/ 0 w 3176"/>
              <a:gd name="p0y14" fmla="*/ 53 h 8445"/>
              <a:gd name="p0x15" fmla="*/ 53 w 3176"/>
              <a:gd name="p0y15" fmla="*/ 0 h 8445"/>
              <a:gd name="p0x16" fmla="*/ 120 w 3176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8"/>
            </p:custDataLst>
          </p:nvPr>
        </p:nvSpPr>
        <p:spPr>
          <a:xfrm>
            <a:off x="3026410" y="23285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3084462" y="2402205"/>
            <a:ext cx="685209" cy="3438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4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24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3027016" y="2922270"/>
            <a:ext cx="133431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控制层</a:t>
            </a:r>
            <a:endParaRPr lang="zh-CN"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3027016" y="3409950"/>
            <a:ext cx="1517752" cy="1852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UIStackManager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、各类页面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Controller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，经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lang="en-US" altLang="en-US"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SyncSystem</a:t>
            </a:r>
            <a:r>
              <a:rPr lang="zh-CN" altLang="en-US"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读写</a:t>
            </a:r>
            <a:r>
              <a:rPr lang="en-US" altLang="zh-CN"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endParaRPr lang="en-US" altLang="zh-CN" sz="1500" b="1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2"/>
            </p:custDataLst>
          </p:nvPr>
        </p:nvSpPr>
        <p:spPr>
          <a:xfrm>
            <a:off x="5086985" y="1109345"/>
            <a:ext cx="2017395" cy="5362575"/>
          </a:xfrm>
          <a:custGeom>
            <a:avLst/>
            <a:gdLst>
              <a:gd name="sw" fmla="*/ 1 w 3177"/>
              <a:gd name="sh" fmla="*/ 1 h 8445"/>
              <a:gd name="mins" fmla="min sw sh"/>
              <a:gd name="dsw" fmla="+- 0 sw mins"/>
              <a:gd name="dsh" fmla="+- 0 sh mins"/>
              <a:gd name="p0x0" fmla="*/ 120 w 3177"/>
              <a:gd name="p0y0" fmla="*/ 0 h 8445"/>
              <a:gd name="p0x1" fmla="*/ 3057 w 3177"/>
              <a:gd name="p0y1" fmla="*/ 0 h 8445"/>
              <a:gd name="p0x2" fmla="*/ 3123 w 3177"/>
              <a:gd name="p0y2" fmla="*/ 0 h 8445"/>
              <a:gd name="p0x3" fmla="*/ 3177 w 3177"/>
              <a:gd name="p0y3" fmla="*/ 53 h 8445"/>
              <a:gd name="p0x4" fmla="*/ 3177 w 3177"/>
              <a:gd name="p0y4" fmla="*/ 120 h 8445"/>
              <a:gd name="p0x5" fmla="*/ 3177 w 3177"/>
              <a:gd name="p0y5" fmla="*/ 8325 h 8445"/>
              <a:gd name="p0x6" fmla="*/ 3177 w 3177"/>
              <a:gd name="p0y6" fmla="*/ 8391 h 8445"/>
              <a:gd name="p0x7" fmla="*/ 3123 w 3177"/>
              <a:gd name="p0y7" fmla="*/ 8445 h 8445"/>
              <a:gd name="p0x8" fmla="*/ 3057 w 3177"/>
              <a:gd name="p0y8" fmla="*/ 8445 h 8445"/>
              <a:gd name="p0x9" fmla="*/ 120 w 3177"/>
              <a:gd name="p0y9" fmla="*/ 8445 h 8445"/>
              <a:gd name="p0x10" fmla="*/ 53 w 3177"/>
              <a:gd name="p0y10" fmla="*/ 8445 h 8445"/>
              <a:gd name="p0x11" fmla="*/ 0 w 3177"/>
              <a:gd name="p0y11" fmla="*/ 8391 h 8445"/>
              <a:gd name="p0x12" fmla="*/ 0 w 3177"/>
              <a:gd name="p0y12" fmla="*/ 8325 h 8445"/>
              <a:gd name="p0x13" fmla="*/ 0 w 3177"/>
              <a:gd name="p0y13" fmla="*/ 120 h 8445"/>
              <a:gd name="p0x14" fmla="*/ 0 w 3177"/>
              <a:gd name="p0y14" fmla="*/ 53 h 8445"/>
              <a:gd name="p0x15" fmla="*/ 53 w 3177"/>
              <a:gd name="p0y15" fmla="*/ 0 h 8445"/>
              <a:gd name="p0x16" fmla="*/ 120 w 3177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5281930" y="26333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5339953" y="2707005"/>
            <a:ext cx="685209" cy="3438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400" b="1">
                <a:solidFill>
                  <a:srgbClr val="B8C6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2400" b="1">
              <a:solidFill>
                <a:srgbClr val="B8C6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5282508" y="3227070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游戏逻辑层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6"/>
            </p:custDataLst>
          </p:nvPr>
        </p:nvSpPr>
        <p:spPr>
          <a:xfrm>
            <a:off x="5282508" y="3714750"/>
            <a:ext cx="1534716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核心玩法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，集中注册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、对象池，是</a:t>
            </a: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性能优化的核心作用域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7"/>
            </p:custDataLst>
          </p:nvPr>
        </p:nvSpPr>
        <p:spPr>
          <a:xfrm>
            <a:off x="7342505" y="1109345"/>
            <a:ext cx="2017395" cy="5362575"/>
          </a:xfrm>
          <a:custGeom>
            <a:avLst/>
            <a:gdLst>
              <a:gd name="sw" fmla="*/ 1 w 3176"/>
              <a:gd name="sh" fmla="*/ 1 h 8445"/>
              <a:gd name="mins" fmla="min sw sh"/>
              <a:gd name="dsw" fmla="+- 0 sw mins"/>
              <a:gd name="dsh" fmla="+- 0 sh mins"/>
              <a:gd name="p0x0" fmla="*/ 120 w 3176"/>
              <a:gd name="p0y0" fmla="*/ 0 h 8445"/>
              <a:gd name="p0x1" fmla="*/ 3056 w 3176"/>
              <a:gd name="p0y1" fmla="*/ 0 h 8445"/>
              <a:gd name="p0x2" fmla="*/ 3123 w 3176"/>
              <a:gd name="p0y2" fmla="*/ 0 h 8445"/>
              <a:gd name="p0x3" fmla="*/ 3176 w 3176"/>
              <a:gd name="p0y3" fmla="*/ 53 h 8445"/>
              <a:gd name="p0x4" fmla="*/ 3176 w 3176"/>
              <a:gd name="p0y4" fmla="*/ 120 h 8445"/>
              <a:gd name="p0x5" fmla="*/ 3176 w 3176"/>
              <a:gd name="p0y5" fmla="*/ 8325 h 8445"/>
              <a:gd name="p0x6" fmla="*/ 3176 w 3176"/>
              <a:gd name="p0y6" fmla="*/ 8391 h 8445"/>
              <a:gd name="p0x7" fmla="*/ 3123 w 3176"/>
              <a:gd name="p0y7" fmla="*/ 8445 h 8445"/>
              <a:gd name="p0x8" fmla="*/ 3056 w 3176"/>
              <a:gd name="p0y8" fmla="*/ 8445 h 8445"/>
              <a:gd name="p0x9" fmla="*/ 120 w 3176"/>
              <a:gd name="p0y9" fmla="*/ 8445 h 8445"/>
              <a:gd name="p0x10" fmla="*/ 53 w 3176"/>
              <a:gd name="p0y10" fmla="*/ 8445 h 8445"/>
              <a:gd name="p0x11" fmla="*/ 0 w 3176"/>
              <a:gd name="p0y11" fmla="*/ 8391 h 8445"/>
              <a:gd name="p0x12" fmla="*/ 0 w 3176"/>
              <a:gd name="p0y12" fmla="*/ 8325 h 8445"/>
              <a:gd name="p0x13" fmla="*/ 0 w 3176"/>
              <a:gd name="p0y13" fmla="*/ 120 h 8445"/>
              <a:gd name="p0x14" fmla="*/ 0 w 3176"/>
              <a:gd name="p0y14" fmla="*/ 53 h 8445"/>
              <a:gd name="p0x15" fmla="*/ 53 w 3176"/>
              <a:gd name="p0y15" fmla="*/ 0 h 8445"/>
              <a:gd name="p0x16" fmla="*/ 120 w 3176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18"/>
            </p:custDataLst>
          </p:nvPr>
        </p:nvSpPr>
        <p:spPr>
          <a:xfrm>
            <a:off x="7537450" y="27857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7595512" y="2859405"/>
            <a:ext cx="685209" cy="3438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4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24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538066" y="3379470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领域服务层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1"/>
            </p:custDataLst>
          </p:nvPr>
        </p:nvSpPr>
        <p:spPr>
          <a:xfrm>
            <a:off x="7538066" y="3867150"/>
            <a:ext cx="17145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包含</a:t>
            </a: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配表加载</a:t>
            </a: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、、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22"/>
            </p:custDataLst>
          </p:nvPr>
        </p:nvSpPr>
        <p:spPr>
          <a:xfrm>
            <a:off x="7538066" y="4171950"/>
            <a:ext cx="1524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战斗入口</a:t>
            </a: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等公共服务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23"/>
            </p:custDataLst>
          </p:nvPr>
        </p:nvSpPr>
        <p:spPr>
          <a:xfrm>
            <a:off x="9598025" y="1109345"/>
            <a:ext cx="2017395" cy="3857625"/>
          </a:xfrm>
          <a:custGeom>
            <a:avLst/>
            <a:gdLst>
              <a:gd name="sw" fmla="*/ 1 w 3177"/>
              <a:gd name="sh" fmla="*/ 1 h 6075"/>
              <a:gd name="mins" fmla="min sw sh"/>
              <a:gd name="dsw" fmla="+- 0 sw mins"/>
              <a:gd name="dsh" fmla="+- 0 sh mins"/>
              <a:gd name="p0x0" fmla="*/ 120 w 3177"/>
              <a:gd name="p0y0" fmla="*/ 0 h 6075"/>
              <a:gd name="p0x1" fmla="*/ 3057 w 3177"/>
              <a:gd name="p0y1" fmla="*/ 0 h 6075"/>
              <a:gd name="p0x2" fmla="*/ 3123 w 3177"/>
              <a:gd name="p0y2" fmla="*/ 0 h 6075"/>
              <a:gd name="p0x3" fmla="*/ 3177 w 3177"/>
              <a:gd name="p0y3" fmla="*/ 53 h 6075"/>
              <a:gd name="p0x4" fmla="*/ 3177 w 3177"/>
              <a:gd name="p0y4" fmla="*/ 120 h 6075"/>
              <a:gd name="p0x5" fmla="*/ 3177 w 3177"/>
              <a:gd name="p0y5" fmla="*/ 5955 h 6075"/>
              <a:gd name="p0x6" fmla="*/ 3177 w 3177"/>
              <a:gd name="p0y6" fmla="*/ 6021 h 6075"/>
              <a:gd name="p0x7" fmla="*/ 3123 w 3177"/>
              <a:gd name="p0y7" fmla="*/ 6075 h 6075"/>
              <a:gd name="p0x8" fmla="*/ 3057 w 3177"/>
              <a:gd name="p0y8" fmla="*/ 6075 h 6075"/>
              <a:gd name="p0x9" fmla="*/ 120 w 3177"/>
              <a:gd name="p0y9" fmla="*/ 6075 h 6075"/>
              <a:gd name="p0x10" fmla="*/ 53 w 3177"/>
              <a:gd name="p0y10" fmla="*/ 6075 h 6075"/>
              <a:gd name="p0x11" fmla="*/ 0 w 3177"/>
              <a:gd name="p0y11" fmla="*/ 6021 h 6075"/>
              <a:gd name="p0x12" fmla="*/ 0 w 3177"/>
              <a:gd name="p0y12" fmla="*/ 5955 h 6075"/>
              <a:gd name="p0x13" fmla="*/ 0 w 3177"/>
              <a:gd name="p0y13" fmla="*/ 120 h 6075"/>
              <a:gd name="p0x14" fmla="*/ 0 w 3177"/>
              <a:gd name="p0y14" fmla="*/ 53 h 6075"/>
              <a:gd name="p0x15" fmla="*/ 53 w 3177"/>
              <a:gd name="p0y15" fmla="*/ 0 h 6075"/>
              <a:gd name="p0x16" fmla="*/ 120 w 3177"/>
              <a:gd name="p0y16" fmla="*/ 0 h 60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任意多边形 25"/>
          <p:cNvSpPr/>
          <p:nvPr>
            <p:custDataLst>
              <p:tags r:id="rId24"/>
            </p:custDataLst>
          </p:nvPr>
        </p:nvSpPr>
        <p:spPr>
          <a:xfrm>
            <a:off x="9792970" y="1880870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5"/>
            </p:custDataLst>
          </p:nvPr>
        </p:nvSpPr>
        <p:spPr>
          <a:xfrm>
            <a:off x="9851003" y="1954530"/>
            <a:ext cx="685209" cy="3438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4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24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6"/>
            </p:custDataLst>
          </p:nvPr>
        </p:nvSpPr>
        <p:spPr>
          <a:xfrm>
            <a:off x="9793557" y="2474595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基础设施层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7"/>
            </p:custDataLst>
          </p:nvPr>
        </p:nvSpPr>
        <p:spPr>
          <a:xfrm>
            <a:off x="9793557" y="2962275"/>
            <a:ext cx="1626918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包含</a:t>
            </a: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EcsWorld</a:t>
            </a: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静态常量</a:t>
            </a: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对象池</a:t>
            </a:r>
            <a:endParaRPr sz="1500" b="1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500" b="1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</a:t>
            </a: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等基础能力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8"/>
            </p:custDataLst>
          </p:nvPr>
        </p:nvSpPr>
        <p:spPr>
          <a:xfrm>
            <a:off x="9598025" y="5166995"/>
            <a:ext cx="2017395" cy="1304925"/>
          </a:xfrm>
          <a:custGeom>
            <a:avLst/>
            <a:gdLst>
              <a:gd name="sw" fmla="*/ 1 w 3177"/>
              <a:gd name="sh" fmla="*/ 1 h 2055"/>
              <a:gd name="mins" fmla="min sw sh"/>
              <a:gd name="dsw" fmla="+- 0 sw mins"/>
              <a:gd name="dsh" fmla="+- 0 sh mins"/>
              <a:gd name="p0x0" fmla="*/ 120 w 3177"/>
              <a:gd name="p0y0" fmla="*/ 0 h 2055"/>
              <a:gd name="p0x1" fmla="*/ 3057 w 3177"/>
              <a:gd name="p0y1" fmla="*/ 0 h 2055"/>
              <a:gd name="p0x2" fmla="*/ 3123 w 3177"/>
              <a:gd name="p0y2" fmla="*/ 0 h 2055"/>
              <a:gd name="p0x3" fmla="*/ 3177 w 3177"/>
              <a:gd name="p0y3" fmla="*/ 53 h 2055"/>
              <a:gd name="p0x4" fmla="*/ 3177 w 3177"/>
              <a:gd name="p0y4" fmla="*/ 120 h 2055"/>
              <a:gd name="p0x5" fmla="*/ 3177 w 3177"/>
              <a:gd name="p0y5" fmla="*/ 1935 h 2055"/>
              <a:gd name="p0x6" fmla="*/ 3177 w 3177"/>
              <a:gd name="p0y6" fmla="*/ 2001 h 2055"/>
              <a:gd name="p0x7" fmla="*/ 3123 w 3177"/>
              <a:gd name="p0y7" fmla="*/ 2055 h 2055"/>
              <a:gd name="p0x8" fmla="*/ 3057 w 3177"/>
              <a:gd name="p0y8" fmla="*/ 2055 h 2055"/>
              <a:gd name="p0x9" fmla="*/ 120 w 3177"/>
              <a:gd name="p0y9" fmla="*/ 2055 h 2055"/>
              <a:gd name="p0x10" fmla="*/ 53 w 3177"/>
              <a:gd name="p0y10" fmla="*/ 2055 h 2055"/>
              <a:gd name="p0x11" fmla="*/ 0 w 3177"/>
              <a:gd name="p0y11" fmla="*/ 2001 h 2055"/>
              <a:gd name="p0x12" fmla="*/ 0 w 3177"/>
              <a:gd name="p0y12" fmla="*/ 1935 h 2055"/>
              <a:gd name="p0x13" fmla="*/ 0 w 3177"/>
              <a:gd name="p0y13" fmla="*/ 120 h 2055"/>
              <a:gd name="p0x14" fmla="*/ 0 w 3177"/>
              <a:gd name="p0y14" fmla="*/ 53 h 2055"/>
              <a:gd name="p0x15" fmla="*/ 53 w 3177"/>
              <a:gd name="p0y15" fmla="*/ 0 h 2055"/>
              <a:gd name="p0x16" fmla="*/ 120 w 3177"/>
              <a:gd name="p0y16" fmla="*/ 0 h 20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29"/>
            </p:custDataLst>
          </p:nvPr>
        </p:nvSpPr>
        <p:spPr>
          <a:xfrm>
            <a:off x="9834880" y="52863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2" name="图片 31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/>
          <a:stretch>
            <a:fillRect/>
          </a:stretch>
        </p:blipFill>
        <p:spPr>
          <a:xfrm>
            <a:off x="9901555" y="5343525"/>
            <a:ext cx="133350" cy="152400"/>
          </a:xfrm>
          <a:prstGeom prst="rect">
            <a:avLst/>
          </a:prstGeom>
        </p:spPr>
      </p:pic>
      <p:sp>
        <p:nvSpPr>
          <p:cNvPr id="33" name="文本框 32"/>
          <p:cNvSpPr txBox="1"/>
          <p:nvPr>
            <p:custDataLst>
              <p:tags r:id="rId33"/>
            </p:custDataLst>
          </p:nvPr>
        </p:nvSpPr>
        <p:spPr>
          <a:xfrm>
            <a:off x="9815884" y="5582603"/>
            <a:ext cx="304876" cy="7791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数据与逻辑分离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4"/>
            </p:custDataLst>
          </p:nvPr>
        </p:nvSpPr>
        <p:spPr>
          <a:xfrm>
            <a:off x="10260330" y="54768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-7143" r="-7143"/>
          <a:stretch>
            <a:fillRect/>
          </a:stretch>
        </p:blipFill>
        <p:spPr>
          <a:xfrm>
            <a:off x="10317480" y="5534025"/>
            <a:ext cx="152400" cy="152400"/>
          </a:xfrm>
          <a:prstGeom prst="rect">
            <a:avLst/>
          </a:prstGeom>
        </p:spPr>
      </p:pic>
      <p:sp>
        <p:nvSpPr>
          <p:cNvPr id="36" name="文本框 35"/>
          <p:cNvSpPr txBox="1"/>
          <p:nvPr>
            <p:custDataLst>
              <p:tags r:id="rId38"/>
            </p:custDataLst>
          </p:nvPr>
        </p:nvSpPr>
        <p:spPr>
          <a:xfrm>
            <a:off x="10203580" y="5773103"/>
            <a:ext cx="381076" cy="3981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单一职责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39"/>
            </p:custDataLst>
          </p:nvPr>
        </p:nvSpPr>
        <p:spPr>
          <a:xfrm>
            <a:off x="10686415" y="54768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8" name="图片 37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 l="-4545" t="-7143" r="-4545" b="-7143"/>
          <a:stretch>
            <a:fillRect/>
          </a:stretch>
        </p:blipFill>
        <p:spPr>
          <a:xfrm>
            <a:off x="10762615" y="5534025"/>
            <a:ext cx="114300" cy="152400"/>
          </a:xfrm>
          <a:prstGeom prst="rect">
            <a:avLst/>
          </a:prstGeom>
        </p:spPr>
      </p:pic>
      <p:sp>
        <p:nvSpPr>
          <p:cNvPr id="39" name="文本框 38"/>
          <p:cNvSpPr txBox="1"/>
          <p:nvPr>
            <p:custDataLst>
              <p:tags r:id="rId43"/>
            </p:custDataLst>
          </p:nvPr>
        </p:nvSpPr>
        <p:spPr>
          <a:xfrm>
            <a:off x="10667476" y="5773103"/>
            <a:ext cx="304876" cy="3981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可验证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44"/>
            </p:custDataLst>
          </p:nvPr>
        </p:nvSpPr>
        <p:spPr>
          <a:xfrm>
            <a:off x="11111865" y="54768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1" name="图片 40"/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 l="-3333" t="-3333" r="-3333" b="-3333"/>
          <a:stretch>
            <a:fillRect/>
          </a:stretch>
        </p:blipFill>
        <p:spPr>
          <a:xfrm>
            <a:off x="11169015" y="5534025"/>
            <a:ext cx="152400" cy="152400"/>
          </a:xfrm>
          <a:prstGeom prst="rect">
            <a:avLst/>
          </a:prstGeom>
        </p:spPr>
      </p:pic>
      <p:sp>
        <p:nvSpPr>
          <p:cNvPr id="42" name="文本框 41"/>
          <p:cNvSpPr txBox="1"/>
          <p:nvPr>
            <p:custDataLst>
              <p:tags r:id="rId48"/>
            </p:custDataLst>
          </p:nvPr>
        </p:nvSpPr>
        <p:spPr>
          <a:xfrm>
            <a:off x="11093272" y="5773103"/>
            <a:ext cx="304876" cy="3981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可降级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项目核心创新点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3473450" cy="5362575"/>
          </a:xfrm>
          <a:custGeom>
            <a:avLst/>
            <a:gdLst>
              <a:gd name="sw" fmla="*/ 1 w 5469"/>
              <a:gd name="sh" fmla="*/ 1 h 8445"/>
              <a:gd name="mins" fmla="min sw sh"/>
              <a:gd name="dsw" fmla="+- 0 sw mins"/>
              <a:gd name="dsh" fmla="+- 0 sh mins"/>
              <a:gd name="p0x0" fmla="*/ 120 w 5469"/>
              <a:gd name="p0y0" fmla="*/ 0 h 8445"/>
              <a:gd name="p0x1" fmla="*/ 5349 w 5469"/>
              <a:gd name="p0y1" fmla="*/ 0 h 8445"/>
              <a:gd name="p0x2" fmla="*/ 5415 w 5469"/>
              <a:gd name="p0y2" fmla="*/ 0 h 8445"/>
              <a:gd name="p0x3" fmla="*/ 5469 w 5469"/>
              <a:gd name="p0y3" fmla="*/ 53 h 8445"/>
              <a:gd name="p0x4" fmla="*/ 5469 w 5469"/>
              <a:gd name="p0y4" fmla="*/ 120 h 8445"/>
              <a:gd name="p0x5" fmla="*/ 5469 w 5469"/>
              <a:gd name="p0y5" fmla="*/ 8325 h 8445"/>
              <a:gd name="p0x6" fmla="*/ 5469 w 5469"/>
              <a:gd name="p0y6" fmla="*/ 8391 h 8445"/>
              <a:gd name="p0x7" fmla="*/ 5415 w 5469"/>
              <a:gd name="p0y7" fmla="*/ 8445 h 8445"/>
              <a:gd name="p0x8" fmla="*/ 5349 w 5469"/>
              <a:gd name="p0y8" fmla="*/ 8445 h 8445"/>
              <a:gd name="p0x9" fmla="*/ 120 w 5469"/>
              <a:gd name="p0y9" fmla="*/ 8445 h 8445"/>
              <a:gd name="p0x10" fmla="*/ 53 w 5469"/>
              <a:gd name="p0y10" fmla="*/ 8445 h 8445"/>
              <a:gd name="p0x11" fmla="*/ 0 w 5469"/>
              <a:gd name="p0y11" fmla="*/ 8391 h 8445"/>
              <a:gd name="p0x12" fmla="*/ 0 w 5469"/>
              <a:gd name="p0y12" fmla="*/ 8325 h 8445"/>
              <a:gd name="p0x13" fmla="*/ 0 w 5469"/>
              <a:gd name="p0y13" fmla="*/ 120 h 8445"/>
              <a:gd name="p0x14" fmla="*/ 0 w 5469"/>
              <a:gd name="p0y14" fmla="*/ 53 h 8445"/>
              <a:gd name="p0x15" fmla="*/ 53 w 5469"/>
              <a:gd name="p0y15" fmla="*/ 0 h 8445"/>
              <a:gd name="p0x16" fmla="*/ 120 w 5469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2065020" y="214058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1613" t="-1613" r="-1613" b="-1613"/>
          <a:stretch>
            <a:fillRect/>
          </a:stretch>
        </p:blipFill>
        <p:spPr>
          <a:xfrm>
            <a:off x="2160270" y="2235835"/>
            <a:ext cx="304800" cy="3048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371895" y="2734304"/>
            <a:ext cx="188185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lang="zh-CN" altLang="en-US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</a:t>
            </a:r>
            <a:r>
              <a:rPr lang="en-US" altLang="zh-CN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</a:t>
            </a:r>
            <a:endParaRPr lang="zh-CN" altLang="en-US"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8"/>
            </p:custDataLst>
          </p:nvPr>
        </p:nvSpPr>
        <p:spPr>
          <a:xfrm>
            <a:off x="771525" y="325501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>
            <a:fillRect/>
          </a:stretch>
        </p:blipFill>
        <p:spPr>
          <a:xfrm>
            <a:off x="828675" y="3312160"/>
            <a:ext cx="152400" cy="15240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1114425" y="3222460"/>
            <a:ext cx="2739780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EcsWorld</a:t>
            </a:r>
            <a:r>
              <a:rPr lang="zh-CN"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驱动</a:t>
            </a:r>
            <a:endParaRPr lang="zh-CN"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1114425" y="3477254"/>
            <a:ext cx="2739780" cy="5047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玩法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tick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驱动，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ViewComponent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仅绑定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</a:t>
            </a:r>
            <a:endParaRPr lang="zh-CN" altLang="en-US"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4"/>
            </p:custDataLst>
          </p:nvPr>
        </p:nvSpPr>
        <p:spPr>
          <a:xfrm>
            <a:off x="771525" y="410908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t="-7143" b="-7143"/>
          <a:stretch>
            <a:fillRect/>
          </a:stretch>
        </p:blipFill>
        <p:spPr>
          <a:xfrm>
            <a:off x="838200" y="4166235"/>
            <a:ext cx="133350" cy="1524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8"/>
            </p:custDataLst>
          </p:nvPr>
        </p:nvSpPr>
        <p:spPr>
          <a:xfrm>
            <a:off x="1114425" y="4076738"/>
            <a:ext cx="2379612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边界清晰</a:t>
            </a:r>
            <a:endParaRPr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9"/>
            </p:custDataLst>
          </p:nvPr>
        </p:nvSpPr>
        <p:spPr>
          <a:xfrm>
            <a:off x="1114425" y="4331532"/>
            <a:ext cx="2532012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业务不直接调用引擎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，架构解耦</a:t>
            </a:r>
            <a:endParaRPr lang="zh-CN" altLang="en-US"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20"/>
            </p:custDataLst>
          </p:nvPr>
        </p:nvSpPr>
        <p:spPr>
          <a:xfrm>
            <a:off x="771525" y="471995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>
            <a:fillRect/>
          </a:stretch>
        </p:blipFill>
        <p:spPr>
          <a:xfrm>
            <a:off x="838200" y="4777105"/>
            <a:ext cx="133350" cy="1524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24"/>
            </p:custDataLst>
          </p:nvPr>
        </p:nvSpPr>
        <p:spPr>
          <a:xfrm>
            <a:off x="1114425" y="4687224"/>
            <a:ext cx="2739780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无继承树维护</a:t>
            </a:r>
            <a:endParaRPr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25"/>
            </p:custDataLst>
          </p:nvPr>
        </p:nvSpPr>
        <p:spPr>
          <a:xfrm>
            <a:off x="1114425" y="4942018"/>
            <a:ext cx="2739780" cy="5047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新增怪物行为只需增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或扩展组件字段</a:t>
            </a:r>
            <a:endParaRPr lang="zh-CN" altLang="en-US"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6"/>
            </p:custDataLst>
          </p:nvPr>
        </p:nvSpPr>
        <p:spPr>
          <a:xfrm>
            <a:off x="4306570" y="1109345"/>
            <a:ext cx="3472815" cy="5362575"/>
          </a:xfrm>
          <a:custGeom>
            <a:avLst/>
            <a:gdLst>
              <a:gd name="sw" fmla="*/ 1 w 5469"/>
              <a:gd name="sh" fmla="*/ 1 h 8445"/>
              <a:gd name="mins" fmla="min sw sh"/>
              <a:gd name="dsw" fmla="+- 0 sw mins"/>
              <a:gd name="dsh" fmla="+- 0 sh mins"/>
              <a:gd name="p0x0" fmla="*/ 120 w 5469"/>
              <a:gd name="p0y0" fmla="*/ 0 h 8445"/>
              <a:gd name="p0x1" fmla="*/ 5349 w 5469"/>
              <a:gd name="p0y1" fmla="*/ 0 h 8445"/>
              <a:gd name="p0x2" fmla="*/ 5415 w 5469"/>
              <a:gd name="p0y2" fmla="*/ 0 h 8445"/>
              <a:gd name="p0x3" fmla="*/ 5469 w 5469"/>
              <a:gd name="p0y3" fmla="*/ 53 h 8445"/>
              <a:gd name="p0x4" fmla="*/ 5469 w 5469"/>
              <a:gd name="p0y4" fmla="*/ 120 h 8445"/>
              <a:gd name="p0x5" fmla="*/ 5469 w 5469"/>
              <a:gd name="p0y5" fmla="*/ 8325 h 8445"/>
              <a:gd name="p0x6" fmla="*/ 5469 w 5469"/>
              <a:gd name="p0y6" fmla="*/ 8391 h 8445"/>
              <a:gd name="p0x7" fmla="*/ 5415 w 5469"/>
              <a:gd name="p0y7" fmla="*/ 8445 h 8445"/>
              <a:gd name="p0x8" fmla="*/ 5349 w 5469"/>
              <a:gd name="p0y8" fmla="*/ 8445 h 8445"/>
              <a:gd name="p0x9" fmla="*/ 120 w 5469"/>
              <a:gd name="p0y9" fmla="*/ 8445 h 8445"/>
              <a:gd name="p0x10" fmla="*/ 53 w 5469"/>
              <a:gd name="p0y10" fmla="*/ 8445 h 8445"/>
              <a:gd name="p0x11" fmla="*/ 0 w 5469"/>
              <a:gd name="p0y11" fmla="*/ 8391 h 8445"/>
              <a:gd name="p0x12" fmla="*/ 0 w 5469"/>
              <a:gd name="p0y12" fmla="*/ 8325 h 8445"/>
              <a:gd name="p0x13" fmla="*/ 0 w 5469"/>
              <a:gd name="p0y13" fmla="*/ 120 h 8445"/>
              <a:gd name="p0x14" fmla="*/ 0 w 5469"/>
              <a:gd name="p0y14" fmla="*/ 53 h 8445"/>
              <a:gd name="p0x15" fmla="*/ 53 w 5469"/>
              <a:gd name="p0y15" fmla="*/ 0 h 8445"/>
              <a:gd name="p0x16" fmla="*/ 120 w 5469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7"/>
            </p:custDataLst>
          </p:nvPr>
        </p:nvSpPr>
        <p:spPr>
          <a:xfrm>
            <a:off x="5795010" y="2250440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3333" t="-3333" r="-3333" b="-3333"/>
          <a:stretch>
            <a:fillRect/>
          </a:stretch>
        </p:blipFill>
        <p:spPr>
          <a:xfrm>
            <a:off x="5890260" y="2345690"/>
            <a:ext cx="304800" cy="304800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31"/>
            </p:custDataLst>
          </p:nvPr>
        </p:nvSpPr>
        <p:spPr>
          <a:xfrm>
            <a:off x="4976441" y="2843984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多维度性能优化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2"/>
            </p:custDataLst>
          </p:nvPr>
        </p:nvSpPr>
        <p:spPr>
          <a:xfrm>
            <a:off x="4501515" y="336486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>
            <a:fillRect/>
          </a:stretch>
        </p:blipFill>
        <p:spPr>
          <a:xfrm>
            <a:off x="4558665" y="3422015"/>
            <a:ext cx="152400" cy="152400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36"/>
            </p:custDataLst>
          </p:nvPr>
        </p:nvSpPr>
        <p:spPr>
          <a:xfrm>
            <a:off x="4844805" y="3332140"/>
            <a:ext cx="2739781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对象池</a:t>
            </a:r>
            <a:endParaRPr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37"/>
            </p:custDataLst>
          </p:nvPr>
        </p:nvSpPr>
        <p:spPr>
          <a:xfrm>
            <a:off x="4501515" y="423100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 t="-7143" b="-7143"/>
          <a:stretch>
            <a:fillRect/>
          </a:stretch>
        </p:blipFill>
        <p:spPr>
          <a:xfrm>
            <a:off x="4549140" y="4288155"/>
            <a:ext cx="171450" cy="152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41"/>
            </p:custDataLst>
          </p:nvPr>
        </p:nvSpPr>
        <p:spPr>
          <a:xfrm>
            <a:off x="4844805" y="4198620"/>
            <a:ext cx="1828876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WebWorker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多线程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任意多边形 31"/>
          <p:cNvSpPr/>
          <p:nvPr>
            <p:custDataLst>
              <p:tags r:id="rId42"/>
            </p:custDataLst>
          </p:nvPr>
        </p:nvSpPr>
        <p:spPr>
          <a:xfrm>
            <a:off x="4501515" y="48418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 l="-2941" t="-3333" r="-2941" b="-3333"/>
          <a:stretch>
            <a:fillRect/>
          </a:stretch>
        </p:blipFill>
        <p:spPr>
          <a:xfrm>
            <a:off x="4549140" y="4899025"/>
            <a:ext cx="171450" cy="152400"/>
          </a:xfrm>
          <a:prstGeom prst="rect">
            <a:avLst/>
          </a:prstGeom>
        </p:spPr>
      </p:pic>
      <p:sp>
        <p:nvSpPr>
          <p:cNvPr id="34" name="文本框 33"/>
          <p:cNvSpPr txBox="1"/>
          <p:nvPr>
            <p:custDataLst>
              <p:tags r:id="rId46"/>
            </p:custDataLst>
          </p:nvPr>
        </p:nvSpPr>
        <p:spPr>
          <a:xfrm>
            <a:off x="4844805" y="4809115"/>
            <a:ext cx="2609031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动态图集</a:t>
            </a:r>
            <a:endParaRPr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47"/>
            </p:custDataLst>
          </p:nvPr>
        </p:nvSpPr>
        <p:spPr>
          <a:xfrm>
            <a:off x="4844805" y="3586934"/>
            <a:ext cx="2654875" cy="5158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减少频繁实例化</a:t>
            </a:r>
            <a:r>
              <a:rPr lang="en-US" altLang="zh-CN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altLang="en-US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，千怪场景</a:t>
            </a:r>
            <a:r>
              <a:rPr lang="en-US" altLang="zh-CN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P95</a:t>
            </a:r>
            <a:r>
              <a:rPr lang="zh-CN" altLang="en-US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帧时间降低</a:t>
            </a:r>
            <a:r>
              <a:rPr sz="1260" b="1" spc="-12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36.5%</a:t>
            </a:r>
            <a:endParaRPr sz="1260" b="1" spc="-12">
              <a:solidFill>
                <a:srgbClr val="FFFFFF">
                  <a:alpha val="90001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48"/>
            </p:custDataLst>
          </p:nvPr>
        </p:nvSpPr>
        <p:spPr>
          <a:xfrm>
            <a:off x="4844805" y="4453414"/>
            <a:ext cx="19812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运算下沉，降低主线程压力</a:t>
            </a:r>
            <a:endParaRPr sz="1200">
              <a:solidFill>
                <a:srgbClr val="FFFFFF">
                  <a:alpha val="90001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49"/>
            </p:custDataLst>
          </p:nvPr>
        </p:nvSpPr>
        <p:spPr>
          <a:xfrm>
            <a:off x="4844805" y="5062385"/>
            <a:ext cx="2769060" cy="2735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降低渲染开销，千怪波</a:t>
            </a:r>
            <a:r>
              <a:rPr lang="en-US" altLang="zh-CN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FPS</a:t>
            </a:r>
            <a:r>
              <a:rPr lang="zh-CN" altLang="en-US" sz="120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</a:t>
            </a:r>
            <a:r>
              <a:rPr sz="1260" b="1" spc="-12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13.4%</a:t>
            </a:r>
            <a:endParaRPr sz="1260" b="1" spc="-12">
              <a:solidFill>
                <a:srgbClr val="FFFFFF">
                  <a:alpha val="90001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任意多边形 35"/>
          <p:cNvSpPr/>
          <p:nvPr>
            <p:custDataLst>
              <p:tags r:id="rId50"/>
            </p:custDataLst>
          </p:nvPr>
        </p:nvSpPr>
        <p:spPr>
          <a:xfrm>
            <a:off x="8036560" y="1109345"/>
            <a:ext cx="3578860" cy="5362575"/>
          </a:xfrm>
          <a:custGeom>
            <a:avLst/>
            <a:gdLst>
              <a:gd name="sw" fmla="*/ 1 w 5635"/>
              <a:gd name="sh" fmla="*/ 1 h 8445"/>
              <a:gd name="mins" fmla="min sw sh"/>
              <a:gd name="dsw" fmla="+- 0 sw mins"/>
              <a:gd name="dsh" fmla="+- 0 sh mins"/>
              <a:gd name="p0x0" fmla="*/ 120 w 5635"/>
              <a:gd name="p0y0" fmla="*/ 0 h 8445"/>
              <a:gd name="p0x1" fmla="*/ 5515 w 5635"/>
              <a:gd name="p0y1" fmla="*/ 0 h 8445"/>
              <a:gd name="p0x2" fmla="*/ 5582 w 5635"/>
              <a:gd name="p0y2" fmla="*/ 0 h 8445"/>
              <a:gd name="p0x3" fmla="*/ 5635 w 5635"/>
              <a:gd name="p0y3" fmla="*/ 53 h 8445"/>
              <a:gd name="p0x4" fmla="*/ 5635 w 5635"/>
              <a:gd name="p0y4" fmla="*/ 120 h 8445"/>
              <a:gd name="p0x5" fmla="*/ 5635 w 5635"/>
              <a:gd name="p0y5" fmla="*/ 8325 h 8445"/>
              <a:gd name="p0x6" fmla="*/ 5635 w 5635"/>
              <a:gd name="p0y6" fmla="*/ 8391 h 8445"/>
              <a:gd name="p0x7" fmla="*/ 5582 w 5635"/>
              <a:gd name="p0y7" fmla="*/ 8445 h 8445"/>
              <a:gd name="p0x8" fmla="*/ 5515 w 5635"/>
              <a:gd name="p0y8" fmla="*/ 8445 h 8445"/>
              <a:gd name="p0x9" fmla="*/ 120 w 5635"/>
              <a:gd name="p0y9" fmla="*/ 8445 h 8445"/>
              <a:gd name="p0x10" fmla="*/ 53 w 5635"/>
              <a:gd name="p0y10" fmla="*/ 8445 h 8445"/>
              <a:gd name="p0x11" fmla="*/ 0 w 5635"/>
              <a:gd name="p0y11" fmla="*/ 8391 h 8445"/>
              <a:gd name="p0x12" fmla="*/ 0 w 5635"/>
              <a:gd name="p0y12" fmla="*/ 8325 h 8445"/>
              <a:gd name="p0x13" fmla="*/ 0 w 5635"/>
              <a:gd name="p0y13" fmla="*/ 120 h 8445"/>
              <a:gd name="p0x14" fmla="*/ 0 w 5635"/>
              <a:gd name="p0y14" fmla="*/ 53 h 8445"/>
              <a:gd name="p0x15" fmla="*/ 53 w 5635"/>
              <a:gd name="p0y15" fmla="*/ 0 h 8445"/>
              <a:gd name="p0x16" fmla="*/ 120 w 5635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>
            <p:custDataLst>
              <p:tags r:id="rId51"/>
            </p:custDataLst>
          </p:nvPr>
        </p:nvSpPr>
        <p:spPr>
          <a:xfrm>
            <a:off x="9578340" y="238442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8" name="图片 37"/>
          <p:cNvPicPr>
            <a:picLocks noChangeAspect="1"/>
          </p:cNvPicPr>
          <p:nvPr>
            <p:custDataLst>
              <p:tags r:id="rId52"/>
            </p:custDataLst>
          </p:nvPr>
        </p:nvPicPr>
        <p:blipFill>
          <a:blip r:embed="rId53"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rcRect t="-7143" b="-7143"/>
          <a:stretch>
            <a:fillRect/>
          </a:stretch>
        </p:blipFill>
        <p:spPr>
          <a:xfrm>
            <a:off x="9654540" y="2479675"/>
            <a:ext cx="342900" cy="304800"/>
          </a:xfrm>
          <a:prstGeom prst="rect">
            <a:avLst/>
          </a:prstGeom>
        </p:spPr>
      </p:pic>
      <p:sp>
        <p:nvSpPr>
          <p:cNvPr id="39" name="文本框 38"/>
          <p:cNvSpPr txBox="1"/>
          <p:nvPr>
            <p:custDataLst>
              <p:tags r:id="rId55"/>
            </p:custDataLst>
          </p:nvPr>
        </p:nvSpPr>
        <p:spPr>
          <a:xfrm>
            <a:off x="8892483" y="2978077"/>
            <a:ext cx="186771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lang="en-US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与战斗协同</a:t>
            </a:r>
            <a:endParaRPr lang="zh-CN"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56"/>
            </p:custDataLst>
          </p:nvPr>
        </p:nvSpPr>
        <p:spPr>
          <a:xfrm>
            <a:off x="8232140" y="34988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1" name="图片 40"/>
          <p:cNvPicPr>
            <a:picLocks noChangeAspect="1"/>
          </p:cNvPicPr>
          <p:nvPr>
            <p:custDataLst>
              <p:tags r:id="rId57"/>
            </p:custDataLst>
          </p:nvPr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rcRect l="-3333" r="-3333"/>
          <a:stretch>
            <a:fillRect/>
          </a:stretch>
        </p:blipFill>
        <p:spPr>
          <a:xfrm>
            <a:off x="8289290" y="3556000"/>
            <a:ext cx="152400" cy="152400"/>
          </a:xfrm>
          <a:prstGeom prst="rect">
            <a:avLst/>
          </a:prstGeom>
        </p:spPr>
      </p:pic>
      <p:sp>
        <p:nvSpPr>
          <p:cNvPr id="42" name="文本框 41"/>
          <p:cNvSpPr txBox="1"/>
          <p:nvPr>
            <p:custDataLst>
              <p:tags r:id="rId60"/>
            </p:custDataLst>
          </p:nvPr>
        </p:nvSpPr>
        <p:spPr>
          <a:xfrm>
            <a:off x="8575177" y="3466233"/>
            <a:ext cx="1828876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UIStackManager</a:t>
            </a:r>
            <a:endParaRPr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61"/>
            </p:custDataLst>
          </p:nvPr>
        </p:nvSpPr>
        <p:spPr>
          <a:xfrm>
            <a:off x="8575177" y="3721027"/>
            <a:ext cx="19812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管理全屏页面栈，状态可控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任意多边形 43"/>
          <p:cNvSpPr/>
          <p:nvPr>
            <p:custDataLst>
              <p:tags r:id="rId62"/>
            </p:custDataLst>
          </p:nvPr>
        </p:nvSpPr>
        <p:spPr>
          <a:xfrm>
            <a:off x="8232140" y="410908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5" name="图片 44"/>
          <p:cNvPicPr>
            <a:picLocks noChangeAspect="1"/>
          </p:cNvPicPr>
          <p:nvPr>
            <p:custDataLst>
              <p:tags r:id="rId63"/>
            </p:custDataLst>
          </p:nvPr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rcRect t="-7143" b="-7143"/>
          <a:stretch>
            <a:fillRect/>
          </a:stretch>
        </p:blipFill>
        <p:spPr>
          <a:xfrm>
            <a:off x="8308340" y="4166235"/>
            <a:ext cx="114300" cy="152400"/>
          </a:xfrm>
          <a:prstGeom prst="rect">
            <a:avLst/>
          </a:prstGeom>
        </p:spPr>
      </p:pic>
      <p:sp>
        <p:nvSpPr>
          <p:cNvPr id="46" name="文本框 45"/>
          <p:cNvSpPr txBox="1"/>
          <p:nvPr>
            <p:custDataLst>
              <p:tags r:id="rId66"/>
            </p:custDataLst>
          </p:nvPr>
        </p:nvSpPr>
        <p:spPr>
          <a:xfrm>
            <a:off x="8575177" y="4076729"/>
            <a:ext cx="2590876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自动暂停</a:t>
            </a:r>
            <a:endParaRPr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67"/>
            </p:custDataLst>
          </p:nvPr>
        </p:nvSpPr>
        <p:spPr>
          <a:xfrm>
            <a:off x="8575177" y="4331522"/>
            <a:ext cx="27432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打开技能装配面板时自动暂停战斗逻辑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任意多边形 47"/>
          <p:cNvSpPr/>
          <p:nvPr>
            <p:custDataLst>
              <p:tags r:id="rId68"/>
            </p:custDataLst>
          </p:nvPr>
        </p:nvSpPr>
        <p:spPr>
          <a:xfrm>
            <a:off x="8232140" y="471995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/>
          <p:cNvPicPr>
            <a:picLocks noChangeAspect="1"/>
          </p:cNvPicPr>
          <p:nvPr>
            <p:custDataLst>
              <p:tags r:id="rId69"/>
            </p:custDataLst>
          </p:nvPr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rcRect/>
          <a:stretch>
            <a:fillRect/>
          </a:stretch>
        </p:blipFill>
        <p:spPr>
          <a:xfrm>
            <a:off x="8289290" y="4777105"/>
            <a:ext cx="152400" cy="152400"/>
          </a:xfrm>
          <a:prstGeom prst="rect">
            <a:avLst/>
          </a:prstGeom>
        </p:spPr>
      </p:pic>
      <p:sp>
        <p:nvSpPr>
          <p:cNvPr id="50" name="文本框 49"/>
          <p:cNvSpPr txBox="1"/>
          <p:nvPr>
            <p:custDataLst>
              <p:tags r:id="rId72"/>
            </p:custDataLst>
          </p:nvPr>
        </p:nvSpPr>
        <p:spPr>
          <a:xfrm>
            <a:off x="8575177" y="4687224"/>
            <a:ext cx="2133676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原子生效</a:t>
            </a:r>
            <a:endParaRPr sz="13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>
            <p:custDataLst>
              <p:tags r:id="rId73"/>
            </p:custDataLst>
          </p:nvPr>
        </p:nvSpPr>
        <p:spPr>
          <a:xfrm>
            <a:off x="8575177" y="4942018"/>
            <a:ext cx="22860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同步机制保证装配修改原子生效</a:t>
            </a:r>
            <a:endParaRPr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占位符 2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sz="9300"/>
              <a:t>壹</a:t>
            </a:r>
            <a:endParaRPr lang="zh-CN" altLang="en-US" sz="9300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ECS架构：定义、实现与验证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ECS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3473450" cy="5362575"/>
          </a:xfrm>
          <a:custGeom>
            <a:avLst/>
            <a:gdLst>
              <a:gd name="sw" fmla="*/ 1 w 5469"/>
              <a:gd name="sh" fmla="*/ 1 h 8445"/>
              <a:gd name="mins" fmla="min sw sh"/>
              <a:gd name="dsw" fmla="+- 0 sw mins"/>
              <a:gd name="dsh" fmla="+- 0 sh mins"/>
              <a:gd name="p0x0" fmla="*/ 120 w 5469"/>
              <a:gd name="p0y0" fmla="*/ 0 h 8445"/>
              <a:gd name="p0x1" fmla="*/ 5349 w 5469"/>
              <a:gd name="p0y1" fmla="*/ 0 h 8445"/>
              <a:gd name="p0x2" fmla="*/ 5415 w 5469"/>
              <a:gd name="p0y2" fmla="*/ 0 h 8445"/>
              <a:gd name="p0x3" fmla="*/ 5469 w 5469"/>
              <a:gd name="p0y3" fmla="*/ 53 h 8445"/>
              <a:gd name="p0x4" fmla="*/ 5469 w 5469"/>
              <a:gd name="p0y4" fmla="*/ 120 h 8445"/>
              <a:gd name="p0x5" fmla="*/ 5469 w 5469"/>
              <a:gd name="p0y5" fmla="*/ 8325 h 8445"/>
              <a:gd name="p0x6" fmla="*/ 5469 w 5469"/>
              <a:gd name="p0y6" fmla="*/ 8391 h 8445"/>
              <a:gd name="p0x7" fmla="*/ 5415 w 5469"/>
              <a:gd name="p0y7" fmla="*/ 8445 h 8445"/>
              <a:gd name="p0x8" fmla="*/ 5349 w 5469"/>
              <a:gd name="p0y8" fmla="*/ 8445 h 8445"/>
              <a:gd name="p0x9" fmla="*/ 120 w 5469"/>
              <a:gd name="p0y9" fmla="*/ 8445 h 8445"/>
              <a:gd name="p0x10" fmla="*/ 53 w 5469"/>
              <a:gd name="p0y10" fmla="*/ 8445 h 8445"/>
              <a:gd name="p0x11" fmla="*/ 0 w 5469"/>
              <a:gd name="p0y11" fmla="*/ 8391 h 8445"/>
              <a:gd name="p0x12" fmla="*/ 0 w 5469"/>
              <a:gd name="p0y12" fmla="*/ 8325 h 8445"/>
              <a:gd name="p0x13" fmla="*/ 0 w 5469"/>
              <a:gd name="p0y13" fmla="*/ 120 h 8445"/>
              <a:gd name="p0x14" fmla="*/ 0 w 5469"/>
              <a:gd name="p0y14" fmla="*/ 53 h 8445"/>
              <a:gd name="p0x15" fmla="*/ 53 w 5469"/>
              <a:gd name="p0y15" fmla="*/ 0 h 8445"/>
              <a:gd name="p0x16" fmla="*/ 120 w 5469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2065020" y="29762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-1613" b="-1613"/>
          <a:stretch>
            <a:fillRect/>
          </a:stretch>
        </p:blipFill>
        <p:spPr>
          <a:xfrm>
            <a:off x="2160270" y="3071495"/>
            <a:ext cx="304800" cy="3048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823961" y="3608070"/>
            <a:ext cx="977722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Entity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789603" y="3981450"/>
            <a:ext cx="3046514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实体标识，仅为数值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，不包含逻辑与数据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4306570" y="1109345"/>
            <a:ext cx="3578225" cy="5362575"/>
          </a:xfrm>
          <a:custGeom>
            <a:avLst/>
            <a:gdLst>
              <a:gd name="sw" fmla="*/ 1 w 5635"/>
              <a:gd name="sh" fmla="*/ 1 h 8445"/>
              <a:gd name="mins" fmla="min sw sh"/>
              <a:gd name="dsw" fmla="+- 0 sw mins"/>
              <a:gd name="dsh" fmla="+- 0 sh mins"/>
              <a:gd name="p0x0" fmla="*/ 120 w 5635"/>
              <a:gd name="p0y0" fmla="*/ 0 h 8445"/>
              <a:gd name="p0x1" fmla="*/ 5515 w 5635"/>
              <a:gd name="p0y1" fmla="*/ 0 h 8445"/>
              <a:gd name="p0x2" fmla="*/ 5582 w 5635"/>
              <a:gd name="p0y2" fmla="*/ 0 h 8445"/>
              <a:gd name="p0x3" fmla="*/ 5635 w 5635"/>
              <a:gd name="p0y3" fmla="*/ 53 h 8445"/>
              <a:gd name="p0x4" fmla="*/ 5635 w 5635"/>
              <a:gd name="p0y4" fmla="*/ 120 h 8445"/>
              <a:gd name="p0x5" fmla="*/ 5635 w 5635"/>
              <a:gd name="p0y5" fmla="*/ 8325 h 8445"/>
              <a:gd name="p0x6" fmla="*/ 5635 w 5635"/>
              <a:gd name="p0y6" fmla="*/ 8391 h 8445"/>
              <a:gd name="p0x7" fmla="*/ 5582 w 5635"/>
              <a:gd name="p0y7" fmla="*/ 8445 h 8445"/>
              <a:gd name="p0x8" fmla="*/ 5515 w 5635"/>
              <a:gd name="p0y8" fmla="*/ 8445 h 8445"/>
              <a:gd name="p0x9" fmla="*/ 120 w 5635"/>
              <a:gd name="p0y9" fmla="*/ 8445 h 8445"/>
              <a:gd name="p0x10" fmla="*/ 53 w 5635"/>
              <a:gd name="p0y10" fmla="*/ 8445 h 8445"/>
              <a:gd name="p0x11" fmla="*/ 0 w 5635"/>
              <a:gd name="p0y11" fmla="*/ 8391 h 8445"/>
              <a:gd name="p0x12" fmla="*/ 0 w 5635"/>
              <a:gd name="p0y12" fmla="*/ 8325 h 8445"/>
              <a:gd name="p0x13" fmla="*/ 0 w 5635"/>
              <a:gd name="p0y13" fmla="*/ 120 h 8445"/>
              <a:gd name="p0x14" fmla="*/ 0 w 5635"/>
              <a:gd name="p0y14" fmla="*/ 53 h 8445"/>
              <a:gd name="p0x15" fmla="*/ 53 w 5635"/>
              <a:gd name="p0y15" fmla="*/ 0 h 8445"/>
              <a:gd name="p0x16" fmla="*/ 120 w 5635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5848350" y="28238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>
            <a:fillRect/>
          </a:stretch>
        </p:blipFill>
        <p:spPr>
          <a:xfrm>
            <a:off x="5962650" y="2919095"/>
            <a:ext cx="266700" cy="304800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5221043" y="3455670"/>
            <a:ext cx="1749847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Component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4536805" y="3829050"/>
            <a:ext cx="3118323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415925" algn="ctr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纯数据组件，只存字段，如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Position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Velocity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Attribute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</a:t>
            </a:r>
            <a:endParaRPr lang="zh-CN" altLang="en-US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8141970" y="1109345"/>
            <a:ext cx="3473450" cy="5362575"/>
          </a:xfrm>
          <a:custGeom>
            <a:avLst/>
            <a:gdLst>
              <a:gd name="sw" fmla="*/ 1 w 5469"/>
              <a:gd name="sh" fmla="*/ 1 h 8445"/>
              <a:gd name="mins" fmla="min sw sh"/>
              <a:gd name="dsw" fmla="+- 0 sw mins"/>
              <a:gd name="dsh" fmla="+- 0 sh mins"/>
              <a:gd name="p0x0" fmla="*/ 120 w 5469"/>
              <a:gd name="p0y0" fmla="*/ 0 h 8445"/>
              <a:gd name="p0x1" fmla="*/ 5349 w 5469"/>
              <a:gd name="p0y1" fmla="*/ 0 h 8445"/>
              <a:gd name="p0x2" fmla="*/ 5415 w 5469"/>
              <a:gd name="p0y2" fmla="*/ 0 h 8445"/>
              <a:gd name="p0x3" fmla="*/ 5469 w 5469"/>
              <a:gd name="p0y3" fmla="*/ 53 h 8445"/>
              <a:gd name="p0x4" fmla="*/ 5469 w 5469"/>
              <a:gd name="p0y4" fmla="*/ 120 h 8445"/>
              <a:gd name="p0x5" fmla="*/ 5469 w 5469"/>
              <a:gd name="p0y5" fmla="*/ 8325 h 8445"/>
              <a:gd name="p0x6" fmla="*/ 5469 w 5469"/>
              <a:gd name="p0y6" fmla="*/ 8391 h 8445"/>
              <a:gd name="p0x7" fmla="*/ 5415 w 5469"/>
              <a:gd name="p0y7" fmla="*/ 8445 h 8445"/>
              <a:gd name="p0x8" fmla="*/ 5349 w 5469"/>
              <a:gd name="p0y8" fmla="*/ 8445 h 8445"/>
              <a:gd name="p0x9" fmla="*/ 120 w 5469"/>
              <a:gd name="p0y9" fmla="*/ 8445 h 8445"/>
              <a:gd name="p0x10" fmla="*/ 53 w 5469"/>
              <a:gd name="p0y10" fmla="*/ 8445 h 8445"/>
              <a:gd name="p0x11" fmla="*/ 0 w 5469"/>
              <a:gd name="p0y11" fmla="*/ 8391 h 8445"/>
              <a:gd name="p0x12" fmla="*/ 0 w 5469"/>
              <a:gd name="p0y12" fmla="*/ 8325 h 8445"/>
              <a:gd name="p0x13" fmla="*/ 0 w 5469"/>
              <a:gd name="p0y13" fmla="*/ 120 h 8445"/>
              <a:gd name="p0x14" fmla="*/ 0 w 5469"/>
              <a:gd name="p0y14" fmla="*/ 53 h 8445"/>
              <a:gd name="p0x15" fmla="*/ 53 w 5469"/>
              <a:gd name="p0y15" fmla="*/ 0 h 8445"/>
              <a:gd name="p0x16" fmla="*/ 120 w 5469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9631045" y="28238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12500" r="-12500"/>
          <a:stretch>
            <a:fillRect/>
          </a:stretch>
        </p:blipFill>
        <p:spPr>
          <a:xfrm>
            <a:off x="9688195" y="2919095"/>
            <a:ext cx="381000" cy="30480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9272064" y="3455670"/>
            <a:ext cx="1214066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System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8355130" y="3829050"/>
            <a:ext cx="3048000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无状态系统，遍历实体改字段，本身不记状态，如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MovementSystem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BulletSystem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ECS</a:t>
            </a:r>
            <a:r>
              <a:rPr lang="zh-CN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3546475" cy="2387600"/>
          </a:xfrm>
          <a:custGeom>
            <a:avLst/>
            <a:gdLst>
              <a:gd name="sw" fmla="*/ 1 w 5585"/>
              <a:gd name="sh" fmla="*/ 1 h 3759"/>
              <a:gd name="mins" fmla="min sw sh"/>
              <a:gd name="dsw" fmla="+- 0 sw mins"/>
              <a:gd name="dsh" fmla="+- 0 sh mins"/>
              <a:gd name="p0x0" fmla="*/ 120 w 5585"/>
              <a:gd name="p0y0" fmla="*/ 0 h 3759"/>
              <a:gd name="p0x1" fmla="*/ 5465 w 5585"/>
              <a:gd name="p0y1" fmla="*/ 0 h 3759"/>
              <a:gd name="p0x2" fmla="*/ 5531 w 5585"/>
              <a:gd name="p0y2" fmla="*/ 0 h 3759"/>
              <a:gd name="p0x3" fmla="*/ 5585 w 5585"/>
              <a:gd name="p0y3" fmla="*/ 53 h 3759"/>
              <a:gd name="p0x4" fmla="*/ 5585 w 5585"/>
              <a:gd name="p0y4" fmla="*/ 120 h 3759"/>
              <a:gd name="p0x5" fmla="*/ 5585 w 5585"/>
              <a:gd name="p0y5" fmla="*/ 3639 h 3759"/>
              <a:gd name="p0x6" fmla="*/ 5585 w 5585"/>
              <a:gd name="p0y6" fmla="*/ 3705 h 3759"/>
              <a:gd name="p0x7" fmla="*/ 5531 w 5585"/>
              <a:gd name="p0y7" fmla="*/ 3759 h 3759"/>
              <a:gd name="p0x8" fmla="*/ 5465 w 5585"/>
              <a:gd name="p0y8" fmla="*/ 3759 h 3759"/>
              <a:gd name="p0x9" fmla="*/ 120 w 5585"/>
              <a:gd name="p0y9" fmla="*/ 3759 h 3759"/>
              <a:gd name="p0x10" fmla="*/ 53 w 5585"/>
              <a:gd name="p0y10" fmla="*/ 3759 h 3759"/>
              <a:gd name="p0x11" fmla="*/ 0 w 5585"/>
              <a:gd name="p0y11" fmla="*/ 3705 h 3759"/>
              <a:gd name="p0x12" fmla="*/ 0 w 5585"/>
              <a:gd name="p0y12" fmla="*/ 3639 h 3759"/>
              <a:gd name="p0x13" fmla="*/ 0 w 5585"/>
              <a:gd name="p0y13" fmla="*/ 120 h 3759"/>
              <a:gd name="p0x14" fmla="*/ 0 w 5585"/>
              <a:gd name="p0y14" fmla="*/ 53 h 3759"/>
              <a:gd name="p0x15" fmla="*/ 53 w 5585"/>
              <a:gd name="p0y15" fmla="*/ 0 h 3759"/>
              <a:gd name="p0x16" fmla="*/ 120 w 5585"/>
              <a:gd name="p0y16" fmla="*/ 0 h 3759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894759" y="1828467"/>
            <a:ext cx="3328540" cy="5105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33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EntityManager</a:t>
            </a:r>
            <a:endParaRPr sz="33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1428531" y="2392337"/>
            <a:ext cx="1841973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自增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EntityId + 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空闲列表复用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4322445" y="1017905"/>
            <a:ext cx="3546475" cy="2387600"/>
          </a:xfrm>
          <a:custGeom>
            <a:avLst/>
            <a:gdLst>
              <a:gd name="sw" fmla="*/ 1 w 5585"/>
              <a:gd name="sh" fmla="*/ 1 h 3759"/>
              <a:gd name="mins" fmla="min sw sh"/>
              <a:gd name="dsw" fmla="+- 0 sw mins"/>
              <a:gd name="dsh" fmla="+- 0 sh mins"/>
              <a:gd name="p0x0" fmla="*/ 120 w 5585"/>
              <a:gd name="p0y0" fmla="*/ 0 h 3759"/>
              <a:gd name="p0x1" fmla="*/ 5465 w 5585"/>
              <a:gd name="p0y1" fmla="*/ 0 h 3759"/>
              <a:gd name="p0x2" fmla="*/ 5531 w 5585"/>
              <a:gd name="p0y2" fmla="*/ 0 h 3759"/>
              <a:gd name="p0x3" fmla="*/ 5585 w 5585"/>
              <a:gd name="p0y3" fmla="*/ 53 h 3759"/>
              <a:gd name="p0x4" fmla="*/ 5585 w 5585"/>
              <a:gd name="p0y4" fmla="*/ 120 h 3759"/>
              <a:gd name="p0x5" fmla="*/ 5585 w 5585"/>
              <a:gd name="p0y5" fmla="*/ 3639 h 3759"/>
              <a:gd name="p0x6" fmla="*/ 5585 w 5585"/>
              <a:gd name="p0y6" fmla="*/ 3705 h 3759"/>
              <a:gd name="p0x7" fmla="*/ 5531 w 5585"/>
              <a:gd name="p0y7" fmla="*/ 3759 h 3759"/>
              <a:gd name="p0x8" fmla="*/ 5465 w 5585"/>
              <a:gd name="p0y8" fmla="*/ 3759 h 3759"/>
              <a:gd name="p0x9" fmla="*/ 120 w 5585"/>
              <a:gd name="p0y9" fmla="*/ 3759 h 3759"/>
              <a:gd name="p0x10" fmla="*/ 53 w 5585"/>
              <a:gd name="p0y10" fmla="*/ 3759 h 3759"/>
              <a:gd name="p0x11" fmla="*/ 0 w 5585"/>
              <a:gd name="p0y11" fmla="*/ 3705 h 3759"/>
              <a:gd name="p0x12" fmla="*/ 0 w 5585"/>
              <a:gd name="p0y12" fmla="*/ 3639 h 3759"/>
              <a:gd name="p0x13" fmla="*/ 0 w 5585"/>
              <a:gd name="p0y13" fmla="*/ 120 h 3759"/>
              <a:gd name="p0x14" fmla="*/ 0 w 5585"/>
              <a:gd name="p0y14" fmla="*/ 53 h 3759"/>
              <a:gd name="p0x15" fmla="*/ 53 w 5585"/>
              <a:gd name="p0y15" fmla="*/ 0 h 3759"/>
              <a:gd name="p0x16" fmla="*/ 120 w 5585"/>
              <a:gd name="p0y16" fmla="*/ 0 h 3759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4400179" y="1828467"/>
            <a:ext cx="3810895" cy="5105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33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ComponentStore</a:t>
            </a:r>
            <a:endParaRPr sz="33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5050107" y="2392337"/>
            <a:ext cx="209177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按类型分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EntityId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为键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8"/>
            </p:custDataLst>
          </p:nvPr>
        </p:nvSpPr>
        <p:spPr>
          <a:xfrm>
            <a:off x="8068945" y="1017905"/>
            <a:ext cx="3546475" cy="2387600"/>
          </a:xfrm>
          <a:custGeom>
            <a:avLst/>
            <a:gdLst>
              <a:gd name="sw" fmla="*/ 1 w 5585"/>
              <a:gd name="sh" fmla="*/ 1 h 3759"/>
              <a:gd name="mins" fmla="min sw sh"/>
              <a:gd name="dsw" fmla="+- 0 sw mins"/>
              <a:gd name="dsh" fmla="+- 0 sh mins"/>
              <a:gd name="p0x0" fmla="*/ 120 w 5585"/>
              <a:gd name="p0y0" fmla="*/ 0 h 3759"/>
              <a:gd name="p0x1" fmla="*/ 5465 w 5585"/>
              <a:gd name="p0y1" fmla="*/ 0 h 3759"/>
              <a:gd name="p0x2" fmla="*/ 5531 w 5585"/>
              <a:gd name="p0y2" fmla="*/ 0 h 3759"/>
              <a:gd name="p0x3" fmla="*/ 5585 w 5585"/>
              <a:gd name="p0y3" fmla="*/ 53 h 3759"/>
              <a:gd name="p0x4" fmla="*/ 5585 w 5585"/>
              <a:gd name="p0y4" fmla="*/ 120 h 3759"/>
              <a:gd name="p0x5" fmla="*/ 5585 w 5585"/>
              <a:gd name="p0y5" fmla="*/ 3639 h 3759"/>
              <a:gd name="p0x6" fmla="*/ 5585 w 5585"/>
              <a:gd name="p0y6" fmla="*/ 3705 h 3759"/>
              <a:gd name="p0x7" fmla="*/ 5531 w 5585"/>
              <a:gd name="p0y7" fmla="*/ 3759 h 3759"/>
              <a:gd name="p0x8" fmla="*/ 5465 w 5585"/>
              <a:gd name="p0y8" fmla="*/ 3759 h 3759"/>
              <a:gd name="p0x9" fmla="*/ 120 w 5585"/>
              <a:gd name="p0y9" fmla="*/ 3759 h 3759"/>
              <a:gd name="p0x10" fmla="*/ 53 w 5585"/>
              <a:gd name="p0y10" fmla="*/ 3759 h 3759"/>
              <a:gd name="p0x11" fmla="*/ 0 w 5585"/>
              <a:gd name="p0y11" fmla="*/ 3705 h 3759"/>
              <a:gd name="p0x12" fmla="*/ 0 w 5585"/>
              <a:gd name="p0y12" fmla="*/ 3639 h 3759"/>
              <a:gd name="p0x13" fmla="*/ 0 w 5585"/>
              <a:gd name="p0y13" fmla="*/ 120 h 3759"/>
              <a:gd name="p0x14" fmla="*/ 0 w 5585"/>
              <a:gd name="p0y14" fmla="*/ 53 h 3759"/>
              <a:gd name="p0x15" fmla="*/ 53 w 5585"/>
              <a:gd name="p0y15" fmla="*/ 0 h 3759"/>
              <a:gd name="p0x16" fmla="*/ 120 w 5585"/>
              <a:gd name="p0y16" fmla="*/ 0 h 3759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8542887" y="1828467"/>
            <a:ext cx="3018386" cy="5105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33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FilterRegistry</a:t>
            </a:r>
            <a:endParaRPr sz="33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8738892" y="2392337"/>
            <a:ext cx="220726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预注册筛选名，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按名取实体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575945" y="3605530"/>
            <a:ext cx="3546475" cy="2866390"/>
          </a:xfrm>
          <a:custGeom>
            <a:avLst/>
            <a:gdLst>
              <a:gd name="sw" fmla="*/ 1 w 5585"/>
              <a:gd name="sh" fmla="*/ 1 h 4514"/>
              <a:gd name="mins" fmla="min sw sh"/>
              <a:gd name="dsw" fmla="+- 0 sw mins"/>
              <a:gd name="dsh" fmla="+- 0 sh mins"/>
              <a:gd name="p0x0" fmla="*/ 120 w 5585"/>
              <a:gd name="p0y0" fmla="*/ 0 h 4514"/>
              <a:gd name="p0x1" fmla="*/ 5465 w 5585"/>
              <a:gd name="p0y1" fmla="*/ 0 h 4514"/>
              <a:gd name="p0x2" fmla="*/ 5531 w 5585"/>
              <a:gd name="p0y2" fmla="*/ 0 h 4514"/>
              <a:gd name="p0x3" fmla="*/ 5585 w 5585"/>
              <a:gd name="p0y3" fmla="*/ 53 h 4514"/>
              <a:gd name="p0x4" fmla="*/ 5585 w 5585"/>
              <a:gd name="p0y4" fmla="*/ 120 h 4514"/>
              <a:gd name="p0x5" fmla="*/ 5585 w 5585"/>
              <a:gd name="p0y5" fmla="*/ 4394 h 4514"/>
              <a:gd name="p0x6" fmla="*/ 5585 w 5585"/>
              <a:gd name="p0y6" fmla="*/ 4460 h 4514"/>
              <a:gd name="p0x7" fmla="*/ 5531 w 5585"/>
              <a:gd name="p0y7" fmla="*/ 4514 h 4514"/>
              <a:gd name="p0x8" fmla="*/ 5465 w 5585"/>
              <a:gd name="p0y8" fmla="*/ 4514 h 4514"/>
              <a:gd name="p0x9" fmla="*/ 120 w 5585"/>
              <a:gd name="p0y9" fmla="*/ 4514 h 4514"/>
              <a:gd name="p0x10" fmla="*/ 53 w 5585"/>
              <a:gd name="p0y10" fmla="*/ 4514 h 4514"/>
              <a:gd name="p0x11" fmla="*/ 0 w 5585"/>
              <a:gd name="p0y11" fmla="*/ 4460 h 4514"/>
              <a:gd name="p0x12" fmla="*/ 0 w 5585"/>
              <a:gd name="p0y12" fmla="*/ 4394 h 4514"/>
              <a:gd name="p0x13" fmla="*/ 0 w 5585"/>
              <a:gd name="p0y13" fmla="*/ 120 h 4514"/>
              <a:gd name="p0x14" fmla="*/ 0 w 5585"/>
              <a:gd name="p0y14" fmla="*/ 53 h 4514"/>
              <a:gd name="p0x15" fmla="*/ 53 w 5585"/>
              <a:gd name="p0y15" fmla="*/ 0 h 4514"/>
              <a:gd name="p0x16" fmla="*/ 120 w 5585"/>
              <a:gd name="p0y16" fmla="*/ 0 h 451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771525" y="3800846"/>
            <a:ext cx="3155975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实体与组件管理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771525" y="460883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t="-3333" b="-3333"/>
          <a:stretch>
            <a:fillRect/>
          </a:stretch>
        </p:blipFill>
        <p:spPr>
          <a:xfrm>
            <a:off x="828675" y="4665980"/>
            <a:ext cx="152400" cy="15240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17"/>
            </p:custDataLst>
          </p:nvPr>
        </p:nvSpPr>
        <p:spPr>
          <a:xfrm>
            <a:off x="1114425" y="4596974"/>
            <a:ext cx="146692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EntityId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自增发放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8"/>
            </p:custDataLst>
          </p:nvPr>
        </p:nvSpPr>
        <p:spPr>
          <a:xfrm>
            <a:off x="1114425" y="4766977"/>
            <a:ext cx="160027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用自增方式生成唯一标识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9"/>
            </p:custDataLst>
          </p:nvPr>
        </p:nvSpPr>
        <p:spPr>
          <a:xfrm>
            <a:off x="771525" y="50177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>
            <a:fillRect/>
          </a:stretch>
        </p:blipFill>
        <p:spPr>
          <a:xfrm>
            <a:off x="828675" y="5074920"/>
            <a:ext cx="152400" cy="15240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23"/>
            </p:custDataLst>
          </p:nvPr>
        </p:nvSpPr>
        <p:spPr>
          <a:xfrm>
            <a:off x="1114425" y="5005578"/>
            <a:ext cx="200032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空闲列表复用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24"/>
            </p:custDataLst>
          </p:nvPr>
        </p:nvSpPr>
        <p:spPr>
          <a:xfrm>
            <a:off x="1114425" y="5175580"/>
            <a:ext cx="213367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销毁后编号进空闲列表供后续复用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5"/>
            </p:custDataLst>
          </p:nvPr>
        </p:nvSpPr>
        <p:spPr>
          <a:xfrm>
            <a:off x="771525" y="54260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rcRect/>
          <a:stretch>
            <a:fillRect/>
          </a:stretch>
        </p:blipFill>
        <p:spPr>
          <a:xfrm>
            <a:off x="838200" y="5483225"/>
            <a:ext cx="133350" cy="152400"/>
          </a:xfrm>
          <a:prstGeom prst="rect">
            <a:avLst/>
          </a:prstGeom>
        </p:spPr>
      </p:pic>
      <p:sp>
        <p:nvSpPr>
          <p:cNvPr id="25" name="文本框 24"/>
          <p:cNvSpPr txBox="1"/>
          <p:nvPr>
            <p:custDataLst>
              <p:tags r:id="rId29"/>
            </p:custDataLst>
          </p:nvPr>
        </p:nvSpPr>
        <p:spPr>
          <a:xfrm>
            <a:off x="1114425" y="5414191"/>
            <a:ext cx="249182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组件类型分</a:t>
            </a:r>
            <a:r>
              <a:rPr lang="en-US" alt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</a:t>
            </a:r>
            <a:endParaRPr lang="en-US" alt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30"/>
            </p:custDataLst>
          </p:nvPr>
        </p:nvSpPr>
        <p:spPr>
          <a:xfrm>
            <a:off x="1114425" y="5584193"/>
            <a:ext cx="275852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按组件类型各维护一张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，键是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EntityId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31"/>
            </p:custDataLst>
          </p:nvPr>
        </p:nvSpPr>
        <p:spPr>
          <a:xfrm>
            <a:off x="4322445" y="3605530"/>
            <a:ext cx="3546475" cy="2866390"/>
          </a:xfrm>
          <a:custGeom>
            <a:avLst/>
            <a:gdLst>
              <a:gd name="sw" fmla="*/ 1 w 5585"/>
              <a:gd name="sh" fmla="*/ 1 h 4514"/>
              <a:gd name="mins" fmla="min sw sh"/>
              <a:gd name="dsw" fmla="+- 0 sw mins"/>
              <a:gd name="dsh" fmla="+- 0 sh mins"/>
              <a:gd name="p0x0" fmla="*/ 120 w 5585"/>
              <a:gd name="p0y0" fmla="*/ 0 h 4514"/>
              <a:gd name="p0x1" fmla="*/ 5465 w 5585"/>
              <a:gd name="p0y1" fmla="*/ 0 h 4514"/>
              <a:gd name="p0x2" fmla="*/ 5531 w 5585"/>
              <a:gd name="p0y2" fmla="*/ 0 h 4514"/>
              <a:gd name="p0x3" fmla="*/ 5585 w 5585"/>
              <a:gd name="p0y3" fmla="*/ 53 h 4514"/>
              <a:gd name="p0x4" fmla="*/ 5585 w 5585"/>
              <a:gd name="p0y4" fmla="*/ 120 h 4514"/>
              <a:gd name="p0x5" fmla="*/ 5585 w 5585"/>
              <a:gd name="p0y5" fmla="*/ 4394 h 4514"/>
              <a:gd name="p0x6" fmla="*/ 5585 w 5585"/>
              <a:gd name="p0y6" fmla="*/ 4460 h 4514"/>
              <a:gd name="p0x7" fmla="*/ 5531 w 5585"/>
              <a:gd name="p0y7" fmla="*/ 4514 h 4514"/>
              <a:gd name="p0x8" fmla="*/ 5465 w 5585"/>
              <a:gd name="p0y8" fmla="*/ 4514 h 4514"/>
              <a:gd name="p0x9" fmla="*/ 120 w 5585"/>
              <a:gd name="p0y9" fmla="*/ 4514 h 4514"/>
              <a:gd name="p0x10" fmla="*/ 53 w 5585"/>
              <a:gd name="p0y10" fmla="*/ 4514 h 4514"/>
              <a:gd name="p0x11" fmla="*/ 0 w 5585"/>
              <a:gd name="p0y11" fmla="*/ 4460 h 4514"/>
              <a:gd name="p0x12" fmla="*/ 0 w 5585"/>
              <a:gd name="p0y12" fmla="*/ 4394 h 4514"/>
              <a:gd name="p0x13" fmla="*/ 0 w 5585"/>
              <a:gd name="p0y13" fmla="*/ 120 h 4514"/>
              <a:gd name="p0x14" fmla="*/ 0 w 5585"/>
              <a:gd name="p0y14" fmla="*/ 53 h 4514"/>
              <a:gd name="p0x15" fmla="*/ 53 w 5585"/>
              <a:gd name="p0y15" fmla="*/ 0 h 4514"/>
              <a:gd name="p0x16" fmla="*/ 120 w 5585"/>
              <a:gd name="p0y16" fmla="*/ 0 h 451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32"/>
            </p:custDataLst>
          </p:nvPr>
        </p:nvSpPr>
        <p:spPr>
          <a:xfrm>
            <a:off x="4518051" y="3800846"/>
            <a:ext cx="3155975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标签与筛选机制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3"/>
            </p:custDataLst>
          </p:nvPr>
        </p:nvSpPr>
        <p:spPr>
          <a:xfrm>
            <a:off x="4518025" y="464693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rcRect l="-6250" t="-11538" r="-6250" b="-11538"/>
          <a:stretch>
            <a:fillRect/>
          </a:stretch>
        </p:blipFill>
        <p:spPr>
          <a:xfrm>
            <a:off x="4565650" y="4704080"/>
            <a:ext cx="171450" cy="152400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7"/>
            </p:custDataLst>
          </p:nvPr>
        </p:nvSpPr>
        <p:spPr>
          <a:xfrm>
            <a:off x="4860951" y="4634551"/>
            <a:ext cx="281307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Tag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区分身份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38"/>
            </p:custDataLst>
          </p:nvPr>
        </p:nvSpPr>
        <p:spPr>
          <a:xfrm>
            <a:off x="4860951" y="4804553"/>
            <a:ext cx="281307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玩家与怪物共用组件，靠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PlayerTag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MonsterTag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区分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39"/>
            </p:custDataLst>
          </p:nvPr>
        </p:nvSpPr>
        <p:spPr>
          <a:xfrm>
            <a:off x="4518025" y="522160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 t="-7143" b="-7143"/>
          <a:stretch>
            <a:fillRect/>
          </a:stretch>
        </p:blipFill>
        <p:spPr>
          <a:xfrm>
            <a:off x="4575175" y="5278755"/>
            <a:ext cx="152400" cy="1524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43"/>
            </p:custDataLst>
          </p:nvPr>
        </p:nvSpPr>
        <p:spPr>
          <a:xfrm>
            <a:off x="4860951" y="5209851"/>
            <a:ext cx="281307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FilterRegistry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预注册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44"/>
            </p:custDataLst>
          </p:nvPr>
        </p:nvSpPr>
        <p:spPr>
          <a:xfrm>
            <a:off x="4860951" y="5379853"/>
            <a:ext cx="281307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预先注册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Players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Monsters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等筛选名，各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按名取实体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45"/>
            </p:custDataLst>
          </p:nvPr>
        </p:nvSpPr>
        <p:spPr>
          <a:xfrm>
            <a:off x="8068945" y="3605530"/>
            <a:ext cx="3546475" cy="2866390"/>
          </a:xfrm>
          <a:custGeom>
            <a:avLst/>
            <a:gdLst>
              <a:gd name="sw" fmla="*/ 1 w 5585"/>
              <a:gd name="sh" fmla="*/ 1 h 4514"/>
              <a:gd name="mins" fmla="min sw sh"/>
              <a:gd name="dsw" fmla="+- 0 sw mins"/>
              <a:gd name="dsh" fmla="+- 0 sh mins"/>
              <a:gd name="p0x0" fmla="*/ 120 w 5585"/>
              <a:gd name="p0y0" fmla="*/ 0 h 4514"/>
              <a:gd name="p0x1" fmla="*/ 5465 w 5585"/>
              <a:gd name="p0y1" fmla="*/ 0 h 4514"/>
              <a:gd name="p0x2" fmla="*/ 5531 w 5585"/>
              <a:gd name="p0y2" fmla="*/ 0 h 4514"/>
              <a:gd name="p0x3" fmla="*/ 5585 w 5585"/>
              <a:gd name="p0y3" fmla="*/ 53 h 4514"/>
              <a:gd name="p0x4" fmla="*/ 5585 w 5585"/>
              <a:gd name="p0y4" fmla="*/ 120 h 4514"/>
              <a:gd name="p0x5" fmla="*/ 5585 w 5585"/>
              <a:gd name="p0y5" fmla="*/ 4394 h 4514"/>
              <a:gd name="p0x6" fmla="*/ 5585 w 5585"/>
              <a:gd name="p0y6" fmla="*/ 4460 h 4514"/>
              <a:gd name="p0x7" fmla="*/ 5531 w 5585"/>
              <a:gd name="p0y7" fmla="*/ 4514 h 4514"/>
              <a:gd name="p0x8" fmla="*/ 5465 w 5585"/>
              <a:gd name="p0y8" fmla="*/ 4514 h 4514"/>
              <a:gd name="p0x9" fmla="*/ 120 w 5585"/>
              <a:gd name="p0y9" fmla="*/ 4514 h 4514"/>
              <a:gd name="p0x10" fmla="*/ 53 w 5585"/>
              <a:gd name="p0y10" fmla="*/ 4514 h 4514"/>
              <a:gd name="p0x11" fmla="*/ 0 w 5585"/>
              <a:gd name="p0y11" fmla="*/ 4460 h 4514"/>
              <a:gd name="p0x12" fmla="*/ 0 w 5585"/>
              <a:gd name="p0y12" fmla="*/ 4394 h 4514"/>
              <a:gd name="p0x13" fmla="*/ 0 w 5585"/>
              <a:gd name="p0y13" fmla="*/ 120 h 4514"/>
              <a:gd name="p0x14" fmla="*/ 0 w 5585"/>
              <a:gd name="p0y14" fmla="*/ 53 h 4514"/>
              <a:gd name="p0x15" fmla="*/ 53 w 5585"/>
              <a:gd name="p0y15" fmla="*/ 0 h 4514"/>
              <a:gd name="p0x16" fmla="*/ 120 w 5585"/>
              <a:gd name="p0y16" fmla="*/ 0 h 451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46"/>
            </p:custDataLst>
          </p:nvPr>
        </p:nvSpPr>
        <p:spPr>
          <a:xfrm>
            <a:off x="8264576" y="3800846"/>
            <a:ext cx="3155975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en-US" alt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endParaRPr lang="zh-CN" altLang="en-US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47"/>
            </p:custDataLst>
          </p:nvPr>
        </p:nvSpPr>
        <p:spPr>
          <a:xfrm>
            <a:off x="8264525" y="456311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>
            <p:custDataLst>
              <p:tags r:id="rId48"/>
            </p:custDataLst>
          </p:nvPr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rcRect/>
          <a:stretch>
            <a:fillRect/>
          </a:stretch>
        </p:blipFill>
        <p:spPr>
          <a:xfrm>
            <a:off x="8321675" y="4620260"/>
            <a:ext cx="152400" cy="152400"/>
          </a:xfrm>
          <a:prstGeom prst="rect">
            <a:avLst/>
          </a:prstGeom>
        </p:spPr>
      </p:pic>
      <p:sp>
        <p:nvSpPr>
          <p:cNvPr id="41" name="文本框 40"/>
          <p:cNvSpPr txBox="1"/>
          <p:nvPr>
            <p:custDataLst>
              <p:tags r:id="rId51"/>
            </p:custDataLst>
          </p:nvPr>
        </p:nvSpPr>
        <p:spPr>
          <a:xfrm>
            <a:off x="8607476" y="4551207"/>
            <a:ext cx="281307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分组排序执行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52"/>
            </p:custDataLst>
          </p:nvPr>
        </p:nvSpPr>
        <p:spPr>
          <a:xfrm>
            <a:off x="8607476" y="4721209"/>
            <a:ext cx="281307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input/logic/physics/render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分组排序，同组按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priority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从高到低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53"/>
            </p:custDataLst>
          </p:nvPr>
        </p:nvSpPr>
        <p:spPr>
          <a:xfrm>
            <a:off x="8264525" y="513842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54"/>
            </p:custDataLst>
          </p:nvPr>
        </p:nvPicPr>
        <p:blipFill>
          <a:blip r:embed="rId55"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rcRect/>
          <a:stretch>
            <a:fillRect/>
          </a:stretch>
        </p:blipFill>
        <p:spPr>
          <a:xfrm>
            <a:off x="8321675" y="5195570"/>
            <a:ext cx="152400" cy="152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57"/>
            </p:custDataLst>
          </p:nvPr>
        </p:nvSpPr>
        <p:spPr>
          <a:xfrm>
            <a:off x="8607476" y="5126507"/>
            <a:ext cx="281307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en-US" alt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职责</a:t>
            </a:r>
            <a:endParaRPr lang="zh-CN" altLang="en-US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58"/>
            </p:custDataLst>
          </p:nvPr>
        </p:nvSpPr>
        <p:spPr>
          <a:xfrm>
            <a:off x="8607476" y="5296510"/>
            <a:ext cx="2813075" cy="5162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MovementSystem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推进位移，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AttributeSystem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重算属性，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处理施法与子弹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ECS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graphicFrame>
        <p:nvGraphicFramePr>
          <p:cNvPr id="4" name="表格 3"/>
          <p:cNvGraphicFramePr/>
          <p:nvPr>
            <p:custDataLst>
              <p:tags r:id="rId2"/>
            </p:custDataLst>
          </p:nvPr>
        </p:nvGraphicFramePr>
        <p:xfrm>
          <a:off x="581025" y="1114425"/>
          <a:ext cx="11039474" cy="3382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3797"/>
                <a:gridCol w="7175677"/>
              </a:tblGrid>
              <a:tr h="436215">
                <a:tc>
                  <a:txBody>
                    <a:bodyPr wrap="square"/>
                    <a:p>
                      <a:pPr algn="l"/>
                      <a:r>
                        <a:rPr lang="en-US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effect</a:t>
                      </a:r>
                      <a:r>
                        <a:rPr lang="zh-CN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字段</a:t>
                      </a:r>
                      <a:endParaRPr lang="zh-CN"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行为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4F5FA6"/>
                    </a:solidFill>
                  </a:tcPr>
                </a:tc>
              </a:tr>
              <a:tr h="589210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bullet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BulletSystem.spawnBulletWithOptions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89210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modifier_split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设置分裂数量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89210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modifier_chain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设置连锁与半径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89210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modifier_pierce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增加穿透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89359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direct_damage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公式直伤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575945" y="4692015"/>
            <a:ext cx="11039475" cy="1779905"/>
          </a:xfrm>
          <a:custGeom>
            <a:avLst/>
            <a:gdLst>
              <a:gd name="sw" fmla="*/ 1 w 17385"/>
              <a:gd name="sh" fmla="*/ 1 h 2803"/>
              <a:gd name="mins" fmla="min sw sh"/>
              <a:gd name="dsw" fmla="+- 0 sw mins"/>
              <a:gd name="dsh" fmla="+- 0 sh mins"/>
              <a:gd name="p0x0" fmla="*/ 120 w 17385"/>
              <a:gd name="p0y0" fmla="*/ 0 h 2803"/>
              <a:gd name="p0x1" fmla="*/ 17265 w 17385"/>
              <a:gd name="p0y1" fmla="*/ 0 h 2803"/>
              <a:gd name="p0x2" fmla="*/ 17331 w 17385"/>
              <a:gd name="p0y2" fmla="*/ 0 h 2803"/>
              <a:gd name="p0x3" fmla="*/ 17385 w 17385"/>
              <a:gd name="p0y3" fmla="*/ 53 h 2803"/>
              <a:gd name="p0x4" fmla="*/ 17385 w 17385"/>
              <a:gd name="p0y4" fmla="*/ 120 h 2803"/>
              <a:gd name="p0x5" fmla="*/ 17385 w 17385"/>
              <a:gd name="p0y5" fmla="*/ 2683 h 2803"/>
              <a:gd name="p0x6" fmla="*/ 17385 w 17385"/>
              <a:gd name="p0y6" fmla="*/ 2749 h 2803"/>
              <a:gd name="p0x7" fmla="*/ 17331 w 17385"/>
              <a:gd name="p0y7" fmla="*/ 2803 h 2803"/>
              <a:gd name="p0x8" fmla="*/ 17265 w 17385"/>
              <a:gd name="p0y8" fmla="*/ 2803 h 2803"/>
              <a:gd name="p0x9" fmla="*/ 120 w 17385"/>
              <a:gd name="p0y9" fmla="*/ 2803 h 2803"/>
              <a:gd name="p0x10" fmla="*/ 53 w 17385"/>
              <a:gd name="p0y10" fmla="*/ 2803 h 2803"/>
              <a:gd name="p0x11" fmla="*/ 0 w 17385"/>
              <a:gd name="p0y11" fmla="*/ 2749 h 2803"/>
              <a:gd name="p0x12" fmla="*/ 0 w 17385"/>
              <a:gd name="p0y12" fmla="*/ 2683 h 2803"/>
              <a:gd name="p0x13" fmla="*/ 0 w 17385"/>
              <a:gd name="p0y13" fmla="*/ 120 h 2803"/>
              <a:gd name="p0x14" fmla="*/ 0 w 17385"/>
              <a:gd name="p0y14" fmla="*/ 53 h 2803"/>
              <a:gd name="p0x15" fmla="*/ 53 w 17385"/>
              <a:gd name="p0y15" fmla="*/ 0 h 2803"/>
              <a:gd name="p0x16" fmla="*/ 120 w 17385"/>
              <a:gd name="p0y16" fmla="*/ 0 h 280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771525" y="4887363"/>
            <a:ext cx="10648950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执行顺序约束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771525" y="53054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828675" y="5362575"/>
            <a:ext cx="152400" cy="152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1152525" y="5286461"/>
            <a:ext cx="8758533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modifier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行只累加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变量，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行才把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写入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BulletSpawnSpec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并调用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spawnBulletWithOptions</a:t>
            </a:r>
            <a:endParaRPr lang="en-US" alt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771525" y="565594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t="-7143" b="-7143"/>
          <a:stretch>
            <a:fillRect/>
          </a:stretch>
        </p:blipFill>
        <p:spPr>
          <a:xfrm>
            <a:off x="819150" y="5713095"/>
            <a:ext cx="171450" cy="152400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1152525" y="5636952"/>
            <a:ext cx="4706322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表中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modifier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行须排在对应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行之前，顺序即组合语义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5"/>
            </p:custDataLst>
          </p:nvPr>
        </p:nvSpPr>
        <p:spPr>
          <a:xfrm>
            <a:off x="771525" y="600646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 t="-3333" b="-3333"/>
          <a:stretch>
            <a:fillRect/>
          </a:stretch>
        </p:blipFill>
        <p:spPr>
          <a:xfrm>
            <a:off x="828675" y="6063615"/>
            <a:ext cx="152400" cy="1524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9"/>
            </p:custDataLst>
          </p:nvPr>
        </p:nvSpPr>
        <p:spPr>
          <a:xfrm>
            <a:off x="1152525" y="5987443"/>
            <a:ext cx="7561812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策划若把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modifier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行放在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行之后，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无法被消费，会出现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有修饰无弹幕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的配置错误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ECS</a:t>
            </a:r>
            <a:r>
              <a:rPr lang="zh-CN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3546475" cy="1183005"/>
          </a:xfrm>
          <a:custGeom>
            <a:avLst/>
            <a:gdLst>
              <a:gd name="sw" fmla="*/ 1 w 5585"/>
              <a:gd name="sh" fmla="*/ 1 h 1862"/>
              <a:gd name="mins" fmla="min sw sh"/>
              <a:gd name="dsw" fmla="+- 0 sw mins"/>
              <a:gd name="dsh" fmla="+- 0 sh mins"/>
              <a:gd name="p0x0" fmla="*/ 120 w 5585"/>
              <a:gd name="p0y0" fmla="*/ 0 h 1862"/>
              <a:gd name="p0x1" fmla="*/ 5465 w 5585"/>
              <a:gd name="p0y1" fmla="*/ 0 h 1862"/>
              <a:gd name="p0x2" fmla="*/ 5531 w 5585"/>
              <a:gd name="p0y2" fmla="*/ 0 h 1862"/>
              <a:gd name="p0x3" fmla="*/ 5585 w 5585"/>
              <a:gd name="p0y3" fmla="*/ 53 h 1862"/>
              <a:gd name="p0x4" fmla="*/ 5585 w 5585"/>
              <a:gd name="p0y4" fmla="*/ 120 h 1862"/>
              <a:gd name="p0x5" fmla="*/ 5585 w 5585"/>
              <a:gd name="p0y5" fmla="*/ 1742 h 1862"/>
              <a:gd name="p0x6" fmla="*/ 5585 w 5585"/>
              <a:gd name="p0y6" fmla="*/ 1809 h 1862"/>
              <a:gd name="p0x7" fmla="*/ 5531 w 5585"/>
              <a:gd name="p0y7" fmla="*/ 1862 h 1862"/>
              <a:gd name="p0x8" fmla="*/ 5465 w 5585"/>
              <a:gd name="p0y8" fmla="*/ 1862 h 1862"/>
              <a:gd name="p0x9" fmla="*/ 120 w 5585"/>
              <a:gd name="p0y9" fmla="*/ 1862 h 1862"/>
              <a:gd name="p0x10" fmla="*/ 53 w 5585"/>
              <a:gd name="p0y10" fmla="*/ 1862 h 1862"/>
              <a:gd name="p0x11" fmla="*/ 0 w 5585"/>
              <a:gd name="p0y11" fmla="*/ 1809 h 1862"/>
              <a:gd name="p0x12" fmla="*/ 0 w 5585"/>
              <a:gd name="p0y12" fmla="*/ 1742 h 1862"/>
              <a:gd name="p0x13" fmla="*/ 0 w 5585"/>
              <a:gd name="p0y13" fmla="*/ 120 h 1862"/>
              <a:gd name="p0x14" fmla="*/ 0 w 5585"/>
              <a:gd name="p0y14" fmla="*/ 53 h 1862"/>
              <a:gd name="p0x15" fmla="*/ 53 w 5585"/>
              <a:gd name="p0y15" fmla="*/ 0 h 1862"/>
              <a:gd name="p0x16" fmla="*/ 120 w 5585"/>
              <a:gd name="p0y16" fmla="*/ 0 h 186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1496539" y="1178700"/>
            <a:ext cx="2248862" cy="66008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42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Level3</a:t>
            </a:r>
            <a:endParaRPr sz="427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2082775" y="1829686"/>
            <a:ext cx="66682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测试场景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4322445" y="1017905"/>
            <a:ext cx="3546475" cy="1183005"/>
          </a:xfrm>
          <a:custGeom>
            <a:avLst/>
            <a:gdLst>
              <a:gd name="sw" fmla="*/ 1 w 5585"/>
              <a:gd name="sh" fmla="*/ 1 h 1862"/>
              <a:gd name="mins" fmla="min sw sh"/>
              <a:gd name="dsw" fmla="+- 0 sw mins"/>
              <a:gd name="dsh" fmla="+- 0 sh mins"/>
              <a:gd name="p0x0" fmla="*/ 120 w 5585"/>
              <a:gd name="p0y0" fmla="*/ 0 h 1862"/>
              <a:gd name="p0x1" fmla="*/ 5465 w 5585"/>
              <a:gd name="p0y1" fmla="*/ 0 h 1862"/>
              <a:gd name="p0x2" fmla="*/ 5531 w 5585"/>
              <a:gd name="p0y2" fmla="*/ 0 h 1862"/>
              <a:gd name="p0x3" fmla="*/ 5585 w 5585"/>
              <a:gd name="p0y3" fmla="*/ 53 h 1862"/>
              <a:gd name="p0x4" fmla="*/ 5585 w 5585"/>
              <a:gd name="p0y4" fmla="*/ 120 h 1862"/>
              <a:gd name="p0x5" fmla="*/ 5585 w 5585"/>
              <a:gd name="p0y5" fmla="*/ 1742 h 1862"/>
              <a:gd name="p0x6" fmla="*/ 5585 w 5585"/>
              <a:gd name="p0y6" fmla="*/ 1809 h 1862"/>
              <a:gd name="p0x7" fmla="*/ 5531 w 5585"/>
              <a:gd name="p0y7" fmla="*/ 1862 h 1862"/>
              <a:gd name="p0x8" fmla="*/ 5465 w 5585"/>
              <a:gd name="p0y8" fmla="*/ 1862 h 1862"/>
              <a:gd name="p0x9" fmla="*/ 120 w 5585"/>
              <a:gd name="p0y9" fmla="*/ 1862 h 1862"/>
              <a:gd name="p0x10" fmla="*/ 53 w 5585"/>
              <a:gd name="p0y10" fmla="*/ 1862 h 1862"/>
              <a:gd name="p0x11" fmla="*/ 0 w 5585"/>
              <a:gd name="p0y11" fmla="*/ 1809 h 1862"/>
              <a:gd name="p0x12" fmla="*/ 0 w 5585"/>
              <a:gd name="p0y12" fmla="*/ 1742 h 1862"/>
              <a:gd name="p0x13" fmla="*/ 0 w 5585"/>
              <a:gd name="p0y13" fmla="*/ 120 h 1862"/>
              <a:gd name="p0x14" fmla="*/ 0 w 5585"/>
              <a:gd name="p0y14" fmla="*/ 53 h 1862"/>
              <a:gd name="p0x15" fmla="*/ 53 w 5585"/>
              <a:gd name="p0y15" fmla="*/ 0 h 1862"/>
              <a:gd name="p0x16" fmla="*/ 120 w 5585"/>
              <a:gd name="p0y16" fmla="*/ 0 h 186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4666583" y="1178700"/>
            <a:ext cx="3401835" cy="66008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42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1920</a:t>
            </a:r>
            <a:r>
              <a:rPr sz="18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×</a:t>
            </a:r>
            <a:r>
              <a:rPr sz="42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1080</a:t>
            </a:r>
            <a:endParaRPr sz="427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5762625" y="1829686"/>
            <a:ext cx="80017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目标分辨率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8"/>
            </p:custDataLst>
          </p:nvPr>
        </p:nvSpPr>
        <p:spPr>
          <a:xfrm>
            <a:off x="8068945" y="1017905"/>
            <a:ext cx="3546475" cy="1183005"/>
          </a:xfrm>
          <a:custGeom>
            <a:avLst/>
            <a:gdLst>
              <a:gd name="sw" fmla="*/ 1 w 5585"/>
              <a:gd name="sh" fmla="*/ 1 h 1862"/>
              <a:gd name="mins" fmla="min sw sh"/>
              <a:gd name="dsw" fmla="+- 0 sw mins"/>
              <a:gd name="dsh" fmla="+- 0 sh mins"/>
              <a:gd name="p0x0" fmla="*/ 120 w 5585"/>
              <a:gd name="p0y0" fmla="*/ 0 h 1862"/>
              <a:gd name="p0x1" fmla="*/ 5465 w 5585"/>
              <a:gd name="p0y1" fmla="*/ 0 h 1862"/>
              <a:gd name="p0x2" fmla="*/ 5531 w 5585"/>
              <a:gd name="p0y2" fmla="*/ 0 h 1862"/>
              <a:gd name="p0x3" fmla="*/ 5585 w 5585"/>
              <a:gd name="p0y3" fmla="*/ 53 h 1862"/>
              <a:gd name="p0x4" fmla="*/ 5585 w 5585"/>
              <a:gd name="p0y4" fmla="*/ 120 h 1862"/>
              <a:gd name="p0x5" fmla="*/ 5585 w 5585"/>
              <a:gd name="p0y5" fmla="*/ 1742 h 1862"/>
              <a:gd name="p0x6" fmla="*/ 5585 w 5585"/>
              <a:gd name="p0y6" fmla="*/ 1809 h 1862"/>
              <a:gd name="p0x7" fmla="*/ 5531 w 5585"/>
              <a:gd name="p0y7" fmla="*/ 1862 h 1862"/>
              <a:gd name="p0x8" fmla="*/ 5465 w 5585"/>
              <a:gd name="p0y8" fmla="*/ 1862 h 1862"/>
              <a:gd name="p0x9" fmla="*/ 120 w 5585"/>
              <a:gd name="p0y9" fmla="*/ 1862 h 1862"/>
              <a:gd name="p0x10" fmla="*/ 53 w 5585"/>
              <a:gd name="p0y10" fmla="*/ 1862 h 1862"/>
              <a:gd name="p0x11" fmla="*/ 0 w 5585"/>
              <a:gd name="p0y11" fmla="*/ 1809 h 1862"/>
              <a:gd name="p0x12" fmla="*/ 0 w 5585"/>
              <a:gd name="p0y12" fmla="*/ 1742 h 1862"/>
              <a:gd name="p0x13" fmla="*/ 0 w 5585"/>
              <a:gd name="p0y13" fmla="*/ 120 h 1862"/>
              <a:gd name="p0x14" fmla="*/ 0 w 5585"/>
              <a:gd name="p0y14" fmla="*/ 53 h 1862"/>
              <a:gd name="p0x15" fmla="*/ 53 w 5585"/>
              <a:gd name="p0y15" fmla="*/ 0 h 1862"/>
              <a:gd name="p0x16" fmla="*/ 120 w 5585"/>
              <a:gd name="p0y16" fmla="*/ 0 h 186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9269540" y="1178700"/>
            <a:ext cx="1688982" cy="66008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42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60</a:t>
            </a:r>
            <a:r>
              <a:rPr sz="187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FPS</a:t>
            </a:r>
            <a:endParaRPr sz="187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9575826" y="1829686"/>
            <a:ext cx="66682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性能目标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575945" y="2400935"/>
            <a:ext cx="11039475" cy="2589530"/>
          </a:xfrm>
          <a:custGeom>
            <a:avLst/>
            <a:gdLst>
              <a:gd name="sw" fmla="*/ 1 w 17385"/>
              <a:gd name="sh" fmla="*/ 1 h 4078"/>
              <a:gd name="mins" fmla="min sw sh"/>
              <a:gd name="dsw" fmla="+- 0 sw mins"/>
              <a:gd name="dsh" fmla="+- 0 sh mins"/>
              <a:gd name="p0x0" fmla="*/ 120 w 17385"/>
              <a:gd name="p0y0" fmla="*/ 0 h 4078"/>
              <a:gd name="p0x1" fmla="*/ 17265 w 17385"/>
              <a:gd name="p0y1" fmla="*/ 0 h 4078"/>
              <a:gd name="p0x2" fmla="*/ 17331 w 17385"/>
              <a:gd name="p0y2" fmla="*/ 0 h 4078"/>
              <a:gd name="p0x3" fmla="*/ 17385 w 17385"/>
              <a:gd name="p0y3" fmla="*/ 53 h 4078"/>
              <a:gd name="p0x4" fmla="*/ 17385 w 17385"/>
              <a:gd name="p0y4" fmla="*/ 120 h 4078"/>
              <a:gd name="p0x5" fmla="*/ 17385 w 17385"/>
              <a:gd name="p0y5" fmla="*/ 3958 h 4078"/>
              <a:gd name="p0x6" fmla="*/ 17385 w 17385"/>
              <a:gd name="p0y6" fmla="*/ 4024 h 4078"/>
              <a:gd name="p0x7" fmla="*/ 17331 w 17385"/>
              <a:gd name="p0y7" fmla="*/ 4078 h 4078"/>
              <a:gd name="p0x8" fmla="*/ 17265 w 17385"/>
              <a:gd name="p0y8" fmla="*/ 4078 h 4078"/>
              <a:gd name="p0x9" fmla="*/ 120 w 17385"/>
              <a:gd name="p0y9" fmla="*/ 4078 h 4078"/>
              <a:gd name="p0x10" fmla="*/ 53 w 17385"/>
              <a:gd name="p0y10" fmla="*/ 4078 h 4078"/>
              <a:gd name="p0x11" fmla="*/ 0 w 17385"/>
              <a:gd name="p0y11" fmla="*/ 4024 h 4078"/>
              <a:gd name="p0x12" fmla="*/ 0 w 17385"/>
              <a:gd name="p0y12" fmla="*/ 3958 h 4078"/>
              <a:gd name="p0x13" fmla="*/ 0 w 17385"/>
              <a:gd name="p0y13" fmla="*/ 120 h 4078"/>
              <a:gd name="p0x14" fmla="*/ 0 w 17385"/>
              <a:gd name="p0y14" fmla="*/ 53 h 4078"/>
              <a:gd name="p0x15" fmla="*/ 53 w 17385"/>
              <a:gd name="p0y15" fmla="*/ 0 h 4078"/>
              <a:gd name="p0x16" fmla="*/ 120 w 17385"/>
              <a:gd name="p0y16" fmla="*/ 0 h 407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12"/>
            </p:custDataLst>
          </p:nvPr>
        </p:nvSpPr>
        <p:spPr>
          <a:xfrm>
            <a:off x="771525" y="259588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-2381" t="-12593" r="-2381" b="-12593"/>
          <a:stretch>
            <a:fillRect/>
          </a:stretch>
        </p:blipFill>
        <p:spPr>
          <a:xfrm>
            <a:off x="795020" y="2614930"/>
            <a:ext cx="209550" cy="214630"/>
          </a:xfrm>
          <a:prstGeom prst="rect">
            <a:avLst/>
          </a:prstGeom>
        </p:spPr>
      </p:pic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104900" y="2610707"/>
            <a:ext cx="3096368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alt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Level3</a:t>
            </a:r>
            <a:r>
              <a:rPr lang="zh-CN" alt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五波测试：平均</a:t>
            </a:r>
            <a:r>
              <a:rPr lang="en-US" altLang="zh-CN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FPS</a:t>
            </a:r>
            <a:r>
              <a:rPr lang="zh-CN" alt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下降趋势</a:t>
            </a:r>
            <a:endParaRPr lang="zh-CN" altLang="en-US"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7" name="图片 16"/>
          <p:cNvPicPr/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771525" y="2891155"/>
            <a:ext cx="10648950" cy="190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pic>
      <p:sp>
        <p:nvSpPr>
          <p:cNvPr id="19" name="任意多边形 18"/>
          <p:cNvSpPr/>
          <p:nvPr>
            <p:custDataLst>
              <p:tags r:id="rId19"/>
            </p:custDataLst>
          </p:nvPr>
        </p:nvSpPr>
        <p:spPr>
          <a:xfrm>
            <a:off x="575945" y="5191125"/>
            <a:ext cx="3546475" cy="1280795"/>
          </a:xfrm>
          <a:custGeom>
            <a:avLst/>
            <a:gdLst>
              <a:gd name="sw" fmla="*/ 1 w 5585"/>
              <a:gd name="sh" fmla="*/ 1 h 2017"/>
              <a:gd name="mins" fmla="min sw sh"/>
              <a:gd name="dsw" fmla="+- 0 sw mins"/>
              <a:gd name="dsh" fmla="+- 0 sh mins"/>
              <a:gd name="p0x0" fmla="*/ 120 w 5585"/>
              <a:gd name="p0y0" fmla="*/ 0 h 2017"/>
              <a:gd name="p0x1" fmla="*/ 5465 w 5585"/>
              <a:gd name="p0y1" fmla="*/ 0 h 2017"/>
              <a:gd name="p0x2" fmla="*/ 5531 w 5585"/>
              <a:gd name="p0y2" fmla="*/ 0 h 2017"/>
              <a:gd name="p0x3" fmla="*/ 5585 w 5585"/>
              <a:gd name="p0y3" fmla="*/ 53 h 2017"/>
              <a:gd name="p0x4" fmla="*/ 5585 w 5585"/>
              <a:gd name="p0y4" fmla="*/ 120 h 2017"/>
              <a:gd name="p0x5" fmla="*/ 5585 w 5585"/>
              <a:gd name="p0y5" fmla="*/ 1897 h 2017"/>
              <a:gd name="p0x6" fmla="*/ 5585 w 5585"/>
              <a:gd name="p0y6" fmla="*/ 1963 h 2017"/>
              <a:gd name="p0x7" fmla="*/ 5531 w 5585"/>
              <a:gd name="p0y7" fmla="*/ 2017 h 2017"/>
              <a:gd name="p0x8" fmla="*/ 5465 w 5585"/>
              <a:gd name="p0y8" fmla="*/ 2017 h 2017"/>
              <a:gd name="p0x9" fmla="*/ 120 w 5585"/>
              <a:gd name="p0y9" fmla="*/ 2017 h 2017"/>
              <a:gd name="p0x10" fmla="*/ 53 w 5585"/>
              <a:gd name="p0y10" fmla="*/ 2017 h 2017"/>
              <a:gd name="p0x11" fmla="*/ 0 w 5585"/>
              <a:gd name="p0y11" fmla="*/ 1963 h 2017"/>
              <a:gd name="p0x12" fmla="*/ 0 w 5585"/>
              <a:gd name="p0y12" fmla="*/ 1897 h 2017"/>
              <a:gd name="p0x13" fmla="*/ 0 w 5585"/>
              <a:gd name="p0y13" fmla="*/ 120 h 2017"/>
              <a:gd name="p0x14" fmla="*/ 0 w 5585"/>
              <a:gd name="p0y14" fmla="*/ 53 h 2017"/>
              <a:gd name="p0x15" fmla="*/ 53 w 5585"/>
              <a:gd name="p0y15" fmla="*/ 0 h 2017"/>
              <a:gd name="p0x16" fmla="*/ 120 w 5585"/>
              <a:gd name="p0y16" fmla="*/ 0 h 20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0"/>
            </p:custDataLst>
          </p:nvPr>
        </p:nvSpPr>
        <p:spPr>
          <a:xfrm>
            <a:off x="771525" y="546925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l="-2000" t="-3067" r="-2000" b="-3067"/>
          <a:stretch>
            <a:fillRect/>
          </a:stretch>
        </p:blipFill>
        <p:spPr>
          <a:xfrm>
            <a:off x="804545" y="5497830"/>
            <a:ext cx="247650" cy="252730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4"/>
            </p:custDataLst>
          </p:nvPr>
        </p:nvSpPr>
        <p:spPr>
          <a:xfrm>
            <a:off x="1162050" y="5512565"/>
            <a:ext cx="92683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开销</a:t>
            </a:r>
            <a:endParaRPr lang="zh-CN"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5"/>
            </p:custDataLst>
          </p:nvPr>
        </p:nvSpPr>
        <p:spPr>
          <a:xfrm>
            <a:off x="771525" y="5852160"/>
            <a:ext cx="3156052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MonsterChaseSystem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，同屏实体上千时追逐、圆碰撞、连锁搜索都会上去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6"/>
            </p:custDataLst>
          </p:nvPr>
        </p:nvSpPr>
        <p:spPr>
          <a:xfrm>
            <a:off x="4322445" y="5191125"/>
            <a:ext cx="3546475" cy="1280795"/>
          </a:xfrm>
          <a:custGeom>
            <a:avLst/>
            <a:gdLst>
              <a:gd name="sw" fmla="*/ 1 w 5585"/>
              <a:gd name="sh" fmla="*/ 1 h 2017"/>
              <a:gd name="mins" fmla="min sw sh"/>
              <a:gd name="dsw" fmla="+- 0 sw mins"/>
              <a:gd name="dsh" fmla="+- 0 sh mins"/>
              <a:gd name="p0x0" fmla="*/ 120 w 5585"/>
              <a:gd name="p0y0" fmla="*/ 0 h 2017"/>
              <a:gd name="p0x1" fmla="*/ 5465 w 5585"/>
              <a:gd name="p0y1" fmla="*/ 0 h 2017"/>
              <a:gd name="p0x2" fmla="*/ 5531 w 5585"/>
              <a:gd name="p0y2" fmla="*/ 0 h 2017"/>
              <a:gd name="p0x3" fmla="*/ 5585 w 5585"/>
              <a:gd name="p0y3" fmla="*/ 53 h 2017"/>
              <a:gd name="p0x4" fmla="*/ 5585 w 5585"/>
              <a:gd name="p0y4" fmla="*/ 120 h 2017"/>
              <a:gd name="p0x5" fmla="*/ 5585 w 5585"/>
              <a:gd name="p0y5" fmla="*/ 1897 h 2017"/>
              <a:gd name="p0x6" fmla="*/ 5585 w 5585"/>
              <a:gd name="p0y6" fmla="*/ 1963 h 2017"/>
              <a:gd name="p0x7" fmla="*/ 5531 w 5585"/>
              <a:gd name="p0y7" fmla="*/ 2017 h 2017"/>
              <a:gd name="p0x8" fmla="*/ 5465 w 5585"/>
              <a:gd name="p0y8" fmla="*/ 2017 h 2017"/>
              <a:gd name="p0x9" fmla="*/ 120 w 5585"/>
              <a:gd name="p0y9" fmla="*/ 2017 h 2017"/>
              <a:gd name="p0x10" fmla="*/ 53 w 5585"/>
              <a:gd name="p0y10" fmla="*/ 2017 h 2017"/>
              <a:gd name="p0x11" fmla="*/ 0 w 5585"/>
              <a:gd name="p0y11" fmla="*/ 1963 h 2017"/>
              <a:gd name="p0x12" fmla="*/ 0 w 5585"/>
              <a:gd name="p0y12" fmla="*/ 1897 h 2017"/>
              <a:gd name="p0x13" fmla="*/ 0 w 5585"/>
              <a:gd name="p0y13" fmla="*/ 120 h 2017"/>
              <a:gd name="p0x14" fmla="*/ 0 w 5585"/>
              <a:gd name="p0y14" fmla="*/ 53 h 2017"/>
              <a:gd name="p0x15" fmla="*/ 53 w 5585"/>
              <a:gd name="p0y15" fmla="*/ 0 h 2017"/>
              <a:gd name="p0x16" fmla="*/ 120 w 5585"/>
              <a:gd name="p0y16" fmla="*/ 0 h 20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27"/>
            </p:custDataLst>
          </p:nvPr>
        </p:nvSpPr>
        <p:spPr>
          <a:xfrm>
            <a:off x="4518025" y="538607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2000" t="-19825" r="-2000" b="-19825"/>
          <a:stretch>
            <a:fillRect/>
          </a:stretch>
        </p:blipFill>
        <p:spPr>
          <a:xfrm>
            <a:off x="4551045" y="5414645"/>
            <a:ext cx="247650" cy="2527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1"/>
            </p:custDataLst>
          </p:nvPr>
        </p:nvSpPr>
        <p:spPr>
          <a:xfrm>
            <a:off x="4908576" y="5429221"/>
            <a:ext cx="817292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尖刺</a:t>
            </a:r>
            <a:endParaRPr lang="zh-CN"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2"/>
            </p:custDataLst>
          </p:nvPr>
        </p:nvSpPr>
        <p:spPr>
          <a:xfrm>
            <a:off x="4518051" y="5768816"/>
            <a:ext cx="3155975" cy="5162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BulletPool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若关掉，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spawn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路径会频繁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destroy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，浏览器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表现为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Scripting/GC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尖刺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3"/>
            </p:custDataLst>
          </p:nvPr>
        </p:nvSpPr>
        <p:spPr>
          <a:xfrm>
            <a:off x="8068945" y="5191125"/>
            <a:ext cx="3546475" cy="1280795"/>
          </a:xfrm>
          <a:custGeom>
            <a:avLst/>
            <a:gdLst>
              <a:gd name="sw" fmla="*/ 1 w 5585"/>
              <a:gd name="sh" fmla="*/ 1 h 2017"/>
              <a:gd name="mins" fmla="min sw sh"/>
              <a:gd name="dsw" fmla="+- 0 sw mins"/>
              <a:gd name="dsh" fmla="+- 0 sh mins"/>
              <a:gd name="p0x0" fmla="*/ 120 w 5585"/>
              <a:gd name="p0y0" fmla="*/ 0 h 2017"/>
              <a:gd name="p0x1" fmla="*/ 5465 w 5585"/>
              <a:gd name="p0y1" fmla="*/ 0 h 2017"/>
              <a:gd name="p0x2" fmla="*/ 5531 w 5585"/>
              <a:gd name="p0y2" fmla="*/ 0 h 2017"/>
              <a:gd name="p0x3" fmla="*/ 5585 w 5585"/>
              <a:gd name="p0y3" fmla="*/ 53 h 2017"/>
              <a:gd name="p0x4" fmla="*/ 5585 w 5585"/>
              <a:gd name="p0y4" fmla="*/ 120 h 2017"/>
              <a:gd name="p0x5" fmla="*/ 5585 w 5585"/>
              <a:gd name="p0y5" fmla="*/ 1897 h 2017"/>
              <a:gd name="p0x6" fmla="*/ 5585 w 5585"/>
              <a:gd name="p0y6" fmla="*/ 1963 h 2017"/>
              <a:gd name="p0x7" fmla="*/ 5531 w 5585"/>
              <a:gd name="p0y7" fmla="*/ 2017 h 2017"/>
              <a:gd name="p0x8" fmla="*/ 5465 w 5585"/>
              <a:gd name="p0y8" fmla="*/ 2017 h 2017"/>
              <a:gd name="p0x9" fmla="*/ 120 w 5585"/>
              <a:gd name="p0y9" fmla="*/ 2017 h 2017"/>
              <a:gd name="p0x10" fmla="*/ 53 w 5585"/>
              <a:gd name="p0y10" fmla="*/ 2017 h 2017"/>
              <a:gd name="p0x11" fmla="*/ 0 w 5585"/>
              <a:gd name="p0y11" fmla="*/ 1963 h 2017"/>
              <a:gd name="p0x12" fmla="*/ 0 w 5585"/>
              <a:gd name="p0y12" fmla="*/ 1897 h 2017"/>
              <a:gd name="p0x13" fmla="*/ 0 w 5585"/>
              <a:gd name="p0y13" fmla="*/ 120 h 2017"/>
              <a:gd name="p0x14" fmla="*/ 0 w 5585"/>
              <a:gd name="p0y14" fmla="*/ 53 h 2017"/>
              <a:gd name="p0x15" fmla="*/ 53 w 5585"/>
              <a:gd name="p0y15" fmla="*/ 0 h 2017"/>
              <a:gd name="p0x16" fmla="*/ 120 w 5585"/>
              <a:gd name="p0y16" fmla="*/ 0 h 20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34"/>
            </p:custDataLst>
          </p:nvPr>
        </p:nvSpPr>
        <p:spPr>
          <a:xfrm>
            <a:off x="8264525" y="546925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-2000" t="-3067" r="-2000" b="-3067"/>
          <a:stretch>
            <a:fillRect/>
          </a:stretch>
        </p:blipFill>
        <p:spPr>
          <a:xfrm>
            <a:off x="8297545" y="5497830"/>
            <a:ext cx="247650" cy="252730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38"/>
            </p:custDataLst>
          </p:nvPr>
        </p:nvSpPr>
        <p:spPr>
          <a:xfrm>
            <a:off x="8655101" y="5512565"/>
            <a:ext cx="904951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渲染压力</a:t>
            </a:r>
            <a:endParaRPr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9"/>
            </p:custDataLst>
          </p:nvPr>
        </p:nvSpPr>
        <p:spPr>
          <a:xfrm>
            <a:off x="8264576" y="5852160"/>
            <a:ext cx="315597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主线程还要跑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绘制和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，千怪千弹时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DrawCall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和贴图采样也会吃时间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占位符 2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sz="9300"/>
              <a:t>贰</a:t>
            </a:r>
            <a:endParaRPr lang="zh-CN" altLang="en-US" sz="9300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MVC架构：定义、实现与验证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MVC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5381625" cy="1654175"/>
          </a:xfrm>
          <a:custGeom>
            <a:avLst/>
            <a:gdLst>
              <a:gd name="sw" fmla="*/ 1 w 8475"/>
              <a:gd name="sh" fmla="*/ 1 h 2604"/>
              <a:gd name="mins" fmla="min sw sh"/>
              <a:gd name="dsw" fmla="+- 0 sw mins"/>
              <a:gd name="dsh" fmla="+- 0 sh mins"/>
              <a:gd name="p0x0" fmla="*/ 120 w 8475"/>
              <a:gd name="p0y0" fmla="*/ 0 h 2604"/>
              <a:gd name="p0x1" fmla="*/ 8355 w 8475"/>
              <a:gd name="p0y1" fmla="*/ 0 h 2604"/>
              <a:gd name="p0x2" fmla="*/ 8421 w 8475"/>
              <a:gd name="p0y2" fmla="*/ 0 h 2604"/>
              <a:gd name="p0x3" fmla="*/ 8475 w 8475"/>
              <a:gd name="p0y3" fmla="*/ 53 h 2604"/>
              <a:gd name="p0x4" fmla="*/ 8475 w 8475"/>
              <a:gd name="p0y4" fmla="*/ 120 h 2604"/>
              <a:gd name="p0x5" fmla="*/ 8475 w 8475"/>
              <a:gd name="p0y5" fmla="*/ 2484 h 2604"/>
              <a:gd name="p0x6" fmla="*/ 8475 w 8475"/>
              <a:gd name="p0y6" fmla="*/ 2551 h 2604"/>
              <a:gd name="p0x7" fmla="*/ 8421 w 8475"/>
              <a:gd name="p0y7" fmla="*/ 2604 h 2604"/>
              <a:gd name="p0x8" fmla="*/ 8355 w 8475"/>
              <a:gd name="p0y8" fmla="*/ 2604 h 2604"/>
              <a:gd name="p0x9" fmla="*/ 120 w 8475"/>
              <a:gd name="p0y9" fmla="*/ 2604 h 2604"/>
              <a:gd name="p0x10" fmla="*/ 53 w 8475"/>
              <a:gd name="p0y10" fmla="*/ 2604 h 2604"/>
              <a:gd name="p0x11" fmla="*/ 0 w 8475"/>
              <a:gd name="p0y11" fmla="*/ 2551 h 2604"/>
              <a:gd name="p0x12" fmla="*/ 0 w 8475"/>
              <a:gd name="p0y12" fmla="*/ 2484 h 2604"/>
              <a:gd name="p0x13" fmla="*/ 0 w 8475"/>
              <a:gd name="p0y13" fmla="*/ 120 h 2604"/>
              <a:gd name="p0x14" fmla="*/ 0 w 8475"/>
              <a:gd name="p0y14" fmla="*/ 53 h 2604"/>
              <a:gd name="p0x15" fmla="*/ 53 w 8475"/>
              <a:gd name="p0y15" fmla="*/ 0 h 2604"/>
              <a:gd name="p0x16" fmla="*/ 120 w 8475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13455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273" t="-2933" r="-2273" b="-2933"/>
          <a:stretch>
            <a:fillRect/>
          </a:stretch>
        </p:blipFill>
        <p:spPr>
          <a:xfrm>
            <a:off x="871220" y="1426845"/>
            <a:ext cx="219075" cy="2520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304925" y="1372819"/>
            <a:ext cx="105801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Model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771525" y="1903362"/>
            <a:ext cx="49911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hp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、装配状态等来自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，跑图另有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RunMapPanelModel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RunMapState</a:t>
            </a:r>
            <a:endParaRPr lang="en-US" altLang="zh-CN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575945" y="2963545"/>
            <a:ext cx="5381625" cy="1654175"/>
          </a:xfrm>
          <a:custGeom>
            <a:avLst/>
            <a:gdLst>
              <a:gd name="sw" fmla="*/ 1 w 8475"/>
              <a:gd name="sh" fmla="*/ 1 h 2604"/>
              <a:gd name="mins" fmla="min sw sh"/>
              <a:gd name="dsw" fmla="+- 0 sw mins"/>
              <a:gd name="dsh" fmla="+- 0 sh mins"/>
              <a:gd name="p0x0" fmla="*/ 120 w 8475"/>
              <a:gd name="p0y0" fmla="*/ 0 h 2604"/>
              <a:gd name="p0x1" fmla="*/ 8355 w 8475"/>
              <a:gd name="p0y1" fmla="*/ 0 h 2604"/>
              <a:gd name="p0x2" fmla="*/ 8421 w 8475"/>
              <a:gd name="p0y2" fmla="*/ 0 h 2604"/>
              <a:gd name="p0x3" fmla="*/ 8475 w 8475"/>
              <a:gd name="p0y3" fmla="*/ 53 h 2604"/>
              <a:gd name="p0x4" fmla="*/ 8475 w 8475"/>
              <a:gd name="p0y4" fmla="*/ 120 h 2604"/>
              <a:gd name="p0x5" fmla="*/ 8475 w 8475"/>
              <a:gd name="p0y5" fmla="*/ 2484 h 2604"/>
              <a:gd name="p0x6" fmla="*/ 8475 w 8475"/>
              <a:gd name="p0y6" fmla="*/ 2551 h 2604"/>
              <a:gd name="p0x7" fmla="*/ 8421 w 8475"/>
              <a:gd name="p0y7" fmla="*/ 2604 h 2604"/>
              <a:gd name="p0x8" fmla="*/ 8355 w 8475"/>
              <a:gd name="p0y8" fmla="*/ 2604 h 2604"/>
              <a:gd name="p0x9" fmla="*/ 120 w 8475"/>
              <a:gd name="p0y9" fmla="*/ 2604 h 2604"/>
              <a:gd name="p0x10" fmla="*/ 53 w 8475"/>
              <a:gd name="p0y10" fmla="*/ 2604 h 2604"/>
              <a:gd name="p0x11" fmla="*/ 0 w 8475"/>
              <a:gd name="p0y11" fmla="*/ 2551 h 2604"/>
              <a:gd name="p0x12" fmla="*/ 0 w 8475"/>
              <a:gd name="p0y12" fmla="*/ 2484 h 2604"/>
              <a:gd name="p0x13" fmla="*/ 0 w 8475"/>
              <a:gd name="p0y13" fmla="*/ 120 h 2604"/>
              <a:gd name="p0x14" fmla="*/ 0 w 8475"/>
              <a:gd name="p0y14" fmla="*/ 53 h 2604"/>
              <a:gd name="p0x15" fmla="*/ 53 w 8475"/>
              <a:gd name="p0y15" fmla="*/ 0 h 2604"/>
              <a:gd name="p0x16" fmla="*/ 120 w 8475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771525" y="33521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2738" t="-10152" r="-2738" b="-10152"/>
          <a:stretch>
            <a:fillRect/>
          </a:stretch>
        </p:blipFill>
        <p:spPr>
          <a:xfrm>
            <a:off x="840105" y="3433445"/>
            <a:ext cx="281305" cy="2520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1304925" y="3379394"/>
            <a:ext cx="87831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View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771525" y="3909936"/>
            <a:ext cx="49911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预制体和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UI2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节点只管摆位和显示，不写业务规则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575945" y="4817745"/>
            <a:ext cx="5381625" cy="1654175"/>
          </a:xfrm>
          <a:custGeom>
            <a:avLst/>
            <a:gdLst>
              <a:gd name="sw" fmla="*/ 1 w 8475"/>
              <a:gd name="sh" fmla="*/ 1 h 2604"/>
              <a:gd name="mins" fmla="min sw sh"/>
              <a:gd name="dsw" fmla="+- 0 sw mins"/>
              <a:gd name="dsh" fmla="+- 0 sh mins"/>
              <a:gd name="p0x0" fmla="*/ 120 w 8475"/>
              <a:gd name="p0y0" fmla="*/ 0 h 2604"/>
              <a:gd name="p0x1" fmla="*/ 8355 w 8475"/>
              <a:gd name="p0y1" fmla="*/ 0 h 2604"/>
              <a:gd name="p0x2" fmla="*/ 8421 w 8475"/>
              <a:gd name="p0y2" fmla="*/ 0 h 2604"/>
              <a:gd name="p0x3" fmla="*/ 8475 w 8475"/>
              <a:gd name="p0y3" fmla="*/ 53 h 2604"/>
              <a:gd name="p0x4" fmla="*/ 8475 w 8475"/>
              <a:gd name="p0y4" fmla="*/ 120 h 2604"/>
              <a:gd name="p0x5" fmla="*/ 8475 w 8475"/>
              <a:gd name="p0y5" fmla="*/ 2484 h 2604"/>
              <a:gd name="p0x6" fmla="*/ 8475 w 8475"/>
              <a:gd name="p0y6" fmla="*/ 2551 h 2604"/>
              <a:gd name="p0x7" fmla="*/ 8421 w 8475"/>
              <a:gd name="p0y7" fmla="*/ 2604 h 2604"/>
              <a:gd name="p0x8" fmla="*/ 8355 w 8475"/>
              <a:gd name="p0y8" fmla="*/ 2604 h 2604"/>
              <a:gd name="p0x9" fmla="*/ 120 w 8475"/>
              <a:gd name="p0y9" fmla="*/ 2604 h 2604"/>
              <a:gd name="p0x10" fmla="*/ 53 w 8475"/>
              <a:gd name="p0y10" fmla="*/ 2604 h 2604"/>
              <a:gd name="p0x11" fmla="*/ 0 w 8475"/>
              <a:gd name="p0y11" fmla="*/ 2551 h 2604"/>
              <a:gd name="p0x12" fmla="*/ 0 w 8475"/>
              <a:gd name="p0y12" fmla="*/ 2484 h 2604"/>
              <a:gd name="p0x13" fmla="*/ 0 w 8475"/>
              <a:gd name="p0y13" fmla="*/ 120 h 2604"/>
              <a:gd name="p0x14" fmla="*/ 0 w 8475"/>
              <a:gd name="p0y14" fmla="*/ 53 h 2604"/>
              <a:gd name="p0x15" fmla="*/ 53 w 8475"/>
              <a:gd name="p0y15" fmla="*/ 0 h 2604"/>
              <a:gd name="p0x16" fmla="*/ 120 w 8475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771525" y="50539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2366" t="-19649" r="-2366" b="-19649"/>
          <a:stretch>
            <a:fillRect/>
          </a:stretch>
        </p:blipFill>
        <p:spPr>
          <a:xfrm>
            <a:off x="826135" y="5135245"/>
            <a:ext cx="309245" cy="25209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1304925" y="5081169"/>
            <a:ext cx="1490586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Controller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771525" y="5611711"/>
            <a:ext cx="49911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UiControllerBase</a:t>
            </a:r>
            <a:r>
              <a:rPr 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子类管生命周期和路由，不碰战斗场景里的实体节点</a:t>
            </a:r>
            <a:endParaRPr lang="zh-CN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3"/>
            </p:custDataLst>
          </p:nvPr>
        </p:nvSpPr>
        <p:spPr>
          <a:xfrm>
            <a:off x="6233795" y="1109345"/>
            <a:ext cx="5381625" cy="1190625"/>
          </a:xfrm>
          <a:custGeom>
            <a:avLst/>
            <a:gdLst>
              <a:gd name="sw" fmla="*/ 1 w 8475"/>
              <a:gd name="sh" fmla="*/ 1 h 1875"/>
              <a:gd name="mins" fmla="min sw sh"/>
              <a:gd name="dsw" fmla="+- 0 sw mins"/>
              <a:gd name="dsh" fmla="+- 0 sh mins"/>
              <a:gd name="p0x0" fmla="*/ 120 w 8475"/>
              <a:gd name="p0y0" fmla="*/ 0 h 1875"/>
              <a:gd name="p0x1" fmla="*/ 8355 w 8475"/>
              <a:gd name="p0y1" fmla="*/ 0 h 1875"/>
              <a:gd name="p0x2" fmla="*/ 8421 w 8475"/>
              <a:gd name="p0y2" fmla="*/ 0 h 1875"/>
              <a:gd name="p0x3" fmla="*/ 8475 w 8475"/>
              <a:gd name="p0y3" fmla="*/ 53 h 1875"/>
              <a:gd name="p0x4" fmla="*/ 8475 w 8475"/>
              <a:gd name="p0y4" fmla="*/ 120 h 1875"/>
              <a:gd name="p0x5" fmla="*/ 8475 w 8475"/>
              <a:gd name="p0y5" fmla="*/ 1755 h 1875"/>
              <a:gd name="p0x6" fmla="*/ 8475 w 8475"/>
              <a:gd name="p0y6" fmla="*/ 1821 h 1875"/>
              <a:gd name="p0x7" fmla="*/ 8421 w 8475"/>
              <a:gd name="p0y7" fmla="*/ 1875 h 1875"/>
              <a:gd name="p0x8" fmla="*/ 8355 w 8475"/>
              <a:gd name="p0y8" fmla="*/ 1875 h 1875"/>
              <a:gd name="p0x9" fmla="*/ 120 w 8475"/>
              <a:gd name="p0y9" fmla="*/ 1875 h 1875"/>
              <a:gd name="p0x10" fmla="*/ 53 w 8475"/>
              <a:gd name="p0y10" fmla="*/ 1875 h 1875"/>
              <a:gd name="p0x11" fmla="*/ 0 w 8475"/>
              <a:gd name="p0y11" fmla="*/ 1821 h 1875"/>
              <a:gd name="p0x12" fmla="*/ 0 w 8475"/>
              <a:gd name="p0y12" fmla="*/ 1755 h 1875"/>
              <a:gd name="p0x13" fmla="*/ 0 w 8475"/>
              <a:gd name="p0y13" fmla="*/ 120 h 1875"/>
              <a:gd name="p0x14" fmla="*/ 0 w 8475"/>
              <a:gd name="p0y14" fmla="*/ 53 h 1875"/>
              <a:gd name="p0x15" fmla="*/ 53 w 8475"/>
              <a:gd name="p0y15" fmla="*/ 0 h 1875"/>
              <a:gd name="p0x16" fmla="*/ 120 w 8475"/>
              <a:gd name="p0y16" fmla="*/ 0 h 18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4"/>
            </p:custDataLst>
          </p:nvPr>
        </p:nvSpPr>
        <p:spPr>
          <a:xfrm>
            <a:off x="6429375" y="133921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-7895" t="-3651" r="-7895" b="-3651"/>
          <a:stretch>
            <a:fillRect/>
          </a:stretch>
        </p:blipFill>
        <p:spPr>
          <a:xfrm>
            <a:off x="6496050" y="1400810"/>
            <a:ext cx="209550" cy="214630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8"/>
            </p:custDataLst>
          </p:nvPr>
        </p:nvSpPr>
        <p:spPr>
          <a:xfrm>
            <a:off x="6886575" y="1377334"/>
            <a:ext cx="1905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界面不拥有玩法真相</a:t>
            </a:r>
            <a:endParaRPr sz="15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9"/>
            </p:custDataLst>
          </p:nvPr>
        </p:nvSpPr>
        <p:spPr>
          <a:xfrm>
            <a:off x="6429375" y="1781194"/>
            <a:ext cx="499110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玩法状态以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与配表为准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0"/>
            </p:custDataLst>
          </p:nvPr>
        </p:nvSpPr>
        <p:spPr>
          <a:xfrm>
            <a:off x="6233795" y="2499995"/>
            <a:ext cx="5381625" cy="1190625"/>
          </a:xfrm>
          <a:custGeom>
            <a:avLst/>
            <a:gdLst>
              <a:gd name="sw" fmla="*/ 1 w 8475"/>
              <a:gd name="sh" fmla="*/ 1 h 1875"/>
              <a:gd name="mins" fmla="min sw sh"/>
              <a:gd name="dsw" fmla="+- 0 sw mins"/>
              <a:gd name="dsh" fmla="+- 0 sh mins"/>
              <a:gd name="p0x0" fmla="*/ 120 w 8475"/>
              <a:gd name="p0y0" fmla="*/ 0 h 1875"/>
              <a:gd name="p0x1" fmla="*/ 8355 w 8475"/>
              <a:gd name="p0y1" fmla="*/ 0 h 1875"/>
              <a:gd name="p0x2" fmla="*/ 8421 w 8475"/>
              <a:gd name="p0y2" fmla="*/ 0 h 1875"/>
              <a:gd name="p0x3" fmla="*/ 8475 w 8475"/>
              <a:gd name="p0y3" fmla="*/ 53 h 1875"/>
              <a:gd name="p0x4" fmla="*/ 8475 w 8475"/>
              <a:gd name="p0y4" fmla="*/ 120 h 1875"/>
              <a:gd name="p0x5" fmla="*/ 8475 w 8475"/>
              <a:gd name="p0y5" fmla="*/ 1755 h 1875"/>
              <a:gd name="p0x6" fmla="*/ 8475 w 8475"/>
              <a:gd name="p0y6" fmla="*/ 1821 h 1875"/>
              <a:gd name="p0x7" fmla="*/ 8421 w 8475"/>
              <a:gd name="p0y7" fmla="*/ 1875 h 1875"/>
              <a:gd name="p0x8" fmla="*/ 8355 w 8475"/>
              <a:gd name="p0y8" fmla="*/ 1875 h 1875"/>
              <a:gd name="p0x9" fmla="*/ 120 w 8475"/>
              <a:gd name="p0y9" fmla="*/ 1875 h 1875"/>
              <a:gd name="p0x10" fmla="*/ 53 w 8475"/>
              <a:gd name="p0y10" fmla="*/ 1875 h 1875"/>
              <a:gd name="p0x11" fmla="*/ 0 w 8475"/>
              <a:gd name="p0y11" fmla="*/ 1821 h 1875"/>
              <a:gd name="p0x12" fmla="*/ 0 w 8475"/>
              <a:gd name="p0y12" fmla="*/ 1755 h 1875"/>
              <a:gd name="p0x13" fmla="*/ 0 w 8475"/>
              <a:gd name="p0y13" fmla="*/ 120 h 1875"/>
              <a:gd name="p0x14" fmla="*/ 0 w 8475"/>
              <a:gd name="p0y14" fmla="*/ 53 h 1875"/>
              <a:gd name="p0x15" fmla="*/ 53 w 8475"/>
              <a:gd name="p0y15" fmla="*/ 0 h 1875"/>
              <a:gd name="p0x16" fmla="*/ 120 w 8475"/>
              <a:gd name="p0y16" fmla="*/ 0 h 18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31"/>
            </p:custDataLst>
          </p:nvPr>
        </p:nvSpPr>
        <p:spPr>
          <a:xfrm>
            <a:off x="6429375" y="272986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6496050" y="2791460"/>
            <a:ext cx="209550" cy="2146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5"/>
            </p:custDataLst>
          </p:nvPr>
        </p:nvSpPr>
        <p:spPr>
          <a:xfrm>
            <a:off x="6886575" y="2767984"/>
            <a:ext cx="3408464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仅经</a:t>
            </a:r>
            <a:r>
              <a:rPr lang="en-US" alt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Controller/SyncSystem</a:t>
            </a: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读写</a:t>
            </a:r>
            <a:endParaRPr lang="zh-CN" altLang="en-US" sz="15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6"/>
            </p:custDataLst>
          </p:nvPr>
        </p:nvSpPr>
        <p:spPr>
          <a:xfrm>
            <a:off x="6429375" y="3171844"/>
            <a:ext cx="499110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只读配表和组件</a:t>
            </a:r>
            <a:endParaRPr 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7"/>
            </p:custDataLst>
          </p:nvPr>
        </p:nvSpPr>
        <p:spPr>
          <a:xfrm>
            <a:off x="6233795" y="3890645"/>
            <a:ext cx="5381625" cy="1190625"/>
          </a:xfrm>
          <a:custGeom>
            <a:avLst/>
            <a:gdLst>
              <a:gd name="sw" fmla="*/ 1 w 8475"/>
              <a:gd name="sh" fmla="*/ 1 h 1875"/>
              <a:gd name="mins" fmla="min sw sh"/>
              <a:gd name="dsw" fmla="+- 0 sw mins"/>
              <a:gd name="dsh" fmla="+- 0 sh mins"/>
              <a:gd name="p0x0" fmla="*/ 120 w 8475"/>
              <a:gd name="p0y0" fmla="*/ 0 h 1875"/>
              <a:gd name="p0x1" fmla="*/ 8355 w 8475"/>
              <a:gd name="p0y1" fmla="*/ 0 h 1875"/>
              <a:gd name="p0x2" fmla="*/ 8421 w 8475"/>
              <a:gd name="p0y2" fmla="*/ 0 h 1875"/>
              <a:gd name="p0x3" fmla="*/ 8475 w 8475"/>
              <a:gd name="p0y3" fmla="*/ 53 h 1875"/>
              <a:gd name="p0x4" fmla="*/ 8475 w 8475"/>
              <a:gd name="p0y4" fmla="*/ 120 h 1875"/>
              <a:gd name="p0x5" fmla="*/ 8475 w 8475"/>
              <a:gd name="p0y5" fmla="*/ 1755 h 1875"/>
              <a:gd name="p0x6" fmla="*/ 8475 w 8475"/>
              <a:gd name="p0y6" fmla="*/ 1821 h 1875"/>
              <a:gd name="p0x7" fmla="*/ 8421 w 8475"/>
              <a:gd name="p0y7" fmla="*/ 1875 h 1875"/>
              <a:gd name="p0x8" fmla="*/ 8355 w 8475"/>
              <a:gd name="p0y8" fmla="*/ 1875 h 1875"/>
              <a:gd name="p0x9" fmla="*/ 120 w 8475"/>
              <a:gd name="p0y9" fmla="*/ 1875 h 1875"/>
              <a:gd name="p0x10" fmla="*/ 53 w 8475"/>
              <a:gd name="p0y10" fmla="*/ 1875 h 1875"/>
              <a:gd name="p0x11" fmla="*/ 0 w 8475"/>
              <a:gd name="p0y11" fmla="*/ 1821 h 1875"/>
              <a:gd name="p0x12" fmla="*/ 0 w 8475"/>
              <a:gd name="p0y12" fmla="*/ 1755 h 1875"/>
              <a:gd name="p0x13" fmla="*/ 0 w 8475"/>
              <a:gd name="p0y13" fmla="*/ 120 h 1875"/>
              <a:gd name="p0x14" fmla="*/ 0 w 8475"/>
              <a:gd name="p0y14" fmla="*/ 53 h 1875"/>
              <a:gd name="p0x15" fmla="*/ 53 w 8475"/>
              <a:gd name="p0y15" fmla="*/ 0 h 1875"/>
              <a:gd name="p0x16" fmla="*/ 120 w 8475"/>
              <a:gd name="p0y16" fmla="*/ 0 h 18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38"/>
            </p:custDataLst>
          </p:nvPr>
        </p:nvSpPr>
        <p:spPr>
          <a:xfrm>
            <a:off x="6429375" y="412051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6496050" y="4182110"/>
            <a:ext cx="209550" cy="214630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42"/>
            </p:custDataLst>
          </p:nvPr>
        </p:nvSpPr>
        <p:spPr>
          <a:xfrm>
            <a:off x="6886575" y="4158634"/>
            <a:ext cx="2772747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不在</a:t>
            </a:r>
            <a:r>
              <a:rPr lang="en-US" alt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里直接操作</a:t>
            </a:r>
            <a:r>
              <a:rPr lang="en-US" alt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</a:t>
            </a:r>
            <a:endParaRPr lang="zh-CN" altLang="en-US" sz="15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43"/>
            </p:custDataLst>
          </p:nvPr>
        </p:nvSpPr>
        <p:spPr>
          <a:xfrm>
            <a:off x="6429375" y="4562494"/>
            <a:ext cx="499110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保持单向依赖</a:t>
            </a:r>
            <a:endParaRPr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44"/>
            </p:custDataLst>
          </p:nvPr>
        </p:nvSpPr>
        <p:spPr>
          <a:xfrm>
            <a:off x="6233795" y="5281295"/>
            <a:ext cx="5381625" cy="1190625"/>
          </a:xfrm>
          <a:custGeom>
            <a:avLst/>
            <a:gdLst>
              <a:gd name="sw" fmla="*/ 1 w 8475"/>
              <a:gd name="sh" fmla="*/ 1 h 1875"/>
              <a:gd name="mins" fmla="min sw sh"/>
              <a:gd name="dsw" fmla="+- 0 sw mins"/>
              <a:gd name="dsh" fmla="+- 0 sh mins"/>
              <a:gd name="p0x0" fmla="*/ 120 w 8475"/>
              <a:gd name="p0y0" fmla="*/ 0 h 1875"/>
              <a:gd name="p0x1" fmla="*/ 8355 w 8475"/>
              <a:gd name="p0y1" fmla="*/ 0 h 1875"/>
              <a:gd name="p0x2" fmla="*/ 8421 w 8475"/>
              <a:gd name="p0y2" fmla="*/ 0 h 1875"/>
              <a:gd name="p0x3" fmla="*/ 8475 w 8475"/>
              <a:gd name="p0y3" fmla="*/ 53 h 1875"/>
              <a:gd name="p0x4" fmla="*/ 8475 w 8475"/>
              <a:gd name="p0y4" fmla="*/ 120 h 1875"/>
              <a:gd name="p0x5" fmla="*/ 8475 w 8475"/>
              <a:gd name="p0y5" fmla="*/ 1755 h 1875"/>
              <a:gd name="p0x6" fmla="*/ 8475 w 8475"/>
              <a:gd name="p0y6" fmla="*/ 1821 h 1875"/>
              <a:gd name="p0x7" fmla="*/ 8421 w 8475"/>
              <a:gd name="p0y7" fmla="*/ 1875 h 1875"/>
              <a:gd name="p0x8" fmla="*/ 8355 w 8475"/>
              <a:gd name="p0y8" fmla="*/ 1875 h 1875"/>
              <a:gd name="p0x9" fmla="*/ 120 w 8475"/>
              <a:gd name="p0y9" fmla="*/ 1875 h 1875"/>
              <a:gd name="p0x10" fmla="*/ 53 w 8475"/>
              <a:gd name="p0y10" fmla="*/ 1875 h 1875"/>
              <a:gd name="p0x11" fmla="*/ 0 w 8475"/>
              <a:gd name="p0y11" fmla="*/ 1821 h 1875"/>
              <a:gd name="p0x12" fmla="*/ 0 w 8475"/>
              <a:gd name="p0y12" fmla="*/ 1755 h 1875"/>
              <a:gd name="p0x13" fmla="*/ 0 w 8475"/>
              <a:gd name="p0y13" fmla="*/ 120 h 1875"/>
              <a:gd name="p0x14" fmla="*/ 0 w 8475"/>
              <a:gd name="p0y14" fmla="*/ 53 h 1875"/>
              <a:gd name="p0x15" fmla="*/ 53 w 8475"/>
              <a:gd name="p0y15" fmla="*/ 0 h 1875"/>
              <a:gd name="p0x16" fmla="*/ 120 w 8475"/>
              <a:gd name="p0y16" fmla="*/ 0 h 18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45"/>
            </p:custDataLst>
          </p:nvPr>
        </p:nvSpPr>
        <p:spPr>
          <a:xfrm>
            <a:off x="6429375" y="547687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6496050" y="5538470"/>
            <a:ext cx="209550" cy="21463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9"/>
            </p:custDataLst>
          </p:nvPr>
        </p:nvSpPr>
        <p:spPr>
          <a:xfrm>
            <a:off x="6886575" y="5514975"/>
            <a:ext cx="1344216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的协同</a:t>
            </a:r>
            <a:endParaRPr lang="zh-CN" altLang="en-US" sz="15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50"/>
            </p:custDataLst>
          </p:nvPr>
        </p:nvSpPr>
        <p:spPr>
          <a:xfrm>
            <a:off x="6429375" y="5918835"/>
            <a:ext cx="4991100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元游戏为经典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MVC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；局内变体为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"ECS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组件为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Model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View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为预制体节点、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Controller/System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负责输入与同步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endParaRPr lang="en-US" alt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MVC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11039475" cy="2754630"/>
          </a:xfrm>
          <a:custGeom>
            <a:avLst/>
            <a:gdLst>
              <a:gd name="sw" fmla="*/ 1 w 17385"/>
              <a:gd name="sh" fmla="*/ 1 h 4338"/>
              <a:gd name="mins" fmla="min sw sh"/>
              <a:gd name="dsw" fmla="+- 0 sw mins"/>
              <a:gd name="dsh" fmla="+- 0 sh mins"/>
              <a:gd name="p0x0" fmla="*/ 120 w 17385"/>
              <a:gd name="p0y0" fmla="*/ 0 h 4338"/>
              <a:gd name="p0x1" fmla="*/ 17265 w 17385"/>
              <a:gd name="p0y1" fmla="*/ 0 h 4338"/>
              <a:gd name="p0x2" fmla="*/ 17331 w 17385"/>
              <a:gd name="p0y2" fmla="*/ 0 h 4338"/>
              <a:gd name="p0x3" fmla="*/ 17385 w 17385"/>
              <a:gd name="p0y3" fmla="*/ 53 h 4338"/>
              <a:gd name="p0x4" fmla="*/ 17385 w 17385"/>
              <a:gd name="p0y4" fmla="*/ 120 h 4338"/>
              <a:gd name="p0x5" fmla="*/ 17385 w 17385"/>
              <a:gd name="p0y5" fmla="*/ 4218 h 4338"/>
              <a:gd name="p0x6" fmla="*/ 17385 w 17385"/>
              <a:gd name="p0y6" fmla="*/ 4284 h 4338"/>
              <a:gd name="p0x7" fmla="*/ 17331 w 17385"/>
              <a:gd name="p0y7" fmla="*/ 4338 h 4338"/>
              <a:gd name="p0x8" fmla="*/ 17265 w 17385"/>
              <a:gd name="p0y8" fmla="*/ 4338 h 4338"/>
              <a:gd name="p0x9" fmla="*/ 120 w 17385"/>
              <a:gd name="p0y9" fmla="*/ 4338 h 4338"/>
              <a:gd name="p0x10" fmla="*/ 53 w 17385"/>
              <a:gd name="p0y10" fmla="*/ 4338 h 4338"/>
              <a:gd name="p0x11" fmla="*/ 0 w 17385"/>
              <a:gd name="p0y11" fmla="*/ 4284 h 4338"/>
              <a:gd name="p0x12" fmla="*/ 0 w 17385"/>
              <a:gd name="p0y12" fmla="*/ 4218 h 4338"/>
              <a:gd name="p0x13" fmla="*/ 0 w 17385"/>
              <a:gd name="p0y13" fmla="*/ 120 h 4338"/>
              <a:gd name="p0x14" fmla="*/ 0 w 17385"/>
              <a:gd name="p0y14" fmla="*/ 53 h 4338"/>
              <a:gd name="p0x15" fmla="*/ 53 w 17385"/>
              <a:gd name="p0y15" fmla="*/ 0 h 4338"/>
              <a:gd name="p0x16" fmla="*/ 120 w 17385"/>
              <a:gd name="p0y16" fmla="*/ 0 h 43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4895850" y="1815484"/>
            <a:ext cx="24003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生命周期状态流转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4"/>
            </p:custDataLst>
          </p:nvPr>
        </p:nvSpPr>
        <p:spPr>
          <a:xfrm>
            <a:off x="1001395" y="2320290"/>
            <a:ext cx="876935" cy="381000"/>
          </a:xfrm>
          <a:custGeom>
            <a:avLst/>
            <a:gdLst>
              <a:gd name="sw" fmla="*/ 1 w 1381"/>
              <a:gd name="sh" fmla="*/ 1 h 600"/>
              <a:gd name="mins" fmla="min sw sh"/>
              <a:gd name="dsw" fmla="+- 0 sw mins"/>
              <a:gd name="dsh" fmla="+- 0 sh mins"/>
              <a:gd name="p0x0" fmla="*/ 60 w 1381"/>
              <a:gd name="p0y0" fmla="*/ 0 h 600"/>
              <a:gd name="p0x1" fmla="*/ 1321 w 1381"/>
              <a:gd name="p0y1" fmla="*/ 0 h 600"/>
              <a:gd name="p0x2" fmla="*/ 1354 w 1381"/>
              <a:gd name="p0y2" fmla="*/ 0 h 600"/>
              <a:gd name="p0x3" fmla="*/ 1381 w 1381"/>
              <a:gd name="p0y3" fmla="*/ 26 h 600"/>
              <a:gd name="p0x4" fmla="*/ 1381 w 1381"/>
              <a:gd name="p0y4" fmla="*/ 60 h 600"/>
              <a:gd name="p0x5" fmla="*/ 1381 w 1381"/>
              <a:gd name="p0y5" fmla="*/ 540 h 600"/>
              <a:gd name="p0x6" fmla="*/ 1381 w 1381"/>
              <a:gd name="p0y6" fmla="*/ 573 h 600"/>
              <a:gd name="p0x7" fmla="*/ 1354 w 1381"/>
              <a:gd name="p0y7" fmla="*/ 600 h 600"/>
              <a:gd name="p0x8" fmla="*/ 1321 w 1381"/>
              <a:gd name="p0y8" fmla="*/ 600 h 600"/>
              <a:gd name="p0x9" fmla="*/ 60 w 1381"/>
              <a:gd name="p0y9" fmla="*/ 600 h 600"/>
              <a:gd name="p0x10" fmla="*/ 26 w 1381"/>
              <a:gd name="p0y10" fmla="*/ 600 h 600"/>
              <a:gd name="p0x11" fmla="*/ 0 w 1381"/>
              <a:gd name="p0y11" fmla="*/ 573 h 600"/>
              <a:gd name="p0x12" fmla="*/ 0 w 1381"/>
              <a:gd name="p0y12" fmla="*/ 540 h 600"/>
              <a:gd name="p0x13" fmla="*/ 0 w 1381"/>
              <a:gd name="p0y13" fmla="*/ 60 h 600"/>
              <a:gd name="p0x14" fmla="*/ 0 w 1381"/>
              <a:gd name="p0y14" fmla="*/ 26 h 600"/>
              <a:gd name="p0x15" fmla="*/ 26 w 1381"/>
              <a:gd name="p0y15" fmla="*/ 0 h 600"/>
              <a:gd name="p0x16" fmla="*/ 60 w 1381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1115768" y="2396509"/>
            <a:ext cx="819893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B8C6FF"/>
                </a:solidFill>
                <a:latin typeface="微软雅黑" panose="020B0503020204020204" charset="-122"/>
                <a:ea typeface="微软雅黑" panose="020B0503020204020204" charset="-122"/>
              </a:rPr>
              <a:t>Created</a:t>
            </a:r>
            <a:endParaRPr sz="1350">
              <a:solidFill>
                <a:srgbClr val="B8C6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1954711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7"/>
            </p:custDataLst>
          </p:nvPr>
        </p:nvSpPr>
        <p:spPr>
          <a:xfrm>
            <a:off x="2297430" y="2320290"/>
            <a:ext cx="989965" cy="381000"/>
          </a:xfrm>
          <a:custGeom>
            <a:avLst/>
            <a:gdLst>
              <a:gd name="sw" fmla="*/ 1 w 1558"/>
              <a:gd name="sh" fmla="*/ 1 h 600"/>
              <a:gd name="mins" fmla="min sw sh"/>
              <a:gd name="dsw" fmla="+- 0 sw mins"/>
              <a:gd name="dsh" fmla="+- 0 sh mins"/>
              <a:gd name="p0x0" fmla="*/ 60 w 1558"/>
              <a:gd name="p0y0" fmla="*/ 0 h 600"/>
              <a:gd name="p0x1" fmla="*/ 1498 w 1558"/>
              <a:gd name="p0y1" fmla="*/ 0 h 600"/>
              <a:gd name="p0x2" fmla="*/ 1531 w 1558"/>
              <a:gd name="p0y2" fmla="*/ 0 h 600"/>
              <a:gd name="p0x3" fmla="*/ 1558 w 1558"/>
              <a:gd name="p0y3" fmla="*/ 26 h 600"/>
              <a:gd name="p0x4" fmla="*/ 1558 w 1558"/>
              <a:gd name="p0y4" fmla="*/ 60 h 600"/>
              <a:gd name="p0x5" fmla="*/ 1558 w 1558"/>
              <a:gd name="p0y5" fmla="*/ 540 h 600"/>
              <a:gd name="p0x6" fmla="*/ 1558 w 1558"/>
              <a:gd name="p0y6" fmla="*/ 573 h 600"/>
              <a:gd name="p0x7" fmla="*/ 1531 w 1558"/>
              <a:gd name="p0y7" fmla="*/ 600 h 600"/>
              <a:gd name="p0x8" fmla="*/ 1498 w 1558"/>
              <a:gd name="p0y8" fmla="*/ 600 h 600"/>
              <a:gd name="p0x9" fmla="*/ 60 w 1558"/>
              <a:gd name="p0y9" fmla="*/ 600 h 600"/>
              <a:gd name="p0x10" fmla="*/ 26 w 1558"/>
              <a:gd name="p0y10" fmla="*/ 600 h 600"/>
              <a:gd name="p0x11" fmla="*/ 0 w 1558"/>
              <a:gd name="p0y11" fmla="*/ 573 h 600"/>
              <a:gd name="p0x12" fmla="*/ 0 w 1558"/>
              <a:gd name="p0y12" fmla="*/ 540 h 600"/>
              <a:gd name="p0x13" fmla="*/ 0 w 1558"/>
              <a:gd name="p0y13" fmla="*/ 60 h 600"/>
              <a:gd name="p0x14" fmla="*/ 0 w 1558"/>
              <a:gd name="p0y14" fmla="*/ 26 h 600"/>
              <a:gd name="p0x15" fmla="*/ 26 w 1558"/>
              <a:gd name="p0y15" fmla="*/ 0 h 600"/>
              <a:gd name="p0x16" fmla="*/ 60 w 1558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E1C0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2411911" y="2396509"/>
            <a:ext cx="932707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2E6D8"/>
                </a:solidFill>
                <a:latin typeface="微软雅黑" panose="020B0503020204020204" charset="-122"/>
                <a:ea typeface="微软雅黑" panose="020B0503020204020204" charset="-122"/>
              </a:rPr>
              <a:t>initialize()</a:t>
            </a:r>
            <a:endParaRPr sz="1350">
              <a:solidFill>
                <a:srgbClr val="F2E6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3363668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0"/>
            </p:custDataLst>
          </p:nvPr>
        </p:nvSpPr>
        <p:spPr>
          <a:xfrm>
            <a:off x="3706495" y="2320290"/>
            <a:ext cx="979805" cy="381000"/>
          </a:xfrm>
          <a:custGeom>
            <a:avLst/>
            <a:gdLst>
              <a:gd name="sw" fmla="*/ 1 w 1543"/>
              <a:gd name="sh" fmla="*/ 1 h 600"/>
              <a:gd name="mins" fmla="min sw sh"/>
              <a:gd name="dsw" fmla="+- 0 sw mins"/>
              <a:gd name="dsh" fmla="+- 0 sh mins"/>
              <a:gd name="p0x0" fmla="*/ 60 w 1543"/>
              <a:gd name="p0y0" fmla="*/ 0 h 600"/>
              <a:gd name="p0x1" fmla="*/ 1483 w 1543"/>
              <a:gd name="p0y1" fmla="*/ 0 h 600"/>
              <a:gd name="p0x2" fmla="*/ 1516 w 1543"/>
              <a:gd name="p0y2" fmla="*/ 0 h 600"/>
              <a:gd name="p0x3" fmla="*/ 1543 w 1543"/>
              <a:gd name="p0y3" fmla="*/ 26 h 600"/>
              <a:gd name="p0x4" fmla="*/ 1543 w 1543"/>
              <a:gd name="p0y4" fmla="*/ 60 h 600"/>
              <a:gd name="p0x5" fmla="*/ 1543 w 1543"/>
              <a:gd name="p0y5" fmla="*/ 540 h 600"/>
              <a:gd name="p0x6" fmla="*/ 1543 w 1543"/>
              <a:gd name="p0y6" fmla="*/ 573 h 600"/>
              <a:gd name="p0x7" fmla="*/ 1516 w 1543"/>
              <a:gd name="p0y7" fmla="*/ 600 h 600"/>
              <a:gd name="p0x8" fmla="*/ 1483 w 1543"/>
              <a:gd name="p0y8" fmla="*/ 600 h 600"/>
              <a:gd name="p0x9" fmla="*/ 60 w 1543"/>
              <a:gd name="p0y9" fmla="*/ 600 h 600"/>
              <a:gd name="p0x10" fmla="*/ 26 w 1543"/>
              <a:gd name="p0y10" fmla="*/ 600 h 600"/>
              <a:gd name="p0x11" fmla="*/ 0 w 1543"/>
              <a:gd name="p0y11" fmla="*/ 573 h 600"/>
              <a:gd name="p0x12" fmla="*/ 0 w 1543"/>
              <a:gd name="p0y12" fmla="*/ 540 h 600"/>
              <a:gd name="p0x13" fmla="*/ 0 w 1543"/>
              <a:gd name="p0y13" fmla="*/ 60 h 600"/>
              <a:gd name="p0x14" fmla="*/ 0 w 1543"/>
              <a:gd name="p0y14" fmla="*/ 26 h 600"/>
              <a:gd name="p0x15" fmla="*/ 26 w 1543"/>
              <a:gd name="p0y15" fmla="*/ 0 h 600"/>
              <a:gd name="p0x16" fmla="*/ 60 w 1543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3820868" y="2396509"/>
            <a:ext cx="92310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B8C6FF"/>
                </a:solidFill>
                <a:latin typeface="微软雅黑" panose="020B0503020204020204" charset="-122"/>
                <a:ea typeface="微软雅黑" panose="020B0503020204020204" charset="-122"/>
              </a:rPr>
              <a:t>Initialized</a:t>
            </a:r>
            <a:endParaRPr sz="1350">
              <a:solidFill>
                <a:srgbClr val="B8C6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4763024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5105400" y="2320290"/>
            <a:ext cx="786130" cy="381000"/>
          </a:xfrm>
          <a:custGeom>
            <a:avLst/>
            <a:gdLst>
              <a:gd name="sw" fmla="*/ 1 w 1238"/>
              <a:gd name="sh" fmla="*/ 1 h 600"/>
              <a:gd name="mins" fmla="min sw sh"/>
              <a:gd name="dsw" fmla="+- 0 sw mins"/>
              <a:gd name="dsh" fmla="+- 0 sh mins"/>
              <a:gd name="p0x0" fmla="*/ 60 w 1238"/>
              <a:gd name="p0y0" fmla="*/ 0 h 600"/>
              <a:gd name="p0x1" fmla="*/ 1178 w 1238"/>
              <a:gd name="p0y1" fmla="*/ 0 h 600"/>
              <a:gd name="p0x2" fmla="*/ 1211 w 1238"/>
              <a:gd name="p0y2" fmla="*/ 0 h 600"/>
              <a:gd name="p0x3" fmla="*/ 1238 w 1238"/>
              <a:gd name="p0y3" fmla="*/ 26 h 600"/>
              <a:gd name="p0x4" fmla="*/ 1238 w 1238"/>
              <a:gd name="p0y4" fmla="*/ 60 h 600"/>
              <a:gd name="p0x5" fmla="*/ 1238 w 1238"/>
              <a:gd name="p0y5" fmla="*/ 540 h 600"/>
              <a:gd name="p0x6" fmla="*/ 1238 w 1238"/>
              <a:gd name="p0y6" fmla="*/ 573 h 600"/>
              <a:gd name="p0x7" fmla="*/ 1211 w 1238"/>
              <a:gd name="p0y7" fmla="*/ 600 h 600"/>
              <a:gd name="p0x8" fmla="*/ 1178 w 1238"/>
              <a:gd name="p0y8" fmla="*/ 600 h 600"/>
              <a:gd name="p0x9" fmla="*/ 60 w 1238"/>
              <a:gd name="p0y9" fmla="*/ 600 h 600"/>
              <a:gd name="p0x10" fmla="*/ 26 w 1238"/>
              <a:gd name="p0y10" fmla="*/ 600 h 600"/>
              <a:gd name="p0x11" fmla="*/ 0 w 1238"/>
              <a:gd name="p0y11" fmla="*/ 573 h 600"/>
              <a:gd name="p0x12" fmla="*/ 0 w 1238"/>
              <a:gd name="p0y12" fmla="*/ 540 h 600"/>
              <a:gd name="p0x13" fmla="*/ 0 w 1238"/>
              <a:gd name="p0y13" fmla="*/ 60 h 600"/>
              <a:gd name="p0x14" fmla="*/ 0 w 1238"/>
              <a:gd name="p0y14" fmla="*/ 26 h 600"/>
              <a:gd name="p0x15" fmla="*/ 26 w 1238"/>
              <a:gd name="p0y15" fmla="*/ 0 h 600"/>
              <a:gd name="p0x16" fmla="*/ 60 w 1238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E1C0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5220224" y="2396509"/>
            <a:ext cx="729034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2E6D8"/>
                </a:solidFill>
                <a:latin typeface="微软雅黑" panose="020B0503020204020204" charset="-122"/>
                <a:ea typeface="微软雅黑" panose="020B0503020204020204" charset="-122"/>
              </a:rPr>
              <a:t>show()</a:t>
            </a:r>
            <a:endParaRPr sz="1350">
              <a:solidFill>
                <a:srgbClr val="F2E6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5968308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16"/>
            </p:custDataLst>
          </p:nvPr>
        </p:nvSpPr>
        <p:spPr>
          <a:xfrm>
            <a:off x="6310630" y="2320290"/>
            <a:ext cx="790575" cy="381000"/>
          </a:xfrm>
          <a:custGeom>
            <a:avLst/>
            <a:gdLst>
              <a:gd name="sw" fmla="*/ 1 w 1244"/>
              <a:gd name="sh" fmla="*/ 1 h 600"/>
              <a:gd name="mins" fmla="min sw sh"/>
              <a:gd name="dsw" fmla="+- 0 sw mins"/>
              <a:gd name="dsh" fmla="+- 0 sh mins"/>
              <a:gd name="p0x0" fmla="*/ 60 w 1244"/>
              <a:gd name="p0y0" fmla="*/ 0 h 600"/>
              <a:gd name="p0x1" fmla="*/ 1184 w 1244"/>
              <a:gd name="p0y1" fmla="*/ 0 h 600"/>
              <a:gd name="p0x2" fmla="*/ 1217 w 1244"/>
              <a:gd name="p0y2" fmla="*/ 0 h 600"/>
              <a:gd name="p0x3" fmla="*/ 1244 w 1244"/>
              <a:gd name="p0y3" fmla="*/ 26 h 600"/>
              <a:gd name="p0x4" fmla="*/ 1244 w 1244"/>
              <a:gd name="p0y4" fmla="*/ 60 h 600"/>
              <a:gd name="p0x5" fmla="*/ 1244 w 1244"/>
              <a:gd name="p0y5" fmla="*/ 540 h 600"/>
              <a:gd name="p0x6" fmla="*/ 1244 w 1244"/>
              <a:gd name="p0y6" fmla="*/ 573 h 600"/>
              <a:gd name="p0x7" fmla="*/ 1217 w 1244"/>
              <a:gd name="p0y7" fmla="*/ 600 h 600"/>
              <a:gd name="p0x8" fmla="*/ 1184 w 1244"/>
              <a:gd name="p0y8" fmla="*/ 600 h 600"/>
              <a:gd name="p0x9" fmla="*/ 60 w 1244"/>
              <a:gd name="p0y9" fmla="*/ 600 h 600"/>
              <a:gd name="p0x10" fmla="*/ 26 w 1244"/>
              <a:gd name="p0y10" fmla="*/ 600 h 600"/>
              <a:gd name="p0x11" fmla="*/ 0 w 1244"/>
              <a:gd name="p0y11" fmla="*/ 573 h 600"/>
              <a:gd name="p0x12" fmla="*/ 0 w 1244"/>
              <a:gd name="p0y12" fmla="*/ 540 h 600"/>
              <a:gd name="p0x13" fmla="*/ 0 w 1244"/>
              <a:gd name="p0y13" fmla="*/ 60 h 600"/>
              <a:gd name="p0x14" fmla="*/ 0 w 1244"/>
              <a:gd name="p0y14" fmla="*/ 26 h 600"/>
              <a:gd name="p0x15" fmla="*/ 26 w 1244"/>
              <a:gd name="p0y15" fmla="*/ 0 h 600"/>
              <a:gd name="p0x16" fmla="*/ 60 w 1244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7"/>
            </p:custDataLst>
          </p:nvPr>
        </p:nvSpPr>
        <p:spPr>
          <a:xfrm>
            <a:off x="6425508" y="2396509"/>
            <a:ext cx="73313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B8C6FF"/>
                </a:solidFill>
                <a:latin typeface="微软雅黑" panose="020B0503020204020204" charset="-122"/>
                <a:ea typeface="微软雅黑" panose="020B0503020204020204" charset="-122"/>
              </a:rPr>
              <a:t>Shown</a:t>
            </a:r>
            <a:endParaRPr sz="1350">
              <a:solidFill>
                <a:srgbClr val="B8C6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18"/>
            </p:custDataLst>
          </p:nvPr>
        </p:nvSpPr>
        <p:spPr>
          <a:xfrm>
            <a:off x="7177687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19"/>
            </p:custDataLst>
          </p:nvPr>
        </p:nvSpPr>
        <p:spPr>
          <a:xfrm>
            <a:off x="7520305" y="2320290"/>
            <a:ext cx="695325" cy="381000"/>
          </a:xfrm>
          <a:custGeom>
            <a:avLst/>
            <a:gdLst>
              <a:gd name="sw" fmla="*/ 1 w 1095"/>
              <a:gd name="sh" fmla="*/ 1 h 600"/>
              <a:gd name="mins" fmla="min sw sh"/>
              <a:gd name="dsw" fmla="+- 0 sw mins"/>
              <a:gd name="dsh" fmla="+- 0 sh mins"/>
              <a:gd name="p0x0" fmla="*/ 60 w 1095"/>
              <a:gd name="p0y0" fmla="*/ 0 h 600"/>
              <a:gd name="p0x1" fmla="*/ 1035 w 1095"/>
              <a:gd name="p0y1" fmla="*/ 0 h 600"/>
              <a:gd name="p0x2" fmla="*/ 1068 w 1095"/>
              <a:gd name="p0y2" fmla="*/ 0 h 600"/>
              <a:gd name="p0x3" fmla="*/ 1095 w 1095"/>
              <a:gd name="p0y3" fmla="*/ 26 h 600"/>
              <a:gd name="p0x4" fmla="*/ 1095 w 1095"/>
              <a:gd name="p0y4" fmla="*/ 60 h 600"/>
              <a:gd name="p0x5" fmla="*/ 1095 w 1095"/>
              <a:gd name="p0y5" fmla="*/ 540 h 600"/>
              <a:gd name="p0x6" fmla="*/ 1095 w 1095"/>
              <a:gd name="p0y6" fmla="*/ 573 h 600"/>
              <a:gd name="p0x7" fmla="*/ 1068 w 1095"/>
              <a:gd name="p0y7" fmla="*/ 600 h 600"/>
              <a:gd name="p0x8" fmla="*/ 1035 w 1095"/>
              <a:gd name="p0y8" fmla="*/ 600 h 600"/>
              <a:gd name="p0x9" fmla="*/ 60 w 1095"/>
              <a:gd name="p0y9" fmla="*/ 600 h 600"/>
              <a:gd name="p0x10" fmla="*/ 26 w 1095"/>
              <a:gd name="p0y10" fmla="*/ 600 h 600"/>
              <a:gd name="p0x11" fmla="*/ 0 w 1095"/>
              <a:gd name="p0y11" fmla="*/ 573 h 600"/>
              <a:gd name="p0x12" fmla="*/ 0 w 1095"/>
              <a:gd name="p0y12" fmla="*/ 540 h 600"/>
              <a:gd name="p0x13" fmla="*/ 0 w 1095"/>
              <a:gd name="p0y13" fmla="*/ 60 h 600"/>
              <a:gd name="p0x14" fmla="*/ 0 w 1095"/>
              <a:gd name="p0y14" fmla="*/ 26 h 600"/>
              <a:gd name="p0x15" fmla="*/ 26 w 1095"/>
              <a:gd name="p0y15" fmla="*/ 0 h 600"/>
              <a:gd name="p0x16" fmla="*/ 60 w 1095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E1C0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634887" y="2396509"/>
            <a:ext cx="638327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2E6D8"/>
                </a:solidFill>
                <a:latin typeface="微软雅黑" panose="020B0503020204020204" charset="-122"/>
                <a:ea typeface="微软雅黑" panose="020B0503020204020204" charset="-122"/>
              </a:rPr>
              <a:t>hide()</a:t>
            </a:r>
            <a:endParaRPr sz="1350">
              <a:solidFill>
                <a:srgbClr val="F2E6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1"/>
            </p:custDataLst>
          </p:nvPr>
        </p:nvSpPr>
        <p:spPr>
          <a:xfrm>
            <a:off x="8292255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2"/>
            </p:custDataLst>
          </p:nvPr>
        </p:nvSpPr>
        <p:spPr>
          <a:xfrm>
            <a:off x="8634730" y="2320290"/>
            <a:ext cx="811530" cy="381000"/>
          </a:xfrm>
          <a:custGeom>
            <a:avLst/>
            <a:gdLst>
              <a:gd name="sw" fmla="*/ 1 w 1277"/>
              <a:gd name="sh" fmla="*/ 1 h 600"/>
              <a:gd name="mins" fmla="min sw sh"/>
              <a:gd name="dsw" fmla="+- 0 sw mins"/>
              <a:gd name="dsh" fmla="+- 0 sh mins"/>
              <a:gd name="p0x0" fmla="*/ 60 w 1277"/>
              <a:gd name="p0y0" fmla="*/ 0 h 600"/>
              <a:gd name="p0x1" fmla="*/ 1217 w 1277"/>
              <a:gd name="p0y1" fmla="*/ 0 h 600"/>
              <a:gd name="p0x2" fmla="*/ 1250 w 1277"/>
              <a:gd name="p0y2" fmla="*/ 0 h 600"/>
              <a:gd name="p0x3" fmla="*/ 1277 w 1277"/>
              <a:gd name="p0y3" fmla="*/ 26 h 600"/>
              <a:gd name="p0x4" fmla="*/ 1277 w 1277"/>
              <a:gd name="p0y4" fmla="*/ 60 h 600"/>
              <a:gd name="p0x5" fmla="*/ 1277 w 1277"/>
              <a:gd name="p0y5" fmla="*/ 540 h 600"/>
              <a:gd name="p0x6" fmla="*/ 1277 w 1277"/>
              <a:gd name="p0y6" fmla="*/ 573 h 600"/>
              <a:gd name="p0x7" fmla="*/ 1250 w 1277"/>
              <a:gd name="p0y7" fmla="*/ 600 h 600"/>
              <a:gd name="p0x8" fmla="*/ 1217 w 1277"/>
              <a:gd name="p0y8" fmla="*/ 600 h 600"/>
              <a:gd name="p0x9" fmla="*/ 60 w 1277"/>
              <a:gd name="p0y9" fmla="*/ 600 h 600"/>
              <a:gd name="p0x10" fmla="*/ 26 w 1277"/>
              <a:gd name="p0y10" fmla="*/ 600 h 600"/>
              <a:gd name="p0x11" fmla="*/ 0 w 1277"/>
              <a:gd name="p0y11" fmla="*/ 573 h 600"/>
              <a:gd name="p0x12" fmla="*/ 0 w 1277"/>
              <a:gd name="p0y12" fmla="*/ 540 h 600"/>
              <a:gd name="p0x13" fmla="*/ 0 w 1277"/>
              <a:gd name="p0y13" fmla="*/ 60 h 600"/>
              <a:gd name="p0x14" fmla="*/ 0 w 1277"/>
              <a:gd name="p0y14" fmla="*/ 26 h 600"/>
              <a:gd name="p0x15" fmla="*/ 26 w 1277"/>
              <a:gd name="p0y15" fmla="*/ 0 h 600"/>
              <a:gd name="p0x16" fmla="*/ 60 w 1277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3"/>
            </p:custDataLst>
          </p:nvPr>
        </p:nvSpPr>
        <p:spPr>
          <a:xfrm>
            <a:off x="8749455" y="2396509"/>
            <a:ext cx="75426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B8C6FF"/>
                </a:solidFill>
                <a:latin typeface="微软雅黑" panose="020B0503020204020204" charset="-122"/>
                <a:ea typeface="微软雅黑" panose="020B0503020204020204" charset="-122"/>
              </a:rPr>
              <a:t>Hidden</a:t>
            </a:r>
            <a:endParaRPr sz="1350">
              <a:solidFill>
                <a:srgbClr val="B8C6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4"/>
            </p:custDataLst>
          </p:nvPr>
        </p:nvSpPr>
        <p:spPr>
          <a:xfrm>
            <a:off x="9522771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5"/>
            </p:custDataLst>
          </p:nvPr>
        </p:nvSpPr>
        <p:spPr>
          <a:xfrm>
            <a:off x="9865360" y="2320290"/>
            <a:ext cx="981710" cy="381000"/>
          </a:xfrm>
          <a:custGeom>
            <a:avLst/>
            <a:gdLst>
              <a:gd name="sw" fmla="*/ 1 w 1546"/>
              <a:gd name="sh" fmla="*/ 1 h 600"/>
              <a:gd name="mins" fmla="min sw sh"/>
              <a:gd name="dsw" fmla="+- 0 sw mins"/>
              <a:gd name="dsh" fmla="+- 0 sh mins"/>
              <a:gd name="p0x0" fmla="*/ 60 w 1546"/>
              <a:gd name="p0y0" fmla="*/ 0 h 600"/>
              <a:gd name="p0x1" fmla="*/ 1486 w 1546"/>
              <a:gd name="p0y1" fmla="*/ 0 h 600"/>
              <a:gd name="p0x2" fmla="*/ 1519 w 1546"/>
              <a:gd name="p0y2" fmla="*/ 0 h 600"/>
              <a:gd name="p0x3" fmla="*/ 1546 w 1546"/>
              <a:gd name="p0y3" fmla="*/ 26 h 600"/>
              <a:gd name="p0x4" fmla="*/ 1546 w 1546"/>
              <a:gd name="p0y4" fmla="*/ 60 h 600"/>
              <a:gd name="p0x5" fmla="*/ 1546 w 1546"/>
              <a:gd name="p0y5" fmla="*/ 540 h 600"/>
              <a:gd name="p0x6" fmla="*/ 1546 w 1546"/>
              <a:gd name="p0y6" fmla="*/ 573 h 600"/>
              <a:gd name="p0x7" fmla="*/ 1519 w 1546"/>
              <a:gd name="p0y7" fmla="*/ 600 h 600"/>
              <a:gd name="p0x8" fmla="*/ 1486 w 1546"/>
              <a:gd name="p0y8" fmla="*/ 600 h 600"/>
              <a:gd name="p0x9" fmla="*/ 60 w 1546"/>
              <a:gd name="p0y9" fmla="*/ 600 h 600"/>
              <a:gd name="p0x10" fmla="*/ 26 w 1546"/>
              <a:gd name="p0y10" fmla="*/ 600 h 600"/>
              <a:gd name="p0x11" fmla="*/ 0 w 1546"/>
              <a:gd name="p0y11" fmla="*/ 573 h 600"/>
              <a:gd name="p0x12" fmla="*/ 0 w 1546"/>
              <a:gd name="p0y12" fmla="*/ 540 h 600"/>
              <a:gd name="p0x13" fmla="*/ 0 w 1546"/>
              <a:gd name="p0y13" fmla="*/ 60 h 600"/>
              <a:gd name="p0x14" fmla="*/ 0 w 1546"/>
              <a:gd name="p0y14" fmla="*/ 26 h 600"/>
              <a:gd name="p0x15" fmla="*/ 26 w 1546"/>
              <a:gd name="p0y15" fmla="*/ 0 h 600"/>
              <a:gd name="p0x16" fmla="*/ 60 w 1546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E1C0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6"/>
            </p:custDataLst>
          </p:nvPr>
        </p:nvSpPr>
        <p:spPr>
          <a:xfrm>
            <a:off x="9979971" y="2396509"/>
            <a:ext cx="9248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2E6D8"/>
                </a:solidFill>
                <a:latin typeface="微软雅黑" panose="020B0503020204020204" charset="-122"/>
                <a:ea typeface="微软雅黑" panose="020B0503020204020204" charset="-122"/>
              </a:rPr>
              <a:t>dispose()</a:t>
            </a:r>
            <a:endParaRPr sz="1350">
              <a:solidFill>
                <a:srgbClr val="F2E6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7"/>
            </p:custDataLst>
          </p:nvPr>
        </p:nvSpPr>
        <p:spPr>
          <a:xfrm>
            <a:off x="10923832" y="2334597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8"/>
            </p:custDataLst>
          </p:nvPr>
        </p:nvSpPr>
        <p:spPr>
          <a:xfrm>
            <a:off x="5602605" y="2777490"/>
            <a:ext cx="986155" cy="381000"/>
          </a:xfrm>
          <a:custGeom>
            <a:avLst/>
            <a:gdLst>
              <a:gd name="sw" fmla="*/ 1 w 1553"/>
              <a:gd name="sh" fmla="*/ 1 h 600"/>
              <a:gd name="mins" fmla="min sw sh"/>
              <a:gd name="dsw" fmla="+- 0 sw mins"/>
              <a:gd name="dsh" fmla="+- 0 sh mins"/>
              <a:gd name="p0x0" fmla="*/ 60 w 1553"/>
              <a:gd name="p0y0" fmla="*/ 0 h 600"/>
              <a:gd name="p0x1" fmla="*/ 1493 w 1553"/>
              <a:gd name="p0y1" fmla="*/ 0 h 600"/>
              <a:gd name="p0x2" fmla="*/ 1526 w 1553"/>
              <a:gd name="p0y2" fmla="*/ 0 h 600"/>
              <a:gd name="p0x3" fmla="*/ 1553 w 1553"/>
              <a:gd name="p0y3" fmla="*/ 26 h 600"/>
              <a:gd name="p0x4" fmla="*/ 1553 w 1553"/>
              <a:gd name="p0y4" fmla="*/ 60 h 600"/>
              <a:gd name="p0x5" fmla="*/ 1553 w 1553"/>
              <a:gd name="p0y5" fmla="*/ 540 h 600"/>
              <a:gd name="p0x6" fmla="*/ 1553 w 1553"/>
              <a:gd name="p0y6" fmla="*/ 573 h 600"/>
              <a:gd name="p0x7" fmla="*/ 1526 w 1553"/>
              <a:gd name="p0y7" fmla="*/ 600 h 600"/>
              <a:gd name="p0x8" fmla="*/ 1493 w 1553"/>
              <a:gd name="p0y8" fmla="*/ 600 h 600"/>
              <a:gd name="p0x9" fmla="*/ 60 w 1553"/>
              <a:gd name="p0y9" fmla="*/ 600 h 600"/>
              <a:gd name="p0x10" fmla="*/ 26 w 1553"/>
              <a:gd name="p0y10" fmla="*/ 600 h 600"/>
              <a:gd name="p0x11" fmla="*/ 0 w 1553"/>
              <a:gd name="p0y11" fmla="*/ 573 h 600"/>
              <a:gd name="p0x12" fmla="*/ 0 w 1553"/>
              <a:gd name="p0y12" fmla="*/ 540 h 600"/>
              <a:gd name="p0x13" fmla="*/ 0 w 1553"/>
              <a:gd name="p0y13" fmla="*/ 60 h 600"/>
              <a:gd name="p0x14" fmla="*/ 0 w 1553"/>
              <a:gd name="p0y14" fmla="*/ 26 h 600"/>
              <a:gd name="p0x15" fmla="*/ 26 w 1553"/>
              <a:gd name="p0y15" fmla="*/ 0 h 600"/>
              <a:gd name="p0x16" fmla="*/ 60 w 1553"/>
              <a:gd name="p0y16" fmla="*/ 0 h 6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24D80">
              <a:alpha val="18039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9"/>
            </p:custDataLst>
          </p:nvPr>
        </p:nvSpPr>
        <p:spPr>
          <a:xfrm>
            <a:off x="5717162" y="2853709"/>
            <a:ext cx="92913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AAB6F0"/>
                </a:solidFill>
                <a:latin typeface="微软雅黑" panose="020B0503020204020204" charset="-122"/>
                <a:ea typeface="微软雅黑" panose="020B0503020204020204" charset="-122"/>
              </a:rPr>
              <a:t>Disposed</a:t>
            </a:r>
            <a:endParaRPr sz="1350">
              <a:solidFill>
                <a:srgbClr val="AAB6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任意多边形 31"/>
          <p:cNvSpPr/>
          <p:nvPr>
            <p:custDataLst>
              <p:tags r:id="rId30"/>
            </p:custDataLst>
          </p:nvPr>
        </p:nvSpPr>
        <p:spPr>
          <a:xfrm>
            <a:off x="575945" y="4064000"/>
            <a:ext cx="5419725" cy="2407920"/>
          </a:xfrm>
          <a:custGeom>
            <a:avLst/>
            <a:gdLst>
              <a:gd name="sw" fmla="*/ 1 w 8535"/>
              <a:gd name="sh" fmla="*/ 1 h 3791"/>
              <a:gd name="mins" fmla="min sw sh"/>
              <a:gd name="dsw" fmla="+- 0 sw mins"/>
              <a:gd name="dsh" fmla="+- 0 sh mins"/>
              <a:gd name="p0x0" fmla="*/ 120 w 8535"/>
              <a:gd name="p0y0" fmla="*/ 0 h 3791"/>
              <a:gd name="p0x1" fmla="*/ 8415 w 8535"/>
              <a:gd name="p0y1" fmla="*/ 0 h 3791"/>
              <a:gd name="p0x2" fmla="*/ 8481 w 8535"/>
              <a:gd name="p0y2" fmla="*/ 0 h 3791"/>
              <a:gd name="p0x3" fmla="*/ 8535 w 8535"/>
              <a:gd name="p0y3" fmla="*/ 53 h 3791"/>
              <a:gd name="p0x4" fmla="*/ 8535 w 8535"/>
              <a:gd name="p0y4" fmla="*/ 120 h 3791"/>
              <a:gd name="p0x5" fmla="*/ 8535 w 8535"/>
              <a:gd name="p0y5" fmla="*/ 3671 h 3791"/>
              <a:gd name="p0x6" fmla="*/ 8535 w 8535"/>
              <a:gd name="p0y6" fmla="*/ 3738 h 3791"/>
              <a:gd name="p0x7" fmla="*/ 8481 w 8535"/>
              <a:gd name="p0y7" fmla="*/ 3791 h 3791"/>
              <a:gd name="p0x8" fmla="*/ 8415 w 8535"/>
              <a:gd name="p0y8" fmla="*/ 3791 h 3791"/>
              <a:gd name="p0x9" fmla="*/ 120 w 8535"/>
              <a:gd name="p0y9" fmla="*/ 3791 h 3791"/>
              <a:gd name="p0x10" fmla="*/ 53 w 8535"/>
              <a:gd name="p0y10" fmla="*/ 3791 h 3791"/>
              <a:gd name="p0x11" fmla="*/ 0 w 8535"/>
              <a:gd name="p0y11" fmla="*/ 3738 h 3791"/>
              <a:gd name="p0x12" fmla="*/ 0 w 8535"/>
              <a:gd name="p0y12" fmla="*/ 3671 h 3791"/>
              <a:gd name="p0x13" fmla="*/ 0 w 8535"/>
              <a:gd name="p0y13" fmla="*/ 120 h 3791"/>
              <a:gd name="p0x14" fmla="*/ 0 w 8535"/>
              <a:gd name="p0y14" fmla="*/ 53 h 3791"/>
              <a:gd name="p0x15" fmla="*/ 53 w 8535"/>
              <a:gd name="p0y15" fmla="*/ 0 h 3791"/>
              <a:gd name="p0x16" fmla="*/ 120 w 8535"/>
              <a:gd name="p0y16" fmla="*/ 0 h 379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任意多边形 32"/>
          <p:cNvSpPr/>
          <p:nvPr>
            <p:custDataLst>
              <p:tags r:id="rId31"/>
            </p:custDataLst>
          </p:nvPr>
        </p:nvSpPr>
        <p:spPr>
          <a:xfrm>
            <a:off x="771525" y="427736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1458" t="-1061" r="-1458" b="-1061"/>
          <a:stretch>
            <a:fillRect/>
          </a:stretch>
        </p:blipFill>
        <p:spPr>
          <a:xfrm>
            <a:off x="864235" y="4339590"/>
            <a:ext cx="156845" cy="213995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5"/>
            </p:custDataLst>
          </p:nvPr>
        </p:nvSpPr>
        <p:spPr>
          <a:xfrm>
            <a:off x="1228725" y="4273001"/>
            <a:ext cx="18669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核心方法约束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任意多边形 35"/>
          <p:cNvSpPr/>
          <p:nvPr>
            <p:custDataLst>
              <p:tags r:id="rId36"/>
            </p:custDataLst>
          </p:nvPr>
        </p:nvSpPr>
        <p:spPr>
          <a:xfrm>
            <a:off x="771525" y="484822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4F5FA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904875" y="4724486"/>
            <a:ext cx="4895850" cy="5714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show(payload?)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：若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state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Created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则抛错，要求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initialize required before show</a:t>
            </a:r>
            <a:endParaRPr lang="en-US" alt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8"/>
            </p:custDataLst>
          </p:nvPr>
        </p:nvSpPr>
        <p:spPr>
          <a:xfrm>
            <a:off x="771525" y="547306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4F5FA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9"/>
            </p:custDataLst>
          </p:nvPr>
        </p:nvSpPr>
        <p:spPr>
          <a:xfrm>
            <a:off x="904875" y="5349268"/>
            <a:ext cx="3372898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onInitialize()</a:t>
            </a: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：抽象方法，子类必须实现</a:t>
            </a:r>
            <a:endParaRPr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40"/>
            </p:custDataLst>
          </p:nvPr>
        </p:nvSpPr>
        <p:spPr>
          <a:xfrm>
            <a:off x="771525" y="582295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4F5FA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41"/>
            </p:custDataLst>
          </p:nvPr>
        </p:nvSpPr>
        <p:spPr>
          <a:xfrm>
            <a:off x="904875" y="5699760"/>
            <a:ext cx="4895850" cy="5714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onShow()</a:t>
            </a: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onHide()</a:t>
            </a: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onDispose()</a:t>
            </a: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：均为抽象方法，子类必须实现</a:t>
            </a:r>
            <a:endParaRPr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任意多边形 41"/>
          <p:cNvSpPr/>
          <p:nvPr>
            <p:custDataLst>
              <p:tags r:id="rId42"/>
            </p:custDataLst>
          </p:nvPr>
        </p:nvSpPr>
        <p:spPr>
          <a:xfrm>
            <a:off x="6195695" y="4064000"/>
            <a:ext cx="5419725" cy="2407920"/>
          </a:xfrm>
          <a:custGeom>
            <a:avLst/>
            <a:gdLst>
              <a:gd name="sw" fmla="*/ 1 w 8535"/>
              <a:gd name="sh" fmla="*/ 1 h 3791"/>
              <a:gd name="mins" fmla="min sw sh"/>
              <a:gd name="dsw" fmla="+- 0 sw mins"/>
              <a:gd name="dsh" fmla="+- 0 sh mins"/>
              <a:gd name="p0x0" fmla="*/ 120 w 8535"/>
              <a:gd name="p0y0" fmla="*/ 0 h 3791"/>
              <a:gd name="p0x1" fmla="*/ 8415 w 8535"/>
              <a:gd name="p0y1" fmla="*/ 0 h 3791"/>
              <a:gd name="p0x2" fmla="*/ 8481 w 8535"/>
              <a:gd name="p0y2" fmla="*/ 0 h 3791"/>
              <a:gd name="p0x3" fmla="*/ 8535 w 8535"/>
              <a:gd name="p0y3" fmla="*/ 53 h 3791"/>
              <a:gd name="p0x4" fmla="*/ 8535 w 8535"/>
              <a:gd name="p0y4" fmla="*/ 120 h 3791"/>
              <a:gd name="p0x5" fmla="*/ 8535 w 8535"/>
              <a:gd name="p0y5" fmla="*/ 3671 h 3791"/>
              <a:gd name="p0x6" fmla="*/ 8535 w 8535"/>
              <a:gd name="p0y6" fmla="*/ 3738 h 3791"/>
              <a:gd name="p0x7" fmla="*/ 8481 w 8535"/>
              <a:gd name="p0y7" fmla="*/ 3791 h 3791"/>
              <a:gd name="p0x8" fmla="*/ 8415 w 8535"/>
              <a:gd name="p0y8" fmla="*/ 3791 h 3791"/>
              <a:gd name="p0x9" fmla="*/ 120 w 8535"/>
              <a:gd name="p0y9" fmla="*/ 3791 h 3791"/>
              <a:gd name="p0x10" fmla="*/ 53 w 8535"/>
              <a:gd name="p0y10" fmla="*/ 3791 h 3791"/>
              <a:gd name="p0x11" fmla="*/ 0 w 8535"/>
              <a:gd name="p0y11" fmla="*/ 3738 h 3791"/>
              <a:gd name="p0x12" fmla="*/ 0 w 8535"/>
              <a:gd name="p0y12" fmla="*/ 3671 h 3791"/>
              <a:gd name="p0x13" fmla="*/ 0 w 8535"/>
              <a:gd name="p0y13" fmla="*/ 120 h 3791"/>
              <a:gd name="p0x14" fmla="*/ 0 w 8535"/>
              <a:gd name="p0y14" fmla="*/ 53 h 3791"/>
              <a:gd name="p0x15" fmla="*/ 53 w 8535"/>
              <a:gd name="p0y15" fmla="*/ 0 h 3791"/>
              <a:gd name="p0x16" fmla="*/ 120 w 8535"/>
              <a:gd name="p0y16" fmla="*/ 0 h 379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任意多边形 42"/>
          <p:cNvSpPr/>
          <p:nvPr>
            <p:custDataLst>
              <p:tags r:id="rId43"/>
            </p:custDataLst>
          </p:nvPr>
        </p:nvSpPr>
        <p:spPr>
          <a:xfrm>
            <a:off x="6391275" y="422211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5"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6457950" y="4283710"/>
            <a:ext cx="209550" cy="21463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7"/>
            </p:custDataLst>
          </p:nvPr>
        </p:nvSpPr>
        <p:spPr>
          <a:xfrm>
            <a:off x="6848475" y="4217489"/>
            <a:ext cx="2391518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UIStackManager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任意多边形 45"/>
          <p:cNvSpPr/>
          <p:nvPr>
            <p:custDataLst>
              <p:tags r:id="rId48"/>
            </p:custDataLst>
          </p:nvPr>
        </p:nvSpPr>
        <p:spPr>
          <a:xfrm>
            <a:off x="6391275" y="475043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FFE1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>
            <p:custDataLst>
              <p:tags r:id="rId49"/>
            </p:custDataLst>
          </p:nvPr>
        </p:nvSpPr>
        <p:spPr>
          <a:xfrm>
            <a:off x="6524625" y="4626854"/>
            <a:ext cx="4051992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register(id, factory)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：注册路由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→Controller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工厂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任意多边形 47"/>
          <p:cNvSpPr/>
          <p:nvPr>
            <p:custDataLst>
              <p:tags r:id="rId50"/>
            </p:custDataLst>
          </p:nvPr>
        </p:nvSpPr>
        <p:spPr>
          <a:xfrm>
            <a:off x="6391275" y="502729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FFE1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>
            <p:custDataLst>
              <p:tags r:id="rId51"/>
            </p:custDataLst>
          </p:nvPr>
        </p:nvSpPr>
        <p:spPr>
          <a:xfrm>
            <a:off x="6524625" y="4903975"/>
            <a:ext cx="4895850" cy="5714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push(id, payload?)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：隐藏栈顶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新建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Controller→initialize→show→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入栈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任意多边形 49"/>
          <p:cNvSpPr/>
          <p:nvPr>
            <p:custDataLst>
              <p:tags r:id="rId52"/>
            </p:custDataLst>
          </p:nvPr>
        </p:nvSpPr>
        <p:spPr>
          <a:xfrm>
            <a:off x="6391275" y="550545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FFE1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文本框 50"/>
          <p:cNvSpPr txBox="1"/>
          <p:nvPr>
            <p:custDataLst>
              <p:tags r:id="rId53"/>
            </p:custDataLst>
          </p:nvPr>
        </p:nvSpPr>
        <p:spPr>
          <a:xfrm>
            <a:off x="6524625" y="5381930"/>
            <a:ext cx="4895850" cy="5714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pop(expectedId?)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：弹出栈顶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→hide→dispose→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恢复下一层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show</a:t>
            </a:r>
            <a:endParaRPr lang="en-US" alt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任意多边形 51"/>
          <p:cNvSpPr/>
          <p:nvPr>
            <p:custDataLst>
              <p:tags r:id="rId54"/>
            </p:custDataLst>
          </p:nvPr>
        </p:nvSpPr>
        <p:spPr>
          <a:xfrm>
            <a:off x="6391275" y="598360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FFE1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5"/>
            </p:custDataLst>
          </p:nvPr>
        </p:nvSpPr>
        <p:spPr>
          <a:xfrm>
            <a:off x="6524625" y="5859894"/>
            <a:ext cx="4895850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操作经队列</a:t>
            </a:r>
            <a:r>
              <a:rPr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串行化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，避免并发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push/pop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乱序；同一时刻</a:t>
            </a:r>
            <a:r>
              <a:rPr lang="zh-CN" altLang="en-US"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只有一个全屏页处于</a:t>
            </a:r>
            <a:r>
              <a:rPr lang="en-US" altLang="zh-CN" sz="13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Shown</a:t>
            </a: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，避免多面板叠层、事件冲突</a:t>
            </a:r>
            <a:endParaRPr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MVC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graphicFrame>
        <p:nvGraphicFramePr>
          <p:cNvPr id="4" name="表格 3"/>
          <p:cNvGraphicFramePr/>
          <p:nvPr>
            <p:custDataLst>
              <p:tags r:id="rId2"/>
            </p:custDataLst>
          </p:nvPr>
        </p:nvGraphicFramePr>
        <p:xfrm>
          <a:off x="571500" y="1104900"/>
          <a:ext cx="11049000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9600"/>
                <a:gridCol w="6629400"/>
              </a:tblGrid>
              <a:tr h="512415">
                <a:tc>
                  <a:txBody>
                    <a:bodyPr wrap="square"/>
                    <a:p>
                      <a:pPr algn="l"/>
                      <a:r>
                        <a:rPr lang="zh-CN" altLang="en-US"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路由</a:t>
                      </a:r>
                      <a:r>
                        <a:rPr lang="en-US" altLang="zh-CN"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ID</a:t>
                      </a:r>
                      <a:endParaRPr lang="en-US" altLang="zh-CN" sz="1350" b="1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4F5FA6">
                        <a:alpha val="16078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Controller</a:t>
                      </a:r>
                      <a:endParaRPr sz="1350" b="1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4F5FA6">
                        <a:alpha val="16078"/>
                      </a:srgbClr>
                    </a:solidFill>
                  </a:tcPr>
                </a:tc>
              </a:tr>
              <a:tr h="572243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start-panel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StartPanelController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66886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select-level-panel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SelectLevelPanelController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66886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run-map-panel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RunMapPanelController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572393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reward-panel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RewardPanelController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524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2157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575945" y="4100195"/>
            <a:ext cx="11039475" cy="2371725"/>
          </a:xfrm>
          <a:custGeom>
            <a:avLst/>
            <a:gdLst>
              <a:gd name="sw" fmla="*/ 1 w 17385"/>
              <a:gd name="sh" fmla="*/ 1 h 3735"/>
              <a:gd name="mins" fmla="min sw sh"/>
              <a:gd name="dsw" fmla="+- 0 sw mins"/>
              <a:gd name="dsh" fmla="+- 0 sh mins"/>
              <a:gd name="p0x0" fmla="*/ 120 w 17385"/>
              <a:gd name="p0y0" fmla="*/ 0 h 3735"/>
              <a:gd name="p0x1" fmla="*/ 17265 w 17385"/>
              <a:gd name="p0y1" fmla="*/ 0 h 3735"/>
              <a:gd name="p0x2" fmla="*/ 17331 w 17385"/>
              <a:gd name="p0y2" fmla="*/ 0 h 3735"/>
              <a:gd name="p0x3" fmla="*/ 17385 w 17385"/>
              <a:gd name="p0y3" fmla="*/ 53 h 3735"/>
              <a:gd name="p0x4" fmla="*/ 17385 w 17385"/>
              <a:gd name="p0y4" fmla="*/ 120 h 3735"/>
              <a:gd name="p0x5" fmla="*/ 17385 w 17385"/>
              <a:gd name="p0y5" fmla="*/ 3615 h 3735"/>
              <a:gd name="p0x6" fmla="*/ 17385 w 17385"/>
              <a:gd name="p0y6" fmla="*/ 3681 h 3735"/>
              <a:gd name="p0x7" fmla="*/ 17331 w 17385"/>
              <a:gd name="p0y7" fmla="*/ 3735 h 3735"/>
              <a:gd name="p0x8" fmla="*/ 17265 w 17385"/>
              <a:gd name="p0y8" fmla="*/ 3735 h 3735"/>
              <a:gd name="p0x9" fmla="*/ 120 w 17385"/>
              <a:gd name="p0y9" fmla="*/ 3735 h 3735"/>
              <a:gd name="p0x10" fmla="*/ 53 w 17385"/>
              <a:gd name="p0y10" fmla="*/ 3735 h 3735"/>
              <a:gd name="p0x11" fmla="*/ 0 w 17385"/>
              <a:gd name="p0y11" fmla="*/ 3681 h 3735"/>
              <a:gd name="p0x12" fmla="*/ 0 w 17385"/>
              <a:gd name="p0y12" fmla="*/ 3615 h 3735"/>
              <a:gd name="p0x13" fmla="*/ 0 w 17385"/>
              <a:gd name="p0y13" fmla="*/ 120 h 3735"/>
              <a:gd name="p0x14" fmla="*/ 0 w 17385"/>
              <a:gd name="p0y14" fmla="*/ 53 h 3735"/>
              <a:gd name="p0x15" fmla="*/ 53 w 17385"/>
              <a:gd name="p0y15" fmla="*/ 0 h 3735"/>
              <a:gd name="p0x16" fmla="*/ 120 w 17385"/>
              <a:gd name="p0y16" fmla="*/ 0 h 37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>
            <p:custDataLst>
              <p:tags r:id="rId4"/>
            </p:custDataLst>
          </p:nvPr>
        </p:nvSpPr>
        <p:spPr>
          <a:xfrm>
            <a:off x="771525" y="429577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2738" t="-3067" r="-2738" b="-3067"/>
          <a:stretch>
            <a:fillRect/>
          </a:stretch>
        </p:blipFill>
        <p:spPr>
          <a:xfrm>
            <a:off x="840105" y="4376420"/>
            <a:ext cx="281305" cy="2527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304925" y="4322445"/>
            <a:ext cx="415149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RunMapPanelController </a:t>
            </a:r>
            <a:r>
              <a:rPr lang="zh-CN"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</a:t>
            </a:r>
            <a:endParaRPr lang="zh-CN"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771525" y="4848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-3333" t="-4510" r="-3333" b="-4510"/>
          <a:stretch>
            <a:fillRect/>
          </a:stretch>
        </p:blipFill>
        <p:spPr>
          <a:xfrm>
            <a:off x="828675" y="4890770"/>
            <a:ext cx="152400" cy="1765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1152525" y="4814888"/>
            <a:ext cx="6038326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持有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model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view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onShow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model.applyPayload(payload)</a:t>
            </a:r>
            <a:endParaRPr lang="en-US" altLang="zh-CN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4"/>
            </p:custDataLst>
          </p:nvPr>
        </p:nvSpPr>
        <p:spPr>
          <a:xfrm>
            <a:off x="771525" y="5229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-3860" t="-11778" r="-3860" b="-11778"/>
          <a:stretch>
            <a:fillRect/>
          </a:stretch>
        </p:blipFill>
        <p:spPr>
          <a:xfrm>
            <a:off x="807085" y="5271770"/>
            <a:ext cx="194945" cy="17653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8"/>
            </p:custDataLst>
          </p:nvPr>
        </p:nvSpPr>
        <p:spPr>
          <a:xfrm>
            <a:off x="1152525" y="5195888"/>
            <a:ext cx="429235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model.runMapState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取状态，绑定到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view</a:t>
            </a:r>
            <a:endParaRPr lang="en-US" altLang="zh-CN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9"/>
            </p:custDataLst>
          </p:nvPr>
        </p:nvSpPr>
        <p:spPr>
          <a:xfrm>
            <a:off x="771525" y="5610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 l="-3333" t="-4510" r="-3333" b="-4510"/>
          <a:stretch>
            <a:fillRect/>
          </a:stretch>
        </p:blipFill>
        <p:spPr>
          <a:xfrm>
            <a:off x="828675" y="5652770"/>
            <a:ext cx="152400" cy="17653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3"/>
            </p:custDataLst>
          </p:nvPr>
        </p:nvSpPr>
        <p:spPr>
          <a:xfrm>
            <a:off x="1152525" y="5576888"/>
            <a:ext cx="666771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view.setOnNodeClicked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监听节点点击，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handleNodeClick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处理业务逻辑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24"/>
            </p:custDataLst>
          </p:nvPr>
        </p:nvSpPr>
        <p:spPr>
          <a:xfrm>
            <a:off x="771525" y="5991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-2941" t="-4510" r="-2941" b="-4510"/>
          <a:stretch>
            <a:fillRect/>
          </a:stretch>
        </p:blipFill>
        <p:spPr>
          <a:xfrm>
            <a:off x="819150" y="6033770"/>
            <a:ext cx="171450" cy="17653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28"/>
            </p:custDataLst>
          </p:nvPr>
        </p:nvSpPr>
        <p:spPr>
          <a:xfrm>
            <a:off x="1152525" y="5957888"/>
            <a:ext cx="6632077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View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只负责画和显隐，用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mapState 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决定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alpha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、可点性，不写业务规则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MVC</a:t>
            </a:r>
            <a:r>
              <a:rPr lang="zh-CN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架构：定义、实现与验证</a:t>
            </a:r>
            <a:endParaRPr lang="zh-CN"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11039475" cy="1457325"/>
          </a:xfrm>
          <a:custGeom>
            <a:avLst/>
            <a:gdLst>
              <a:gd name="sw" fmla="*/ 1 w 17385"/>
              <a:gd name="sh" fmla="*/ 1 h 2295"/>
              <a:gd name="mins" fmla="min sw sh"/>
              <a:gd name="dsw" fmla="+- 0 sw mins"/>
              <a:gd name="dsh" fmla="+- 0 sh mins"/>
              <a:gd name="p0x0" fmla="*/ 120 w 17385"/>
              <a:gd name="p0y0" fmla="*/ 0 h 2295"/>
              <a:gd name="p0x1" fmla="*/ 17265 w 17385"/>
              <a:gd name="p0y1" fmla="*/ 0 h 2295"/>
              <a:gd name="p0x2" fmla="*/ 17331 w 17385"/>
              <a:gd name="p0y2" fmla="*/ 0 h 2295"/>
              <a:gd name="p0x3" fmla="*/ 17385 w 17385"/>
              <a:gd name="p0y3" fmla="*/ 53 h 2295"/>
              <a:gd name="p0x4" fmla="*/ 17385 w 17385"/>
              <a:gd name="p0y4" fmla="*/ 120 h 2295"/>
              <a:gd name="p0x5" fmla="*/ 17385 w 17385"/>
              <a:gd name="p0y5" fmla="*/ 2175 h 2295"/>
              <a:gd name="p0x6" fmla="*/ 17385 w 17385"/>
              <a:gd name="p0y6" fmla="*/ 2241 h 2295"/>
              <a:gd name="p0x7" fmla="*/ 17331 w 17385"/>
              <a:gd name="p0y7" fmla="*/ 2295 h 2295"/>
              <a:gd name="p0x8" fmla="*/ 17265 w 17385"/>
              <a:gd name="p0y8" fmla="*/ 2295 h 2295"/>
              <a:gd name="p0x9" fmla="*/ 120 w 17385"/>
              <a:gd name="p0y9" fmla="*/ 2295 h 2295"/>
              <a:gd name="p0x10" fmla="*/ 53 w 17385"/>
              <a:gd name="p0y10" fmla="*/ 2295 h 2295"/>
              <a:gd name="p0x11" fmla="*/ 0 w 17385"/>
              <a:gd name="p0y11" fmla="*/ 2241 h 2295"/>
              <a:gd name="p0x12" fmla="*/ 0 w 17385"/>
              <a:gd name="p0y12" fmla="*/ 2175 h 2295"/>
              <a:gd name="p0x13" fmla="*/ 0 w 17385"/>
              <a:gd name="p0y13" fmla="*/ 120 h 2295"/>
              <a:gd name="p0x14" fmla="*/ 0 w 17385"/>
              <a:gd name="p0y14" fmla="*/ 53 h 2295"/>
              <a:gd name="p0x15" fmla="*/ 53 w 17385"/>
              <a:gd name="p0y15" fmla="*/ 0 h 2295"/>
              <a:gd name="p0x16" fmla="*/ 120 w 17385"/>
              <a:gd name="p0y16" fmla="*/ 0 h 22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2979420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619" t="-19825" r="-2619" b="-19825"/>
          <a:stretch>
            <a:fillRect/>
          </a:stretch>
        </p:blipFill>
        <p:spPr>
          <a:xfrm>
            <a:off x="2996565" y="1374775"/>
            <a:ext cx="280670" cy="25273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2952007" y="1680191"/>
            <a:ext cx="503558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</a:t>
            </a:r>
            <a:r>
              <a:rPr lang="en-US" altLang="zh-CN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Tab</a:t>
            </a:r>
            <a:endParaRPr lang="en-US" altLang="zh-CN"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3420745" y="1510665"/>
            <a:ext cx="180975" cy="180975"/>
          </a:xfrm>
          <a:prstGeom prst="rect">
            <a:avLst/>
          </a:prstGeom>
        </p:spPr>
      </p:pic>
      <p:sp>
        <p:nvSpPr>
          <p:cNvPr id="9" name="任意多边形 8"/>
          <p:cNvSpPr/>
          <p:nvPr>
            <p:custDataLst>
              <p:tags r:id="rId11"/>
            </p:custDataLst>
          </p:nvPr>
        </p:nvSpPr>
        <p:spPr>
          <a:xfrm>
            <a:off x="3911600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1404" t="-10303" r="-1404" b="-10303"/>
          <a:stretch>
            <a:fillRect/>
          </a:stretch>
        </p:blipFill>
        <p:spPr>
          <a:xfrm>
            <a:off x="3975735" y="1374775"/>
            <a:ext cx="186055" cy="2527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5"/>
            </p:custDataLst>
          </p:nvPr>
        </p:nvSpPr>
        <p:spPr>
          <a:xfrm>
            <a:off x="3700834" y="1680191"/>
            <a:ext cx="870128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en-US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置</a:t>
            </a:r>
            <a:r>
              <a:rPr lang="en-US" altLang="zh-CN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paused</a:t>
            </a:r>
            <a:endParaRPr lang="en-US" altLang="zh-CN"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4535805" y="1510665"/>
            <a:ext cx="180975" cy="180975"/>
          </a:xfrm>
          <a:prstGeom prst="rect">
            <a:avLst/>
          </a:prstGeom>
        </p:spPr>
      </p:pic>
      <p:sp>
        <p:nvSpPr>
          <p:cNvPr id="13" name="任意多边形 12"/>
          <p:cNvSpPr/>
          <p:nvPr>
            <p:custDataLst>
              <p:tags r:id="rId17"/>
            </p:custDataLst>
          </p:nvPr>
        </p:nvSpPr>
        <p:spPr>
          <a:xfrm>
            <a:off x="5046345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2000" t="-3067" r="-2000" b="-3067"/>
          <a:stretch>
            <a:fillRect/>
          </a:stretch>
        </p:blipFill>
        <p:spPr>
          <a:xfrm>
            <a:off x="5079365" y="1374775"/>
            <a:ext cx="247650" cy="25273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21"/>
            </p:custDataLst>
          </p:nvPr>
        </p:nvSpPr>
        <p:spPr>
          <a:xfrm>
            <a:off x="4816230" y="1680191"/>
            <a:ext cx="908295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战斗侧</a:t>
            </a:r>
            <a:r>
              <a:rPr lang="en-US" altLang="zh-CN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return</a:t>
            </a:r>
            <a:endParaRPr lang="en-US" altLang="zh-CN"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5689600" y="1510665"/>
            <a:ext cx="180975" cy="180975"/>
          </a:xfrm>
          <a:prstGeom prst="rect">
            <a:avLst/>
          </a:prstGeom>
        </p:spPr>
      </p:pic>
      <p:sp>
        <p:nvSpPr>
          <p:cNvPr id="17" name="任意多边形 16"/>
          <p:cNvSpPr/>
          <p:nvPr>
            <p:custDataLst>
              <p:tags r:id="rId23"/>
            </p:custDataLst>
          </p:nvPr>
        </p:nvSpPr>
        <p:spPr>
          <a:xfrm>
            <a:off x="6079490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-2273" t="-3067" r="-2273" b="-3067"/>
          <a:stretch>
            <a:fillRect/>
          </a:stretch>
        </p:blipFill>
        <p:spPr>
          <a:xfrm>
            <a:off x="6127115" y="1374775"/>
            <a:ext cx="219075" cy="252730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27"/>
            </p:custDataLst>
          </p:nvPr>
        </p:nvSpPr>
        <p:spPr>
          <a:xfrm>
            <a:off x="5969794" y="1680191"/>
            <a:ext cx="667198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收事件</a:t>
            </a:r>
            <a:endParaRPr lang="zh-CN"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6602095" y="1510665"/>
            <a:ext cx="180975" cy="180975"/>
          </a:xfrm>
          <a:prstGeom prst="rect">
            <a:avLst/>
          </a:prstGeom>
        </p:spPr>
      </p:pic>
      <p:sp>
        <p:nvSpPr>
          <p:cNvPr id="21" name="任意多边形 20"/>
          <p:cNvSpPr/>
          <p:nvPr>
            <p:custDataLst>
              <p:tags r:id="rId29"/>
            </p:custDataLst>
          </p:nvPr>
        </p:nvSpPr>
        <p:spPr>
          <a:xfrm>
            <a:off x="6991350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 l="-2000" t="-3067" r="-2000" b="-3067"/>
          <a:stretch>
            <a:fillRect/>
          </a:stretch>
        </p:blipFill>
        <p:spPr>
          <a:xfrm>
            <a:off x="7025005" y="1374775"/>
            <a:ext cx="247650" cy="252730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33"/>
            </p:custDataLst>
          </p:nvPr>
        </p:nvSpPr>
        <p:spPr>
          <a:xfrm>
            <a:off x="6882261" y="1680191"/>
            <a:ext cx="66682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长按拖拽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4" name="图片 23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7513955" y="1510665"/>
            <a:ext cx="180975" cy="180975"/>
          </a:xfrm>
          <a:prstGeom prst="rect">
            <a:avLst/>
          </a:prstGeom>
        </p:spPr>
      </p:pic>
      <p:sp>
        <p:nvSpPr>
          <p:cNvPr id="25" name="任意多边形 24"/>
          <p:cNvSpPr/>
          <p:nvPr>
            <p:custDataLst>
              <p:tags r:id="rId35"/>
            </p:custDataLst>
          </p:nvPr>
        </p:nvSpPr>
        <p:spPr>
          <a:xfrm>
            <a:off x="7903845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 l="-2000" t="-3067" r="-2000" b="-3067"/>
          <a:stretch>
            <a:fillRect/>
          </a:stretch>
        </p:blipFill>
        <p:spPr>
          <a:xfrm>
            <a:off x="7936865" y="1374775"/>
            <a:ext cx="247650" cy="2527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9"/>
            </p:custDataLst>
          </p:nvPr>
        </p:nvSpPr>
        <p:spPr>
          <a:xfrm>
            <a:off x="7794355" y="1680191"/>
            <a:ext cx="66682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装配同步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40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778" t="-17857" r="-2778" b="-17857"/>
          <a:stretch>
            <a:fillRect/>
          </a:stretch>
        </p:blipFill>
        <p:spPr>
          <a:xfrm>
            <a:off x="8426450" y="1510665"/>
            <a:ext cx="180975" cy="180975"/>
          </a:xfrm>
          <a:prstGeom prst="rect">
            <a:avLst/>
          </a:prstGeom>
        </p:spPr>
      </p:pic>
      <p:sp>
        <p:nvSpPr>
          <p:cNvPr id="29" name="任意多边形 28"/>
          <p:cNvSpPr/>
          <p:nvPr>
            <p:custDataLst>
              <p:tags r:id="rId41"/>
            </p:custDataLst>
          </p:nvPr>
        </p:nvSpPr>
        <p:spPr>
          <a:xfrm>
            <a:off x="8815705" y="134620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rcRect l="-7500" t="-10303" r="-7500" b="-10303"/>
          <a:stretch>
            <a:fillRect/>
          </a:stretch>
        </p:blipFill>
        <p:spPr>
          <a:xfrm>
            <a:off x="8863330" y="1374775"/>
            <a:ext cx="219075" cy="252730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45"/>
            </p:custDataLst>
          </p:nvPr>
        </p:nvSpPr>
        <p:spPr>
          <a:xfrm>
            <a:off x="8706450" y="1680191"/>
            <a:ext cx="66682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恢复施放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46"/>
            </p:custDataLst>
          </p:nvPr>
        </p:nvSpPr>
        <p:spPr>
          <a:xfrm>
            <a:off x="4643809" y="1970703"/>
            <a:ext cx="3171006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en-US" sz="10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Tab</a:t>
            </a:r>
            <a:r>
              <a:rPr lang="zh-CN" altLang="en-US" sz="10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技能装配交互时序：</a:t>
            </a:r>
            <a:r>
              <a:rPr lang="en-US" altLang="zh-CN" sz="10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0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与战斗协同的典型场景</a:t>
            </a:r>
            <a:endParaRPr lang="zh-CN" altLang="en-US" sz="10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47"/>
            </p:custDataLst>
          </p:nvPr>
        </p:nvSpPr>
        <p:spPr>
          <a:xfrm>
            <a:off x="575945" y="2713355"/>
            <a:ext cx="6028690" cy="789940"/>
          </a:xfrm>
          <a:custGeom>
            <a:avLst/>
            <a:gdLst>
              <a:gd name="sw" fmla="*/ 1 w 9494"/>
              <a:gd name="sh" fmla="*/ 1 h 1243"/>
              <a:gd name="mins" fmla="min sw sh"/>
              <a:gd name="dsw" fmla="+- 0 sw mins"/>
              <a:gd name="dsh" fmla="+- 0 sh mins"/>
              <a:gd name="p0x0" fmla="*/ 120 w 9494"/>
              <a:gd name="p0y0" fmla="*/ 0 h 1243"/>
              <a:gd name="p0x1" fmla="*/ 9374 w 9494"/>
              <a:gd name="p0y1" fmla="*/ 0 h 1243"/>
              <a:gd name="p0x2" fmla="*/ 9440 w 9494"/>
              <a:gd name="p0y2" fmla="*/ 0 h 1243"/>
              <a:gd name="p0x3" fmla="*/ 9494 w 9494"/>
              <a:gd name="p0y3" fmla="*/ 53 h 1243"/>
              <a:gd name="p0x4" fmla="*/ 9494 w 9494"/>
              <a:gd name="p0y4" fmla="*/ 120 h 1243"/>
              <a:gd name="p0x5" fmla="*/ 9494 w 9494"/>
              <a:gd name="p0y5" fmla="*/ 1123 h 1243"/>
              <a:gd name="p0x6" fmla="*/ 9494 w 9494"/>
              <a:gd name="p0y6" fmla="*/ 1189 h 1243"/>
              <a:gd name="p0x7" fmla="*/ 9440 w 9494"/>
              <a:gd name="p0y7" fmla="*/ 1243 h 1243"/>
              <a:gd name="p0x8" fmla="*/ 9374 w 9494"/>
              <a:gd name="p0y8" fmla="*/ 1243 h 1243"/>
              <a:gd name="p0x9" fmla="*/ 120 w 9494"/>
              <a:gd name="p0y9" fmla="*/ 1243 h 1243"/>
              <a:gd name="p0x10" fmla="*/ 53 w 9494"/>
              <a:gd name="p0y10" fmla="*/ 1243 h 1243"/>
              <a:gd name="p0x11" fmla="*/ 0 w 9494"/>
              <a:gd name="p0y11" fmla="*/ 1189 h 1243"/>
              <a:gd name="p0x12" fmla="*/ 0 w 9494"/>
              <a:gd name="p0y12" fmla="*/ 1123 h 1243"/>
              <a:gd name="p0x13" fmla="*/ 0 w 9494"/>
              <a:gd name="p0y13" fmla="*/ 120 h 1243"/>
              <a:gd name="p0x14" fmla="*/ 0 w 9494"/>
              <a:gd name="p0y14" fmla="*/ 53 h 1243"/>
              <a:gd name="p0x15" fmla="*/ 53 w 9494"/>
              <a:gd name="p0y15" fmla="*/ 0 h 1243"/>
              <a:gd name="p0x16" fmla="*/ 120 w 9494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48"/>
            </p:custDataLst>
          </p:nvPr>
        </p:nvSpPr>
        <p:spPr>
          <a:xfrm>
            <a:off x="771525" y="297942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/>
          <p:cNvPicPr>
            <a:picLocks noChangeAspect="1"/>
          </p:cNvPicPr>
          <p:nvPr>
            <p:custDataLst>
              <p:tags r:id="rId49"/>
            </p:custDataLst>
          </p:nvPr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795020" y="2998470"/>
            <a:ext cx="209550" cy="214630"/>
          </a:xfrm>
          <a:prstGeom prst="rect">
            <a:avLst/>
          </a:prstGeom>
        </p:spPr>
      </p:pic>
      <p:sp>
        <p:nvSpPr>
          <p:cNvPr id="36" name="文本框 35"/>
          <p:cNvSpPr txBox="1"/>
          <p:nvPr>
            <p:custDataLst>
              <p:tags r:id="rId52"/>
            </p:custDataLst>
          </p:nvPr>
        </p:nvSpPr>
        <p:spPr>
          <a:xfrm>
            <a:off x="1104900" y="2929947"/>
            <a:ext cx="530490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SkillSelectPanelController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监听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53"/>
            </p:custDataLst>
          </p:nvPr>
        </p:nvSpPr>
        <p:spPr>
          <a:xfrm>
            <a:off x="1104900" y="3099949"/>
            <a:ext cx="530490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监听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TAB_KEY_CODE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keydown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时调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togglePanel()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54"/>
            </p:custDataLst>
          </p:nvPr>
        </p:nvSpPr>
        <p:spPr>
          <a:xfrm>
            <a:off x="575945" y="3703320"/>
            <a:ext cx="6028690" cy="789305"/>
          </a:xfrm>
          <a:custGeom>
            <a:avLst/>
            <a:gdLst>
              <a:gd name="sw" fmla="*/ 1 w 9494"/>
              <a:gd name="sh" fmla="*/ 1 h 1243"/>
              <a:gd name="mins" fmla="min sw sh"/>
              <a:gd name="dsw" fmla="+- 0 sw mins"/>
              <a:gd name="dsh" fmla="+- 0 sh mins"/>
              <a:gd name="p0x0" fmla="*/ 120 w 9494"/>
              <a:gd name="p0y0" fmla="*/ 0 h 1243"/>
              <a:gd name="p0x1" fmla="*/ 9374 w 9494"/>
              <a:gd name="p0y1" fmla="*/ 0 h 1243"/>
              <a:gd name="p0x2" fmla="*/ 9440 w 9494"/>
              <a:gd name="p0y2" fmla="*/ 0 h 1243"/>
              <a:gd name="p0x3" fmla="*/ 9494 w 9494"/>
              <a:gd name="p0y3" fmla="*/ 53 h 1243"/>
              <a:gd name="p0x4" fmla="*/ 9494 w 9494"/>
              <a:gd name="p0y4" fmla="*/ 120 h 1243"/>
              <a:gd name="p0x5" fmla="*/ 9494 w 9494"/>
              <a:gd name="p0y5" fmla="*/ 1123 h 1243"/>
              <a:gd name="p0x6" fmla="*/ 9494 w 9494"/>
              <a:gd name="p0y6" fmla="*/ 1189 h 1243"/>
              <a:gd name="p0x7" fmla="*/ 9440 w 9494"/>
              <a:gd name="p0y7" fmla="*/ 1243 h 1243"/>
              <a:gd name="p0x8" fmla="*/ 9374 w 9494"/>
              <a:gd name="p0y8" fmla="*/ 1243 h 1243"/>
              <a:gd name="p0x9" fmla="*/ 120 w 9494"/>
              <a:gd name="p0y9" fmla="*/ 1243 h 1243"/>
              <a:gd name="p0x10" fmla="*/ 53 w 9494"/>
              <a:gd name="p0y10" fmla="*/ 1243 h 1243"/>
              <a:gd name="p0x11" fmla="*/ 0 w 9494"/>
              <a:gd name="p0y11" fmla="*/ 1189 h 1243"/>
              <a:gd name="p0x12" fmla="*/ 0 w 9494"/>
              <a:gd name="p0y12" fmla="*/ 1123 h 1243"/>
              <a:gd name="p0x13" fmla="*/ 0 w 9494"/>
              <a:gd name="p0y13" fmla="*/ 120 h 1243"/>
              <a:gd name="p0x14" fmla="*/ 0 w 9494"/>
              <a:gd name="p0y14" fmla="*/ 53 h 1243"/>
              <a:gd name="p0x15" fmla="*/ 53 w 9494"/>
              <a:gd name="p0y15" fmla="*/ 0 h 1243"/>
              <a:gd name="p0x16" fmla="*/ 120 w 9494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任意多边形 38"/>
          <p:cNvSpPr/>
          <p:nvPr>
            <p:custDataLst>
              <p:tags r:id="rId55"/>
            </p:custDataLst>
          </p:nvPr>
        </p:nvSpPr>
        <p:spPr>
          <a:xfrm>
            <a:off x="771525" y="396938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>
            <p:custDataLst>
              <p:tags r:id="rId56"/>
            </p:custDataLst>
          </p:nvPr>
        </p:nvPicPr>
        <p:blipFill>
          <a:blip r:embed="rId57"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l="-2083" t="-12407" r="-2083" b="-12407"/>
          <a:stretch>
            <a:fillRect/>
          </a:stretch>
        </p:blipFill>
        <p:spPr>
          <a:xfrm>
            <a:off x="781050" y="3988435"/>
            <a:ext cx="238125" cy="213995"/>
          </a:xfrm>
          <a:prstGeom prst="rect">
            <a:avLst/>
          </a:prstGeom>
        </p:spPr>
      </p:pic>
      <p:sp>
        <p:nvSpPr>
          <p:cNvPr id="41" name="文本框 40"/>
          <p:cNvSpPr txBox="1"/>
          <p:nvPr>
            <p:custDataLst>
              <p:tags r:id="rId59"/>
            </p:custDataLst>
          </p:nvPr>
        </p:nvSpPr>
        <p:spPr>
          <a:xfrm>
            <a:off x="1104900" y="3919575"/>
            <a:ext cx="530490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setPanelVisible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60"/>
            </p:custDataLst>
          </p:nvPr>
        </p:nvSpPr>
        <p:spPr>
          <a:xfrm>
            <a:off x="1104900" y="4089578"/>
            <a:ext cx="530490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setPanelVisible(true)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session.paused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设为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true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，回调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onTabPauseChange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61"/>
            </p:custDataLst>
          </p:nvPr>
        </p:nvSpPr>
        <p:spPr>
          <a:xfrm>
            <a:off x="575945" y="4692650"/>
            <a:ext cx="6028690" cy="789940"/>
          </a:xfrm>
          <a:custGeom>
            <a:avLst/>
            <a:gdLst>
              <a:gd name="sw" fmla="*/ 1 w 9494"/>
              <a:gd name="sh" fmla="*/ 1 h 1243"/>
              <a:gd name="mins" fmla="min sw sh"/>
              <a:gd name="dsw" fmla="+- 0 sw mins"/>
              <a:gd name="dsh" fmla="+- 0 sh mins"/>
              <a:gd name="p0x0" fmla="*/ 120 w 9494"/>
              <a:gd name="p0y0" fmla="*/ 0 h 1243"/>
              <a:gd name="p0x1" fmla="*/ 9374 w 9494"/>
              <a:gd name="p0y1" fmla="*/ 0 h 1243"/>
              <a:gd name="p0x2" fmla="*/ 9440 w 9494"/>
              <a:gd name="p0y2" fmla="*/ 0 h 1243"/>
              <a:gd name="p0x3" fmla="*/ 9494 w 9494"/>
              <a:gd name="p0y3" fmla="*/ 53 h 1243"/>
              <a:gd name="p0x4" fmla="*/ 9494 w 9494"/>
              <a:gd name="p0y4" fmla="*/ 120 h 1243"/>
              <a:gd name="p0x5" fmla="*/ 9494 w 9494"/>
              <a:gd name="p0y5" fmla="*/ 1123 h 1243"/>
              <a:gd name="p0x6" fmla="*/ 9494 w 9494"/>
              <a:gd name="p0y6" fmla="*/ 1189 h 1243"/>
              <a:gd name="p0x7" fmla="*/ 9440 w 9494"/>
              <a:gd name="p0y7" fmla="*/ 1243 h 1243"/>
              <a:gd name="p0x8" fmla="*/ 9374 w 9494"/>
              <a:gd name="p0y8" fmla="*/ 1243 h 1243"/>
              <a:gd name="p0x9" fmla="*/ 120 w 9494"/>
              <a:gd name="p0y9" fmla="*/ 1243 h 1243"/>
              <a:gd name="p0x10" fmla="*/ 53 w 9494"/>
              <a:gd name="p0y10" fmla="*/ 1243 h 1243"/>
              <a:gd name="p0x11" fmla="*/ 0 w 9494"/>
              <a:gd name="p0y11" fmla="*/ 1189 h 1243"/>
              <a:gd name="p0x12" fmla="*/ 0 w 9494"/>
              <a:gd name="p0y12" fmla="*/ 1123 h 1243"/>
              <a:gd name="p0x13" fmla="*/ 0 w 9494"/>
              <a:gd name="p0y13" fmla="*/ 120 h 1243"/>
              <a:gd name="p0x14" fmla="*/ 0 w 9494"/>
              <a:gd name="p0y14" fmla="*/ 53 h 1243"/>
              <a:gd name="p0x15" fmla="*/ 53 w 9494"/>
              <a:gd name="p0y15" fmla="*/ 0 h 1243"/>
              <a:gd name="p0x16" fmla="*/ 120 w 9494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任意多边形 43"/>
          <p:cNvSpPr/>
          <p:nvPr>
            <p:custDataLst>
              <p:tags r:id="rId62"/>
            </p:custDataLst>
          </p:nvPr>
        </p:nvSpPr>
        <p:spPr>
          <a:xfrm>
            <a:off x="771525" y="495871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5" name="图片 44"/>
          <p:cNvPicPr>
            <a:picLocks noChangeAspect="1"/>
          </p:cNvPicPr>
          <p:nvPr>
            <p:custDataLst>
              <p:tags r:id="rId63"/>
            </p:custDataLst>
          </p:nvPr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795020" y="4977765"/>
            <a:ext cx="209550" cy="214630"/>
          </a:xfrm>
          <a:prstGeom prst="rect">
            <a:avLst/>
          </a:prstGeom>
        </p:spPr>
      </p:pic>
      <p:sp>
        <p:nvSpPr>
          <p:cNvPr id="46" name="文本框 45"/>
          <p:cNvSpPr txBox="1"/>
          <p:nvPr>
            <p:custDataLst>
              <p:tags r:id="rId66"/>
            </p:custDataLst>
          </p:nvPr>
        </p:nvSpPr>
        <p:spPr>
          <a:xfrm>
            <a:off x="1104900" y="4909214"/>
            <a:ext cx="530490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isPaused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67"/>
            </p:custDataLst>
          </p:nvPr>
        </p:nvSpPr>
        <p:spPr>
          <a:xfrm>
            <a:off x="1104900" y="5079216"/>
            <a:ext cx="530490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战斗侧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isPaused()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使各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update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开头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return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，怪物不再追、子弹不再出新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任意多边形 47"/>
          <p:cNvSpPr/>
          <p:nvPr>
            <p:custDataLst>
              <p:tags r:id="rId68"/>
            </p:custDataLst>
          </p:nvPr>
        </p:nvSpPr>
        <p:spPr>
          <a:xfrm>
            <a:off x="575945" y="5682615"/>
            <a:ext cx="6028690" cy="789305"/>
          </a:xfrm>
          <a:custGeom>
            <a:avLst/>
            <a:gdLst>
              <a:gd name="sw" fmla="*/ 1 w 9494"/>
              <a:gd name="sh" fmla="*/ 1 h 1243"/>
              <a:gd name="mins" fmla="min sw sh"/>
              <a:gd name="dsw" fmla="+- 0 sw mins"/>
              <a:gd name="dsh" fmla="+- 0 sh mins"/>
              <a:gd name="p0x0" fmla="*/ 120 w 9494"/>
              <a:gd name="p0y0" fmla="*/ 0 h 1243"/>
              <a:gd name="p0x1" fmla="*/ 9374 w 9494"/>
              <a:gd name="p0y1" fmla="*/ 0 h 1243"/>
              <a:gd name="p0x2" fmla="*/ 9440 w 9494"/>
              <a:gd name="p0y2" fmla="*/ 0 h 1243"/>
              <a:gd name="p0x3" fmla="*/ 9494 w 9494"/>
              <a:gd name="p0y3" fmla="*/ 53 h 1243"/>
              <a:gd name="p0x4" fmla="*/ 9494 w 9494"/>
              <a:gd name="p0y4" fmla="*/ 120 h 1243"/>
              <a:gd name="p0x5" fmla="*/ 9494 w 9494"/>
              <a:gd name="p0y5" fmla="*/ 1123 h 1243"/>
              <a:gd name="p0x6" fmla="*/ 9494 w 9494"/>
              <a:gd name="p0y6" fmla="*/ 1189 h 1243"/>
              <a:gd name="p0x7" fmla="*/ 9440 w 9494"/>
              <a:gd name="p0y7" fmla="*/ 1243 h 1243"/>
              <a:gd name="p0x8" fmla="*/ 9374 w 9494"/>
              <a:gd name="p0y8" fmla="*/ 1243 h 1243"/>
              <a:gd name="p0x9" fmla="*/ 120 w 9494"/>
              <a:gd name="p0y9" fmla="*/ 1243 h 1243"/>
              <a:gd name="p0x10" fmla="*/ 53 w 9494"/>
              <a:gd name="p0y10" fmla="*/ 1243 h 1243"/>
              <a:gd name="p0x11" fmla="*/ 0 w 9494"/>
              <a:gd name="p0y11" fmla="*/ 1189 h 1243"/>
              <a:gd name="p0x12" fmla="*/ 0 w 9494"/>
              <a:gd name="p0y12" fmla="*/ 1123 h 1243"/>
              <a:gd name="p0x13" fmla="*/ 0 w 9494"/>
              <a:gd name="p0y13" fmla="*/ 120 h 1243"/>
              <a:gd name="p0x14" fmla="*/ 0 w 9494"/>
              <a:gd name="p0y14" fmla="*/ 53 h 1243"/>
              <a:gd name="p0x15" fmla="*/ 53 w 9494"/>
              <a:gd name="p0y15" fmla="*/ 0 h 1243"/>
              <a:gd name="p0x16" fmla="*/ 120 w 9494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任意多边形 48"/>
          <p:cNvSpPr/>
          <p:nvPr>
            <p:custDataLst>
              <p:tags r:id="rId69"/>
            </p:custDataLst>
          </p:nvPr>
        </p:nvSpPr>
        <p:spPr>
          <a:xfrm>
            <a:off x="771525" y="594868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0" name="图片 49"/>
          <p:cNvPicPr>
            <a:picLocks noChangeAspect="1"/>
          </p:cNvPicPr>
          <p:nvPr>
            <p:custDataLst>
              <p:tags r:id="rId70"/>
            </p:custDataLst>
          </p:nvPr>
        </p:nvPicPr>
        <p:blipFill>
          <a:blip r:embed="rId71"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795020" y="5967730"/>
            <a:ext cx="209550" cy="213995"/>
          </a:xfrm>
          <a:prstGeom prst="rect">
            <a:avLst/>
          </a:prstGeom>
        </p:spPr>
      </p:pic>
      <p:sp>
        <p:nvSpPr>
          <p:cNvPr id="51" name="文本框 50"/>
          <p:cNvSpPr txBox="1"/>
          <p:nvPr>
            <p:custDataLst>
              <p:tags r:id="rId73"/>
            </p:custDataLst>
          </p:nvPr>
        </p:nvSpPr>
        <p:spPr>
          <a:xfrm>
            <a:off x="1104900" y="5898842"/>
            <a:ext cx="530490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SkillDragService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代理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74"/>
            </p:custDataLst>
          </p:nvPr>
        </p:nvSpPr>
        <p:spPr>
          <a:xfrm>
            <a:off x="1104900" y="6068844"/>
            <a:ext cx="530490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仍能收到指针事件，长按超过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LONG_PRESS_MS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SkillDragService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顶层代理拖拽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任意多边形 52"/>
          <p:cNvSpPr/>
          <p:nvPr>
            <p:custDataLst>
              <p:tags r:id="rId75"/>
            </p:custDataLst>
          </p:nvPr>
        </p:nvSpPr>
        <p:spPr>
          <a:xfrm>
            <a:off x="6842760" y="2713355"/>
            <a:ext cx="4772660" cy="789940"/>
          </a:xfrm>
          <a:custGeom>
            <a:avLst/>
            <a:gdLst>
              <a:gd name="sw" fmla="*/ 1 w 7515"/>
              <a:gd name="sh" fmla="*/ 1 h 1243"/>
              <a:gd name="mins" fmla="min sw sh"/>
              <a:gd name="dsw" fmla="+- 0 sw mins"/>
              <a:gd name="dsh" fmla="+- 0 sh mins"/>
              <a:gd name="p0x0" fmla="*/ 120 w 7515"/>
              <a:gd name="p0y0" fmla="*/ 0 h 1243"/>
              <a:gd name="p0x1" fmla="*/ 7395 w 7515"/>
              <a:gd name="p0y1" fmla="*/ 0 h 1243"/>
              <a:gd name="p0x2" fmla="*/ 7462 w 7515"/>
              <a:gd name="p0y2" fmla="*/ 0 h 1243"/>
              <a:gd name="p0x3" fmla="*/ 7515 w 7515"/>
              <a:gd name="p0y3" fmla="*/ 53 h 1243"/>
              <a:gd name="p0x4" fmla="*/ 7515 w 7515"/>
              <a:gd name="p0y4" fmla="*/ 120 h 1243"/>
              <a:gd name="p0x5" fmla="*/ 7515 w 7515"/>
              <a:gd name="p0y5" fmla="*/ 1123 h 1243"/>
              <a:gd name="p0x6" fmla="*/ 7515 w 7515"/>
              <a:gd name="p0y6" fmla="*/ 1189 h 1243"/>
              <a:gd name="p0x7" fmla="*/ 7462 w 7515"/>
              <a:gd name="p0y7" fmla="*/ 1243 h 1243"/>
              <a:gd name="p0x8" fmla="*/ 7395 w 7515"/>
              <a:gd name="p0y8" fmla="*/ 1243 h 1243"/>
              <a:gd name="p0x9" fmla="*/ 120 w 7515"/>
              <a:gd name="p0y9" fmla="*/ 1243 h 1243"/>
              <a:gd name="p0x10" fmla="*/ 53 w 7515"/>
              <a:gd name="p0y10" fmla="*/ 1243 h 1243"/>
              <a:gd name="p0x11" fmla="*/ 0 w 7515"/>
              <a:gd name="p0y11" fmla="*/ 1189 h 1243"/>
              <a:gd name="p0x12" fmla="*/ 0 w 7515"/>
              <a:gd name="p0y12" fmla="*/ 1123 h 1243"/>
              <a:gd name="p0x13" fmla="*/ 0 w 7515"/>
              <a:gd name="p0y13" fmla="*/ 120 h 1243"/>
              <a:gd name="p0x14" fmla="*/ 0 w 7515"/>
              <a:gd name="p0y14" fmla="*/ 53 h 1243"/>
              <a:gd name="p0x15" fmla="*/ 53 w 7515"/>
              <a:gd name="p0y15" fmla="*/ 0 h 1243"/>
              <a:gd name="p0x16" fmla="*/ 120 w 7515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任意多边形 53"/>
          <p:cNvSpPr/>
          <p:nvPr>
            <p:custDataLst>
              <p:tags r:id="rId76"/>
            </p:custDataLst>
          </p:nvPr>
        </p:nvSpPr>
        <p:spPr>
          <a:xfrm>
            <a:off x="7038340" y="297942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5" name="图片 54"/>
          <p:cNvPicPr>
            <a:picLocks noChangeAspect="1"/>
          </p:cNvPicPr>
          <p:nvPr>
            <p:custDataLst>
              <p:tags r:id="rId77"/>
            </p:custDataLst>
          </p:nvPr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rcRect l="-6818" t="-1212" r="-6818" b="-1212"/>
          <a:stretch>
            <a:fillRect/>
          </a:stretch>
        </p:blipFill>
        <p:spPr>
          <a:xfrm>
            <a:off x="7047865" y="2998470"/>
            <a:ext cx="238125" cy="214630"/>
          </a:xfrm>
          <a:prstGeom prst="rect">
            <a:avLst/>
          </a:prstGeom>
        </p:spPr>
      </p:pic>
      <p:sp>
        <p:nvSpPr>
          <p:cNvPr id="56" name="文本框 55"/>
          <p:cNvSpPr txBox="1"/>
          <p:nvPr>
            <p:custDataLst>
              <p:tags r:id="rId80"/>
            </p:custDataLst>
          </p:nvPr>
        </p:nvSpPr>
        <p:spPr>
          <a:xfrm>
            <a:off x="7371826" y="2929947"/>
            <a:ext cx="404871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SkillSlotHitTest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81"/>
            </p:custDataLst>
          </p:nvPr>
        </p:nvSpPr>
        <p:spPr>
          <a:xfrm>
            <a:off x="7371826" y="3099949"/>
            <a:ext cx="404871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panelRoot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坐标系里判断落点是装备栏还是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effect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槽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任意多边形 57"/>
          <p:cNvSpPr/>
          <p:nvPr>
            <p:custDataLst>
              <p:tags r:id="rId82"/>
            </p:custDataLst>
          </p:nvPr>
        </p:nvSpPr>
        <p:spPr>
          <a:xfrm>
            <a:off x="6842760" y="3703320"/>
            <a:ext cx="4772660" cy="789305"/>
          </a:xfrm>
          <a:custGeom>
            <a:avLst/>
            <a:gdLst>
              <a:gd name="sw" fmla="*/ 1 w 7515"/>
              <a:gd name="sh" fmla="*/ 1 h 1243"/>
              <a:gd name="mins" fmla="min sw sh"/>
              <a:gd name="dsw" fmla="+- 0 sw mins"/>
              <a:gd name="dsh" fmla="+- 0 sh mins"/>
              <a:gd name="p0x0" fmla="*/ 120 w 7515"/>
              <a:gd name="p0y0" fmla="*/ 0 h 1243"/>
              <a:gd name="p0x1" fmla="*/ 7395 w 7515"/>
              <a:gd name="p0y1" fmla="*/ 0 h 1243"/>
              <a:gd name="p0x2" fmla="*/ 7462 w 7515"/>
              <a:gd name="p0y2" fmla="*/ 0 h 1243"/>
              <a:gd name="p0x3" fmla="*/ 7515 w 7515"/>
              <a:gd name="p0y3" fmla="*/ 53 h 1243"/>
              <a:gd name="p0x4" fmla="*/ 7515 w 7515"/>
              <a:gd name="p0y4" fmla="*/ 120 h 1243"/>
              <a:gd name="p0x5" fmla="*/ 7515 w 7515"/>
              <a:gd name="p0y5" fmla="*/ 1123 h 1243"/>
              <a:gd name="p0x6" fmla="*/ 7515 w 7515"/>
              <a:gd name="p0y6" fmla="*/ 1189 h 1243"/>
              <a:gd name="p0x7" fmla="*/ 7462 w 7515"/>
              <a:gd name="p0y7" fmla="*/ 1243 h 1243"/>
              <a:gd name="p0x8" fmla="*/ 7395 w 7515"/>
              <a:gd name="p0y8" fmla="*/ 1243 h 1243"/>
              <a:gd name="p0x9" fmla="*/ 120 w 7515"/>
              <a:gd name="p0y9" fmla="*/ 1243 h 1243"/>
              <a:gd name="p0x10" fmla="*/ 53 w 7515"/>
              <a:gd name="p0y10" fmla="*/ 1243 h 1243"/>
              <a:gd name="p0x11" fmla="*/ 0 w 7515"/>
              <a:gd name="p0y11" fmla="*/ 1189 h 1243"/>
              <a:gd name="p0x12" fmla="*/ 0 w 7515"/>
              <a:gd name="p0y12" fmla="*/ 1123 h 1243"/>
              <a:gd name="p0x13" fmla="*/ 0 w 7515"/>
              <a:gd name="p0y13" fmla="*/ 120 h 1243"/>
              <a:gd name="p0x14" fmla="*/ 0 w 7515"/>
              <a:gd name="p0y14" fmla="*/ 53 h 1243"/>
              <a:gd name="p0x15" fmla="*/ 53 w 7515"/>
              <a:gd name="p0y15" fmla="*/ 0 h 1243"/>
              <a:gd name="p0x16" fmla="*/ 120 w 7515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任意多边形 58"/>
          <p:cNvSpPr/>
          <p:nvPr>
            <p:custDataLst>
              <p:tags r:id="rId83"/>
            </p:custDataLst>
          </p:nvPr>
        </p:nvSpPr>
        <p:spPr>
          <a:xfrm>
            <a:off x="7038340" y="396938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0" name="图片 59"/>
          <p:cNvPicPr>
            <a:picLocks noChangeAspect="1"/>
          </p:cNvPicPr>
          <p:nvPr>
            <p:custDataLst>
              <p:tags r:id="rId84"/>
            </p:custDataLst>
          </p:nvPr>
        </p:nvPicPr>
        <p:blipFill>
          <a:blip r:embed="rId85">
            <a:extLst>
              <a:ext uri="{96DAC541-7B7A-43D3-8B79-37D633B846F1}">
                <asvg:svgBlip xmlns:asvg="http://schemas.microsoft.com/office/drawing/2016/SVG/main" r:embed="rId86"/>
              </a:ext>
            </a:extLst>
          </a:blip>
          <a:srcRect l="-4074" t="-3492" r="-4074" b="-3492"/>
          <a:stretch>
            <a:fillRect/>
          </a:stretch>
        </p:blipFill>
        <p:spPr>
          <a:xfrm>
            <a:off x="7073900" y="3988435"/>
            <a:ext cx="185420" cy="213995"/>
          </a:xfrm>
          <a:prstGeom prst="rect">
            <a:avLst/>
          </a:prstGeom>
        </p:spPr>
      </p:pic>
      <p:sp>
        <p:nvSpPr>
          <p:cNvPr id="61" name="文本框 60"/>
          <p:cNvSpPr txBox="1"/>
          <p:nvPr>
            <p:custDataLst>
              <p:tags r:id="rId87"/>
            </p:custDataLst>
          </p:nvPr>
        </p:nvSpPr>
        <p:spPr>
          <a:xfrm>
            <a:off x="7371826" y="3919575"/>
            <a:ext cx="404871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SkillLoadoutState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文本框 61"/>
          <p:cNvSpPr txBox="1"/>
          <p:nvPr>
            <p:custDataLst>
              <p:tags r:id="rId88"/>
            </p:custDataLst>
          </p:nvPr>
        </p:nvSpPr>
        <p:spPr>
          <a:xfrm>
            <a:off x="7371826" y="4089578"/>
            <a:ext cx="404871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栏位数据被改掉但尚未写回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任意多边形 62"/>
          <p:cNvSpPr/>
          <p:nvPr>
            <p:custDataLst>
              <p:tags r:id="rId89"/>
            </p:custDataLst>
          </p:nvPr>
        </p:nvSpPr>
        <p:spPr>
          <a:xfrm>
            <a:off x="6842760" y="4692650"/>
            <a:ext cx="4772660" cy="789940"/>
          </a:xfrm>
          <a:custGeom>
            <a:avLst/>
            <a:gdLst>
              <a:gd name="sw" fmla="*/ 1 w 7515"/>
              <a:gd name="sh" fmla="*/ 1 h 1243"/>
              <a:gd name="mins" fmla="min sw sh"/>
              <a:gd name="dsw" fmla="+- 0 sw mins"/>
              <a:gd name="dsh" fmla="+- 0 sh mins"/>
              <a:gd name="p0x0" fmla="*/ 120 w 7515"/>
              <a:gd name="p0y0" fmla="*/ 0 h 1243"/>
              <a:gd name="p0x1" fmla="*/ 7395 w 7515"/>
              <a:gd name="p0y1" fmla="*/ 0 h 1243"/>
              <a:gd name="p0x2" fmla="*/ 7462 w 7515"/>
              <a:gd name="p0y2" fmla="*/ 0 h 1243"/>
              <a:gd name="p0x3" fmla="*/ 7515 w 7515"/>
              <a:gd name="p0y3" fmla="*/ 53 h 1243"/>
              <a:gd name="p0x4" fmla="*/ 7515 w 7515"/>
              <a:gd name="p0y4" fmla="*/ 120 h 1243"/>
              <a:gd name="p0x5" fmla="*/ 7515 w 7515"/>
              <a:gd name="p0y5" fmla="*/ 1123 h 1243"/>
              <a:gd name="p0x6" fmla="*/ 7515 w 7515"/>
              <a:gd name="p0y6" fmla="*/ 1189 h 1243"/>
              <a:gd name="p0x7" fmla="*/ 7462 w 7515"/>
              <a:gd name="p0y7" fmla="*/ 1243 h 1243"/>
              <a:gd name="p0x8" fmla="*/ 7395 w 7515"/>
              <a:gd name="p0y8" fmla="*/ 1243 h 1243"/>
              <a:gd name="p0x9" fmla="*/ 120 w 7515"/>
              <a:gd name="p0y9" fmla="*/ 1243 h 1243"/>
              <a:gd name="p0x10" fmla="*/ 53 w 7515"/>
              <a:gd name="p0y10" fmla="*/ 1243 h 1243"/>
              <a:gd name="p0x11" fmla="*/ 0 w 7515"/>
              <a:gd name="p0y11" fmla="*/ 1189 h 1243"/>
              <a:gd name="p0x12" fmla="*/ 0 w 7515"/>
              <a:gd name="p0y12" fmla="*/ 1123 h 1243"/>
              <a:gd name="p0x13" fmla="*/ 0 w 7515"/>
              <a:gd name="p0y13" fmla="*/ 120 h 1243"/>
              <a:gd name="p0x14" fmla="*/ 0 w 7515"/>
              <a:gd name="p0y14" fmla="*/ 53 h 1243"/>
              <a:gd name="p0x15" fmla="*/ 53 w 7515"/>
              <a:gd name="p0y15" fmla="*/ 0 h 1243"/>
              <a:gd name="p0x16" fmla="*/ 120 w 7515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>
            <p:custDataLst>
              <p:tags r:id="rId90"/>
            </p:custDataLst>
          </p:nvPr>
        </p:nvSpPr>
        <p:spPr>
          <a:xfrm>
            <a:off x="7038340" y="495871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5" name="图片 64"/>
          <p:cNvPicPr>
            <a:picLocks noChangeAspect="1"/>
          </p:cNvPicPr>
          <p:nvPr>
            <p:custDataLst>
              <p:tags r:id="rId91"/>
            </p:custDataLst>
          </p:nvPr>
        </p:nvPicPr>
        <p:blipFill>
          <a:blip r:embed="rId92"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rcRect l="-32917" t="-134815" r="-32917" b="-134815"/>
          <a:stretch>
            <a:fillRect/>
          </a:stretch>
        </p:blipFill>
        <p:spPr>
          <a:xfrm>
            <a:off x="7040245" y="4768215"/>
            <a:ext cx="252730" cy="633730"/>
          </a:xfrm>
          <a:prstGeom prst="rect">
            <a:avLst/>
          </a:prstGeom>
        </p:spPr>
      </p:pic>
      <p:sp>
        <p:nvSpPr>
          <p:cNvPr id="66" name="文本框 65"/>
          <p:cNvSpPr txBox="1"/>
          <p:nvPr>
            <p:custDataLst>
              <p:tags r:id="rId94"/>
            </p:custDataLst>
          </p:nvPr>
        </p:nvSpPr>
        <p:spPr>
          <a:xfrm>
            <a:off x="7371826" y="4909214"/>
            <a:ext cx="404871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SkillLoadoutSyncSystem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>
            <p:custDataLst>
              <p:tags r:id="rId95"/>
            </p:custDataLst>
          </p:nvPr>
        </p:nvSpPr>
        <p:spPr>
          <a:xfrm>
            <a:off x="7371826" y="5079216"/>
            <a:ext cx="404871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关面板时把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loadout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一次性同步到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Skill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PlayerAutoCastSystem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任意多边形 67"/>
          <p:cNvSpPr/>
          <p:nvPr>
            <p:custDataLst>
              <p:tags r:id="rId96"/>
            </p:custDataLst>
          </p:nvPr>
        </p:nvSpPr>
        <p:spPr>
          <a:xfrm>
            <a:off x="6842760" y="5682615"/>
            <a:ext cx="4772660" cy="789305"/>
          </a:xfrm>
          <a:custGeom>
            <a:avLst/>
            <a:gdLst>
              <a:gd name="sw" fmla="*/ 1 w 7515"/>
              <a:gd name="sh" fmla="*/ 1 h 1243"/>
              <a:gd name="mins" fmla="min sw sh"/>
              <a:gd name="dsw" fmla="+- 0 sw mins"/>
              <a:gd name="dsh" fmla="+- 0 sh mins"/>
              <a:gd name="p0x0" fmla="*/ 120 w 7515"/>
              <a:gd name="p0y0" fmla="*/ 0 h 1243"/>
              <a:gd name="p0x1" fmla="*/ 7395 w 7515"/>
              <a:gd name="p0y1" fmla="*/ 0 h 1243"/>
              <a:gd name="p0x2" fmla="*/ 7462 w 7515"/>
              <a:gd name="p0y2" fmla="*/ 0 h 1243"/>
              <a:gd name="p0x3" fmla="*/ 7515 w 7515"/>
              <a:gd name="p0y3" fmla="*/ 53 h 1243"/>
              <a:gd name="p0x4" fmla="*/ 7515 w 7515"/>
              <a:gd name="p0y4" fmla="*/ 120 h 1243"/>
              <a:gd name="p0x5" fmla="*/ 7515 w 7515"/>
              <a:gd name="p0y5" fmla="*/ 1123 h 1243"/>
              <a:gd name="p0x6" fmla="*/ 7515 w 7515"/>
              <a:gd name="p0y6" fmla="*/ 1189 h 1243"/>
              <a:gd name="p0x7" fmla="*/ 7462 w 7515"/>
              <a:gd name="p0y7" fmla="*/ 1243 h 1243"/>
              <a:gd name="p0x8" fmla="*/ 7395 w 7515"/>
              <a:gd name="p0y8" fmla="*/ 1243 h 1243"/>
              <a:gd name="p0x9" fmla="*/ 120 w 7515"/>
              <a:gd name="p0y9" fmla="*/ 1243 h 1243"/>
              <a:gd name="p0x10" fmla="*/ 53 w 7515"/>
              <a:gd name="p0y10" fmla="*/ 1243 h 1243"/>
              <a:gd name="p0x11" fmla="*/ 0 w 7515"/>
              <a:gd name="p0y11" fmla="*/ 1189 h 1243"/>
              <a:gd name="p0x12" fmla="*/ 0 w 7515"/>
              <a:gd name="p0y12" fmla="*/ 1123 h 1243"/>
              <a:gd name="p0x13" fmla="*/ 0 w 7515"/>
              <a:gd name="p0y13" fmla="*/ 120 h 1243"/>
              <a:gd name="p0x14" fmla="*/ 0 w 7515"/>
              <a:gd name="p0y14" fmla="*/ 53 h 1243"/>
              <a:gd name="p0x15" fmla="*/ 53 w 7515"/>
              <a:gd name="p0y15" fmla="*/ 0 h 1243"/>
              <a:gd name="p0x16" fmla="*/ 120 w 7515"/>
              <a:gd name="p0y16" fmla="*/ 0 h 124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任意多边形 68"/>
          <p:cNvSpPr/>
          <p:nvPr>
            <p:custDataLst>
              <p:tags r:id="rId97"/>
            </p:custDataLst>
          </p:nvPr>
        </p:nvSpPr>
        <p:spPr>
          <a:xfrm>
            <a:off x="7038340" y="594868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0" name="图片 69"/>
          <p:cNvPicPr>
            <a:picLocks noChangeAspect="1"/>
          </p:cNvPicPr>
          <p:nvPr>
            <p:custDataLst>
              <p:tags r:id="rId98"/>
            </p:custDataLst>
          </p:nvPr>
        </p:nvPicPr>
        <p:blipFill>
          <a:blip r:embed="rId99">
            <a:extLst>
              <a:ext uri="{96DAC541-7B7A-43D3-8B79-37D633B846F1}">
                <asvg:svgBlip xmlns:asvg="http://schemas.microsoft.com/office/drawing/2016/SVG/main" r:embed="rId100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7061835" y="5967730"/>
            <a:ext cx="209550" cy="213995"/>
          </a:xfrm>
          <a:prstGeom prst="rect">
            <a:avLst/>
          </a:prstGeom>
        </p:spPr>
      </p:pic>
      <p:sp>
        <p:nvSpPr>
          <p:cNvPr id="71" name="文本框 70"/>
          <p:cNvSpPr txBox="1"/>
          <p:nvPr>
            <p:custDataLst>
              <p:tags r:id="rId101"/>
            </p:custDataLst>
          </p:nvPr>
        </p:nvSpPr>
        <p:spPr>
          <a:xfrm>
            <a:off x="7371826" y="5898842"/>
            <a:ext cx="4048716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getCombatEffectIds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刷新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>
            <p:custDataLst>
              <p:tags r:id="rId102"/>
            </p:custDataLst>
          </p:nvPr>
        </p:nvSpPr>
        <p:spPr>
          <a:xfrm>
            <a:off x="7371826" y="6068844"/>
            <a:ext cx="404871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刷新后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paused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false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，下一周期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Cast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参与施放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占位符 2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sz="9300"/>
              <a:t>叁</a:t>
            </a:r>
            <a:endParaRPr lang="zh-CN" altLang="en-US" sz="9300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WebWorker：定义、实现与验证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WebWorker</a:t>
            </a:r>
            <a:r>
              <a:rPr lang="zh-CN"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：定义、实现与验证</a:t>
            </a:r>
            <a:endParaRPr lang="zh-CN"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3546475" cy="2626995"/>
          </a:xfrm>
          <a:custGeom>
            <a:avLst/>
            <a:gdLst>
              <a:gd name="sw" fmla="*/ 1 w 5585"/>
              <a:gd name="sh" fmla="*/ 1 h 4137"/>
              <a:gd name="mins" fmla="min sw sh"/>
              <a:gd name="dsw" fmla="+- 0 sw mins"/>
              <a:gd name="dsh" fmla="+- 0 sh mins"/>
              <a:gd name="p0x0" fmla="*/ 120 w 5585"/>
              <a:gd name="p0y0" fmla="*/ 0 h 4137"/>
              <a:gd name="p0x1" fmla="*/ 5465 w 5585"/>
              <a:gd name="p0y1" fmla="*/ 0 h 4137"/>
              <a:gd name="p0x2" fmla="*/ 5531 w 5585"/>
              <a:gd name="p0y2" fmla="*/ 0 h 4137"/>
              <a:gd name="p0x3" fmla="*/ 5585 w 5585"/>
              <a:gd name="p0y3" fmla="*/ 53 h 4137"/>
              <a:gd name="p0x4" fmla="*/ 5585 w 5585"/>
              <a:gd name="p0y4" fmla="*/ 120 h 4137"/>
              <a:gd name="p0x5" fmla="*/ 5585 w 5585"/>
              <a:gd name="p0y5" fmla="*/ 4017 h 4137"/>
              <a:gd name="p0x6" fmla="*/ 5585 w 5585"/>
              <a:gd name="p0y6" fmla="*/ 4083 h 4137"/>
              <a:gd name="p0x7" fmla="*/ 5531 w 5585"/>
              <a:gd name="p0y7" fmla="*/ 4137 h 4137"/>
              <a:gd name="p0x8" fmla="*/ 5465 w 5585"/>
              <a:gd name="p0y8" fmla="*/ 4137 h 4137"/>
              <a:gd name="p0x9" fmla="*/ 120 w 5585"/>
              <a:gd name="p0y9" fmla="*/ 4137 h 4137"/>
              <a:gd name="p0x10" fmla="*/ 53 w 5585"/>
              <a:gd name="p0y10" fmla="*/ 4137 h 4137"/>
              <a:gd name="p0x11" fmla="*/ 0 w 5585"/>
              <a:gd name="p0y11" fmla="*/ 4083 h 4137"/>
              <a:gd name="p0x12" fmla="*/ 0 w 5585"/>
              <a:gd name="p0y12" fmla="*/ 4017 h 4137"/>
              <a:gd name="p0x13" fmla="*/ 0 w 5585"/>
              <a:gd name="p0y13" fmla="*/ 120 h 4137"/>
              <a:gd name="p0x14" fmla="*/ 0 w 5585"/>
              <a:gd name="p0y14" fmla="*/ 53 h 4137"/>
              <a:gd name="p0x15" fmla="*/ 53 w 5585"/>
              <a:gd name="p0y15" fmla="*/ 0 h 4137"/>
              <a:gd name="p0x16" fmla="*/ 120 w 5585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217424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04545" y="2202815"/>
            <a:ext cx="247650" cy="2520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162050" y="2069792"/>
            <a:ext cx="2765450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DOM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与引擎隔离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162050" y="2239794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不能碰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和多数引擎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，碰撞和渲染应留主线程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4322445" y="1017905"/>
            <a:ext cx="3546475" cy="2626995"/>
          </a:xfrm>
          <a:custGeom>
            <a:avLst/>
            <a:gdLst>
              <a:gd name="sw" fmla="*/ 1 w 5585"/>
              <a:gd name="sh" fmla="*/ 1 h 4137"/>
              <a:gd name="mins" fmla="min sw sh"/>
              <a:gd name="dsw" fmla="+- 0 sw mins"/>
              <a:gd name="dsh" fmla="+- 0 sh mins"/>
              <a:gd name="p0x0" fmla="*/ 120 w 5585"/>
              <a:gd name="p0y0" fmla="*/ 0 h 4137"/>
              <a:gd name="p0x1" fmla="*/ 5465 w 5585"/>
              <a:gd name="p0y1" fmla="*/ 0 h 4137"/>
              <a:gd name="p0x2" fmla="*/ 5531 w 5585"/>
              <a:gd name="p0y2" fmla="*/ 0 h 4137"/>
              <a:gd name="p0x3" fmla="*/ 5585 w 5585"/>
              <a:gd name="p0y3" fmla="*/ 53 h 4137"/>
              <a:gd name="p0x4" fmla="*/ 5585 w 5585"/>
              <a:gd name="p0y4" fmla="*/ 120 h 4137"/>
              <a:gd name="p0x5" fmla="*/ 5585 w 5585"/>
              <a:gd name="p0y5" fmla="*/ 4017 h 4137"/>
              <a:gd name="p0x6" fmla="*/ 5585 w 5585"/>
              <a:gd name="p0y6" fmla="*/ 4083 h 4137"/>
              <a:gd name="p0x7" fmla="*/ 5531 w 5585"/>
              <a:gd name="p0y7" fmla="*/ 4137 h 4137"/>
              <a:gd name="p0x8" fmla="*/ 5465 w 5585"/>
              <a:gd name="p0y8" fmla="*/ 4137 h 4137"/>
              <a:gd name="p0x9" fmla="*/ 120 w 5585"/>
              <a:gd name="p0y9" fmla="*/ 4137 h 4137"/>
              <a:gd name="p0x10" fmla="*/ 53 w 5585"/>
              <a:gd name="p0y10" fmla="*/ 4137 h 4137"/>
              <a:gd name="p0x11" fmla="*/ 0 w 5585"/>
              <a:gd name="p0y11" fmla="*/ 4083 h 4137"/>
              <a:gd name="p0x12" fmla="*/ 0 w 5585"/>
              <a:gd name="p0y12" fmla="*/ 4017 h 4137"/>
              <a:gd name="p0x13" fmla="*/ 0 w 5585"/>
              <a:gd name="p0y13" fmla="*/ 120 h 4137"/>
              <a:gd name="p0x14" fmla="*/ 0 w 5585"/>
              <a:gd name="p0y14" fmla="*/ 53 h 4137"/>
              <a:gd name="p0x15" fmla="*/ 53 w 5585"/>
              <a:gd name="p0y15" fmla="*/ 0 h 4137"/>
              <a:gd name="p0x16" fmla="*/ 120 w 5585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4518025" y="217424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1228" t="-2933" r="-1228" b="-2933"/>
          <a:stretch>
            <a:fillRect/>
          </a:stretch>
        </p:blipFill>
        <p:spPr>
          <a:xfrm>
            <a:off x="4582160" y="2202815"/>
            <a:ext cx="185420" cy="2520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4908576" y="2069792"/>
            <a:ext cx="2765450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纯数值计算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4908576" y="2239794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只适合搬纯数值计算，如追逐、分离、摆动等逻辑</a:t>
            </a:r>
            <a:endParaRPr 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8068945" y="1017905"/>
            <a:ext cx="3546475" cy="2626995"/>
          </a:xfrm>
          <a:custGeom>
            <a:avLst/>
            <a:gdLst>
              <a:gd name="sw" fmla="*/ 1 w 5585"/>
              <a:gd name="sh" fmla="*/ 1 h 4137"/>
              <a:gd name="mins" fmla="min sw sh"/>
              <a:gd name="dsw" fmla="+- 0 sw mins"/>
              <a:gd name="dsh" fmla="+- 0 sh mins"/>
              <a:gd name="p0x0" fmla="*/ 120 w 5585"/>
              <a:gd name="p0y0" fmla="*/ 0 h 4137"/>
              <a:gd name="p0x1" fmla="*/ 5465 w 5585"/>
              <a:gd name="p0y1" fmla="*/ 0 h 4137"/>
              <a:gd name="p0x2" fmla="*/ 5531 w 5585"/>
              <a:gd name="p0y2" fmla="*/ 0 h 4137"/>
              <a:gd name="p0x3" fmla="*/ 5585 w 5585"/>
              <a:gd name="p0y3" fmla="*/ 53 h 4137"/>
              <a:gd name="p0x4" fmla="*/ 5585 w 5585"/>
              <a:gd name="p0y4" fmla="*/ 120 h 4137"/>
              <a:gd name="p0x5" fmla="*/ 5585 w 5585"/>
              <a:gd name="p0y5" fmla="*/ 4017 h 4137"/>
              <a:gd name="p0x6" fmla="*/ 5585 w 5585"/>
              <a:gd name="p0y6" fmla="*/ 4083 h 4137"/>
              <a:gd name="p0x7" fmla="*/ 5531 w 5585"/>
              <a:gd name="p0y7" fmla="*/ 4137 h 4137"/>
              <a:gd name="p0x8" fmla="*/ 5465 w 5585"/>
              <a:gd name="p0y8" fmla="*/ 4137 h 4137"/>
              <a:gd name="p0x9" fmla="*/ 120 w 5585"/>
              <a:gd name="p0y9" fmla="*/ 4137 h 4137"/>
              <a:gd name="p0x10" fmla="*/ 53 w 5585"/>
              <a:gd name="p0y10" fmla="*/ 4137 h 4137"/>
              <a:gd name="p0x11" fmla="*/ 0 w 5585"/>
              <a:gd name="p0y11" fmla="*/ 4083 h 4137"/>
              <a:gd name="p0x12" fmla="*/ 0 w 5585"/>
              <a:gd name="p0y12" fmla="*/ 4017 h 4137"/>
              <a:gd name="p0x13" fmla="*/ 0 w 5585"/>
              <a:gd name="p0y13" fmla="*/ 120 h 4137"/>
              <a:gd name="p0x14" fmla="*/ 0 w 5585"/>
              <a:gd name="p0y14" fmla="*/ 53 h 4137"/>
              <a:gd name="p0x15" fmla="*/ 53 w 5585"/>
              <a:gd name="p0y15" fmla="*/ 0 h 4137"/>
              <a:gd name="p0x16" fmla="*/ 120 w 5585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8264525" y="217424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6522" t="-2933" r="-6522" b="-2933"/>
          <a:stretch>
            <a:fillRect/>
          </a:stretch>
        </p:blipFill>
        <p:spPr>
          <a:xfrm>
            <a:off x="8297545" y="2202815"/>
            <a:ext cx="247650" cy="25209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8655101" y="2069792"/>
            <a:ext cx="2765450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逻辑文件共享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8655101" y="2239794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主线程与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共用同一份逻辑文件，避免两套算法各写一遍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3"/>
            </p:custDataLst>
          </p:nvPr>
        </p:nvSpPr>
        <p:spPr>
          <a:xfrm>
            <a:off x="575945" y="3844925"/>
            <a:ext cx="5419725" cy="2626995"/>
          </a:xfrm>
          <a:custGeom>
            <a:avLst/>
            <a:gdLst>
              <a:gd name="sw" fmla="*/ 1 w 8535"/>
              <a:gd name="sh" fmla="*/ 1 h 4137"/>
              <a:gd name="mins" fmla="min sw sh"/>
              <a:gd name="dsw" fmla="+- 0 sw mins"/>
              <a:gd name="dsh" fmla="+- 0 sh mins"/>
              <a:gd name="p0x0" fmla="*/ 120 w 8535"/>
              <a:gd name="p0y0" fmla="*/ 0 h 4137"/>
              <a:gd name="p0x1" fmla="*/ 8415 w 8535"/>
              <a:gd name="p0y1" fmla="*/ 0 h 4137"/>
              <a:gd name="p0x2" fmla="*/ 8481 w 8535"/>
              <a:gd name="p0y2" fmla="*/ 0 h 4137"/>
              <a:gd name="p0x3" fmla="*/ 8535 w 8535"/>
              <a:gd name="p0y3" fmla="*/ 53 h 4137"/>
              <a:gd name="p0x4" fmla="*/ 8535 w 8535"/>
              <a:gd name="p0y4" fmla="*/ 120 h 4137"/>
              <a:gd name="p0x5" fmla="*/ 8535 w 8535"/>
              <a:gd name="p0y5" fmla="*/ 4017 h 4137"/>
              <a:gd name="p0x6" fmla="*/ 8535 w 8535"/>
              <a:gd name="p0y6" fmla="*/ 4083 h 4137"/>
              <a:gd name="p0x7" fmla="*/ 8481 w 8535"/>
              <a:gd name="p0y7" fmla="*/ 4137 h 4137"/>
              <a:gd name="p0x8" fmla="*/ 8415 w 8535"/>
              <a:gd name="p0y8" fmla="*/ 4137 h 4137"/>
              <a:gd name="p0x9" fmla="*/ 120 w 8535"/>
              <a:gd name="p0y9" fmla="*/ 4137 h 4137"/>
              <a:gd name="p0x10" fmla="*/ 53 w 8535"/>
              <a:gd name="p0y10" fmla="*/ 4137 h 4137"/>
              <a:gd name="p0x11" fmla="*/ 0 w 8535"/>
              <a:gd name="p0y11" fmla="*/ 4083 h 4137"/>
              <a:gd name="p0x12" fmla="*/ 0 w 8535"/>
              <a:gd name="p0y12" fmla="*/ 4017 h 4137"/>
              <a:gd name="p0x13" fmla="*/ 0 w 8535"/>
              <a:gd name="p0y13" fmla="*/ 120 h 4137"/>
              <a:gd name="p0x14" fmla="*/ 0 w 8535"/>
              <a:gd name="p0y14" fmla="*/ 53 h 4137"/>
              <a:gd name="p0x15" fmla="*/ 53 w 8535"/>
              <a:gd name="p0y15" fmla="*/ 0 h 4137"/>
              <a:gd name="p0x16" fmla="*/ 120 w 8535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24"/>
            </p:custDataLst>
          </p:nvPr>
        </p:nvSpPr>
        <p:spPr>
          <a:xfrm>
            <a:off x="771525" y="4028151"/>
            <a:ext cx="5029200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适用场景判断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25"/>
            </p:custDataLst>
          </p:nvPr>
        </p:nvSpPr>
        <p:spPr>
          <a:xfrm>
            <a:off x="771525" y="433895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795020" y="4358005"/>
            <a:ext cx="209550" cy="213995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29"/>
            </p:custDataLst>
          </p:nvPr>
        </p:nvSpPr>
        <p:spPr>
          <a:xfrm>
            <a:off x="1104900" y="4289117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阈值触发机制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30"/>
            </p:custDataLst>
          </p:nvPr>
        </p:nvSpPr>
        <p:spPr>
          <a:xfrm>
            <a:off x="1104900" y="4459119"/>
            <a:ext cx="4695825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场上实体数达到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COMBAT_WORKER_MIN_ENTITY_COUNT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后才启用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31"/>
            </p:custDataLst>
          </p:nvPr>
        </p:nvSpPr>
        <p:spPr>
          <a:xfrm>
            <a:off x="771525" y="474726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1667" t="-3651" r="-1667" b="-3651"/>
          <a:stretch>
            <a:fillRect/>
          </a:stretch>
        </p:blipFill>
        <p:spPr>
          <a:xfrm>
            <a:off x="821055" y="4766310"/>
            <a:ext cx="157480" cy="2146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5"/>
            </p:custDataLst>
          </p:nvPr>
        </p:nvSpPr>
        <p:spPr>
          <a:xfrm>
            <a:off x="1104900" y="4697730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低负载跳过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6"/>
            </p:custDataLst>
          </p:nvPr>
        </p:nvSpPr>
        <p:spPr>
          <a:xfrm>
            <a:off x="1104900" y="4867732"/>
            <a:ext cx="4695825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实体数低于阈值时不往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送数据，省掉序列化和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postMessage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成本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7"/>
            </p:custDataLst>
          </p:nvPr>
        </p:nvSpPr>
        <p:spPr>
          <a:xfrm>
            <a:off x="771525" y="515620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 l="-7895" t="-3492" r="-7895" b="-3492"/>
          <a:stretch>
            <a:fillRect/>
          </a:stretch>
        </p:blipFill>
        <p:spPr>
          <a:xfrm>
            <a:off x="795020" y="5175250"/>
            <a:ext cx="209550" cy="21399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41"/>
            </p:custDataLst>
          </p:nvPr>
        </p:nvSpPr>
        <p:spPr>
          <a:xfrm>
            <a:off x="1104900" y="5106333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主线程保留项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42"/>
            </p:custDataLst>
          </p:nvPr>
        </p:nvSpPr>
        <p:spPr>
          <a:xfrm>
            <a:off x="1104900" y="5276336"/>
            <a:ext cx="4695825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子弹碰撞、连锁、分裂仍由主线程完成，须读取节点位置与阵营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43"/>
            </p:custDataLst>
          </p:nvPr>
        </p:nvSpPr>
        <p:spPr>
          <a:xfrm>
            <a:off x="6195695" y="3844925"/>
            <a:ext cx="5419725" cy="2626995"/>
          </a:xfrm>
          <a:custGeom>
            <a:avLst/>
            <a:gdLst>
              <a:gd name="sw" fmla="*/ 1 w 8535"/>
              <a:gd name="sh" fmla="*/ 1 h 4137"/>
              <a:gd name="mins" fmla="min sw sh"/>
              <a:gd name="dsw" fmla="+- 0 sw mins"/>
              <a:gd name="dsh" fmla="+- 0 sh mins"/>
              <a:gd name="p0x0" fmla="*/ 120 w 8535"/>
              <a:gd name="p0y0" fmla="*/ 0 h 4137"/>
              <a:gd name="p0x1" fmla="*/ 8415 w 8535"/>
              <a:gd name="p0y1" fmla="*/ 0 h 4137"/>
              <a:gd name="p0x2" fmla="*/ 8481 w 8535"/>
              <a:gd name="p0y2" fmla="*/ 0 h 4137"/>
              <a:gd name="p0x3" fmla="*/ 8535 w 8535"/>
              <a:gd name="p0y3" fmla="*/ 53 h 4137"/>
              <a:gd name="p0x4" fmla="*/ 8535 w 8535"/>
              <a:gd name="p0y4" fmla="*/ 120 h 4137"/>
              <a:gd name="p0x5" fmla="*/ 8535 w 8535"/>
              <a:gd name="p0y5" fmla="*/ 4017 h 4137"/>
              <a:gd name="p0x6" fmla="*/ 8535 w 8535"/>
              <a:gd name="p0y6" fmla="*/ 4083 h 4137"/>
              <a:gd name="p0x7" fmla="*/ 8481 w 8535"/>
              <a:gd name="p0y7" fmla="*/ 4137 h 4137"/>
              <a:gd name="p0x8" fmla="*/ 8415 w 8535"/>
              <a:gd name="p0y8" fmla="*/ 4137 h 4137"/>
              <a:gd name="p0x9" fmla="*/ 120 w 8535"/>
              <a:gd name="p0y9" fmla="*/ 4137 h 4137"/>
              <a:gd name="p0x10" fmla="*/ 53 w 8535"/>
              <a:gd name="p0y10" fmla="*/ 4137 h 4137"/>
              <a:gd name="p0x11" fmla="*/ 0 w 8535"/>
              <a:gd name="p0y11" fmla="*/ 4083 h 4137"/>
              <a:gd name="p0x12" fmla="*/ 0 w 8535"/>
              <a:gd name="p0y12" fmla="*/ 4017 h 4137"/>
              <a:gd name="p0x13" fmla="*/ 0 w 8535"/>
              <a:gd name="p0y13" fmla="*/ 120 h 4137"/>
              <a:gd name="p0x14" fmla="*/ 0 w 8535"/>
              <a:gd name="p0y14" fmla="*/ 53 h 4137"/>
              <a:gd name="p0x15" fmla="*/ 53 w 8535"/>
              <a:gd name="p0y15" fmla="*/ 0 h 4137"/>
              <a:gd name="p0x16" fmla="*/ 120 w 8535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44"/>
            </p:custDataLst>
          </p:nvPr>
        </p:nvSpPr>
        <p:spPr>
          <a:xfrm>
            <a:off x="6391275" y="4028151"/>
            <a:ext cx="5029200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回退机制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45"/>
            </p:custDataLst>
          </p:nvPr>
        </p:nvSpPr>
        <p:spPr>
          <a:xfrm>
            <a:off x="6391275" y="442214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46"/>
            </p:custDataLst>
          </p:nvPr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 l="-2381" t="-9123" r="-2381" b="-9123"/>
          <a:stretch>
            <a:fillRect/>
          </a:stretch>
        </p:blipFill>
        <p:spPr>
          <a:xfrm>
            <a:off x="6414770" y="4441190"/>
            <a:ext cx="209550" cy="213995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9"/>
            </p:custDataLst>
          </p:nvPr>
        </p:nvSpPr>
        <p:spPr>
          <a:xfrm>
            <a:off x="6724650" y="4289117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错误状态标记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50"/>
            </p:custDataLst>
          </p:nvPr>
        </p:nvSpPr>
        <p:spPr>
          <a:xfrm>
            <a:off x="6724650" y="4459119"/>
            <a:ext cx="469582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initWorker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 onerror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postMessage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抛错时，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workerUsable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设为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false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51"/>
            </p:custDataLst>
          </p:nvPr>
        </p:nvSpPr>
        <p:spPr>
          <a:xfrm>
            <a:off x="6391275" y="4997450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>
            <p:custDataLst>
              <p:tags r:id="rId52"/>
            </p:custDataLst>
          </p:nvPr>
        </p:nvPicPr>
        <p:blipFill>
          <a:blip r:embed="rId53"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6414770" y="5016500"/>
            <a:ext cx="209550" cy="213995"/>
          </a:xfrm>
          <a:prstGeom prst="rect">
            <a:avLst/>
          </a:prstGeom>
        </p:spPr>
      </p:pic>
      <p:sp>
        <p:nvSpPr>
          <p:cNvPr id="41" name="文本框 40"/>
          <p:cNvSpPr txBox="1"/>
          <p:nvPr>
            <p:custDataLst>
              <p:tags r:id="rId55"/>
            </p:custDataLst>
          </p:nvPr>
        </p:nvSpPr>
        <p:spPr>
          <a:xfrm>
            <a:off x="6724650" y="4864417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同步计算兜底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56"/>
            </p:custDataLst>
          </p:nvPr>
        </p:nvSpPr>
        <p:spPr>
          <a:xfrm>
            <a:off x="6724650" y="5034420"/>
            <a:ext cx="4695825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prepareFrame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拿不到异步结果就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computeSync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一样调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processCombatFrame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57"/>
            </p:custDataLst>
          </p:nvPr>
        </p:nvSpPr>
        <p:spPr>
          <a:xfrm>
            <a:off x="6391275" y="548957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58"/>
            </p:custDataLst>
          </p:nvPr>
        </p:nvPicPr>
        <p:blipFill>
          <a:blip r:embed="rId59"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6414770" y="5508625"/>
            <a:ext cx="209550" cy="213995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61"/>
            </p:custDataLst>
          </p:nvPr>
        </p:nvSpPr>
        <p:spPr>
          <a:xfrm>
            <a:off x="6724650" y="5439708"/>
            <a:ext cx="4695825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本线程降级执行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62"/>
            </p:custDataLst>
          </p:nvPr>
        </p:nvSpPr>
        <p:spPr>
          <a:xfrm>
            <a:off x="6724650" y="5609711"/>
            <a:ext cx="4695825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MonsterChaseSystem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输出时，在本线程做追逐和分离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WebWorker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5920740" cy="1654175"/>
          </a:xfrm>
          <a:custGeom>
            <a:avLst/>
            <a:gdLst>
              <a:gd name="sw" fmla="*/ 1 w 9324"/>
              <a:gd name="sh" fmla="*/ 1 h 2604"/>
              <a:gd name="mins" fmla="min sw sh"/>
              <a:gd name="dsw" fmla="+- 0 sw mins"/>
              <a:gd name="dsh" fmla="+- 0 sh mins"/>
              <a:gd name="p0x0" fmla="*/ 120 w 9324"/>
              <a:gd name="p0y0" fmla="*/ 0 h 2604"/>
              <a:gd name="p0x1" fmla="*/ 9204 w 9324"/>
              <a:gd name="p0y1" fmla="*/ 0 h 2604"/>
              <a:gd name="p0x2" fmla="*/ 9270 w 9324"/>
              <a:gd name="p0y2" fmla="*/ 0 h 2604"/>
              <a:gd name="p0x3" fmla="*/ 9324 w 9324"/>
              <a:gd name="p0y3" fmla="*/ 53 h 2604"/>
              <a:gd name="p0x4" fmla="*/ 9324 w 9324"/>
              <a:gd name="p0y4" fmla="*/ 120 h 2604"/>
              <a:gd name="p0x5" fmla="*/ 9324 w 9324"/>
              <a:gd name="p0y5" fmla="*/ 2484 h 2604"/>
              <a:gd name="p0x6" fmla="*/ 9324 w 9324"/>
              <a:gd name="p0y6" fmla="*/ 2551 h 2604"/>
              <a:gd name="p0x7" fmla="*/ 9270 w 9324"/>
              <a:gd name="p0y7" fmla="*/ 2604 h 2604"/>
              <a:gd name="p0x8" fmla="*/ 9204 w 9324"/>
              <a:gd name="p0y8" fmla="*/ 2604 h 2604"/>
              <a:gd name="p0x9" fmla="*/ 120 w 9324"/>
              <a:gd name="p0y9" fmla="*/ 2604 h 2604"/>
              <a:gd name="p0x10" fmla="*/ 53 w 9324"/>
              <a:gd name="p0y10" fmla="*/ 2604 h 2604"/>
              <a:gd name="p0x11" fmla="*/ 0 w 9324"/>
              <a:gd name="p0y11" fmla="*/ 2551 h 2604"/>
              <a:gd name="p0x12" fmla="*/ 0 w 9324"/>
              <a:gd name="p0y12" fmla="*/ 2484 h 2604"/>
              <a:gd name="p0x13" fmla="*/ 0 w 9324"/>
              <a:gd name="p0y13" fmla="*/ 120 h 2604"/>
              <a:gd name="p0x14" fmla="*/ 0 w 9324"/>
              <a:gd name="p0y14" fmla="*/ 53 h 2604"/>
              <a:gd name="p0x15" fmla="*/ 53 w 9324"/>
              <a:gd name="p0y15" fmla="*/ 0 h 2604"/>
              <a:gd name="p0x16" fmla="*/ 120 w 9324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17265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273" t="-7536" r="-2273" b="-7536"/>
          <a:stretch>
            <a:fillRect/>
          </a:stretch>
        </p:blipFill>
        <p:spPr>
          <a:xfrm>
            <a:off x="871220" y="1807845"/>
            <a:ext cx="219075" cy="2520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304925" y="1485243"/>
            <a:ext cx="4996834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先消费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304925" y="1809093"/>
            <a:ext cx="4996834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若本帧已有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回传的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latestResult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MonsterChaseSystem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直接把速度写回各怪物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Velocity</a:t>
            </a:r>
            <a:endParaRPr lang="en-US" alt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575945" y="2963545"/>
            <a:ext cx="5920740" cy="1654175"/>
          </a:xfrm>
          <a:custGeom>
            <a:avLst/>
            <a:gdLst>
              <a:gd name="sw" fmla="*/ 1 w 9324"/>
              <a:gd name="sh" fmla="*/ 1 h 2604"/>
              <a:gd name="mins" fmla="min sw sh"/>
              <a:gd name="dsw" fmla="+- 0 sw mins"/>
              <a:gd name="dsh" fmla="+- 0 sh mins"/>
              <a:gd name="p0x0" fmla="*/ 120 w 9324"/>
              <a:gd name="p0y0" fmla="*/ 0 h 2604"/>
              <a:gd name="p0x1" fmla="*/ 9204 w 9324"/>
              <a:gd name="p0y1" fmla="*/ 0 h 2604"/>
              <a:gd name="p0x2" fmla="*/ 9270 w 9324"/>
              <a:gd name="p0y2" fmla="*/ 0 h 2604"/>
              <a:gd name="p0x3" fmla="*/ 9324 w 9324"/>
              <a:gd name="p0y3" fmla="*/ 53 h 2604"/>
              <a:gd name="p0x4" fmla="*/ 9324 w 9324"/>
              <a:gd name="p0y4" fmla="*/ 120 h 2604"/>
              <a:gd name="p0x5" fmla="*/ 9324 w 9324"/>
              <a:gd name="p0y5" fmla="*/ 2484 h 2604"/>
              <a:gd name="p0x6" fmla="*/ 9324 w 9324"/>
              <a:gd name="p0y6" fmla="*/ 2551 h 2604"/>
              <a:gd name="p0x7" fmla="*/ 9270 w 9324"/>
              <a:gd name="p0y7" fmla="*/ 2604 h 2604"/>
              <a:gd name="p0x8" fmla="*/ 9204 w 9324"/>
              <a:gd name="p0y8" fmla="*/ 2604 h 2604"/>
              <a:gd name="p0x9" fmla="*/ 120 w 9324"/>
              <a:gd name="p0y9" fmla="*/ 2604 h 2604"/>
              <a:gd name="p0x10" fmla="*/ 53 w 9324"/>
              <a:gd name="p0y10" fmla="*/ 2604 h 2604"/>
              <a:gd name="p0x11" fmla="*/ 0 w 9324"/>
              <a:gd name="p0y11" fmla="*/ 2551 h 2604"/>
              <a:gd name="p0x12" fmla="*/ 0 w 9324"/>
              <a:gd name="p0y12" fmla="*/ 2484 h 2604"/>
              <a:gd name="p0x13" fmla="*/ 0 w 9324"/>
              <a:gd name="p0y13" fmla="*/ 120 h 2604"/>
              <a:gd name="p0x14" fmla="*/ 0 w 9324"/>
              <a:gd name="p0y14" fmla="*/ 53 h 2604"/>
              <a:gd name="p0x15" fmla="*/ 53 w 9324"/>
              <a:gd name="p0y15" fmla="*/ 0 h 2604"/>
              <a:gd name="p0x16" fmla="*/ 120 w 9324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771525" y="35807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5793" r="-5793"/>
          <a:stretch>
            <a:fillRect/>
          </a:stretch>
        </p:blipFill>
        <p:spPr>
          <a:xfrm>
            <a:off x="840105" y="3662045"/>
            <a:ext cx="281305" cy="2520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1304925" y="3339417"/>
            <a:ext cx="4996834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再投递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1304925" y="3663267"/>
            <a:ext cx="4996834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若没有，则在主线程走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computeSync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processCombatFrame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，保证不阻塞可玩性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575945" y="4817745"/>
            <a:ext cx="5920740" cy="1654175"/>
          </a:xfrm>
          <a:custGeom>
            <a:avLst/>
            <a:gdLst>
              <a:gd name="sw" fmla="*/ 1 w 9324"/>
              <a:gd name="sh" fmla="*/ 1 h 2604"/>
              <a:gd name="mins" fmla="min sw sh"/>
              <a:gd name="dsw" fmla="+- 0 sw mins"/>
              <a:gd name="dsh" fmla="+- 0 sh mins"/>
              <a:gd name="p0x0" fmla="*/ 120 w 9324"/>
              <a:gd name="p0y0" fmla="*/ 0 h 2604"/>
              <a:gd name="p0x1" fmla="*/ 9204 w 9324"/>
              <a:gd name="p0y1" fmla="*/ 0 h 2604"/>
              <a:gd name="p0x2" fmla="*/ 9270 w 9324"/>
              <a:gd name="p0y2" fmla="*/ 0 h 2604"/>
              <a:gd name="p0x3" fmla="*/ 9324 w 9324"/>
              <a:gd name="p0y3" fmla="*/ 53 h 2604"/>
              <a:gd name="p0x4" fmla="*/ 9324 w 9324"/>
              <a:gd name="p0y4" fmla="*/ 120 h 2604"/>
              <a:gd name="p0x5" fmla="*/ 9324 w 9324"/>
              <a:gd name="p0y5" fmla="*/ 2484 h 2604"/>
              <a:gd name="p0x6" fmla="*/ 9324 w 9324"/>
              <a:gd name="p0y6" fmla="*/ 2551 h 2604"/>
              <a:gd name="p0x7" fmla="*/ 9270 w 9324"/>
              <a:gd name="p0y7" fmla="*/ 2604 h 2604"/>
              <a:gd name="p0x8" fmla="*/ 9204 w 9324"/>
              <a:gd name="p0y8" fmla="*/ 2604 h 2604"/>
              <a:gd name="p0x9" fmla="*/ 120 w 9324"/>
              <a:gd name="p0y9" fmla="*/ 2604 h 2604"/>
              <a:gd name="p0x10" fmla="*/ 53 w 9324"/>
              <a:gd name="p0y10" fmla="*/ 2604 h 2604"/>
              <a:gd name="p0x11" fmla="*/ 0 w 9324"/>
              <a:gd name="p0y11" fmla="*/ 2551 h 2604"/>
              <a:gd name="p0x12" fmla="*/ 0 w 9324"/>
              <a:gd name="p0y12" fmla="*/ 2484 h 2604"/>
              <a:gd name="p0x13" fmla="*/ 0 w 9324"/>
              <a:gd name="p0y13" fmla="*/ 120 h 2604"/>
              <a:gd name="p0x14" fmla="*/ 0 w 9324"/>
              <a:gd name="p0y14" fmla="*/ 53 h 2604"/>
              <a:gd name="p0x15" fmla="*/ 53 w 9324"/>
              <a:gd name="p0y15" fmla="*/ 0 h 2604"/>
              <a:gd name="p0x16" fmla="*/ 120 w 9324"/>
              <a:gd name="p0y16" fmla="*/ 0 h 26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771525" y="54349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57250" y="5516245"/>
            <a:ext cx="247650" cy="25209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1304925" y="5193592"/>
            <a:ext cx="4996834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帧末投递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1304925" y="5517442"/>
            <a:ext cx="4996834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帧末在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shouldUseWorker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为真且无在途请求时，由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dispatchCompute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 postMessage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投递下一帧计算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3"/>
            </p:custDataLst>
          </p:nvPr>
        </p:nvSpPr>
        <p:spPr>
          <a:xfrm>
            <a:off x="6772910" y="1109345"/>
            <a:ext cx="1480820" cy="5362575"/>
          </a:xfrm>
          <a:custGeom>
            <a:avLst/>
            <a:gdLst>
              <a:gd name="sw" fmla="*/ 1 w 2332"/>
              <a:gd name="sh" fmla="*/ 1 h 8445"/>
              <a:gd name="mins" fmla="min sw sh"/>
              <a:gd name="dsw" fmla="+- 0 sw mins"/>
              <a:gd name="dsh" fmla="+- 0 sh mins"/>
              <a:gd name="p0x0" fmla="*/ 120 w 2332"/>
              <a:gd name="p0y0" fmla="*/ 0 h 8445"/>
              <a:gd name="p0x1" fmla="*/ 2212 w 2332"/>
              <a:gd name="p0y1" fmla="*/ 0 h 8445"/>
              <a:gd name="p0x2" fmla="*/ 2278 w 2332"/>
              <a:gd name="p0y2" fmla="*/ 0 h 8445"/>
              <a:gd name="p0x3" fmla="*/ 2332 w 2332"/>
              <a:gd name="p0y3" fmla="*/ 53 h 8445"/>
              <a:gd name="p0x4" fmla="*/ 2332 w 2332"/>
              <a:gd name="p0y4" fmla="*/ 120 h 8445"/>
              <a:gd name="p0x5" fmla="*/ 2332 w 2332"/>
              <a:gd name="p0y5" fmla="*/ 8325 h 8445"/>
              <a:gd name="p0x6" fmla="*/ 2332 w 2332"/>
              <a:gd name="p0y6" fmla="*/ 8391 h 8445"/>
              <a:gd name="p0x7" fmla="*/ 2278 w 2332"/>
              <a:gd name="p0y7" fmla="*/ 8445 h 8445"/>
              <a:gd name="p0x8" fmla="*/ 2212 w 2332"/>
              <a:gd name="p0y8" fmla="*/ 8445 h 8445"/>
              <a:gd name="p0x9" fmla="*/ 120 w 2332"/>
              <a:gd name="p0y9" fmla="*/ 8445 h 8445"/>
              <a:gd name="p0x10" fmla="*/ 53 w 2332"/>
              <a:gd name="p0y10" fmla="*/ 8445 h 8445"/>
              <a:gd name="p0x11" fmla="*/ 0 w 2332"/>
              <a:gd name="p0y11" fmla="*/ 8391 h 8445"/>
              <a:gd name="p0x12" fmla="*/ 0 w 2332"/>
              <a:gd name="p0y12" fmla="*/ 8325 h 8445"/>
              <a:gd name="p0x13" fmla="*/ 0 w 2332"/>
              <a:gd name="p0y13" fmla="*/ 120 h 8445"/>
              <a:gd name="p0x14" fmla="*/ 0 w 2332"/>
              <a:gd name="p0y14" fmla="*/ 53 h 8445"/>
              <a:gd name="p0x15" fmla="*/ 53 w 2332"/>
              <a:gd name="p0y15" fmla="*/ 0 h 8445"/>
              <a:gd name="p0x16" fmla="*/ 120 w 2332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4"/>
            </p:custDataLst>
          </p:nvPr>
        </p:nvSpPr>
        <p:spPr>
          <a:xfrm>
            <a:off x="6968490" y="36195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-5000" t="-3651" r="-5000" b="-3651"/>
          <a:stretch>
            <a:fillRect/>
          </a:stretch>
        </p:blipFill>
        <p:spPr>
          <a:xfrm>
            <a:off x="7035165" y="3681095"/>
            <a:ext cx="209550" cy="214630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8"/>
            </p:custDataLst>
          </p:nvPr>
        </p:nvSpPr>
        <p:spPr>
          <a:xfrm>
            <a:off x="7425709" y="2739571"/>
            <a:ext cx="633116" cy="59721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共用逻辑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9"/>
            </p:custDataLst>
          </p:nvPr>
        </p:nvSpPr>
        <p:spPr>
          <a:xfrm>
            <a:off x="7425709" y="3352981"/>
            <a:ext cx="633116" cy="14798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combatWorkerLogic.ts</a:t>
            </a:r>
            <a:r>
              <a:rPr lang="zh-CN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避免两套追逐公式分叉</a:t>
            </a:r>
            <a:endParaRPr lang="zh-CN" sz="12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0"/>
            </p:custDataLst>
          </p:nvPr>
        </p:nvSpPr>
        <p:spPr>
          <a:xfrm>
            <a:off x="8453755" y="1109345"/>
            <a:ext cx="1480820" cy="5362575"/>
          </a:xfrm>
          <a:custGeom>
            <a:avLst/>
            <a:gdLst>
              <a:gd name="sw" fmla="*/ 1 w 2332"/>
              <a:gd name="sh" fmla="*/ 1 h 8445"/>
              <a:gd name="mins" fmla="min sw sh"/>
              <a:gd name="dsw" fmla="+- 0 sw mins"/>
              <a:gd name="dsh" fmla="+- 0 sh mins"/>
              <a:gd name="p0x0" fmla="*/ 120 w 2332"/>
              <a:gd name="p0y0" fmla="*/ 0 h 8445"/>
              <a:gd name="p0x1" fmla="*/ 2212 w 2332"/>
              <a:gd name="p0y1" fmla="*/ 0 h 8445"/>
              <a:gd name="p0x2" fmla="*/ 2278 w 2332"/>
              <a:gd name="p0y2" fmla="*/ 0 h 8445"/>
              <a:gd name="p0x3" fmla="*/ 2332 w 2332"/>
              <a:gd name="p0y3" fmla="*/ 53 h 8445"/>
              <a:gd name="p0x4" fmla="*/ 2332 w 2332"/>
              <a:gd name="p0y4" fmla="*/ 120 h 8445"/>
              <a:gd name="p0x5" fmla="*/ 2332 w 2332"/>
              <a:gd name="p0y5" fmla="*/ 8325 h 8445"/>
              <a:gd name="p0x6" fmla="*/ 2332 w 2332"/>
              <a:gd name="p0y6" fmla="*/ 8391 h 8445"/>
              <a:gd name="p0x7" fmla="*/ 2278 w 2332"/>
              <a:gd name="p0y7" fmla="*/ 8445 h 8445"/>
              <a:gd name="p0x8" fmla="*/ 2212 w 2332"/>
              <a:gd name="p0y8" fmla="*/ 8445 h 8445"/>
              <a:gd name="p0x9" fmla="*/ 120 w 2332"/>
              <a:gd name="p0y9" fmla="*/ 8445 h 8445"/>
              <a:gd name="p0x10" fmla="*/ 53 w 2332"/>
              <a:gd name="p0y10" fmla="*/ 8445 h 8445"/>
              <a:gd name="p0x11" fmla="*/ 0 w 2332"/>
              <a:gd name="p0y11" fmla="*/ 8391 h 8445"/>
              <a:gd name="p0x12" fmla="*/ 0 w 2332"/>
              <a:gd name="p0y12" fmla="*/ 8325 h 8445"/>
              <a:gd name="p0x13" fmla="*/ 0 w 2332"/>
              <a:gd name="p0y13" fmla="*/ 120 h 8445"/>
              <a:gd name="p0x14" fmla="*/ 0 w 2332"/>
              <a:gd name="p0y14" fmla="*/ 53 h 8445"/>
              <a:gd name="p0x15" fmla="*/ 53 w 2332"/>
              <a:gd name="p0y15" fmla="*/ 0 h 8445"/>
              <a:gd name="p0x16" fmla="*/ 120 w 2332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31"/>
            </p:custDataLst>
          </p:nvPr>
        </p:nvSpPr>
        <p:spPr>
          <a:xfrm>
            <a:off x="8649335" y="36195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8716010" y="3681095"/>
            <a:ext cx="209550" cy="21463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35"/>
            </p:custDataLst>
          </p:nvPr>
        </p:nvSpPr>
        <p:spPr>
          <a:xfrm>
            <a:off x="9106576" y="2617680"/>
            <a:ext cx="633116" cy="59721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异步失败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6"/>
            </p:custDataLst>
          </p:nvPr>
        </p:nvSpPr>
        <p:spPr>
          <a:xfrm>
            <a:off x="9106576" y="3231090"/>
            <a:ext cx="633116" cy="172367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computeSync</a:t>
            </a:r>
            <a:r>
              <a:rPr lang="zh-CN" altLang="en-US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一样调</a:t>
            </a:r>
            <a:r>
              <a:rPr lang="en-US" altLang="zh-CN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processCombatFrame</a:t>
            </a:r>
            <a:endParaRPr lang="en-US" altLang="zh-CN" sz="12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7"/>
            </p:custDataLst>
          </p:nvPr>
        </p:nvSpPr>
        <p:spPr>
          <a:xfrm>
            <a:off x="10134600" y="1109345"/>
            <a:ext cx="1480820" cy="5362575"/>
          </a:xfrm>
          <a:custGeom>
            <a:avLst/>
            <a:gdLst>
              <a:gd name="sw" fmla="*/ 1 w 2332"/>
              <a:gd name="sh" fmla="*/ 1 h 8445"/>
              <a:gd name="mins" fmla="min sw sh"/>
              <a:gd name="dsw" fmla="+- 0 sw mins"/>
              <a:gd name="dsh" fmla="+- 0 sh mins"/>
              <a:gd name="p0x0" fmla="*/ 120 w 2332"/>
              <a:gd name="p0y0" fmla="*/ 0 h 8445"/>
              <a:gd name="p0x1" fmla="*/ 2212 w 2332"/>
              <a:gd name="p0y1" fmla="*/ 0 h 8445"/>
              <a:gd name="p0x2" fmla="*/ 2278 w 2332"/>
              <a:gd name="p0y2" fmla="*/ 0 h 8445"/>
              <a:gd name="p0x3" fmla="*/ 2332 w 2332"/>
              <a:gd name="p0y3" fmla="*/ 53 h 8445"/>
              <a:gd name="p0x4" fmla="*/ 2332 w 2332"/>
              <a:gd name="p0y4" fmla="*/ 120 h 8445"/>
              <a:gd name="p0x5" fmla="*/ 2332 w 2332"/>
              <a:gd name="p0y5" fmla="*/ 8325 h 8445"/>
              <a:gd name="p0x6" fmla="*/ 2332 w 2332"/>
              <a:gd name="p0y6" fmla="*/ 8391 h 8445"/>
              <a:gd name="p0x7" fmla="*/ 2278 w 2332"/>
              <a:gd name="p0y7" fmla="*/ 8445 h 8445"/>
              <a:gd name="p0x8" fmla="*/ 2212 w 2332"/>
              <a:gd name="p0y8" fmla="*/ 8445 h 8445"/>
              <a:gd name="p0x9" fmla="*/ 120 w 2332"/>
              <a:gd name="p0y9" fmla="*/ 8445 h 8445"/>
              <a:gd name="p0x10" fmla="*/ 53 w 2332"/>
              <a:gd name="p0y10" fmla="*/ 8445 h 8445"/>
              <a:gd name="p0x11" fmla="*/ 0 w 2332"/>
              <a:gd name="p0y11" fmla="*/ 8391 h 8445"/>
              <a:gd name="p0x12" fmla="*/ 0 w 2332"/>
              <a:gd name="p0y12" fmla="*/ 8325 h 8445"/>
              <a:gd name="p0x13" fmla="*/ 0 w 2332"/>
              <a:gd name="p0y13" fmla="*/ 120 h 8445"/>
              <a:gd name="p0x14" fmla="*/ 0 w 2332"/>
              <a:gd name="p0y14" fmla="*/ 53 h 8445"/>
              <a:gd name="p0x15" fmla="*/ 53 w 2332"/>
              <a:gd name="p0y15" fmla="*/ 0 h 8445"/>
              <a:gd name="p0x16" fmla="*/ 120 w 2332"/>
              <a:gd name="p0y16" fmla="*/ 0 h 84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38"/>
            </p:custDataLst>
          </p:nvPr>
        </p:nvSpPr>
        <p:spPr>
          <a:xfrm>
            <a:off x="10330180" y="36195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-6818" t="-1212" r="-6818" b="-1212"/>
          <a:stretch>
            <a:fillRect/>
          </a:stretch>
        </p:blipFill>
        <p:spPr>
          <a:xfrm>
            <a:off x="10382250" y="3681095"/>
            <a:ext cx="238125" cy="214630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42"/>
            </p:custDataLst>
          </p:nvPr>
        </p:nvSpPr>
        <p:spPr>
          <a:xfrm>
            <a:off x="10787444" y="2718587"/>
            <a:ext cx="633115" cy="8829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主线程碰撞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43"/>
            </p:custDataLst>
          </p:nvPr>
        </p:nvSpPr>
        <p:spPr>
          <a:xfrm>
            <a:off x="10787444" y="3617747"/>
            <a:ext cx="633115" cy="123610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hitRadiusSq</a:t>
            </a:r>
            <a:r>
              <a:rPr lang="zh-CN"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、连锁、分裂仍留在主线程</a:t>
            </a:r>
            <a:endParaRPr lang="zh-CN" sz="12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lang="en-US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WebWorker</a:t>
            </a:r>
            <a:r>
              <a:rPr lang="zh-CN"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  <a:cs typeface="汉仪中宋简" panose="02010600000101010101" charset="-122"/>
              </a:rPr>
              <a:t>：定义、实现与验证</a:t>
            </a:r>
            <a:endParaRPr lang="zh-CN"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  <a:cs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109345"/>
            <a:ext cx="3546475" cy="2085975"/>
          </a:xfrm>
          <a:custGeom>
            <a:avLst/>
            <a:gdLst>
              <a:gd name="sw" fmla="*/ 1 w 5585"/>
              <a:gd name="sh" fmla="*/ 1 h 3284"/>
              <a:gd name="mins" fmla="min sw sh"/>
              <a:gd name="dsw" fmla="+- 0 sw mins"/>
              <a:gd name="dsh" fmla="+- 0 sh mins"/>
              <a:gd name="p0x0" fmla="*/ 120 w 5585"/>
              <a:gd name="p0y0" fmla="*/ 0 h 3284"/>
              <a:gd name="p0x1" fmla="*/ 5465 w 5585"/>
              <a:gd name="p0y1" fmla="*/ 0 h 3284"/>
              <a:gd name="p0x2" fmla="*/ 5531 w 5585"/>
              <a:gd name="p0y2" fmla="*/ 0 h 3284"/>
              <a:gd name="p0x3" fmla="*/ 5585 w 5585"/>
              <a:gd name="p0y3" fmla="*/ 53 h 3284"/>
              <a:gd name="p0x4" fmla="*/ 5585 w 5585"/>
              <a:gd name="p0y4" fmla="*/ 120 h 3284"/>
              <a:gd name="p0x5" fmla="*/ 5585 w 5585"/>
              <a:gd name="p0y5" fmla="*/ 3164 h 3284"/>
              <a:gd name="p0x6" fmla="*/ 5585 w 5585"/>
              <a:gd name="p0y6" fmla="*/ 3231 h 3284"/>
              <a:gd name="p0x7" fmla="*/ 5531 w 5585"/>
              <a:gd name="p0y7" fmla="*/ 3284 h 3284"/>
              <a:gd name="p0x8" fmla="*/ 5465 w 5585"/>
              <a:gd name="p0y8" fmla="*/ 3284 h 3284"/>
              <a:gd name="p0x9" fmla="*/ 120 w 5585"/>
              <a:gd name="p0y9" fmla="*/ 3284 h 3284"/>
              <a:gd name="p0x10" fmla="*/ 53 w 5585"/>
              <a:gd name="p0y10" fmla="*/ 3284 h 3284"/>
              <a:gd name="p0x11" fmla="*/ 0 w 5585"/>
              <a:gd name="p0y11" fmla="*/ 3231 h 3284"/>
              <a:gd name="p0x12" fmla="*/ 0 w 5585"/>
              <a:gd name="p0y12" fmla="*/ 3164 h 3284"/>
              <a:gd name="p0x13" fmla="*/ 0 w 5585"/>
              <a:gd name="p0y13" fmla="*/ 120 h 3284"/>
              <a:gd name="p0x14" fmla="*/ 0 w 5585"/>
              <a:gd name="p0y14" fmla="*/ 53 h 3284"/>
              <a:gd name="p0x15" fmla="*/ 53 w 5585"/>
              <a:gd name="p0y15" fmla="*/ 0 h 3284"/>
              <a:gd name="p0x16" fmla="*/ 120 w 5585"/>
              <a:gd name="p0y16" fmla="*/ 0 h 328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19424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273" t="-2933" r="-2273" b="-2933"/>
          <a:stretch>
            <a:fillRect/>
          </a:stretch>
        </p:blipFill>
        <p:spPr>
          <a:xfrm>
            <a:off x="871220" y="2023745"/>
            <a:ext cx="219075" cy="2520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343025" y="1289685"/>
            <a:ext cx="2584475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对象池同窗对比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343025" y="1613535"/>
            <a:ext cx="2584475" cy="1394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4–5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波为对象池同窗对比，第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波通过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MetaRunSession.testUseCombatWorker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关闭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以隔离池化影响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9"/>
            </p:custDataLst>
          </p:nvPr>
        </p:nvSpPr>
        <p:spPr>
          <a:xfrm>
            <a:off x="4322445" y="1109345"/>
            <a:ext cx="3546475" cy="2085975"/>
          </a:xfrm>
          <a:custGeom>
            <a:avLst/>
            <a:gdLst>
              <a:gd name="sw" fmla="*/ 1 w 5585"/>
              <a:gd name="sh" fmla="*/ 1 h 3284"/>
              <a:gd name="mins" fmla="min sw sh"/>
              <a:gd name="dsw" fmla="+- 0 sw mins"/>
              <a:gd name="dsh" fmla="+- 0 sh mins"/>
              <a:gd name="p0x0" fmla="*/ 120 w 5585"/>
              <a:gd name="p0y0" fmla="*/ 0 h 3284"/>
              <a:gd name="p0x1" fmla="*/ 5465 w 5585"/>
              <a:gd name="p0y1" fmla="*/ 0 h 3284"/>
              <a:gd name="p0x2" fmla="*/ 5531 w 5585"/>
              <a:gd name="p0y2" fmla="*/ 0 h 3284"/>
              <a:gd name="p0x3" fmla="*/ 5585 w 5585"/>
              <a:gd name="p0y3" fmla="*/ 53 h 3284"/>
              <a:gd name="p0x4" fmla="*/ 5585 w 5585"/>
              <a:gd name="p0y4" fmla="*/ 120 h 3284"/>
              <a:gd name="p0x5" fmla="*/ 5585 w 5585"/>
              <a:gd name="p0y5" fmla="*/ 3164 h 3284"/>
              <a:gd name="p0x6" fmla="*/ 5585 w 5585"/>
              <a:gd name="p0y6" fmla="*/ 3231 h 3284"/>
              <a:gd name="p0x7" fmla="*/ 5531 w 5585"/>
              <a:gd name="p0y7" fmla="*/ 3284 h 3284"/>
              <a:gd name="p0x8" fmla="*/ 5465 w 5585"/>
              <a:gd name="p0y8" fmla="*/ 3284 h 3284"/>
              <a:gd name="p0x9" fmla="*/ 120 w 5585"/>
              <a:gd name="p0y9" fmla="*/ 3284 h 3284"/>
              <a:gd name="p0x10" fmla="*/ 53 w 5585"/>
              <a:gd name="p0y10" fmla="*/ 3284 h 3284"/>
              <a:gd name="p0x11" fmla="*/ 0 w 5585"/>
              <a:gd name="p0y11" fmla="*/ 3231 h 3284"/>
              <a:gd name="p0x12" fmla="*/ 0 w 5585"/>
              <a:gd name="p0y12" fmla="*/ 3164 h 3284"/>
              <a:gd name="p0x13" fmla="*/ 0 w 5585"/>
              <a:gd name="p0y13" fmla="*/ 120 h 3284"/>
              <a:gd name="p0x14" fmla="*/ 0 w 5585"/>
              <a:gd name="p0y14" fmla="*/ 53 h 3284"/>
              <a:gd name="p0x15" fmla="*/ 53 w 5585"/>
              <a:gd name="p0y15" fmla="*/ 0 h 3284"/>
              <a:gd name="p0x16" fmla="*/ 120 w 5585"/>
              <a:gd name="p0y16" fmla="*/ 0 h 328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4518025" y="19424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2000" t="-7536" r="-2000" b="-7536"/>
          <a:stretch>
            <a:fillRect/>
          </a:stretch>
        </p:blipFill>
        <p:spPr>
          <a:xfrm>
            <a:off x="4603750" y="2023745"/>
            <a:ext cx="247650" cy="2520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5089551" y="1701117"/>
            <a:ext cx="2584475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工况区分注意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5089551" y="2024967"/>
            <a:ext cx="2584475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解读表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7-5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、表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7-6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时勿与第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波冷启动工况混比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6"/>
            </p:custDataLst>
          </p:nvPr>
        </p:nvSpPr>
        <p:spPr>
          <a:xfrm>
            <a:off x="8068945" y="1109345"/>
            <a:ext cx="3546475" cy="2085975"/>
          </a:xfrm>
          <a:custGeom>
            <a:avLst/>
            <a:gdLst>
              <a:gd name="sw" fmla="*/ 1 w 5585"/>
              <a:gd name="sh" fmla="*/ 1 h 3284"/>
              <a:gd name="mins" fmla="min sw sh"/>
              <a:gd name="dsw" fmla="+- 0 sw mins"/>
              <a:gd name="dsh" fmla="+- 0 sh mins"/>
              <a:gd name="p0x0" fmla="*/ 120 w 5585"/>
              <a:gd name="p0y0" fmla="*/ 0 h 3284"/>
              <a:gd name="p0x1" fmla="*/ 5465 w 5585"/>
              <a:gd name="p0y1" fmla="*/ 0 h 3284"/>
              <a:gd name="p0x2" fmla="*/ 5531 w 5585"/>
              <a:gd name="p0y2" fmla="*/ 0 h 3284"/>
              <a:gd name="p0x3" fmla="*/ 5585 w 5585"/>
              <a:gd name="p0y3" fmla="*/ 53 h 3284"/>
              <a:gd name="p0x4" fmla="*/ 5585 w 5585"/>
              <a:gd name="p0y4" fmla="*/ 120 h 3284"/>
              <a:gd name="p0x5" fmla="*/ 5585 w 5585"/>
              <a:gd name="p0y5" fmla="*/ 3164 h 3284"/>
              <a:gd name="p0x6" fmla="*/ 5585 w 5585"/>
              <a:gd name="p0y6" fmla="*/ 3231 h 3284"/>
              <a:gd name="p0x7" fmla="*/ 5531 w 5585"/>
              <a:gd name="p0y7" fmla="*/ 3284 h 3284"/>
              <a:gd name="p0x8" fmla="*/ 5465 w 5585"/>
              <a:gd name="p0y8" fmla="*/ 3284 h 3284"/>
              <a:gd name="p0x9" fmla="*/ 120 w 5585"/>
              <a:gd name="p0y9" fmla="*/ 3284 h 3284"/>
              <a:gd name="p0x10" fmla="*/ 53 w 5585"/>
              <a:gd name="p0y10" fmla="*/ 3284 h 3284"/>
              <a:gd name="p0x11" fmla="*/ 0 w 5585"/>
              <a:gd name="p0y11" fmla="*/ 3231 h 3284"/>
              <a:gd name="p0x12" fmla="*/ 0 w 5585"/>
              <a:gd name="p0y12" fmla="*/ 3164 h 3284"/>
              <a:gd name="p0x13" fmla="*/ 0 w 5585"/>
              <a:gd name="p0y13" fmla="*/ 120 h 3284"/>
              <a:gd name="p0x14" fmla="*/ 0 w 5585"/>
              <a:gd name="p0y14" fmla="*/ 53 h 3284"/>
              <a:gd name="p0x15" fmla="*/ 53 w 5585"/>
              <a:gd name="p0y15" fmla="*/ 0 h 3284"/>
              <a:gd name="p0x16" fmla="*/ 120 w 5585"/>
              <a:gd name="p0y16" fmla="*/ 0 h 328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8264525" y="1942465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l="-2273" t="-2933" r="-2273" b="-2933"/>
          <a:stretch>
            <a:fillRect/>
          </a:stretch>
        </p:blipFill>
        <p:spPr>
          <a:xfrm>
            <a:off x="8364220" y="2023745"/>
            <a:ext cx="219075" cy="25209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21"/>
            </p:custDataLst>
          </p:nvPr>
        </p:nvSpPr>
        <p:spPr>
          <a:xfrm>
            <a:off x="8836076" y="1701117"/>
            <a:ext cx="2584475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算法一致性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2"/>
            </p:custDataLst>
          </p:nvPr>
        </p:nvSpPr>
        <p:spPr>
          <a:xfrm>
            <a:off x="8836076" y="2024967"/>
            <a:ext cx="2584475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开、关各跑一段，怪物轨迹可差一帧，但算法不能两套</a:t>
            </a:r>
            <a:endParaRPr lang="zh-CN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3"/>
            </p:custDataLst>
          </p:nvPr>
        </p:nvSpPr>
        <p:spPr>
          <a:xfrm>
            <a:off x="575945" y="3395345"/>
            <a:ext cx="11039475" cy="2152650"/>
          </a:xfrm>
          <a:custGeom>
            <a:avLst/>
            <a:gdLst>
              <a:gd name="sw" fmla="*/ 1 w 17385"/>
              <a:gd name="sh" fmla="*/ 1 h 3390"/>
              <a:gd name="mins" fmla="min sw sh"/>
              <a:gd name="dsw" fmla="+- 0 sw mins"/>
              <a:gd name="dsh" fmla="+- 0 sh mins"/>
              <a:gd name="p0x0" fmla="*/ 120 w 17385"/>
              <a:gd name="p0y0" fmla="*/ 0 h 3390"/>
              <a:gd name="p0x1" fmla="*/ 17265 w 17385"/>
              <a:gd name="p0y1" fmla="*/ 0 h 3390"/>
              <a:gd name="p0x2" fmla="*/ 17331 w 17385"/>
              <a:gd name="p0y2" fmla="*/ 0 h 3390"/>
              <a:gd name="p0x3" fmla="*/ 17385 w 17385"/>
              <a:gd name="p0y3" fmla="*/ 53 h 3390"/>
              <a:gd name="p0x4" fmla="*/ 17385 w 17385"/>
              <a:gd name="p0y4" fmla="*/ 120 h 3390"/>
              <a:gd name="p0x5" fmla="*/ 17385 w 17385"/>
              <a:gd name="p0y5" fmla="*/ 3270 h 3390"/>
              <a:gd name="p0x6" fmla="*/ 17385 w 17385"/>
              <a:gd name="p0y6" fmla="*/ 3336 h 3390"/>
              <a:gd name="p0x7" fmla="*/ 17331 w 17385"/>
              <a:gd name="p0y7" fmla="*/ 3390 h 3390"/>
              <a:gd name="p0x8" fmla="*/ 17265 w 17385"/>
              <a:gd name="p0y8" fmla="*/ 3390 h 3390"/>
              <a:gd name="p0x9" fmla="*/ 120 w 17385"/>
              <a:gd name="p0y9" fmla="*/ 3390 h 3390"/>
              <a:gd name="p0x10" fmla="*/ 53 w 17385"/>
              <a:gd name="p0y10" fmla="*/ 3390 h 3390"/>
              <a:gd name="p0x11" fmla="*/ 0 w 17385"/>
              <a:gd name="p0y11" fmla="*/ 3336 h 3390"/>
              <a:gd name="p0x12" fmla="*/ 0 w 17385"/>
              <a:gd name="p0y12" fmla="*/ 3270 h 3390"/>
              <a:gd name="p0x13" fmla="*/ 0 w 17385"/>
              <a:gd name="p0y13" fmla="*/ 120 h 3390"/>
              <a:gd name="p0x14" fmla="*/ 0 w 17385"/>
              <a:gd name="p0y14" fmla="*/ 53 h 3390"/>
              <a:gd name="p0x15" fmla="*/ 53 w 17385"/>
              <a:gd name="p0y15" fmla="*/ 0 h 3390"/>
              <a:gd name="p0x16" fmla="*/ 120 w 17385"/>
              <a:gd name="p0y16" fmla="*/ 0 h 33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24"/>
            </p:custDataLst>
          </p:nvPr>
        </p:nvSpPr>
        <p:spPr>
          <a:xfrm>
            <a:off x="771525" y="3574580"/>
            <a:ext cx="1064895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性能数据对比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1" name="表格 20"/>
          <p:cNvGraphicFramePr/>
          <p:nvPr>
            <p:custDataLst>
              <p:tags r:id="rId25"/>
            </p:custDataLst>
          </p:nvPr>
        </p:nvGraphicFramePr>
        <p:xfrm>
          <a:off x="771525" y="3966845"/>
          <a:ext cx="10648950" cy="1385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237"/>
                <a:gridCol w="2662237"/>
                <a:gridCol w="2662237"/>
                <a:gridCol w="2662237"/>
              </a:tblGrid>
              <a:tr h="426690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配置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lang="zh-CN" altLang="en-US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</a:t>
                      </a:r>
                      <a:r>
                        <a:rPr lang="en-US" altLang="zh-CN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FPS</a:t>
                      </a:r>
                      <a:endParaRPr lang="en-US" altLang="zh-CN"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P95(ms)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对应波次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</a:tr>
              <a:tr h="479524"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基线（无池、无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Worker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26.16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76.50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波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79598"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仅对象池（关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Worker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25.98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415" b="1" spc="-14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48.60</a:t>
                      </a:r>
                      <a:endParaRPr sz="1415" b="1" spc="-14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第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波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任意多边形 21"/>
          <p:cNvSpPr/>
          <p:nvPr>
            <p:custDataLst>
              <p:tags r:id="rId26"/>
            </p:custDataLst>
          </p:nvPr>
        </p:nvSpPr>
        <p:spPr>
          <a:xfrm>
            <a:off x="575945" y="5748020"/>
            <a:ext cx="11039475" cy="723900"/>
          </a:xfrm>
          <a:custGeom>
            <a:avLst/>
            <a:gdLst>
              <a:gd name="sw" fmla="*/ 1 w 17385"/>
              <a:gd name="sh" fmla="*/ 1 h 1140"/>
              <a:gd name="mins" fmla="min sw sh"/>
              <a:gd name="dsw" fmla="+- 0 sw mins"/>
              <a:gd name="dsh" fmla="+- 0 sh mins"/>
              <a:gd name="p0x0" fmla="*/ 120 w 17385"/>
              <a:gd name="p0y0" fmla="*/ 0 h 1140"/>
              <a:gd name="p0x1" fmla="*/ 17265 w 17385"/>
              <a:gd name="p0y1" fmla="*/ 0 h 1140"/>
              <a:gd name="p0x2" fmla="*/ 17331 w 17385"/>
              <a:gd name="p0y2" fmla="*/ 0 h 1140"/>
              <a:gd name="p0x3" fmla="*/ 17385 w 17385"/>
              <a:gd name="p0y3" fmla="*/ 53 h 1140"/>
              <a:gd name="p0x4" fmla="*/ 17385 w 17385"/>
              <a:gd name="p0y4" fmla="*/ 120 h 1140"/>
              <a:gd name="p0x5" fmla="*/ 17385 w 17385"/>
              <a:gd name="p0y5" fmla="*/ 1020 h 1140"/>
              <a:gd name="p0x6" fmla="*/ 17385 w 17385"/>
              <a:gd name="p0y6" fmla="*/ 1086 h 1140"/>
              <a:gd name="p0x7" fmla="*/ 17331 w 17385"/>
              <a:gd name="p0y7" fmla="*/ 1140 h 1140"/>
              <a:gd name="p0x8" fmla="*/ 17265 w 17385"/>
              <a:gd name="p0y8" fmla="*/ 1140 h 1140"/>
              <a:gd name="p0x9" fmla="*/ 120 w 17385"/>
              <a:gd name="p0y9" fmla="*/ 1140 h 1140"/>
              <a:gd name="p0x10" fmla="*/ 53 w 17385"/>
              <a:gd name="p0y10" fmla="*/ 1140 h 1140"/>
              <a:gd name="p0x11" fmla="*/ 0 w 17385"/>
              <a:gd name="p0y11" fmla="*/ 1086 h 1140"/>
              <a:gd name="p0x12" fmla="*/ 0 w 17385"/>
              <a:gd name="p0y12" fmla="*/ 1020 h 1140"/>
              <a:gd name="p0x13" fmla="*/ 0 w 17385"/>
              <a:gd name="p0y13" fmla="*/ 120 h 1140"/>
              <a:gd name="p0x14" fmla="*/ 0 w 17385"/>
              <a:gd name="p0y14" fmla="*/ 53 h 1140"/>
              <a:gd name="p0x15" fmla="*/ 53 w 17385"/>
              <a:gd name="p0y15" fmla="*/ 0 h 1140"/>
              <a:gd name="p0x16" fmla="*/ 120 w 17385"/>
              <a:gd name="p0y16" fmla="*/ 0 h 11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>
            <p:custDataLst>
              <p:tags r:id="rId27"/>
            </p:custDataLst>
          </p:nvPr>
        </p:nvSpPr>
        <p:spPr>
          <a:xfrm>
            <a:off x="2130923" y="5927408"/>
            <a:ext cx="7930086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lang="en-US" altLang="en-US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r>
              <a:rPr lang="zh-CN" altLang="en-US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在第</a:t>
            </a:r>
            <a:r>
              <a:rPr lang="en-US" alt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1–3</a:t>
            </a:r>
            <a:r>
              <a:rPr lang="zh-CN" altLang="en-US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波参与追逐重算，与对象池形成互补优化路径</a:t>
            </a:r>
            <a:endParaRPr lang="zh-CN" altLang="en-US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占位符 2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 sz="9300"/>
              <a:t>肆</a:t>
            </a:r>
            <a:endParaRPr lang="zh-CN" altLang="en-US" sz="9300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对象池：定义、实现与验证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对象池：定义、实现与验证</a:t>
            </a:r>
            <a:endParaRPr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11039475" cy="752475"/>
          </a:xfrm>
          <a:custGeom>
            <a:avLst/>
            <a:gdLst>
              <a:gd name="sw" fmla="*/ 1 w 17385"/>
              <a:gd name="sh" fmla="*/ 1 h 1185"/>
              <a:gd name="mins" fmla="min sw sh"/>
              <a:gd name="dsw" fmla="+- 0 sw mins"/>
              <a:gd name="dsh" fmla="+- 0 sh mins"/>
              <a:gd name="p0x0" fmla="*/ 120 w 17385"/>
              <a:gd name="p0y0" fmla="*/ 0 h 1185"/>
              <a:gd name="p0x1" fmla="*/ 17265 w 17385"/>
              <a:gd name="p0y1" fmla="*/ 0 h 1185"/>
              <a:gd name="p0x2" fmla="*/ 17331 w 17385"/>
              <a:gd name="p0y2" fmla="*/ 0 h 1185"/>
              <a:gd name="p0x3" fmla="*/ 17385 w 17385"/>
              <a:gd name="p0y3" fmla="*/ 53 h 1185"/>
              <a:gd name="p0x4" fmla="*/ 17385 w 17385"/>
              <a:gd name="p0y4" fmla="*/ 120 h 1185"/>
              <a:gd name="p0x5" fmla="*/ 17385 w 17385"/>
              <a:gd name="p0y5" fmla="*/ 1065 h 1185"/>
              <a:gd name="p0x6" fmla="*/ 17385 w 17385"/>
              <a:gd name="p0y6" fmla="*/ 1131 h 1185"/>
              <a:gd name="p0x7" fmla="*/ 17331 w 17385"/>
              <a:gd name="p0y7" fmla="*/ 1185 h 1185"/>
              <a:gd name="p0x8" fmla="*/ 17265 w 17385"/>
              <a:gd name="p0y8" fmla="*/ 1185 h 1185"/>
              <a:gd name="p0x9" fmla="*/ 120 w 17385"/>
              <a:gd name="p0y9" fmla="*/ 1185 h 1185"/>
              <a:gd name="p0x10" fmla="*/ 53 w 17385"/>
              <a:gd name="p0y10" fmla="*/ 1185 h 1185"/>
              <a:gd name="p0x11" fmla="*/ 0 w 17385"/>
              <a:gd name="p0y11" fmla="*/ 1131 h 1185"/>
              <a:gd name="p0x12" fmla="*/ 0 w 17385"/>
              <a:gd name="p0y12" fmla="*/ 1065 h 1185"/>
              <a:gd name="p0x13" fmla="*/ 0 w 17385"/>
              <a:gd name="p0y13" fmla="*/ 120 h 1185"/>
              <a:gd name="p0x14" fmla="*/ 0 w 17385"/>
              <a:gd name="p0y14" fmla="*/ 53 h 1185"/>
              <a:gd name="p0x15" fmla="*/ 53 w 17385"/>
              <a:gd name="p0y15" fmla="*/ 0 h 1185"/>
              <a:gd name="p0x16" fmla="*/ 120 w 17385"/>
              <a:gd name="p0y16" fmla="*/ 0 h 11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1616345" y="1246803"/>
            <a:ext cx="8959234" cy="2905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92000"/>
              </a:lnSpc>
            </a:pPr>
            <a:r>
              <a:rPr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对象池</a:t>
            </a:r>
            <a:r>
              <a:rPr lang="zh-CN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按预制体路径分桶复用</a:t>
            </a:r>
            <a:r>
              <a:rPr lang="en-US" altLang="zh-CN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节点，抑制</a:t>
            </a:r>
            <a:r>
              <a:rPr lang="en-US" altLang="zh-CN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instantiate/destroy</a:t>
            </a:r>
            <a:r>
              <a:rPr lang="zh-CN" altLang="en-US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触发的</a:t>
            </a:r>
            <a:r>
              <a:rPr lang="en-US" altLang="zh-CN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altLang="en-US" sz="18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尖峰</a:t>
            </a:r>
            <a:endParaRPr lang="zh-CN" altLang="en-US" sz="18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4"/>
            </p:custDataLst>
          </p:nvPr>
        </p:nvSpPr>
        <p:spPr>
          <a:xfrm>
            <a:off x="575945" y="1970405"/>
            <a:ext cx="3546475" cy="2150745"/>
          </a:xfrm>
          <a:custGeom>
            <a:avLst/>
            <a:gdLst>
              <a:gd name="sw" fmla="*/ 1 w 5585"/>
              <a:gd name="sh" fmla="*/ 1 h 3387"/>
              <a:gd name="mins" fmla="min sw sh"/>
              <a:gd name="dsw" fmla="+- 0 sw mins"/>
              <a:gd name="dsh" fmla="+- 0 sh mins"/>
              <a:gd name="p0x0" fmla="*/ 120 w 5585"/>
              <a:gd name="p0y0" fmla="*/ 0 h 3387"/>
              <a:gd name="p0x1" fmla="*/ 5465 w 5585"/>
              <a:gd name="p0y1" fmla="*/ 0 h 3387"/>
              <a:gd name="p0x2" fmla="*/ 5531 w 5585"/>
              <a:gd name="p0y2" fmla="*/ 0 h 3387"/>
              <a:gd name="p0x3" fmla="*/ 5585 w 5585"/>
              <a:gd name="p0y3" fmla="*/ 53 h 3387"/>
              <a:gd name="p0x4" fmla="*/ 5585 w 5585"/>
              <a:gd name="p0y4" fmla="*/ 120 h 3387"/>
              <a:gd name="p0x5" fmla="*/ 5585 w 5585"/>
              <a:gd name="p0y5" fmla="*/ 3267 h 3387"/>
              <a:gd name="p0x6" fmla="*/ 5585 w 5585"/>
              <a:gd name="p0y6" fmla="*/ 3333 h 3387"/>
              <a:gd name="p0x7" fmla="*/ 5531 w 5585"/>
              <a:gd name="p0y7" fmla="*/ 3387 h 3387"/>
              <a:gd name="p0x8" fmla="*/ 5465 w 5585"/>
              <a:gd name="p0y8" fmla="*/ 3387 h 3387"/>
              <a:gd name="p0x9" fmla="*/ 120 w 5585"/>
              <a:gd name="p0y9" fmla="*/ 3387 h 3387"/>
              <a:gd name="p0x10" fmla="*/ 53 w 5585"/>
              <a:gd name="p0y10" fmla="*/ 3387 h 3387"/>
              <a:gd name="p0x11" fmla="*/ 0 w 5585"/>
              <a:gd name="p0y11" fmla="*/ 3333 h 3387"/>
              <a:gd name="p0x12" fmla="*/ 0 w 5585"/>
              <a:gd name="p0y12" fmla="*/ 3267 h 3387"/>
              <a:gd name="p0x13" fmla="*/ 0 w 5585"/>
              <a:gd name="p0y13" fmla="*/ 120 h 3387"/>
              <a:gd name="p0x14" fmla="*/ 0 w 5585"/>
              <a:gd name="p0y14" fmla="*/ 53 h 3387"/>
              <a:gd name="p0x15" fmla="*/ 53 w 5585"/>
              <a:gd name="p0y15" fmla="*/ 0 h 3387"/>
              <a:gd name="p0x16" fmla="*/ 120 w 5585"/>
              <a:gd name="p0y16" fmla="*/ 0 h 33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771525" y="288861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04545" y="2917190"/>
            <a:ext cx="247650" cy="25209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1162050" y="2755592"/>
            <a:ext cx="276545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按预制体路径分桶</a:t>
            </a:r>
            <a:endParaRPr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162050" y="2980363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BulletPool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按预制体路径分桶，节点用完后回池而不是销毁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1"/>
            </p:custDataLst>
          </p:nvPr>
        </p:nvSpPr>
        <p:spPr>
          <a:xfrm>
            <a:off x="4322445" y="1970405"/>
            <a:ext cx="3546475" cy="2150745"/>
          </a:xfrm>
          <a:custGeom>
            <a:avLst/>
            <a:gdLst>
              <a:gd name="sw" fmla="*/ 1 w 5585"/>
              <a:gd name="sh" fmla="*/ 1 h 3387"/>
              <a:gd name="mins" fmla="min sw sh"/>
              <a:gd name="dsw" fmla="+- 0 sw mins"/>
              <a:gd name="dsh" fmla="+- 0 sh mins"/>
              <a:gd name="p0x0" fmla="*/ 120 w 5585"/>
              <a:gd name="p0y0" fmla="*/ 0 h 3387"/>
              <a:gd name="p0x1" fmla="*/ 5465 w 5585"/>
              <a:gd name="p0y1" fmla="*/ 0 h 3387"/>
              <a:gd name="p0x2" fmla="*/ 5531 w 5585"/>
              <a:gd name="p0y2" fmla="*/ 0 h 3387"/>
              <a:gd name="p0x3" fmla="*/ 5585 w 5585"/>
              <a:gd name="p0y3" fmla="*/ 53 h 3387"/>
              <a:gd name="p0x4" fmla="*/ 5585 w 5585"/>
              <a:gd name="p0y4" fmla="*/ 120 h 3387"/>
              <a:gd name="p0x5" fmla="*/ 5585 w 5585"/>
              <a:gd name="p0y5" fmla="*/ 3267 h 3387"/>
              <a:gd name="p0x6" fmla="*/ 5585 w 5585"/>
              <a:gd name="p0y6" fmla="*/ 3333 h 3387"/>
              <a:gd name="p0x7" fmla="*/ 5531 w 5585"/>
              <a:gd name="p0y7" fmla="*/ 3387 h 3387"/>
              <a:gd name="p0x8" fmla="*/ 5465 w 5585"/>
              <a:gd name="p0y8" fmla="*/ 3387 h 3387"/>
              <a:gd name="p0x9" fmla="*/ 120 w 5585"/>
              <a:gd name="p0y9" fmla="*/ 3387 h 3387"/>
              <a:gd name="p0x10" fmla="*/ 53 w 5585"/>
              <a:gd name="p0y10" fmla="*/ 3387 h 3387"/>
              <a:gd name="p0x11" fmla="*/ 0 w 5585"/>
              <a:gd name="p0y11" fmla="*/ 3333 h 3387"/>
              <a:gd name="p0x12" fmla="*/ 0 w 5585"/>
              <a:gd name="p0y12" fmla="*/ 3267 h 3387"/>
              <a:gd name="p0x13" fmla="*/ 0 w 5585"/>
              <a:gd name="p0y13" fmla="*/ 120 h 3387"/>
              <a:gd name="p0x14" fmla="*/ 0 w 5585"/>
              <a:gd name="p0y14" fmla="*/ 53 h 3387"/>
              <a:gd name="p0x15" fmla="*/ 53 w 5585"/>
              <a:gd name="p0y15" fmla="*/ 0 h 3387"/>
              <a:gd name="p0x16" fmla="*/ 120 w 5585"/>
              <a:gd name="p0y16" fmla="*/ 0 h 33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>
            <p:custDataLst>
              <p:tags r:id="rId12"/>
            </p:custDataLst>
          </p:nvPr>
        </p:nvSpPr>
        <p:spPr>
          <a:xfrm>
            <a:off x="4518025" y="288861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4551045" y="2917190"/>
            <a:ext cx="247650" cy="252095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908576" y="2755592"/>
            <a:ext cx="276545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</a:t>
            </a:r>
            <a:r>
              <a:rPr lang="zh-CN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方法复用</a:t>
            </a:r>
            <a:endParaRPr lang="zh-CN"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908576" y="2980363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内部对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Map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里对应数组做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pop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，拿不到节点才走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预制体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8"/>
            </p:custDataLst>
          </p:nvPr>
        </p:nvSpPr>
        <p:spPr>
          <a:xfrm>
            <a:off x="8068945" y="1970405"/>
            <a:ext cx="3546475" cy="2150745"/>
          </a:xfrm>
          <a:custGeom>
            <a:avLst/>
            <a:gdLst>
              <a:gd name="sw" fmla="*/ 1 w 5585"/>
              <a:gd name="sh" fmla="*/ 1 h 3387"/>
              <a:gd name="mins" fmla="min sw sh"/>
              <a:gd name="dsw" fmla="+- 0 sw mins"/>
              <a:gd name="dsh" fmla="+- 0 sh mins"/>
              <a:gd name="p0x0" fmla="*/ 120 w 5585"/>
              <a:gd name="p0y0" fmla="*/ 0 h 3387"/>
              <a:gd name="p0x1" fmla="*/ 5465 w 5585"/>
              <a:gd name="p0y1" fmla="*/ 0 h 3387"/>
              <a:gd name="p0x2" fmla="*/ 5531 w 5585"/>
              <a:gd name="p0y2" fmla="*/ 0 h 3387"/>
              <a:gd name="p0x3" fmla="*/ 5585 w 5585"/>
              <a:gd name="p0y3" fmla="*/ 53 h 3387"/>
              <a:gd name="p0x4" fmla="*/ 5585 w 5585"/>
              <a:gd name="p0y4" fmla="*/ 120 h 3387"/>
              <a:gd name="p0x5" fmla="*/ 5585 w 5585"/>
              <a:gd name="p0y5" fmla="*/ 3267 h 3387"/>
              <a:gd name="p0x6" fmla="*/ 5585 w 5585"/>
              <a:gd name="p0y6" fmla="*/ 3333 h 3387"/>
              <a:gd name="p0x7" fmla="*/ 5531 w 5585"/>
              <a:gd name="p0y7" fmla="*/ 3387 h 3387"/>
              <a:gd name="p0x8" fmla="*/ 5465 w 5585"/>
              <a:gd name="p0y8" fmla="*/ 3387 h 3387"/>
              <a:gd name="p0x9" fmla="*/ 120 w 5585"/>
              <a:gd name="p0y9" fmla="*/ 3387 h 3387"/>
              <a:gd name="p0x10" fmla="*/ 53 w 5585"/>
              <a:gd name="p0y10" fmla="*/ 3387 h 3387"/>
              <a:gd name="p0x11" fmla="*/ 0 w 5585"/>
              <a:gd name="p0y11" fmla="*/ 3333 h 3387"/>
              <a:gd name="p0x12" fmla="*/ 0 w 5585"/>
              <a:gd name="p0y12" fmla="*/ 3267 h 3387"/>
              <a:gd name="p0x13" fmla="*/ 0 w 5585"/>
              <a:gd name="p0y13" fmla="*/ 120 h 3387"/>
              <a:gd name="p0x14" fmla="*/ 0 w 5585"/>
              <a:gd name="p0y14" fmla="*/ 53 h 3387"/>
              <a:gd name="p0x15" fmla="*/ 53 w 5585"/>
              <a:gd name="p0y15" fmla="*/ 0 h 3387"/>
              <a:gd name="p0x16" fmla="*/ 120 w 5585"/>
              <a:gd name="p0y16" fmla="*/ 0 h 33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9"/>
            </p:custDataLst>
          </p:nvPr>
        </p:nvSpPr>
        <p:spPr>
          <a:xfrm>
            <a:off x="8264525" y="288861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 l="-2000" t="-2933" r="-2000" b="-2933"/>
          <a:stretch>
            <a:fillRect/>
          </a:stretch>
        </p:blipFill>
        <p:spPr>
          <a:xfrm>
            <a:off x="8297545" y="2917190"/>
            <a:ext cx="247650" cy="25209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23"/>
            </p:custDataLst>
          </p:nvPr>
        </p:nvSpPr>
        <p:spPr>
          <a:xfrm>
            <a:off x="8655101" y="2755592"/>
            <a:ext cx="276545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方法回收</a:t>
            </a:r>
            <a:endParaRPr lang="zh-CN"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24"/>
            </p:custDataLst>
          </p:nvPr>
        </p:nvSpPr>
        <p:spPr>
          <a:xfrm>
            <a:off x="8655101" y="2980363"/>
            <a:ext cx="2765450" cy="3495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会先把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node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parent removeChild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push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进桶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25"/>
            </p:custDataLst>
          </p:nvPr>
        </p:nvSpPr>
        <p:spPr>
          <a:xfrm>
            <a:off x="575945" y="4321175"/>
            <a:ext cx="5419725" cy="2150745"/>
          </a:xfrm>
          <a:custGeom>
            <a:avLst/>
            <a:gdLst>
              <a:gd name="sw" fmla="*/ 1 w 8535"/>
              <a:gd name="sh" fmla="*/ 1 h 3387"/>
              <a:gd name="mins" fmla="min sw sh"/>
              <a:gd name="dsw" fmla="+- 0 sw mins"/>
              <a:gd name="dsh" fmla="+- 0 sh mins"/>
              <a:gd name="p0x0" fmla="*/ 120 w 8535"/>
              <a:gd name="p0y0" fmla="*/ 0 h 3387"/>
              <a:gd name="p0x1" fmla="*/ 8415 w 8535"/>
              <a:gd name="p0y1" fmla="*/ 0 h 3387"/>
              <a:gd name="p0x2" fmla="*/ 8481 w 8535"/>
              <a:gd name="p0y2" fmla="*/ 0 h 3387"/>
              <a:gd name="p0x3" fmla="*/ 8535 w 8535"/>
              <a:gd name="p0y3" fmla="*/ 53 h 3387"/>
              <a:gd name="p0x4" fmla="*/ 8535 w 8535"/>
              <a:gd name="p0y4" fmla="*/ 120 h 3387"/>
              <a:gd name="p0x5" fmla="*/ 8535 w 8535"/>
              <a:gd name="p0y5" fmla="*/ 3267 h 3387"/>
              <a:gd name="p0x6" fmla="*/ 8535 w 8535"/>
              <a:gd name="p0y6" fmla="*/ 3333 h 3387"/>
              <a:gd name="p0x7" fmla="*/ 8481 w 8535"/>
              <a:gd name="p0y7" fmla="*/ 3387 h 3387"/>
              <a:gd name="p0x8" fmla="*/ 8415 w 8535"/>
              <a:gd name="p0y8" fmla="*/ 3387 h 3387"/>
              <a:gd name="p0x9" fmla="*/ 120 w 8535"/>
              <a:gd name="p0y9" fmla="*/ 3387 h 3387"/>
              <a:gd name="p0x10" fmla="*/ 53 w 8535"/>
              <a:gd name="p0y10" fmla="*/ 3387 h 3387"/>
              <a:gd name="p0x11" fmla="*/ 0 w 8535"/>
              <a:gd name="p0y11" fmla="*/ 3333 h 3387"/>
              <a:gd name="p0x12" fmla="*/ 0 w 8535"/>
              <a:gd name="p0y12" fmla="*/ 3267 h 3387"/>
              <a:gd name="p0x13" fmla="*/ 0 w 8535"/>
              <a:gd name="p0y13" fmla="*/ 120 h 3387"/>
              <a:gd name="p0x14" fmla="*/ 0 w 8535"/>
              <a:gd name="p0y14" fmla="*/ 53 h 3387"/>
              <a:gd name="p0x15" fmla="*/ 53 w 8535"/>
              <a:gd name="p0y15" fmla="*/ 0 h 3387"/>
              <a:gd name="p0x16" fmla="*/ 120 w 8535"/>
              <a:gd name="p0y16" fmla="*/ 0 h 33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6"/>
            </p:custDataLst>
          </p:nvPr>
        </p:nvSpPr>
        <p:spPr>
          <a:xfrm>
            <a:off x="771525" y="4652334"/>
            <a:ext cx="502920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设计优势</a:t>
            </a:r>
            <a:endParaRPr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7"/>
            </p:custDataLst>
          </p:nvPr>
        </p:nvSpPr>
        <p:spPr>
          <a:xfrm>
            <a:off x="771525" y="505396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2381" t="-20417" r="-2381" b="-20417"/>
          <a:stretch>
            <a:fillRect/>
          </a:stretch>
        </p:blipFill>
        <p:spPr>
          <a:xfrm>
            <a:off x="795020" y="5073015"/>
            <a:ext cx="209550" cy="214630"/>
          </a:xfrm>
          <a:prstGeom prst="rect">
            <a:avLst/>
          </a:prstGeom>
        </p:spPr>
      </p:pic>
      <p:sp>
        <p:nvSpPr>
          <p:cNvPr id="25" name="文本框 24"/>
          <p:cNvSpPr txBox="1"/>
          <p:nvPr>
            <p:custDataLst>
              <p:tags r:id="rId31"/>
            </p:custDataLst>
          </p:nvPr>
        </p:nvSpPr>
        <p:spPr>
          <a:xfrm>
            <a:off x="1104900" y="5091722"/>
            <a:ext cx="1935737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减少频繁实例化带来的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抖动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32"/>
            </p:custDataLst>
          </p:nvPr>
        </p:nvSpPr>
        <p:spPr>
          <a:xfrm>
            <a:off x="771525" y="546163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7" name="图片 26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-2381" t="-12593" r="-2381" b="-12593"/>
          <a:stretch>
            <a:fillRect/>
          </a:stretch>
        </p:blipFill>
        <p:spPr>
          <a:xfrm>
            <a:off x="795020" y="5480685"/>
            <a:ext cx="209550" cy="214630"/>
          </a:xfrm>
          <a:prstGeom prst="rect">
            <a:avLst/>
          </a:prstGeom>
        </p:spPr>
      </p:pic>
      <p:sp>
        <p:nvSpPr>
          <p:cNvPr id="28" name="文本框 27"/>
          <p:cNvSpPr txBox="1"/>
          <p:nvPr>
            <p:custDataLst>
              <p:tags r:id="rId36"/>
            </p:custDataLst>
          </p:nvPr>
        </p:nvSpPr>
        <p:spPr>
          <a:xfrm>
            <a:off x="1104900" y="5499211"/>
            <a:ext cx="2667076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千怪波高峰过后数组里会攒一批可复用节点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7"/>
            </p:custDataLst>
          </p:nvPr>
        </p:nvSpPr>
        <p:spPr>
          <a:xfrm>
            <a:off x="771525" y="586930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 l="-2381" t="-12407" r="-2381" b="-12407"/>
          <a:stretch>
            <a:fillRect/>
          </a:stretch>
        </p:blipFill>
        <p:spPr>
          <a:xfrm>
            <a:off x="795020" y="5888355"/>
            <a:ext cx="209550" cy="21399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41"/>
            </p:custDataLst>
          </p:nvPr>
        </p:nvSpPr>
        <p:spPr>
          <a:xfrm>
            <a:off x="1104900" y="5906700"/>
            <a:ext cx="4437307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池化把分配摊平，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Performance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面板里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Scripting/GC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段往往跟着好看些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任意多边形 31"/>
          <p:cNvSpPr/>
          <p:nvPr>
            <p:custDataLst>
              <p:tags r:id="rId42"/>
            </p:custDataLst>
          </p:nvPr>
        </p:nvSpPr>
        <p:spPr>
          <a:xfrm>
            <a:off x="6195695" y="4321175"/>
            <a:ext cx="5419725" cy="2150745"/>
          </a:xfrm>
          <a:custGeom>
            <a:avLst/>
            <a:gdLst>
              <a:gd name="sw" fmla="*/ 1 w 8535"/>
              <a:gd name="sh" fmla="*/ 1 h 3387"/>
              <a:gd name="mins" fmla="min sw sh"/>
              <a:gd name="dsw" fmla="+- 0 sw mins"/>
              <a:gd name="dsh" fmla="+- 0 sh mins"/>
              <a:gd name="p0x0" fmla="*/ 120 w 8535"/>
              <a:gd name="p0y0" fmla="*/ 0 h 3387"/>
              <a:gd name="p0x1" fmla="*/ 8415 w 8535"/>
              <a:gd name="p0y1" fmla="*/ 0 h 3387"/>
              <a:gd name="p0x2" fmla="*/ 8481 w 8535"/>
              <a:gd name="p0y2" fmla="*/ 0 h 3387"/>
              <a:gd name="p0x3" fmla="*/ 8535 w 8535"/>
              <a:gd name="p0y3" fmla="*/ 53 h 3387"/>
              <a:gd name="p0x4" fmla="*/ 8535 w 8535"/>
              <a:gd name="p0y4" fmla="*/ 120 h 3387"/>
              <a:gd name="p0x5" fmla="*/ 8535 w 8535"/>
              <a:gd name="p0y5" fmla="*/ 3267 h 3387"/>
              <a:gd name="p0x6" fmla="*/ 8535 w 8535"/>
              <a:gd name="p0y6" fmla="*/ 3333 h 3387"/>
              <a:gd name="p0x7" fmla="*/ 8481 w 8535"/>
              <a:gd name="p0y7" fmla="*/ 3387 h 3387"/>
              <a:gd name="p0x8" fmla="*/ 8415 w 8535"/>
              <a:gd name="p0y8" fmla="*/ 3387 h 3387"/>
              <a:gd name="p0x9" fmla="*/ 120 w 8535"/>
              <a:gd name="p0y9" fmla="*/ 3387 h 3387"/>
              <a:gd name="p0x10" fmla="*/ 53 w 8535"/>
              <a:gd name="p0y10" fmla="*/ 3387 h 3387"/>
              <a:gd name="p0x11" fmla="*/ 0 w 8535"/>
              <a:gd name="p0y11" fmla="*/ 3333 h 3387"/>
              <a:gd name="p0x12" fmla="*/ 0 w 8535"/>
              <a:gd name="p0y12" fmla="*/ 3267 h 3387"/>
              <a:gd name="p0x13" fmla="*/ 0 w 8535"/>
              <a:gd name="p0y13" fmla="*/ 120 h 3387"/>
              <a:gd name="p0x14" fmla="*/ 0 w 8535"/>
              <a:gd name="p0y14" fmla="*/ 53 h 3387"/>
              <a:gd name="p0x15" fmla="*/ 53 w 8535"/>
              <a:gd name="p0y15" fmla="*/ 0 h 3387"/>
              <a:gd name="p0x16" fmla="*/ 120 w 8535"/>
              <a:gd name="p0y16" fmla="*/ 0 h 33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>
            <p:custDataLst>
              <p:tags r:id="rId43"/>
            </p:custDataLst>
          </p:nvPr>
        </p:nvSpPr>
        <p:spPr>
          <a:xfrm>
            <a:off x="6391275" y="4652334"/>
            <a:ext cx="5029200" cy="2200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425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适用场景</a:t>
            </a:r>
            <a:endParaRPr sz="1425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44"/>
            </p:custDataLst>
          </p:nvPr>
        </p:nvSpPr>
        <p:spPr>
          <a:xfrm>
            <a:off x="6391275" y="505396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/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 l="-6818" t="-1212" r="-6818" b="-1212"/>
          <a:stretch>
            <a:fillRect/>
          </a:stretch>
        </p:blipFill>
        <p:spPr>
          <a:xfrm>
            <a:off x="6400800" y="5073015"/>
            <a:ext cx="238125" cy="214630"/>
          </a:xfrm>
          <a:prstGeom prst="rect">
            <a:avLst/>
          </a:prstGeom>
        </p:spPr>
      </p:pic>
      <p:sp>
        <p:nvSpPr>
          <p:cNvPr id="36" name="文本框 35"/>
          <p:cNvSpPr txBox="1"/>
          <p:nvPr>
            <p:custDataLst>
              <p:tags r:id="rId48"/>
            </p:custDataLst>
          </p:nvPr>
        </p:nvSpPr>
        <p:spPr>
          <a:xfrm>
            <a:off x="6724650" y="5091722"/>
            <a:ext cx="3689080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生成子弹时先调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BulletPool.get(prefabPath)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49"/>
            </p:custDataLst>
          </p:nvPr>
        </p:nvSpPr>
        <p:spPr>
          <a:xfrm>
            <a:off x="6391275" y="546163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8" name="图片 37"/>
          <p:cNvPicPr>
            <a:picLocks noChangeAspect="1"/>
          </p:cNvPicPr>
          <p:nvPr>
            <p:custDataLst>
              <p:tags r:id="rId50"/>
            </p:custDataLst>
          </p:nvPr>
        </p:nvPicPr>
        <p:blipFill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rcRect l="-2381" t="-3651" r="-2381" b="-3651"/>
          <a:stretch>
            <a:fillRect/>
          </a:stretch>
        </p:blipFill>
        <p:spPr>
          <a:xfrm>
            <a:off x="6414770" y="5480685"/>
            <a:ext cx="209550" cy="214630"/>
          </a:xfrm>
          <a:prstGeom prst="rect">
            <a:avLst/>
          </a:prstGeom>
        </p:spPr>
      </p:pic>
      <p:sp>
        <p:nvSpPr>
          <p:cNvPr id="39" name="文本框 38"/>
          <p:cNvSpPr txBox="1"/>
          <p:nvPr>
            <p:custDataLst>
              <p:tags r:id="rId53"/>
            </p:custDataLst>
          </p:nvPr>
        </p:nvSpPr>
        <p:spPr>
          <a:xfrm>
            <a:off x="6724650" y="5499211"/>
            <a:ext cx="2204447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子弹寿命结束或穿透耗尽后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回池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54"/>
            </p:custDataLst>
          </p:nvPr>
        </p:nvSpPr>
        <p:spPr>
          <a:xfrm>
            <a:off x="6391275" y="586930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1" name="图片 40"/>
          <p:cNvPicPr>
            <a:picLocks noChangeAspect="1"/>
          </p:cNvPicPr>
          <p:nvPr>
            <p:custDataLst>
              <p:tags r:id="rId55"/>
            </p:custDataLst>
          </p:nvPr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rcRect l="-1667" t="-3492" r="-1667" b="-3492"/>
          <a:stretch>
            <a:fillRect/>
          </a:stretch>
        </p:blipFill>
        <p:spPr>
          <a:xfrm>
            <a:off x="6440805" y="5888355"/>
            <a:ext cx="157480" cy="213995"/>
          </a:xfrm>
          <a:prstGeom prst="rect">
            <a:avLst/>
          </a:prstGeom>
        </p:spPr>
      </p:pic>
      <p:sp>
        <p:nvSpPr>
          <p:cNvPr id="42" name="文本框 41"/>
          <p:cNvSpPr txBox="1"/>
          <p:nvPr>
            <p:custDataLst>
              <p:tags r:id="rId58"/>
            </p:custDataLst>
          </p:nvPr>
        </p:nvSpPr>
        <p:spPr>
          <a:xfrm>
            <a:off x="6724650" y="5906700"/>
            <a:ext cx="450339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MonsterRecycleSystem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判定怪物离玩家过远后同样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24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对象池：定义、实现与验证</a:t>
            </a:r>
            <a:endParaRPr sz="24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575945" y="1017905"/>
            <a:ext cx="4842510" cy="1684655"/>
          </a:xfrm>
          <a:custGeom>
            <a:avLst/>
            <a:gdLst>
              <a:gd name="sw" fmla="*/ 1 w 7625"/>
              <a:gd name="sh" fmla="*/ 1 h 2653"/>
              <a:gd name="mins" fmla="min sw sh"/>
              <a:gd name="dsw" fmla="+- 0 sw mins"/>
              <a:gd name="dsh" fmla="+- 0 sh mins"/>
              <a:gd name="p0x0" fmla="*/ 120 w 7625"/>
              <a:gd name="p0y0" fmla="*/ 0 h 2653"/>
              <a:gd name="p0x1" fmla="*/ 7505 w 7625"/>
              <a:gd name="p0y1" fmla="*/ 0 h 2653"/>
              <a:gd name="p0x2" fmla="*/ 7572 w 7625"/>
              <a:gd name="p0y2" fmla="*/ 0 h 2653"/>
              <a:gd name="p0x3" fmla="*/ 7625 w 7625"/>
              <a:gd name="p0y3" fmla="*/ 53 h 2653"/>
              <a:gd name="p0x4" fmla="*/ 7625 w 7625"/>
              <a:gd name="p0y4" fmla="*/ 120 h 2653"/>
              <a:gd name="p0x5" fmla="*/ 7625 w 7625"/>
              <a:gd name="p0y5" fmla="*/ 2533 h 2653"/>
              <a:gd name="p0x6" fmla="*/ 7625 w 7625"/>
              <a:gd name="p0y6" fmla="*/ 2599 h 2653"/>
              <a:gd name="p0x7" fmla="*/ 7572 w 7625"/>
              <a:gd name="p0y7" fmla="*/ 2653 h 2653"/>
              <a:gd name="p0x8" fmla="*/ 7505 w 7625"/>
              <a:gd name="p0y8" fmla="*/ 2653 h 2653"/>
              <a:gd name="p0x9" fmla="*/ 120 w 7625"/>
              <a:gd name="p0y9" fmla="*/ 2653 h 2653"/>
              <a:gd name="p0x10" fmla="*/ 53 w 7625"/>
              <a:gd name="p0y10" fmla="*/ 2653 h 2653"/>
              <a:gd name="p0x11" fmla="*/ 0 w 7625"/>
              <a:gd name="p0y11" fmla="*/ 2599 h 2653"/>
              <a:gd name="p0x12" fmla="*/ 0 w 7625"/>
              <a:gd name="p0y12" fmla="*/ 2533 h 2653"/>
              <a:gd name="p0x13" fmla="*/ 0 w 7625"/>
              <a:gd name="p0y13" fmla="*/ 120 h 2653"/>
              <a:gd name="p0x14" fmla="*/ 0 w 7625"/>
              <a:gd name="p0y14" fmla="*/ 53 h 2653"/>
              <a:gd name="p0x15" fmla="*/ 53 w 7625"/>
              <a:gd name="p0y15" fmla="*/ 0 h 2653"/>
              <a:gd name="p0x16" fmla="*/ 120 w 7625"/>
              <a:gd name="p0y16" fmla="*/ 0 h 265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任意多边形 4"/>
          <p:cNvSpPr/>
          <p:nvPr>
            <p:custDataLst>
              <p:tags r:id="rId3"/>
            </p:custDataLst>
          </p:nvPr>
        </p:nvSpPr>
        <p:spPr>
          <a:xfrm>
            <a:off x="771525" y="121285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6667" t="-1026" r="-6667" b="-1026"/>
          <a:stretch>
            <a:fillRect/>
          </a:stretch>
        </p:blipFill>
        <p:spPr>
          <a:xfrm>
            <a:off x="788035" y="1241425"/>
            <a:ext cx="280670" cy="25273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162050" y="1201083"/>
            <a:ext cx="406144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SimpleEcsDemo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构造注入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162050" y="1371086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new BulletPool()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初始化双池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1162050" y="1556823"/>
            <a:ext cx="426682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new BulletSystem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时传入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()=&gt;isObjectPoolEnabled()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作为开关回调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575945" y="2902585"/>
            <a:ext cx="4842510" cy="1684655"/>
          </a:xfrm>
          <a:custGeom>
            <a:avLst/>
            <a:gdLst>
              <a:gd name="sw" fmla="*/ 1 w 7625"/>
              <a:gd name="sh" fmla="*/ 1 h 2653"/>
              <a:gd name="mins" fmla="min sw sh"/>
              <a:gd name="dsw" fmla="+- 0 sw mins"/>
              <a:gd name="dsh" fmla="+- 0 sh mins"/>
              <a:gd name="p0x0" fmla="*/ 120 w 7625"/>
              <a:gd name="p0y0" fmla="*/ 0 h 2653"/>
              <a:gd name="p0x1" fmla="*/ 7505 w 7625"/>
              <a:gd name="p0y1" fmla="*/ 0 h 2653"/>
              <a:gd name="p0x2" fmla="*/ 7572 w 7625"/>
              <a:gd name="p0y2" fmla="*/ 0 h 2653"/>
              <a:gd name="p0x3" fmla="*/ 7625 w 7625"/>
              <a:gd name="p0y3" fmla="*/ 53 h 2653"/>
              <a:gd name="p0x4" fmla="*/ 7625 w 7625"/>
              <a:gd name="p0y4" fmla="*/ 120 h 2653"/>
              <a:gd name="p0x5" fmla="*/ 7625 w 7625"/>
              <a:gd name="p0y5" fmla="*/ 2533 h 2653"/>
              <a:gd name="p0x6" fmla="*/ 7625 w 7625"/>
              <a:gd name="p0y6" fmla="*/ 2599 h 2653"/>
              <a:gd name="p0x7" fmla="*/ 7572 w 7625"/>
              <a:gd name="p0y7" fmla="*/ 2653 h 2653"/>
              <a:gd name="p0x8" fmla="*/ 7505 w 7625"/>
              <a:gd name="p0y8" fmla="*/ 2653 h 2653"/>
              <a:gd name="p0x9" fmla="*/ 120 w 7625"/>
              <a:gd name="p0y9" fmla="*/ 2653 h 2653"/>
              <a:gd name="p0x10" fmla="*/ 53 w 7625"/>
              <a:gd name="p0y10" fmla="*/ 2653 h 2653"/>
              <a:gd name="p0x11" fmla="*/ 0 w 7625"/>
              <a:gd name="p0y11" fmla="*/ 2599 h 2653"/>
              <a:gd name="p0x12" fmla="*/ 0 w 7625"/>
              <a:gd name="p0y12" fmla="*/ 2533 h 2653"/>
              <a:gd name="p0x13" fmla="*/ 0 w 7625"/>
              <a:gd name="p0y13" fmla="*/ 120 h 2653"/>
              <a:gd name="p0x14" fmla="*/ 0 w 7625"/>
              <a:gd name="p0y14" fmla="*/ 53 h 2653"/>
              <a:gd name="p0x15" fmla="*/ 53 w 7625"/>
              <a:gd name="p0y15" fmla="*/ 0 h 2653"/>
              <a:gd name="p0x16" fmla="*/ 120 w 7625"/>
              <a:gd name="p0y16" fmla="*/ 0 h 265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任意多边形 10"/>
          <p:cNvSpPr/>
          <p:nvPr>
            <p:custDataLst>
              <p:tags r:id="rId11"/>
            </p:custDataLst>
          </p:nvPr>
        </p:nvSpPr>
        <p:spPr>
          <a:xfrm>
            <a:off x="771525" y="309753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6092" t="-3067" r="-6092" b="-3067"/>
          <a:stretch>
            <a:fillRect/>
          </a:stretch>
        </p:blipFill>
        <p:spPr>
          <a:xfrm>
            <a:off x="773430" y="3126105"/>
            <a:ext cx="309880" cy="25273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1162050" y="3085767"/>
            <a:ext cx="406144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BulletPool</a:t>
            </a:r>
            <a:r>
              <a:rPr 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实现细节</a:t>
            </a:r>
            <a:endParaRPr 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1162050" y="3255769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BulletSystem.spawn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时先经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判断桶内是否有节点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1162050" y="3441506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BulletPool.get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arr.pop()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，为空则走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新节点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1162050" y="3627244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子弹命中或超时后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removeChild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回桶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19"/>
            </p:custDataLst>
          </p:nvPr>
        </p:nvSpPr>
        <p:spPr>
          <a:xfrm>
            <a:off x="575945" y="4787265"/>
            <a:ext cx="4842510" cy="1684655"/>
          </a:xfrm>
          <a:custGeom>
            <a:avLst/>
            <a:gdLst>
              <a:gd name="sw" fmla="*/ 1 w 7625"/>
              <a:gd name="sh" fmla="*/ 1 h 2653"/>
              <a:gd name="mins" fmla="min sw sh"/>
              <a:gd name="dsw" fmla="+- 0 sw mins"/>
              <a:gd name="dsh" fmla="+- 0 sh mins"/>
              <a:gd name="p0x0" fmla="*/ 120 w 7625"/>
              <a:gd name="p0y0" fmla="*/ 0 h 2653"/>
              <a:gd name="p0x1" fmla="*/ 7505 w 7625"/>
              <a:gd name="p0y1" fmla="*/ 0 h 2653"/>
              <a:gd name="p0x2" fmla="*/ 7572 w 7625"/>
              <a:gd name="p0y2" fmla="*/ 0 h 2653"/>
              <a:gd name="p0x3" fmla="*/ 7625 w 7625"/>
              <a:gd name="p0y3" fmla="*/ 53 h 2653"/>
              <a:gd name="p0x4" fmla="*/ 7625 w 7625"/>
              <a:gd name="p0y4" fmla="*/ 120 h 2653"/>
              <a:gd name="p0x5" fmla="*/ 7625 w 7625"/>
              <a:gd name="p0y5" fmla="*/ 2533 h 2653"/>
              <a:gd name="p0x6" fmla="*/ 7625 w 7625"/>
              <a:gd name="p0y6" fmla="*/ 2599 h 2653"/>
              <a:gd name="p0x7" fmla="*/ 7572 w 7625"/>
              <a:gd name="p0y7" fmla="*/ 2653 h 2653"/>
              <a:gd name="p0x8" fmla="*/ 7505 w 7625"/>
              <a:gd name="p0y8" fmla="*/ 2653 h 2653"/>
              <a:gd name="p0x9" fmla="*/ 120 w 7625"/>
              <a:gd name="p0y9" fmla="*/ 2653 h 2653"/>
              <a:gd name="p0x10" fmla="*/ 53 w 7625"/>
              <a:gd name="p0y10" fmla="*/ 2653 h 2653"/>
              <a:gd name="p0x11" fmla="*/ 0 w 7625"/>
              <a:gd name="p0y11" fmla="*/ 2599 h 2653"/>
              <a:gd name="p0x12" fmla="*/ 0 w 7625"/>
              <a:gd name="p0y12" fmla="*/ 2533 h 2653"/>
              <a:gd name="p0x13" fmla="*/ 0 w 7625"/>
              <a:gd name="p0y13" fmla="*/ 120 h 2653"/>
              <a:gd name="p0x14" fmla="*/ 0 w 7625"/>
              <a:gd name="p0y14" fmla="*/ 53 h 2653"/>
              <a:gd name="p0x15" fmla="*/ 53 w 7625"/>
              <a:gd name="p0y15" fmla="*/ 0 h 2653"/>
              <a:gd name="p0x16" fmla="*/ 120 w 7625"/>
              <a:gd name="p0y16" fmla="*/ 0 h 265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20"/>
            </p:custDataLst>
          </p:nvPr>
        </p:nvSpPr>
        <p:spPr>
          <a:xfrm>
            <a:off x="771525" y="498221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 l="-2619" t="-19825" r="-2619" b="-19825"/>
          <a:stretch>
            <a:fillRect/>
          </a:stretch>
        </p:blipFill>
        <p:spPr>
          <a:xfrm>
            <a:off x="788035" y="5010785"/>
            <a:ext cx="280670" cy="25273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24"/>
            </p:custDataLst>
          </p:nvPr>
        </p:nvSpPr>
        <p:spPr>
          <a:xfrm>
            <a:off x="1162050" y="4970450"/>
            <a:ext cx="4061441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开关机制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25"/>
            </p:custDataLst>
          </p:nvPr>
        </p:nvSpPr>
        <p:spPr>
          <a:xfrm>
            <a:off x="1162050" y="5140452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isObjectPoolEnabled()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false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时，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被跳过，直连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</a:t>
            </a:r>
            <a:endParaRPr lang="en-US" alt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26"/>
            </p:custDataLst>
          </p:nvPr>
        </p:nvSpPr>
        <p:spPr>
          <a:xfrm>
            <a:off x="1162050" y="5326190"/>
            <a:ext cx="4061441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即表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7-6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无池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配置，用于同窗消融对比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7"/>
            </p:custDataLst>
          </p:nvPr>
        </p:nvSpPr>
        <p:spPr>
          <a:xfrm>
            <a:off x="5694680" y="1017905"/>
            <a:ext cx="5920740" cy="2626995"/>
          </a:xfrm>
          <a:custGeom>
            <a:avLst/>
            <a:gdLst>
              <a:gd name="sw" fmla="*/ 1 w 9324"/>
              <a:gd name="sh" fmla="*/ 1 h 4137"/>
              <a:gd name="mins" fmla="min sw sh"/>
              <a:gd name="dsw" fmla="+- 0 sw mins"/>
              <a:gd name="dsh" fmla="+- 0 sh mins"/>
              <a:gd name="p0x0" fmla="*/ 120 w 9324"/>
              <a:gd name="p0y0" fmla="*/ 0 h 4137"/>
              <a:gd name="p0x1" fmla="*/ 9204 w 9324"/>
              <a:gd name="p0y1" fmla="*/ 0 h 4137"/>
              <a:gd name="p0x2" fmla="*/ 9270 w 9324"/>
              <a:gd name="p0y2" fmla="*/ 0 h 4137"/>
              <a:gd name="p0x3" fmla="*/ 9324 w 9324"/>
              <a:gd name="p0y3" fmla="*/ 53 h 4137"/>
              <a:gd name="p0x4" fmla="*/ 9324 w 9324"/>
              <a:gd name="p0y4" fmla="*/ 120 h 4137"/>
              <a:gd name="p0x5" fmla="*/ 9324 w 9324"/>
              <a:gd name="p0y5" fmla="*/ 4017 h 4137"/>
              <a:gd name="p0x6" fmla="*/ 9324 w 9324"/>
              <a:gd name="p0y6" fmla="*/ 4083 h 4137"/>
              <a:gd name="p0x7" fmla="*/ 9270 w 9324"/>
              <a:gd name="p0y7" fmla="*/ 4137 h 4137"/>
              <a:gd name="p0x8" fmla="*/ 9204 w 9324"/>
              <a:gd name="p0y8" fmla="*/ 4137 h 4137"/>
              <a:gd name="p0x9" fmla="*/ 120 w 9324"/>
              <a:gd name="p0y9" fmla="*/ 4137 h 4137"/>
              <a:gd name="p0x10" fmla="*/ 53 w 9324"/>
              <a:gd name="p0y10" fmla="*/ 4137 h 4137"/>
              <a:gd name="p0x11" fmla="*/ 0 w 9324"/>
              <a:gd name="p0y11" fmla="*/ 4083 h 4137"/>
              <a:gd name="p0x12" fmla="*/ 0 w 9324"/>
              <a:gd name="p0y12" fmla="*/ 4017 h 4137"/>
              <a:gd name="p0x13" fmla="*/ 0 w 9324"/>
              <a:gd name="p0y13" fmla="*/ 120 h 4137"/>
              <a:gd name="p0x14" fmla="*/ 0 w 9324"/>
              <a:gd name="p0y14" fmla="*/ 53 h 4137"/>
              <a:gd name="p0x15" fmla="*/ 53 w 9324"/>
              <a:gd name="p0y15" fmla="*/ 0 h 4137"/>
              <a:gd name="p0x16" fmla="*/ 120 w 9324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28"/>
            </p:custDataLst>
          </p:nvPr>
        </p:nvSpPr>
        <p:spPr>
          <a:xfrm>
            <a:off x="5889625" y="1212850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 l="-2000" t="-1026" r="-2000" b="-1026"/>
          <a:stretch>
            <a:fillRect/>
          </a:stretch>
        </p:blipFill>
        <p:spPr>
          <a:xfrm>
            <a:off x="5923280" y="1241425"/>
            <a:ext cx="247650" cy="252730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32"/>
            </p:custDataLst>
          </p:nvPr>
        </p:nvSpPr>
        <p:spPr>
          <a:xfrm>
            <a:off x="6280766" y="1201083"/>
            <a:ext cx="5139709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</a:t>
            </a:r>
            <a:r>
              <a:rPr lang="zh-CN" altLang="en-US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MonsterRecycleSystem</a:t>
            </a:r>
            <a:endParaRPr lang="en-US" altLang="zh-CN"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33"/>
            </p:custDataLst>
          </p:nvPr>
        </p:nvSpPr>
        <p:spPr>
          <a:xfrm>
            <a:off x="6280766" y="1371086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MonsterRecycleSystem</a:t>
            </a:r>
            <a:r>
              <a:rPr 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判定怪物离玩家过远后回收实体</a:t>
            </a:r>
            <a:endParaRPr lang="zh-CN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34"/>
            </p:custDataLst>
          </p:nvPr>
        </p:nvSpPr>
        <p:spPr>
          <a:xfrm>
            <a:off x="6280766" y="1556823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MonsterPool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而不是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destroy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，维持活跃集合规模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35"/>
            </p:custDataLst>
          </p:nvPr>
        </p:nvSpPr>
        <p:spPr>
          <a:xfrm>
            <a:off x="6280766" y="1742561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控制场上活跃怪物数量，优化性能开销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36"/>
            </p:custDataLst>
          </p:nvPr>
        </p:nvSpPr>
        <p:spPr>
          <a:xfrm>
            <a:off x="5694680" y="3844925"/>
            <a:ext cx="5920740" cy="2626995"/>
          </a:xfrm>
          <a:custGeom>
            <a:avLst/>
            <a:gdLst>
              <a:gd name="sw" fmla="*/ 1 w 9324"/>
              <a:gd name="sh" fmla="*/ 1 h 4137"/>
              <a:gd name="mins" fmla="min sw sh"/>
              <a:gd name="dsw" fmla="+- 0 sw mins"/>
              <a:gd name="dsh" fmla="+- 0 sh mins"/>
              <a:gd name="p0x0" fmla="*/ 120 w 9324"/>
              <a:gd name="p0y0" fmla="*/ 0 h 4137"/>
              <a:gd name="p0x1" fmla="*/ 9204 w 9324"/>
              <a:gd name="p0y1" fmla="*/ 0 h 4137"/>
              <a:gd name="p0x2" fmla="*/ 9270 w 9324"/>
              <a:gd name="p0y2" fmla="*/ 0 h 4137"/>
              <a:gd name="p0x3" fmla="*/ 9324 w 9324"/>
              <a:gd name="p0y3" fmla="*/ 53 h 4137"/>
              <a:gd name="p0x4" fmla="*/ 9324 w 9324"/>
              <a:gd name="p0y4" fmla="*/ 120 h 4137"/>
              <a:gd name="p0x5" fmla="*/ 9324 w 9324"/>
              <a:gd name="p0y5" fmla="*/ 4017 h 4137"/>
              <a:gd name="p0x6" fmla="*/ 9324 w 9324"/>
              <a:gd name="p0y6" fmla="*/ 4083 h 4137"/>
              <a:gd name="p0x7" fmla="*/ 9270 w 9324"/>
              <a:gd name="p0y7" fmla="*/ 4137 h 4137"/>
              <a:gd name="p0x8" fmla="*/ 9204 w 9324"/>
              <a:gd name="p0y8" fmla="*/ 4137 h 4137"/>
              <a:gd name="p0x9" fmla="*/ 120 w 9324"/>
              <a:gd name="p0y9" fmla="*/ 4137 h 4137"/>
              <a:gd name="p0x10" fmla="*/ 53 w 9324"/>
              <a:gd name="p0y10" fmla="*/ 4137 h 4137"/>
              <a:gd name="p0x11" fmla="*/ 0 w 9324"/>
              <a:gd name="p0y11" fmla="*/ 4083 h 4137"/>
              <a:gd name="p0x12" fmla="*/ 0 w 9324"/>
              <a:gd name="p0y12" fmla="*/ 4017 h 4137"/>
              <a:gd name="p0x13" fmla="*/ 0 w 9324"/>
              <a:gd name="p0y13" fmla="*/ 120 h 4137"/>
              <a:gd name="p0x14" fmla="*/ 0 w 9324"/>
              <a:gd name="p0y14" fmla="*/ 53 h 4137"/>
              <a:gd name="p0x15" fmla="*/ 53 w 9324"/>
              <a:gd name="p0y15" fmla="*/ 0 h 4137"/>
              <a:gd name="p0x16" fmla="*/ 120 w 9324"/>
              <a:gd name="p0y16" fmla="*/ 0 h 41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37"/>
            </p:custDataLst>
          </p:nvPr>
        </p:nvSpPr>
        <p:spPr>
          <a:xfrm>
            <a:off x="5889625" y="4040505"/>
            <a:ext cx="314325" cy="314325"/>
          </a:xfrm>
          <a:custGeom>
            <a:avLst/>
            <a:gdLst>
              <a:gd name="sw" fmla="*/ 1 w 495"/>
              <a:gd name="sh" fmla="*/ 1 h 495"/>
              <a:gd name="mins" fmla="min sw sh"/>
              <a:gd name="dsw" fmla="+- 0 sw mins"/>
              <a:gd name="dsh" fmla="+- 0 sh mins"/>
              <a:gd name="p0x0" fmla="*/ 120 w 495"/>
              <a:gd name="p0y0" fmla="*/ 0 h 495"/>
              <a:gd name="p0x1" fmla="*/ 375 w 495"/>
              <a:gd name="p0y1" fmla="*/ 0 h 495"/>
              <a:gd name="p0x2" fmla="*/ 441 w 495"/>
              <a:gd name="p0y2" fmla="*/ 0 h 495"/>
              <a:gd name="p0x3" fmla="*/ 495 w 495"/>
              <a:gd name="p0y3" fmla="*/ 53 h 495"/>
              <a:gd name="p0x4" fmla="*/ 495 w 495"/>
              <a:gd name="p0y4" fmla="*/ 120 h 495"/>
              <a:gd name="p0x5" fmla="*/ 495 w 495"/>
              <a:gd name="p0y5" fmla="*/ 375 h 495"/>
              <a:gd name="p0x6" fmla="*/ 495 w 495"/>
              <a:gd name="p0y6" fmla="*/ 441 h 495"/>
              <a:gd name="p0x7" fmla="*/ 441 w 495"/>
              <a:gd name="p0y7" fmla="*/ 495 h 495"/>
              <a:gd name="p0x8" fmla="*/ 375 w 495"/>
              <a:gd name="p0y8" fmla="*/ 495 h 495"/>
              <a:gd name="p0x9" fmla="*/ 120 w 495"/>
              <a:gd name="p0y9" fmla="*/ 495 h 495"/>
              <a:gd name="p0x10" fmla="*/ 53 w 495"/>
              <a:gd name="p0y10" fmla="*/ 495 h 495"/>
              <a:gd name="p0x11" fmla="*/ 0 w 495"/>
              <a:gd name="p0y11" fmla="*/ 441 h 495"/>
              <a:gd name="p0x12" fmla="*/ 0 w 495"/>
              <a:gd name="p0y12" fmla="*/ 375 h 495"/>
              <a:gd name="p0x13" fmla="*/ 0 w 495"/>
              <a:gd name="p0y13" fmla="*/ 120 h 495"/>
              <a:gd name="p0x14" fmla="*/ 0 w 495"/>
              <a:gd name="p0y14" fmla="*/ 53 h 495"/>
              <a:gd name="p0x15" fmla="*/ 53 w 495"/>
              <a:gd name="p0y15" fmla="*/ 0 h 495"/>
              <a:gd name="p0x16" fmla="*/ 120 w 495"/>
              <a:gd name="p0y16" fmla="*/ 0 h 4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2" name="图片 31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 l="-2273" t="-2933" r="-2273" b="-2933"/>
          <a:stretch>
            <a:fillRect/>
          </a:stretch>
        </p:blipFill>
        <p:spPr>
          <a:xfrm>
            <a:off x="5937250" y="4069080"/>
            <a:ext cx="219075" cy="252095"/>
          </a:xfrm>
          <a:prstGeom prst="rect">
            <a:avLst/>
          </a:prstGeom>
        </p:spPr>
      </p:pic>
      <p:sp>
        <p:nvSpPr>
          <p:cNvPr id="33" name="文本框 32"/>
          <p:cNvSpPr txBox="1"/>
          <p:nvPr>
            <p:custDataLst>
              <p:tags r:id="rId41"/>
            </p:custDataLst>
          </p:nvPr>
        </p:nvSpPr>
        <p:spPr>
          <a:xfrm>
            <a:off x="6280766" y="4028151"/>
            <a:ext cx="5139709" cy="16287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105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开关机制详解</a:t>
            </a:r>
            <a:endParaRPr sz="105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42"/>
            </p:custDataLst>
          </p:nvPr>
        </p:nvSpPr>
        <p:spPr>
          <a:xfrm>
            <a:off x="6280766" y="4198153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SimpleEcsDemo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注入的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isObjectPoolEnabled()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false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43"/>
            </p:custDataLst>
          </p:nvPr>
        </p:nvSpPr>
        <p:spPr>
          <a:xfrm>
            <a:off x="6280766" y="4383891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被跳过，直连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instantiate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，即表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7-6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无池</a:t>
            </a:r>
            <a:r>
              <a:rPr lang="en-US" altLang="zh-CN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配置</a:t>
            </a:r>
            <a:endParaRPr lang="zh-CN" altLang="en-US"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44"/>
            </p:custDataLst>
          </p:nvPr>
        </p:nvSpPr>
        <p:spPr>
          <a:xfrm>
            <a:off x="6280766" y="4569628"/>
            <a:ext cx="513970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0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用于同窗消融对比，验证对象池性能收益</a:t>
            </a:r>
            <a:endParaRPr sz="10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对象池：定义、实现与验证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16667" b="-16667"/>
          <a:stretch>
            <a:fillRect/>
          </a:stretch>
        </p:blipFill>
        <p:spPr>
          <a:xfrm>
            <a:off x="5962650" y="1743075"/>
            <a:ext cx="266700" cy="266700"/>
          </a:xfrm>
          <a:prstGeom prst="rect">
            <a:avLst/>
          </a:prstGeom>
        </p:spPr>
      </p:pic>
      <p:sp>
        <p:nvSpPr>
          <p:cNvPr id="4" name="任意多边形 3"/>
          <p:cNvSpPr/>
          <p:nvPr>
            <p:custDataLst>
              <p:tags r:id="rId5"/>
            </p:custDataLst>
          </p:nvPr>
        </p:nvSpPr>
        <p:spPr>
          <a:xfrm>
            <a:off x="575945" y="967740"/>
            <a:ext cx="5158105" cy="1816735"/>
          </a:xfrm>
          <a:custGeom>
            <a:avLst/>
            <a:gdLst>
              <a:gd name="sw" fmla="*/ 1 w 8122"/>
              <a:gd name="sh" fmla="*/ 1 h 2860"/>
              <a:gd name="mins" fmla="min sw sh"/>
              <a:gd name="dsw" fmla="+- 0 sw mins"/>
              <a:gd name="dsh" fmla="+- 0 sh mins"/>
              <a:gd name="p0x0" fmla="*/ 120 w 8122"/>
              <a:gd name="p0y0" fmla="*/ 0 h 2860"/>
              <a:gd name="p0x1" fmla="*/ 8002 w 8122"/>
              <a:gd name="p0y1" fmla="*/ 0 h 2860"/>
              <a:gd name="p0x2" fmla="*/ 8068 w 8122"/>
              <a:gd name="p0y2" fmla="*/ 0 h 2860"/>
              <a:gd name="p0x3" fmla="*/ 8122 w 8122"/>
              <a:gd name="p0y3" fmla="*/ 53 h 2860"/>
              <a:gd name="p0x4" fmla="*/ 8122 w 8122"/>
              <a:gd name="p0y4" fmla="*/ 120 h 2860"/>
              <a:gd name="p0x5" fmla="*/ 8122 w 8122"/>
              <a:gd name="p0y5" fmla="*/ 2740 h 2860"/>
              <a:gd name="p0x6" fmla="*/ 8122 w 8122"/>
              <a:gd name="p0y6" fmla="*/ 2806 h 2860"/>
              <a:gd name="p0x7" fmla="*/ 8068 w 8122"/>
              <a:gd name="p0y7" fmla="*/ 2860 h 2860"/>
              <a:gd name="p0x8" fmla="*/ 8002 w 8122"/>
              <a:gd name="p0y8" fmla="*/ 2860 h 2860"/>
              <a:gd name="p0x9" fmla="*/ 120 w 8122"/>
              <a:gd name="p0y9" fmla="*/ 2860 h 2860"/>
              <a:gd name="p0x10" fmla="*/ 53 w 8122"/>
              <a:gd name="p0y10" fmla="*/ 2860 h 2860"/>
              <a:gd name="p0x11" fmla="*/ 0 w 8122"/>
              <a:gd name="p0y11" fmla="*/ 2806 h 2860"/>
              <a:gd name="p0x12" fmla="*/ 0 w 8122"/>
              <a:gd name="p0y12" fmla="*/ 2740 h 2860"/>
              <a:gd name="p0x13" fmla="*/ 0 w 8122"/>
              <a:gd name="p0y13" fmla="*/ 120 h 2860"/>
              <a:gd name="p0x14" fmla="*/ 0 w 8122"/>
              <a:gd name="p0y14" fmla="*/ 53 h 2860"/>
              <a:gd name="p0x15" fmla="*/ 53 w 8122"/>
              <a:gd name="p0y15" fmla="*/ 0 h 2860"/>
              <a:gd name="p0x16" fmla="*/ 120 w 8122"/>
              <a:gd name="p0y16" fmla="*/ 0 h 28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2209429" y="1121626"/>
            <a:ext cx="2577255" cy="8362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54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26.16</a:t>
            </a:r>
            <a:endParaRPr sz="54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2444277" y="1994068"/>
            <a:ext cx="1593132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FPS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（基线）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2590648" y="2363162"/>
            <a:ext cx="44261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P95</a:t>
            </a:r>
            <a:endParaRPr sz="1200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2918965" y="2336968"/>
            <a:ext cx="9912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76.50ms</a:t>
            </a:r>
            <a:endParaRPr sz="15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0"/>
            </p:custDataLst>
          </p:nvPr>
        </p:nvSpPr>
        <p:spPr>
          <a:xfrm>
            <a:off x="6457950" y="822960"/>
            <a:ext cx="5157470" cy="2106930"/>
          </a:xfrm>
          <a:custGeom>
            <a:avLst/>
            <a:gdLst>
              <a:gd name="sw" fmla="*/ 1 w 8122"/>
              <a:gd name="sh" fmla="*/ 1 h 3317"/>
              <a:gd name="mins" fmla="min sw sh"/>
              <a:gd name="dsw" fmla="+- 0 sw mins"/>
              <a:gd name="dsh" fmla="+- 0 sh mins"/>
              <a:gd name="p0x0" fmla="*/ 120 w 8122"/>
              <a:gd name="p0y0" fmla="*/ 0 h 3317"/>
              <a:gd name="p0x1" fmla="*/ 8002 w 8122"/>
              <a:gd name="p0y1" fmla="*/ 0 h 3317"/>
              <a:gd name="p0x2" fmla="*/ 8068 w 8122"/>
              <a:gd name="p0y2" fmla="*/ 0 h 3317"/>
              <a:gd name="p0x3" fmla="*/ 8122 w 8122"/>
              <a:gd name="p0y3" fmla="*/ 53 h 3317"/>
              <a:gd name="p0x4" fmla="*/ 8122 w 8122"/>
              <a:gd name="p0y4" fmla="*/ 120 h 3317"/>
              <a:gd name="p0x5" fmla="*/ 8122 w 8122"/>
              <a:gd name="p0y5" fmla="*/ 3197 h 3317"/>
              <a:gd name="p0x6" fmla="*/ 8122 w 8122"/>
              <a:gd name="p0y6" fmla="*/ 3264 h 3317"/>
              <a:gd name="p0x7" fmla="*/ 8068 w 8122"/>
              <a:gd name="p0y7" fmla="*/ 3317 h 3317"/>
              <a:gd name="p0x8" fmla="*/ 8002 w 8122"/>
              <a:gd name="p0y8" fmla="*/ 3317 h 3317"/>
              <a:gd name="p0x9" fmla="*/ 120 w 8122"/>
              <a:gd name="p0y9" fmla="*/ 3317 h 3317"/>
              <a:gd name="p0x10" fmla="*/ 53 w 8122"/>
              <a:gd name="p0y10" fmla="*/ 3317 h 3317"/>
              <a:gd name="p0x11" fmla="*/ 0 w 8122"/>
              <a:gd name="p0y11" fmla="*/ 3264 h 3317"/>
              <a:gd name="p0x12" fmla="*/ 0 w 8122"/>
              <a:gd name="p0y12" fmla="*/ 3197 h 3317"/>
              <a:gd name="p0x13" fmla="*/ 0 w 8122"/>
              <a:gd name="p0y13" fmla="*/ 120 h 3317"/>
              <a:gd name="p0x14" fmla="*/ 0 w 8122"/>
              <a:gd name="p0y14" fmla="*/ 53 h 3317"/>
              <a:gd name="p0x15" fmla="*/ 53 w 8122"/>
              <a:gd name="p0y15" fmla="*/ 0 h 3317"/>
              <a:gd name="p0x16" fmla="*/ 120 w 8122"/>
              <a:gd name="p0y16" fmla="*/ 0 h 33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/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091116" y="976370"/>
            <a:ext cx="2577255" cy="83629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25.98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8472335" y="2217906"/>
            <a:ext cx="44261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P95</a:t>
            </a:r>
            <a:endParaRPr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8800652" y="2191712"/>
            <a:ext cx="9912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48.60ms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4"/>
            </p:custDataLst>
          </p:nvPr>
        </p:nvSpPr>
        <p:spPr>
          <a:xfrm>
            <a:off x="8766175" y="2558415"/>
            <a:ext cx="540385" cy="175895"/>
          </a:xfrm>
          <a:custGeom>
            <a:avLst/>
            <a:gdLst>
              <a:gd name="sw" fmla="*/ 1 w 851"/>
              <a:gd name="sh" fmla="*/ 1 h 277"/>
              <a:gd name="mins" fmla="min sw sh"/>
              <a:gd name="dsw" fmla="+- 0 sw mins"/>
              <a:gd name="dsh" fmla="+- 0 sh mins"/>
              <a:gd name="p0x0" fmla="*/ 138 w 851"/>
              <a:gd name="p0y0" fmla="*/ 0 h 277"/>
              <a:gd name="p0x1" fmla="*/ 712 w 851"/>
              <a:gd name="p0y1" fmla="*/ 0 h 277"/>
              <a:gd name="p0x2" fmla="*/ 789 w 851"/>
              <a:gd name="p0y2" fmla="*/ 0 h 277"/>
              <a:gd name="p0x3" fmla="*/ 851 w 851"/>
              <a:gd name="p0y3" fmla="*/ 62 h 277"/>
              <a:gd name="p0x4" fmla="*/ 851 w 851"/>
              <a:gd name="p0y4" fmla="*/ 138 h 277"/>
              <a:gd name="p0x5" fmla="*/ 851 w 851"/>
              <a:gd name="p0y5" fmla="*/ 215 h 277"/>
              <a:gd name="p0x6" fmla="*/ 789 w 851"/>
              <a:gd name="p0y6" fmla="*/ 277 h 277"/>
              <a:gd name="p0x7" fmla="*/ 712 w 851"/>
              <a:gd name="p0y7" fmla="*/ 277 h 277"/>
              <a:gd name="p0x8" fmla="*/ 138 w 851"/>
              <a:gd name="p0y8" fmla="*/ 277 h 277"/>
              <a:gd name="p0x9" fmla="*/ 62 w 851"/>
              <a:gd name="p0y9" fmla="*/ 277 h 277"/>
              <a:gd name="p0x10" fmla="*/ 0 w 851"/>
              <a:gd name="p0y10" fmla="*/ 215 h 277"/>
              <a:gd name="p0x11" fmla="*/ 0 w 851"/>
              <a:gd name="p0y11" fmla="*/ 138 h 277"/>
              <a:gd name="p0x12" fmla="*/ 0 w 851"/>
              <a:gd name="p0y12" fmla="*/ 62 h 277"/>
              <a:gd name="p0x13" fmla="*/ 62 w 851"/>
              <a:gd name="p0y13" fmla="*/ 0 h 277"/>
              <a:gd name="p0x14" fmla="*/ 138 w 851"/>
              <a:gd name="p0y14" fmla="*/ 0 h 27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8766496" y="2558424"/>
            <a:ext cx="673970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↓36.5%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325965" y="1848812"/>
            <a:ext cx="1593132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</a:t>
            </a:r>
            <a:r>
              <a:rPr lang="en-US" altLang="zh-CN" sz="135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FPS</a:t>
            </a:r>
            <a:r>
              <a:rPr lang="zh-CN" altLang="en-US" sz="1350">
                <a:solidFill>
                  <a:srgbClr val="FFFFFF">
                    <a:alpha val="90001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（开池）</a:t>
            </a:r>
            <a:endParaRPr lang="zh-CN" altLang="en-US" sz="1350">
              <a:solidFill>
                <a:srgbClr val="FFFFFF">
                  <a:alpha val="90001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17"/>
            </p:custDataLst>
          </p:nvPr>
        </p:nvSpPr>
        <p:spPr>
          <a:xfrm>
            <a:off x="575945" y="2880995"/>
            <a:ext cx="11039475" cy="2084705"/>
          </a:xfrm>
          <a:custGeom>
            <a:avLst/>
            <a:gdLst>
              <a:gd name="sw" fmla="*/ 1 w 17385"/>
              <a:gd name="sh" fmla="*/ 1 h 3283"/>
              <a:gd name="mins" fmla="min sw sh"/>
              <a:gd name="dsw" fmla="+- 0 sw mins"/>
              <a:gd name="dsh" fmla="+- 0 sh mins"/>
              <a:gd name="p0x0" fmla="*/ 120 w 17385"/>
              <a:gd name="p0y0" fmla="*/ 0 h 3283"/>
              <a:gd name="p0x1" fmla="*/ 17265 w 17385"/>
              <a:gd name="p0y1" fmla="*/ 0 h 3283"/>
              <a:gd name="p0x2" fmla="*/ 17331 w 17385"/>
              <a:gd name="p0y2" fmla="*/ 0 h 3283"/>
              <a:gd name="p0x3" fmla="*/ 17385 w 17385"/>
              <a:gd name="p0y3" fmla="*/ 53 h 3283"/>
              <a:gd name="p0x4" fmla="*/ 17385 w 17385"/>
              <a:gd name="p0y4" fmla="*/ 120 h 3283"/>
              <a:gd name="p0x5" fmla="*/ 17385 w 17385"/>
              <a:gd name="p0y5" fmla="*/ 3163 h 3283"/>
              <a:gd name="p0x6" fmla="*/ 17385 w 17385"/>
              <a:gd name="p0y6" fmla="*/ 3229 h 3283"/>
              <a:gd name="p0x7" fmla="*/ 17331 w 17385"/>
              <a:gd name="p0y7" fmla="*/ 3283 h 3283"/>
              <a:gd name="p0x8" fmla="*/ 17265 w 17385"/>
              <a:gd name="p0y8" fmla="*/ 3283 h 3283"/>
              <a:gd name="p0x9" fmla="*/ 120 w 17385"/>
              <a:gd name="p0y9" fmla="*/ 3283 h 3283"/>
              <a:gd name="p0x10" fmla="*/ 53 w 17385"/>
              <a:gd name="p0y10" fmla="*/ 3283 h 3283"/>
              <a:gd name="p0x11" fmla="*/ 0 w 17385"/>
              <a:gd name="p0y11" fmla="*/ 3229 h 3283"/>
              <a:gd name="p0x12" fmla="*/ 0 w 17385"/>
              <a:gd name="p0y12" fmla="*/ 3163 h 3283"/>
              <a:gd name="p0x13" fmla="*/ 0 w 17385"/>
              <a:gd name="p0y13" fmla="*/ 120 h 3283"/>
              <a:gd name="p0x14" fmla="*/ 0 w 17385"/>
              <a:gd name="p0y14" fmla="*/ 53 h 3283"/>
              <a:gd name="p0x15" fmla="*/ 53 w 17385"/>
              <a:gd name="p0y15" fmla="*/ 0 h 3283"/>
              <a:gd name="p0x16" fmla="*/ 120 w 17385"/>
              <a:gd name="p0y16" fmla="*/ 0 h 328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8"/>
            </p:custDataLst>
          </p:nvPr>
        </p:nvGraphicFramePr>
        <p:xfrm>
          <a:off x="771525" y="3490595"/>
          <a:ext cx="10648950" cy="128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237"/>
                <a:gridCol w="2662237"/>
                <a:gridCol w="2662237"/>
                <a:gridCol w="2662237"/>
              </a:tblGrid>
              <a:tr h="426690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配置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</a:t>
                      </a:r>
                      <a:r>
                        <a:rPr lang="en-US" altLang="zh-CN"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FPS</a:t>
                      </a:r>
                      <a:endParaRPr lang="en-US" altLang="zh-CN"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P95(ms)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变化</a:t>
                      </a:r>
                      <a:endParaRPr sz="13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5FA6"/>
                    </a:solidFill>
                  </a:tcPr>
                </a:tc>
              </a:tr>
              <a:tr h="426690"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基线（无池、无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Worker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26.16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76.50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26690">
                <a:tc>
                  <a:txBody>
                    <a:bodyPr wrap="square"/>
                    <a:p>
                      <a:pPr algn="l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仅对象池（关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Worker</a:t>
                      </a:r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25.98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48.60</a:t>
                      </a:r>
                      <a:endParaRPr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降</a:t>
                      </a:r>
                      <a:r>
                        <a:rPr lang="en-US" altLang="zh-CN" sz="1350" b="0">
                          <a:solidFill>
                            <a:srgbClr val="E6EB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36.5%</a:t>
                      </a:r>
                      <a:endParaRPr lang="en-US" altLang="zh-CN" sz="1350" b="0">
                        <a:solidFill>
                          <a:srgbClr val="E6EB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771525" y="3076575"/>
            <a:ext cx="10648950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实验数据对比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0"/>
            </p:custDataLst>
          </p:nvPr>
        </p:nvSpPr>
        <p:spPr>
          <a:xfrm>
            <a:off x="575945" y="5165725"/>
            <a:ext cx="11039475" cy="1621155"/>
          </a:xfrm>
          <a:custGeom>
            <a:avLst/>
            <a:gdLst>
              <a:gd name="sw" fmla="*/ 1 w 17385"/>
              <a:gd name="sh" fmla="*/ 1 h 2056"/>
              <a:gd name="mins" fmla="min sw sh"/>
              <a:gd name="dsw" fmla="+- 0 sw mins"/>
              <a:gd name="dsh" fmla="+- 0 sh mins"/>
              <a:gd name="p0x0" fmla="*/ 120 w 17385"/>
              <a:gd name="p0y0" fmla="*/ 0 h 2056"/>
              <a:gd name="p0x1" fmla="*/ 17265 w 17385"/>
              <a:gd name="p0y1" fmla="*/ 0 h 2056"/>
              <a:gd name="p0x2" fmla="*/ 17331 w 17385"/>
              <a:gd name="p0y2" fmla="*/ 0 h 2056"/>
              <a:gd name="p0x3" fmla="*/ 17385 w 17385"/>
              <a:gd name="p0y3" fmla="*/ 53 h 2056"/>
              <a:gd name="p0x4" fmla="*/ 17385 w 17385"/>
              <a:gd name="p0y4" fmla="*/ 120 h 2056"/>
              <a:gd name="p0x5" fmla="*/ 17385 w 17385"/>
              <a:gd name="p0y5" fmla="*/ 1936 h 2056"/>
              <a:gd name="p0x6" fmla="*/ 17385 w 17385"/>
              <a:gd name="p0y6" fmla="*/ 2002 h 2056"/>
              <a:gd name="p0x7" fmla="*/ 17331 w 17385"/>
              <a:gd name="p0y7" fmla="*/ 2056 h 2056"/>
              <a:gd name="p0x8" fmla="*/ 17265 w 17385"/>
              <a:gd name="p0y8" fmla="*/ 2056 h 2056"/>
              <a:gd name="p0x9" fmla="*/ 120 w 17385"/>
              <a:gd name="p0y9" fmla="*/ 2056 h 2056"/>
              <a:gd name="p0x10" fmla="*/ 53 w 17385"/>
              <a:gd name="p0y10" fmla="*/ 2056 h 2056"/>
              <a:gd name="p0x11" fmla="*/ 0 w 17385"/>
              <a:gd name="p0y11" fmla="*/ 2002 h 2056"/>
              <a:gd name="p0x12" fmla="*/ 0 w 17385"/>
              <a:gd name="p0y12" fmla="*/ 1936 h 2056"/>
              <a:gd name="p0x13" fmla="*/ 0 w 17385"/>
              <a:gd name="p0y13" fmla="*/ 120 h 2056"/>
              <a:gd name="p0x14" fmla="*/ 0 w 17385"/>
              <a:gd name="p0y14" fmla="*/ 53 h 2056"/>
              <a:gd name="p0x15" fmla="*/ 53 w 17385"/>
              <a:gd name="p0y15" fmla="*/ 0 h 2056"/>
              <a:gd name="p0x16" fmla="*/ 120 w 17385"/>
              <a:gd name="p0y16" fmla="*/ 0 h 205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059"/>
              </a:srgbClr>
            </a:solidFill>
            <a:prstDash val="solid"/>
          </a:ln>
          <a:effectLst>
            <a:outerShdw blurRad="200025" algn="ctr" rotWithShape="0">
              <a:srgbClr val="4F5FA6">
                <a:alpha val="18039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1"/>
            </p:custDataLst>
          </p:nvPr>
        </p:nvSpPr>
        <p:spPr>
          <a:xfrm>
            <a:off x="771525" y="5361537"/>
            <a:ext cx="10648950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结论解读</a:t>
            </a:r>
            <a:endParaRPr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22"/>
            </p:custDataLst>
          </p:nvPr>
        </p:nvSpPr>
        <p:spPr>
          <a:xfrm>
            <a:off x="771525" y="5737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t="-7143" b="-7143"/>
          <a:stretch>
            <a:fillRect/>
          </a:stretch>
        </p:blipFill>
        <p:spPr>
          <a:xfrm>
            <a:off x="828675" y="5794375"/>
            <a:ext cx="152400" cy="152400"/>
          </a:xfrm>
          <a:prstGeom prst="rect">
            <a:avLst/>
          </a:prstGeom>
        </p:spPr>
      </p:pic>
      <p:sp>
        <p:nvSpPr>
          <p:cNvPr id="25" name="文本框 24"/>
          <p:cNvSpPr txBox="1"/>
          <p:nvPr>
            <p:custDataLst>
              <p:tags r:id="rId26"/>
            </p:custDataLst>
          </p:nvPr>
        </p:nvSpPr>
        <p:spPr>
          <a:xfrm>
            <a:off x="1152525" y="5733964"/>
            <a:ext cx="5617445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波均值接近（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26.16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25.98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），对象池主要削尖峰而非提均值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7" name="图片 26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-3125" r="-3125"/>
          <a:stretch>
            <a:fillRect/>
          </a:stretch>
        </p:blipFill>
        <p:spPr>
          <a:xfrm>
            <a:off x="838200" y="5958205"/>
            <a:ext cx="133350" cy="152400"/>
          </a:xfrm>
          <a:prstGeom prst="rect">
            <a:avLst/>
          </a:prstGeom>
        </p:spPr>
      </p:pic>
      <p:sp>
        <p:nvSpPr>
          <p:cNvPr id="29" name="文本框 28"/>
          <p:cNvSpPr txBox="1"/>
          <p:nvPr>
            <p:custDataLst>
              <p:tags r:id="rId30"/>
            </p:custDataLst>
          </p:nvPr>
        </p:nvSpPr>
        <p:spPr>
          <a:xfrm>
            <a:off x="1152525" y="6005249"/>
            <a:ext cx="3429076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瓶颈主要在子弹碰撞与绘制，非对象实例化</a:t>
            </a:r>
            <a:endParaRPr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1"/>
            </p:custDataLst>
          </p:nvPr>
        </p:nvSpPr>
        <p:spPr>
          <a:xfrm>
            <a:off x="1152525" y="6251778"/>
            <a:ext cx="4531671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开池后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显著下降，和第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章对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GC/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实例化的判断一致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1152525" y="6488773"/>
            <a:ext cx="6943058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波低于第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波基线，因含资源预热与首次千怪开销，对象池消融结论以第</a:t>
            </a:r>
            <a:r>
              <a:rPr lang="en-US" altLang="zh-CN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4–5</a:t>
            </a:r>
            <a:r>
              <a:rPr lang="zh-CN" altLang="en-US" sz="135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波为准</a:t>
            </a:r>
            <a:endParaRPr lang="zh-CN" altLang="en-US" sz="135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不足与展望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1619250" y="27095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1714500" y="2804795"/>
            <a:ext cx="304800" cy="3048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200150" y="3341370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内容表现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7"/>
            </p:custDataLst>
          </p:nvPr>
        </p:nvSpPr>
        <p:spPr>
          <a:xfrm>
            <a:off x="571500" y="38620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p:blipFill>
        <p:spPr>
          <a:xfrm>
            <a:off x="628650" y="3919220"/>
            <a:ext cx="152400" cy="152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952500" y="3829050"/>
            <a:ext cx="19056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法杖三槽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尚未补齐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2"/>
            </p:custDataLst>
          </p:nvPr>
        </p:nvSpPr>
        <p:spPr>
          <a:xfrm>
            <a:off x="571500" y="44335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628650" y="4490720"/>
            <a:ext cx="152400" cy="152400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952500" y="4248150"/>
            <a:ext cx="2209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Effect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的特效和音效尚未补齐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7"/>
            </p:custDataLst>
          </p:nvPr>
        </p:nvSpPr>
        <p:spPr>
          <a:xfrm>
            <a:off x="4438650" y="25571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t="-7143" b="-7143"/>
          <a:stretch>
            <a:fillRect/>
          </a:stretch>
        </p:blipFill>
        <p:spPr>
          <a:xfrm>
            <a:off x="4533900" y="2652395"/>
            <a:ext cx="304800" cy="3048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21"/>
            </p:custDataLst>
          </p:nvPr>
        </p:nvSpPr>
        <p:spPr>
          <a:xfrm>
            <a:off x="4019550" y="3188970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架构优化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22"/>
            </p:custDataLst>
          </p:nvPr>
        </p:nvSpPr>
        <p:spPr>
          <a:xfrm>
            <a:off x="3390900" y="40144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>
            <a:fillRect/>
          </a:stretch>
        </p:blipFill>
        <p:spPr>
          <a:xfrm>
            <a:off x="3457575" y="4071620"/>
            <a:ext cx="133350" cy="1524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26"/>
            </p:custDataLst>
          </p:nvPr>
        </p:nvSpPr>
        <p:spPr>
          <a:xfrm>
            <a:off x="3771900" y="3676650"/>
            <a:ext cx="2209800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同屏实体规模提升时，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可改为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Archetype/Chunk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7"/>
            </p:custDataLst>
          </p:nvPr>
        </p:nvSpPr>
        <p:spPr>
          <a:xfrm>
            <a:off x="3390900" y="47383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/>
          <a:stretch>
            <a:fillRect/>
          </a:stretch>
        </p:blipFill>
        <p:spPr>
          <a:xfrm>
            <a:off x="3467100" y="4795520"/>
            <a:ext cx="114300" cy="15240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31"/>
            </p:custDataLst>
          </p:nvPr>
        </p:nvSpPr>
        <p:spPr>
          <a:xfrm>
            <a:off x="3771900" y="4705350"/>
            <a:ext cx="20955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碰撞检测增加空间哈希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32"/>
            </p:custDataLst>
          </p:nvPr>
        </p:nvSpPr>
        <p:spPr>
          <a:xfrm>
            <a:off x="7258050" y="28619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>
            <a:fillRect/>
          </a:stretch>
        </p:blipFill>
        <p:spPr>
          <a:xfrm>
            <a:off x="7353300" y="2957195"/>
            <a:ext cx="304800" cy="304800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36"/>
            </p:custDataLst>
          </p:nvPr>
        </p:nvSpPr>
        <p:spPr>
          <a:xfrm>
            <a:off x="6838950" y="3493770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测试体系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37"/>
            </p:custDataLst>
          </p:nvPr>
        </p:nvSpPr>
        <p:spPr>
          <a:xfrm>
            <a:off x="6210300" y="40144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/>
          <a:stretch>
            <a:fillRect/>
          </a:stretch>
        </p:blipFill>
        <p:spPr>
          <a:xfrm>
            <a:off x="6248400" y="4071620"/>
            <a:ext cx="190500" cy="15240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41"/>
            </p:custDataLst>
          </p:nvPr>
        </p:nvSpPr>
        <p:spPr>
          <a:xfrm>
            <a:off x="6591300" y="3981450"/>
            <a:ext cx="20961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需补充端到端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自动化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42"/>
            </p:custDataLst>
          </p:nvPr>
        </p:nvSpPr>
        <p:spPr>
          <a:xfrm>
            <a:off x="6210300" y="44335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/>
          <a:stretch>
            <a:fillRect/>
          </a:stretch>
        </p:blipFill>
        <p:spPr>
          <a:xfrm>
            <a:off x="6267450" y="4490720"/>
            <a:ext cx="152400" cy="152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46"/>
            </p:custDataLst>
          </p:nvPr>
        </p:nvSpPr>
        <p:spPr>
          <a:xfrm>
            <a:off x="6591300" y="4400550"/>
            <a:ext cx="1905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需补充定期回归测试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47"/>
            </p:custDataLst>
          </p:nvPr>
        </p:nvSpPr>
        <p:spPr>
          <a:xfrm>
            <a:off x="10077450" y="27095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2" name="图片 31"/>
          <p:cNvPicPr>
            <a:picLocks noChangeAspect="1"/>
          </p:cNvPicPr>
          <p:nvPr>
            <p:custDataLst>
              <p:tags r:id="rId48"/>
            </p:custDataLst>
          </p:nvPr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rcRect l="-4054" r="-4054"/>
          <a:stretch>
            <a:fillRect/>
          </a:stretch>
        </p:blipFill>
        <p:spPr>
          <a:xfrm>
            <a:off x="10134600" y="2804795"/>
            <a:ext cx="381000" cy="304800"/>
          </a:xfrm>
          <a:prstGeom prst="rect">
            <a:avLst/>
          </a:prstGeom>
        </p:spPr>
      </p:pic>
      <p:sp>
        <p:nvSpPr>
          <p:cNvPr id="33" name="文本框 32"/>
          <p:cNvSpPr txBox="1"/>
          <p:nvPr>
            <p:custDataLst>
              <p:tags r:id="rId51"/>
            </p:custDataLst>
          </p:nvPr>
        </p:nvSpPr>
        <p:spPr>
          <a:xfrm>
            <a:off x="9791700" y="3341370"/>
            <a:ext cx="10668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产品化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52"/>
            </p:custDataLst>
          </p:nvPr>
        </p:nvSpPr>
        <p:spPr>
          <a:xfrm>
            <a:off x="9029700" y="38620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/>
          <p:cNvPicPr>
            <a:picLocks noChangeAspect="1"/>
          </p:cNvPicPr>
          <p:nvPr>
            <p:custDataLst>
              <p:tags r:id="rId53"/>
            </p:custDataLst>
          </p:nvPr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 l="-6250" r="-6250"/>
          <a:stretch>
            <a:fillRect/>
          </a:stretch>
        </p:blipFill>
        <p:spPr>
          <a:xfrm>
            <a:off x="9077325" y="3919220"/>
            <a:ext cx="171450" cy="152400"/>
          </a:xfrm>
          <a:prstGeom prst="rect">
            <a:avLst/>
          </a:prstGeom>
        </p:spPr>
      </p:pic>
      <p:sp>
        <p:nvSpPr>
          <p:cNvPr id="36" name="文本框 35"/>
          <p:cNvSpPr txBox="1"/>
          <p:nvPr>
            <p:custDataLst>
              <p:tags r:id="rId56"/>
            </p:custDataLst>
          </p:nvPr>
        </p:nvSpPr>
        <p:spPr>
          <a:xfrm>
            <a:off x="9410700" y="3829050"/>
            <a:ext cx="2286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可新增局外存档、元进度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57"/>
            </p:custDataLst>
          </p:nvPr>
        </p:nvSpPr>
        <p:spPr>
          <a:xfrm>
            <a:off x="9029700" y="443357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120 w 420"/>
              <a:gd name="p0y0" fmla="*/ 0 h 420"/>
              <a:gd name="p0x1" fmla="*/ 300 w 420"/>
              <a:gd name="p0y1" fmla="*/ 0 h 420"/>
              <a:gd name="p0x2" fmla="*/ 366 w 420"/>
              <a:gd name="p0y2" fmla="*/ 0 h 420"/>
              <a:gd name="p0x3" fmla="*/ 420 w 420"/>
              <a:gd name="p0y3" fmla="*/ 53 h 420"/>
              <a:gd name="p0x4" fmla="*/ 420 w 420"/>
              <a:gd name="p0y4" fmla="*/ 120 h 420"/>
              <a:gd name="p0x5" fmla="*/ 420 w 420"/>
              <a:gd name="p0y5" fmla="*/ 300 h 420"/>
              <a:gd name="p0x6" fmla="*/ 420 w 420"/>
              <a:gd name="p0y6" fmla="*/ 366 h 420"/>
              <a:gd name="p0x7" fmla="*/ 366 w 420"/>
              <a:gd name="p0y7" fmla="*/ 420 h 420"/>
              <a:gd name="p0x8" fmla="*/ 300 w 420"/>
              <a:gd name="p0y8" fmla="*/ 420 h 420"/>
              <a:gd name="p0x9" fmla="*/ 120 w 420"/>
              <a:gd name="p0y9" fmla="*/ 420 h 420"/>
              <a:gd name="p0x10" fmla="*/ 53 w 420"/>
              <a:gd name="p0y10" fmla="*/ 420 h 420"/>
              <a:gd name="p0x11" fmla="*/ 0 w 420"/>
              <a:gd name="p0y11" fmla="*/ 366 h 420"/>
              <a:gd name="p0x12" fmla="*/ 0 w 420"/>
              <a:gd name="p0y12" fmla="*/ 300 h 420"/>
              <a:gd name="p0x13" fmla="*/ 0 w 420"/>
              <a:gd name="p0y13" fmla="*/ 120 h 420"/>
              <a:gd name="p0x14" fmla="*/ 0 w 420"/>
              <a:gd name="p0y14" fmla="*/ 53 h 420"/>
              <a:gd name="p0x15" fmla="*/ 53 w 420"/>
              <a:gd name="p0y15" fmla="*/ 0 h 420"/>
              <a:gd name="p0x16" fmla="*/ 12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8" name="图片 37"/>
          <p:cNvPicPr>
            <a:picLocks noChangeAspect="1"/>
          </p:cNvPicPr>
          <p:nvPr>
            <p:custDataLst>
              <p:tags r:id="rId58"/>
            </p:custDataLst>
          </p:nvPr>
        </p:nvPicPr>
        <p:blipFill>
          <a:blip r:embed="rId59"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rcRect t="-3333" b="-3333"/>
          <a:stretch>
            <a:fillRect/>
          </a:stretch>
        </p:blipFill>
        <p:spPr>
          <a:xfrm>
            <a:off x="9086850" y="4490720"/>
            <a:ext cx="152400" cy="152400"/>
          </a:xfrm>
          <a:prstGeom prst="rect">
            <a:avLst/>
          </a:prstGeom>
        </p:spPr>
      </p:pic>
      <p:sp>
        <p:nvSpPr>
          <p:cNvPr id="39" name="文本框 38"/>
          <p:cNvSpPr txBox="1"/>
          <p:nvPr>
            <p:custDataLst>
              <p:tags r:id="rId61"/>
            </p:custDataLst>
          </p:nvPr>
        </p:nvSpPr>
        <p:spPr>
          <a:xfrm>
            <a:off x="9410700" y="4248150"/>
            <a:ext cx="2209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可新增帧率与同屏怪物上限设置</a:t>
            </a:r>
            <a:endParaRPr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533400" y="357188"/>
            <a:ext cx="111252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BF5"/>
                </a:solidFill>
                <a:latin typeface="汉仪中宋简" panose="02010600000101010101" charset="-122"/>
                <a:ea typeface="汉仪中宋简" panose="02010600000101010101" charset="-122"/>
              </a:rPr>
              <a:t>项目总结</a:t>
            </a:r>
            <a:endParaRPr sz="3000" b="1">
              <a:solidFill>
                <a:srgbClr val="E6EBF5"/>
              </a:solidFill>
              <a:latin typeface="汉仪中宋简" panose="02010600000101010101" charset="-122"/>
              <a:ea typeface="汉仪中宋简" panose="02010600000101010101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2"/>
            </p:custDataLst>
          </p:nvPr>
        </p:nvSpPr>
        <p:spPr>
          <a:xfrm>
            <a:off x="1906270" y="22523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1982470" y="2347595"/>
            <a:ext cx="342900" cy="3048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354407" y="2846070"/>
            <a:ext cx="18669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技术路线落地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7"/>
            </p:custDataLst>
          </p:nvPr>
        </p:nvSpPr>
        <p:spPr>
          <a:xfrm>
            <a:off x="571500" y="37858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638175" y="3848100"/>
            <a:ext cx="209550" cy="21399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028700" y="3333750"/>
            <a:ext cx="2708891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LayaAir+TypeScript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、轻量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MVC UI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、对象池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+WebWorker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的完整技术路线落地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2"/>
            </p:custDataLst>
          </p:nvPr>
        </p:nvSpPr>
        <p:spPr>
          <a:xfrm>
            <a:off x="571500" y="48526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-2381" t="-3492" r="-2381" b="-3492"/>
          <a:stretch>
            <a:fillRect/>
          </a:stretch>
        </p:blipFill>
        <p:spPr>
          <a:xfrm>
            <a:off x="638175" y="4914900"/>
            <a:ext cx="209550" cy="21399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1028700" y="4705350"/>
            <a:ext cx="2708891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ECS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架构实现组件化游戏逻辑，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MVC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模式管理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7"/>
            </p:custDataLst>
          </p:nvPr>
        </p:nvSpPr>
        <p:spPr>
          <a:xfrm>
            <a:off x="5584190" y="2557145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>
          <a:xfrm>
            <a:off x="5679440" y="2652395"/>
            <a:ext cx="304800" cy="3048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21"/>
            </p:custDataLst>
          </p:nvPr>
        </p:nvSpPr>
        <p:spPr>
          <a:xfrm>
            <a:off x="5165369" y="3150870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全流程闭环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22"/>
            </p:custDataLst>
          </p:nvPr>
        </p:nvSpPr>
        <p:spPr>
          <a:xfrm>
            <a:off x="3984625" y="37858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-2949" t="-20208" r="-2949" b="-20208"/>
          <a:stretch>
            <a:fillRect/>
          </a:stretch>
        </p:blipFill>
        <p:spPr>
          <a:xfrm>
            <a:off x="4025265" y="3848100"/>
            <a:ext cx="262255" cy="213995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26"/>
            </p:custDataLst>
          </p:nvPr>
        </p:nvSpPr>
        <p:spPr>
          <a:xfrm>
            <a:off x="4442441" y="3638550"/>
            <a:ext cx="3236567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菜单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跑图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选关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战斗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升级装配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死亡重启的全流程闭环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7"/>
            </p:custDataLst>
          </p:nvPr>
        </p:nvSpPr>
        <p:spPr>
          <a:xfrm>
            <a:off x="3984625" y="45478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4259" t="-3492" r="-4259" b="-3492"/>
          <a:stretch>
            <a:fillRect/>
          </a:stretch>
        </p:blipFill>
        <p:spPr>
          <a:xfrm>
            <a:off x="4063365" y="4610100"/>
            <a:ext cx="186055" cy="213995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31"/>
            </p:custDataLst>
          </p:nvPr>
        </p:nvSpPr>
        <p:spPr>
          <a:xfrm>
            <a:off x="4442441" y="4400550"/>
            <a:ext cx="3236567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达到毕设预期目标，</a:t>
            </a:r>
            <a:r>
              <a:rPr lang="en-US" altLang="zh-CN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Roguelite</a:t>
            </a:r>
            <a:r>
              <a:rPr lang="zh-CN" altLang="en-US" sz="15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核心循环完整实现</a:t>
            </a:r>
            <a:endParaRPr lang="zh-CN" altLang="en-US" sz="15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32"/>
            </p:custDataLst>
          </p:nvPr>
        </p:nvSpPr>
        <p:spPr>
          <a:xfrm>
            <a:off x="9525635" y="2414270"/>
            <a:ext cx="495300" cy="495300"/>
          </a:xfrm>
          <a:custGeom>
            <a:avLst/>
            <a:gdLst>
              <a:gd name="sw" fmla="*/ 1 w 780"/>
              <a:gd name="sh" fmla="*/ 1 h 780"/>
              <a:gd name="mins" fmla="min sw sh"/>
              <a:gd name="dsw" fmla="+- 0 sw mins"/>
              <a:gd name="dsh" fmla="+- 0 sh mins"/>
              <a:gd name="p0x0" fmla="*/ 120 w 780"/>
              <a:gd name="p0y0" fmla="*/ 0 h 780"/>
              <a:gd name="p0x1" fmla="*/ 660 w 780"/>
              <a:gd name="p0y1" fmla="*/ 0 h 780"/>
              <a:gd name="p0x2" fmla="*/ 726 w 780"/>
              <a:gd name="p0y2" fmla="*/ 0 h 780"/>
              <a:gd name="p0x3" fmla="*/ 780 w 780"/>
              <a:gd name="p0y3" fmla="*/ 53 h 780"/>
              <a:gd name="p0x4" fmla="*/ 780 w 780"/>
              <a:gd name="p0y4" fmla="*/ 120 h 780"/>
              <a:gd name="p0x5" fmla="*/ 780 w 780"/>
              <a:gd name="p0y5" fmla="*/ 660 h 780"/>
              <a:gd name="p0x6" fmla="*/ 780 w 780"/>
              <a:gd name="p0y6" fmla="*/ 726 h 780"/>
              <a:gd name="p0x7" fmla="*/ 726 w 780"/>
              <a:gd name="p0y7" fmla="*/ 780 h 780"/>
              <a:gd name="p0x8" fmla="*/ 660 w 780"/>
              <a:gd name="p0y8" fmla="*/ 780 h 780"/>
              <a:gd name="p0x9" fmla="*/ 120 w 780"/>
              <a:gd name="p0y9" fmla="*/ 780 h 780"/>
              <a:gd name="p0x10" fmla="*/ 53 w 780"/>
              <a:gd name="p0y10" fmla="*/ 780 h 780"/>
              <a:gd name="p0x11" fmla="*/ 0 w 780"/>
              <a:gd name="p0y11" fmla="*/ 726 h 780"/>
              <a:gd name="p0x12" fmla="*/ 0 w 780"/>
              <a:gd name="p0y12" fmla="*/ 660 h 780"/>
              <a:gd name="p0x13" fmla="*/ 0 w 780"/>
              <a:gd name="p0y13" fmla="*/ 120 h 780"/>
              <a:gd name="p0x14" fmla="*/ 0 w 780"/>
              <a:gd name="p0y14" fmla="*/ 53 h 780"/>
              <a:gd name="p0x15" fmla="*/ 53 w 780"/>
              <a:gd name="p0y15" fmla="*/ 0 h 780"/>
              <a:gd name="p0x16" fmla="*/ 120 w 780"/>
              <a:gd name="p0y16" fmla="*/ 0 h 7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F5FA6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>
            <a:fillRect/>
          </a:stretch>
        </p:blipFill>
        <p:spPr>
          <a:xfrm>
            <a:off x="9620885" y="2509520"/>
            <a:ext cx="304800" cy="304800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36"/>
            </p:custDataLst>
          </p:nvPr>
        </p:nvSpPr>
        <p:spPr>
          <a:xfrm>
            <a:off x="9240136" y="3008071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E6EBF5"/>
                </a:solidFill>
                <a:latin typeface="微软雅黑" panose="020B0503020204020204" charset="-122"/>
                <a:ea typeface="微软雅黑" panose="020B0503020204020204" charset="-122"/>
              </a:rPr>
              <a:t>性能实测</a:t>
            </a:r>
            <a:endParaRPr sz="2100" b="1">
              <a:solidFill>
                <a:srgbClr val="E6EB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37"/>
            </p:custDataLst>
          </p:nvPr>
        </p:nvSpPr>
        <p:spPr>
          <a:xfrm>
            <a:off x="7926070" y="3509645"/>
            <a:ext cx="1790065" cy="1230630"/>
          </a:xfrm>
          <a:custGeom>
            <a:avLst/>
            <a:gdLst>
              <a:gd name="sw" fmla="*/ 1 w 2818"/>
              <a:gd name="sh" fmla="*/ 1 h 1937"/>
              <a:gd name="mins" fmla="min sw sh"/>
              <a:gd name="dsw" fmla="+- 0 sw mins"/>
              <a:gd name="dsh" fmla="+- 0 sh mins"/>
              <a:gd name="p0x0" fmla="*/ 120 w 2818"/>
              <a:gd name="p0y0" fmla="*/ 0 h 1937"/>
              <a:gd name="p0x1" fmla="*/ 2698 w 2818"/>
              <a:gd name="p0y1" fmla="*/ 0 h 1937"/>
              <a:gd name="p0x2" fmla="*/ 2764 w 2818"/>
              <a:gd name="p0y2" fmla="*/ 0 h 1937"/>
              <a:gd name="p0x3" fmla="*/ 2818 w 2818"/>
              <a:gd name="p0y3" fmla="*/ 53 h 1937"/>
              <a:gd name="p0x4" fmla="*/ 2818 w 2818"/>
              <a:gd name="p0y4" fmla="*/ 120 h 1937"/>
              <a:gd name="p0x5" fmla="*/ 2818 w 2818"/>
              <a:gd name="p0y5" fmla="*/ 1817 h 1937"/>
              <a:gd name="p0x6" fmla="*/ 2818 w 2818"/>
              <a:gd name="p0y6" fmla="*/ 1884 h 1937"/>
              <a:gd name="p0x7" fmla="*/ 2764 w 2818"/>
              <a:gd name="p0y7" fmla="*/ 1937 h 1937"/>
              <a:gd name="p0x8" fmla="*/ 2698 w 2818"/>
              <a:gd name="p0y8" fmla="*/ 1937 h 1937"/>
              <a:gd name="p0x9" fmla="*/ 120 w 2818"/>
              <a:gd name="p0y9" fmla="*/ 1937 h 1937"/>
              <a:gd name="p0x10" fmla="*/ 53 w 2818"/>
              <a:gd name="p0y10" fmla="*/ 1937 h 1937"/>
              <a:gd name="p0x11" fmla="*/ 0 w 2818"/>
              <a:gd name="p0y11" fmla="*/ 1884 h 1937"/>
              <a:gd name="p0x12" fmla="*/ 0 w 2818"/>
              <a:gd name="p0y12" fmla="*/ 1817 h 1937"/>
              <a:gd name="p0x13" fmla="*/ 0 w 2818"/>
              <a:gd name="p0y13" fmla="*/ 120 h 1937"/>
              <a:gd name="p0x14" fmla="*/ 0 w 2818"/>
              <a:gd name="p0y14" fmla="*/ 53 h 1937"/>
              <a:gd name="p0x15" fmla="*/ 53 w 2818"/>
              <a:gd name="p0y15" fmla="*/ 0 h 1937"/>
              <a:gd name="p0x16" fmla="*/ 120 w 2818"/>
              <a:gd name="p0y16" fmla="*/ 0 h 19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38"/>
            </p:custDataLst>
          </p:nvPr>
        </p:nvSpPr>
        <p:spPr>
          <a:xfrm>
            <a:off x="8239716" y="3600526"/>
            <a:ext cx="1544612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36.5%</a:t>
            </a:r>
            <a:endParaRPr sz="30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39"/>
            </p:custDataLst>
          </p:nvPr>
        </p:nvSpPr>
        <p:spPr>
          <a:xfrm>
            <a:off x="8066780" y="4127259"/>
            <a:ext cx="1509417" cy="5047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对象池使千怪场景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P95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帧时间降低</a:t>
            </a:r>
            <a:endParaRPr lang="zh-CN" altLang="en-US"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40"/>
            </p:custDataLst>
          </p:nvPr>
        </p:nvSpPr>
        <p:spPr>
          <a:xfrm>
            <a:off x="9830435" y="3509645"/>
            <a:ext cx="1789430" cy="1230630"/>
          </a:xfrm>
          <a:custGeom>
            <a:avLst/>
            <a:gdLst>
              <a:gd name="sw" fmla="*/ 1 w 2818"/>
              <a:gd name="sh" fmla="*/ 1 h 1937"/>
              <a:gd name="mins" fmla="min sw sh"/>
              <a:gd name="dsw" fmla="+- 0 sw mins"/>
              <a:gd name="dsh" fmla="+- 0 sh mins"/>
              <a:gd name="p0x0" fmla="*/ 120 w 2818"/>
              <a:gd name="p0y0" fmla="*/ 0 h 1937"/>
              <a:gd name="p0x1" fmla="*/ 2698 w 2818"/>
              <a:gd name="p0y1" fmla="*/ 0 h 1937"/>
              <a:gd name="p0x2" fmla="*/ 2764 w 2818"/>
              <a:gd name="p0y2" fmla="*/ 0 h 1937"/>
              <a:gd name="p0x3" fmla="*/ 2818 w 2818"/>
              <a:gd name="p0y3" fmla="*/ 53 h 1937"/>
              <a:gd name="p0x4" fmla="*/ 2818 w 2818"/>
              <a:gd name="p0y4" fmla="*/ 120 h 1937"/>
              <a:gd name="p0x5" fmla="*/ 2818 w 2818"/>
              <a:gd name="p0y5" fmla="*/ 1817 h 1937"/>
              <a:gd name="p0x6" fmla="*/ 2818 w 2818"/>
              <a:gd name="p0y6" fmla="*/ 1884 h 1937"/>
              <a:gd name="p0x7" fmla="*/ 2764 w 2818"/>
              <a:gd name="p0y7" fmla="*/ 1937 h 1937"/>
              <a:gd name="p0x8" fmla="*/ 2698 w 2818"/>
              <a:gd name="p0y8" fmla="*/ 1937 h 1937"/>
              <a:gd name="p0x9" fmla="*/ 120 w 2818"/>
              <a:gd name="p0y9" fmla="*/ 1937 h 1937"/>
              <a:gd name="p0x10" fmla="*/ 53 w 2818"/>
              <a:gd name="p0y10" fmla="*/ 1937 h 1937"/>
              <a:gd name="p0x11" fmla="*/ 0 w 2818"/>
              <a:gd name="p0y11" fmla="*/ 1884 h 1937"/>
              <a:gd name="p0x12" fmla="*/ 0 w 2818"/>
              <a:gd name="p0y12" fmla="*/ 1817 h 1937"/>
              <a:gd name="p0x13" fmla="*/ 0 w 2818"/>
              <a:gd name="p0y13" fmla="*/ 120 h 1937"/>
              <a:gd name="p0x14" fmla="*/ 0 w 2818"/>
              <a:gd name="p0y14" fmla="*/ 53 h 1937"/>
              <a:gd name="p0x15" fmla="*/ 53 w 2818"/>
              <a:gd name="p0y15" fmla="*/ 0 h 1937"/>
              <a:gd name="p0x16" fmla="*/ 120 w 2818"/>
              <a:gd name="p0y16" fmla="*/ 0 h 193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41"/>
            </p:custDataLst>
          </p:nvPr>
        </p:nvSpPr>
        <p:spPr>
          <a:xfrm>
            <a:off x="10143744" y="3600526"/>
            <a:ext cx="1544612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4F5FA6"/>
                </a:solidFill>
                <a:latin typeface="微软雅黑" panose="020B0503020204020204" charset="-122"/>
                <a:ea typeface="微软雅黑" panose="020B0503020204020204" charset="-122"/>
              </a:rPr>
              <a:t>13.4%</a:t>
            </a:r>
            <a:endParaRPr sz="3000" b="1">
              <a:solidFill>
                <a:srgbClr val="4F5F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42"/>
            </p:custDataLst>
          </p:nvPr>
        </p:nvSpPr>
        <p:spPr>
          <a:xfrm>
            <a:off x="10039712" y="4127259"/>
            <a:ext cx="1371676" cy="5047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动态图集提升千怪波</a:t>
            </a:r>
            <a:r>
              <a:rPr lang="en-US" altLang="zh-CN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FPS</a:t>
            </a:r>
            <a:r>
              <a:rPr lang="zh-CN" altLang="en-US" sz="1200">
                <a:solidFill>
                  <a:srgbClr val="E6EBF5">
                    <a:alpha val="72157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</a:t>
            </a:r>
            <a:endParaRPr lang="zh-CN" altLang="en-US" sz="1200">
              <a:solidFill>
                <a:srgbClr val="E6EBF5">
                  <a:alpha val="72157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43"/>
            </p:custDataLst>
          </p:nvPr>
        </p:nvSpPr>
        <p:spPr>
          <a:xfrm>
            <a:off x="9259119" y="4877705"/>
            <a:ext cx="1200226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E6EBF5">
                    <a:alpha val="45882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优化效果显著</a:t>
            </a:r>
            <a:endParaRPr sz="1350">
              <a:solidFill>
                <a:srgbClr val="E6EBF5">
                  <a:alpha val="45882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/>
          </p:cNvSpPr>
          <p:nvPr>
            <p:ph type="subTitle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 sz="6300"/>
              <a:t>致谢</a:t>
            </a:r>
            <a:endParaRPr lang="zh-CN" altLang="en-US" sz="6300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</p:tagLst>
</file>

<file path=ppt/tags/tag6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  <p:tag name="KSO_WM_FIGMA_FLAG" val="#fgm#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</p:tagLst>
</file>

<file path=ppt/tags/tag7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</p:tagLst>
</file>

<file path=ppt/tags/tag8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  <p:tag name="KSO_WM_FIGMA_FLAG" val="#fgm#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f*2"/>
  <p:tag name="KSO_WM_UNIT_LAYERLEVEL" val="1"/>
  <p:tag name="KSO_WM_TAG_VERSION" val="3.0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</p:tagLst>
</file>

<file path=ppt/tags/tag15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BEAUTIFY_FLAG" val="#wm#"/>
  <p:tag name="KSO_WM_UNIT_INDEX" val="3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</p:tagLst>
</file>

<file path=ppt/tags/tag19.xml><?xml version="1.0" encoding="utf-8"?>
<p:tagLst xmlns:p="http://schemas.openxmlformats.org/presentationml/2006/main">
  <p:tag name="KSO_WM_BEAUTIFY_FLAG" val="#wm#"/>
  <p:tag name="KSO_WM_UNIT_INDEX" val="4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FIGMA_FLAG" val="#fgm#"/>
  <p:tag name="KSO_WM_UNIT_PRESET_TEXT_INDEX" val="-1"/>
  <p:tag name="KSO_WM_UNIT_PRESET_TEXT_LEN" val="0"/>
  <p:tag name="KSO_WM_UNIT_NOCLEAR" val="0"/>
  <p:tag name="KSO_WM_UNIT_HIGHLIGHT" val="0"/>
  <p:tag name="KSO_WM_UNIT_COMPATIBLE" val="1"/>
  <p:tag name="KSO_WM_UNIT_DIAGRAM_ISNUMVISUAL" val="0"/>
  <p:tag name="KSO_WM_UNIT_DIAGRAM_ISREFERUNIT" val="0"/>
  <p:tag name="KSO_WM_UNIT_ID" val="_3*e*1"/>
  <p:tag name="KSO_WM_UNIT_LAYERLEVEL" val="1"/>
  <p:tag name="KSO_WM_TAG_VERSION" val="3.0"/>
</p:tagLst>
</file>

<file path=ppt/tags/tag22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b*1"/>
  <p:tag name="KSO_WM_UNIT_LAYERLEVEL" val="1"/>
  <p:tag name="KSO_WM_TAG_VERSION" val="3.0"/>
</p:tagLst>
</file>

<file path=ppt/tags/tag64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</p:tagLst>
</file>

<file path=ppt/tags/tag65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2*i*1"/>
  <p:tag name="KSO_WM_UNIT_LAYERLEVEL" val="1"/>
  <p:tag name="KSO_WM_TAG_VERSION" val="3.0"/>
</p:tagLst>
</file>

<file path=ppt/tags/tag66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2*i*2"/>
  <p:tag name="KSO_WM_UNIT_LAYERLEVEL" val="1"/>
  <p:tag name="KSO_WM_TAG_VERSION" val="3.0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UNIT_INDEX" val="3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2*i*3"/>
  <p:tag name="KSO_WM_UNIT_LAYERLEVEL" val="1"/>
  <p:tag name="KSO_WM_TAG_VERSION" val="3.0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2*a*1"/>
  <p:tag name="KSO_WM_UNIT_LAYERLEVEL" val="1"/>
  <p:tag name="KSO_WM_TAG_VERSION" val="3.0"/>
</p:tagLst>
</file>

<file path=ppt/tags/tag72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2*b*1"/>
  <p:tag name="KSO_WM_UNIT_LAYERLEVEL" val="1"/>
  <p:tag name="KSO_WM_TAG_VERSION" val="3.0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b*1"/>
  <p:tag name="KSO_WM_UNIT_LAYERLEVEL" val="1"/>
  <p:tag name="KSO_WM_TAG_VERSION" val="3.0"/>
</p:tagLst>
</file>

<file path=ppt/tags/tag77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b89e23a12d2c7912b70e4fdc8f0def5464a097da"/>
  <p:tag name="KSO_WM_NEWLAYOUT_ID" val="1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a*1"/>
  <p:tag name="KSO_WM_UNIT_LAYERLEVEL" val="1"/>
  <p:tag name="KSO_WM_TAG_VERSION" val="3.0"/>
</p:tagLst>
</file>

<file path=ppt/tags/tag78.xml><?xml version="1.0" encoding="utf-8"?>
<p:tagLst xmlns:p="http://schemas.openxmlformats.org/presentationml/2006/main">
  <p:tag name="KSO_WM_BEAUTIFY_FLAG" val="#wm#"/>
  <p:tag name="KSO_WM_FIGMA_FLAG" val="#fgm#"/>
  <p:tag name="KSO_WM_UNIT_INDEX" val="1_1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1_1"/>
  <p:tag name="KSO_WM_UNIT_LAYERLEVEL" val="1_1_1"/>
  <p:tag name="KSO_WM_TAG_VERSION" val="3.0"/>
</p:tagLst>
</file>

<file path=ppt/tags/tag79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1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1_2"/>
  <p:tag name="KSO_WM_UNIT_LAYERLEVEL" val="1_1_1"/>
  <p:tag name="KSO_WM_TAG_VERSION" val="3.0"/>
</p:tagLst>
</file>

<file path=ppt/tags/tag80.xml><?xml version="1.0" encoding="utf-8"?>
<p:tagLst xmlns:p="http://schemas.openxmlformats.org/presentationml/2006/main">
  <p:tag name="KSO_WM_BEAUTIFY_FLAG" val="#wm#"/>
  <p:tag name="KSO_WM_FIGMA_FLAG" val="#fgm#"/>
  <p:tag name="KSO_WM_UNIT_INDEX" val="1_1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1_1"/>
  <p:tag name="KSO_WM_UNIT_LAYERLEVEL" val="1_1_1"/>
  <p:tag name="KSO_WM_TAG_VERSION" val="3.0"/>
</p:tagLst>
</file>

<file path=ppt/tags/tag81.xml><?xml version="1.0" encoding="utf-8"?>
<p:tagLst xmlns:p="http://schemas.openxmlformats.org/presentationml/2006/main">
  <p:tag name="KSO_WM_BEAUTIFY_FLAG" val="#wm#"/>
  <p:tag name="KSO_WM_FIGMA_FLAG" val="#fgm#"/>
  <p:tag name="KSO_WM_UNIT_INDEX" val="1_2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2_1"/>
  <p:tag name="KSO_WM_UNIT_LAYERLEVEL" val="1_1_1"/>
  <p:tag name="KSO_WM_TAG_VERSION" val="3.0"/>
</p:tagLst>
</file>

<file path=ppt/tags/tag82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2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2_2"/>
  <p:tag name="KSO_WM_UNIT_LAYERLEVEL" val="1_1_1"/>
  <p:tag name="KSO_WM_TAG_VERSION" val="3.0"/>
</p:tagLst>
</file>

<file path=ppt/tags/tag83.xml><?xml version="1.0" encoding="utf-8"?>
<p:tagLst xmlns:p="http://schemas.openxmlformats.org/presentationml/2006/main">
  <p:tag name="KSO_WM_BEAUTIFY_FLAG" val="#wm#"/>
  <p:tag name="KSO_WM_FIGMA_FLAG" val="#fgm#"/>
  <p:tag name="KSO_WM_UNIT_INDEX" val="1_2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2_1"/>
  <p:tag name="KSO_WM_UNIT_LAYERLEVEL" val="1_1_1"/>
  <p:tag name="KSO_WM_TAG_VERSION" val="3.0"/>
</p:tagLst>
</file>

<file path=ppt/tags/tag84.xml><?xml version="1.0" encoding="utf-8"?>
<p:tagLst xmlns:p="http://schemas.openxmlformats.org/presentationml/2006/main">
  <p:tag name="KSO_WM_BEAUTIFY_FLAG" val="#wm#"/>
  <p:tag name="KSO_WM_FIGMA_FLAG" val="#fgm#"/>
  <p:tag name="KSO_WM_UNIT_INDEX" val="1_3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3_1"/>
  <p:tag name="KSO_WM_UNIT_LAYERLEVEL" val="1_1_1"/>
  <p:tag name="KSO_WM_TAG_VERSION" val="3.0"/>
</p:tagLst>
</file>

<file path=ppt/tags/tag85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3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3_2"/>
  <p:tag name="KSO_WM_UNIT_LAYERLEVEL" val="1_1_1"/>
  <p:tag name="KSO_WM_TAG_VERSION" val="3.0"/>
</p:tagLst>
</file>

<file path=ppt/tags/tag86.xml><?xml version="1.0" encoding="utf-8"?>
<p:tagLst xmlns:p="http://schemas.openxmlformats.org/presentationml/2006/main">
  <p:tag name="KSO_WM_BEAUTIFY_FLAG" val="#wm#"/>
  <p:tag name="KSO_WM_FIGMA_FLAG" val="#fgm#"/>
  <p:tag name="KSO_WM_UNIT_INDEX" val="1_3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3_1"/>
  <p:tag name="KSO_WM_UNIT_LAYERLEVEL" val="1_1_1"/>
  <p:tag name="KSO_WM_TAG_VERSION" val="3.0"/>
</p:tagLst>
</file>

<file path=ppt/tags/tag87.xml><?xml version="1.0" encoding="utf-8"?>
<p:tagLst xmlns:p="http://schemas.openxmlformats.org/presentationml/2006/main">
  <p:tag name="KSO_WM_BEAUTIFY_FLAG" val="#wm#"/>
  <p:tag name="KSO_WM_FIGMA_FLAG" val="#fgm#"/>
  <p:tag name="KSO_WM_UNIT_INDEX" val="1_4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4_1"/>
  <p:tag name="KSO_WM_UNIT_LAYERLEVEL" val="1_1_1"/>
  <p:tag name="KSO_WM_TAG_VERSION" val="3.0"/>
</p:tagLst>
</file>

<file path=ppt/tags/tag88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4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4_2"/>
  <p:tag name="KSO_WM_UNIT_LAYERLEVEL" val="1_1_1"/>
  <p:tag name="KSO_WM_TAG_VERSION" val="3.0"/>
</p:tagLst>
</file>

<file path=ppt/tags/tag89.xml><?xml version="1.0" encoding="utf-8"?>
<p:tagLst xmlns:p="http://schemas.openxmlformats.org/presentationml/2006/main">
  <p:tag name="KSO_WM_BEAUTIFY_FLAG" val="#wm#"/>
  <p:tag name="KSO_WM_FIGMA_FLAG" val="#fgm#"/>
  <p:tag name="KSO_WM_UNIT_INDEX" val="1_4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4_1"/>
  <p:tag name="KSO_WM_UNIT_LAYERLEVEL" val="1_1_1"/>
  <p:tag name="KSO_WM_TAG_VERSION" val="3.0"/>
</p:tagLst>
</file>

<file path=ppt/tags/tag90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4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4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FIGMA_SLIDE_GROUP" val="1"/>
  <p:tag name="KSO_WM_TEMPLATE_SUBCATEGORY" val="29"/>
  <p:tag name="KSO_WM_TAG_VERSION" val="3.0"/>
  <p:tag name="KSO_WM_TEMPLATE_CATEGORY" val="custom"/>
  <p:tag name="KSO_WM_TEMPLATE_INDEX" val="40494634"/>
  <p:tag name="KSO_WM_TEMPLATE_MASTER_TYPE" val="0"/>
  <p:tag name="KSO_WM_TEMPLATE_COLOR_TYPE" val="0"/>
  <p:tag name="KSO_WM_BEAUTIFY_FLAG" val="#wm#"/>
</p:tagLst>
</file>

<file path=ppt/tags/tag98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  <p:tag name="KSO_WM_TEMPLATE_STYLE_ID" val="186ef02b65acb399"/>
  <p:tag name="KSO_WM_AITEMPLATE_STYLE_ID" val="69796643740"/>
</p:tagLst>
</file>

<file path=ppt/tags/tag99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  <p:tag name="KSO_WM_FIGMA_FLAG" val="#fgm#"/>
  <p:tag name="KSO_WM_TEMPLATE_CATEGORY" val="custom"/>
  <p:tag name="KSO_WM_TEMPLATE_INDEX" val="40494634"/>
  <p:tag name="KSO_WM_UNIT_LAYERLEVEL" val="1"/>
  <p:tag name="KSO_WM_UNIT_ID" val="custom40494634_1*f*1"/>
  <p:tag name="KSO_WM_TAG_VERSION" val="3.0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00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1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01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  <p:tag name="KSO_WM_FIGMA_FLAG" val="#fgm#"/>
  <p:tag name="KSO_WM_TEMPLATE_CATEGORY" val="custom"/>
  <p:tag name="KSO_WM_TEMPLATE_INDEX" val="40494634"/>
  <p:tag name="KSO_WM_UNIT_LAYERLEVEL" val="1"/>
  <p:tag name="KSO_WM_UNIT_ID" val="custom40494634_1*f*2"/>
  <p:tag name="KSO_WM_TAG_VERSION" val="3.0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02.xml><?xml version="1.0" encoding="utf-8"?>
<p:tagLst xmlns:p="http://schemas.openxmlformats.org/presentationml/2006/main">
  <p:tag name="KSO_WM_FIGMA_LIMIT" val=""/>
  <p:tag name="KSO_WM_FIGMA_SLIDE_GROUP" val="1"/>
  <p:tag name="KSO_WM_SLIDE_TYPE" val="title"/>
  <p:tag name="KSO_WM_TEMPLATE_SUBCATEGORY" val="29"/>
  <p:tag name="KSO_WM_TAG_VERSION" val="3.0"/>
  <p:tag name="KSO_WM_TEMPLATE_CATEGORY" val="custom"/>
  <p:tag name="KSO_WM_TEMPLATE_INDEX" val="40494634"/>
  <p:tag name="KSO_WM_SLIDE_ID" val="custom40494634_1"/>
  <p:tag name="KSO_WM_TEMPLATE_MASTER_TYPE" val="0"/>
  <p:tag name="KSO_WM_TEMPLATE_COLOR_TYPE" val="0"/>
  <p:tag name="KSO_WM_SLIDE_ITEM_CNT" val="0"/>
  <p:tag name="KSO_WM_SLIDE_INDEX" val="1"/>
  <p:tag name="KSO_WM_BEAUTIFY_FLAG" val="#wm#"/>
  <p:tag name="KSO_WM_SLIDE_LAYOUT" val="a_f"/>
  <p:tag name="KSO_WM_SLIDE_LAYOUT_CNT" val="1_2"/>
</p:tagLst>
</file>

<file path=ppt/tags/tag10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10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0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06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0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0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0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1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11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11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1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1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1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16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1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1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1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2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21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12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23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2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2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26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12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2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29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3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31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13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3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34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3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36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137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3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39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40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41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14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43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4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145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14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47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4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4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50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15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5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53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5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5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15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5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5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5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6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6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6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6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6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65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6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6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6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6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70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7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7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7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7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7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7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7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78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7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8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8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82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8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84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8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86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87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18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89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90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191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92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93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194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9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19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9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98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19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0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01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20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03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0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05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20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0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08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09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210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11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12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1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14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21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16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17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21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1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20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221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2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223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224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22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2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27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2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22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230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23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232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233.xml><?xml version="1.0" encoding="utf-8"?>
<p:tagLst xmlns:p="http://schemas.openxmlformats.org/presentationml/2006/main">
  <p:tag name="KSO_WM_UNIT_TYPE" val="x"/>
  <p:tag name="KSO_WM_UNIT_INDEX" val="10"/>
  <p:tag name="KSO_WM_BEAUTIFY_FLAG" val="#wm#"/>
  <p:tag name="KSO_WM_TAG_VERSION" val="3.0"/>
</p:tagLst>
</file>

<file path=ppt/tags/tag23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23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236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37.xml><?xml version="1.0" encoding="utf-8"?>
<p:tagLst xmlns:p="http://schemas.openxmlformats.org/presentationml/2006/main">
  <p:tag name="KSO_WM_UNIT_TYPE" val="x"/>
  <p:tag name="KSO_WM_UNIT_INDEX" val="11"/>
  <p:tag name="KSO_WM_BEAUTIFY_FLAG" val="#wm#"/>
  <p:tag name="KSO_WM_TAG_VERSION" val="3.0"/>
</p:tagLst>
</file>

<file path=ppt/tags/tag23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239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40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241.xml><?xml version="1.0" encoding="utf-8"?>
<p:tagLst xmlns:p="http://schemas.openxmlformats.org/presentationml/2006/main">
  <p:tag name="KSO_WM_UNIT_TYPE" val="x"/>
  <p:tag name="KSO_WM_UNIT_INDEX" val="12"/>
  <p:tag name="KSO_WM_BEAUTIFY_FLAG" val="#wm#"/>
  <p:tag name="KSO_WM_TAG_VERSION" val="3.0"/>
</p:tagLst>
</file>

<file path=ppt/tags/tag242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243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244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壹"/>
  <p:tag name="KSO_WM_FIGMA_FLAG" val="#fgm#"/>
  <p:tag name="KSO_WM_TEMPLATE_CATEGORY" val="custom"/>
  <p:tag name="KSO_WM_TEMPLATE_INDEX" val="40494634"/>
  <p:tag name="KSO_WM_UNIT_LAYERLEVEL" val="1"/>
  <p:tag name="KSO_WM_UNIT_ID" val="custom40494634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245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46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4"/>
  <p:tag name="KSO_WM_SLIDE_ID" val="custom40494634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24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4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4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50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25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5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5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5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55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25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57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58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59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60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26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6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6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6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65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6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6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68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6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7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7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7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7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7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75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76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27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7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79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80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281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8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8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84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28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8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287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8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8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90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29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292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293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294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29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296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297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298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9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00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301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302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30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04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305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306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30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08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30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1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1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12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1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1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15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31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1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18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31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2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2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2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2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2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25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2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2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28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2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3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3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332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3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3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33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3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37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338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39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34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341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42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34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4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4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4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47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34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49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50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壹"/>
  <p:tag name="KSO_WM_FIGMA_FLAG" val="#fgm#"/>
  <p:tag name="KSO_WM_TEMPLATE_CATEGORY" val="custom"/>
  <p:tag name="KSO_WM_TEMPLATE_INDEX" val="40494634"/>
  <p:tag name="KSO_WM_UNIT_LAYERLEVEL" val="1"/>
  <p:tag name="KSO_WM_UNIT_ID" val="custom40494634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351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52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4"/>
  <p:tag name="KSO_WM_SLIDE_ID" val="custom40494634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35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5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5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56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35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5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5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6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61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36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6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6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36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66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36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6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6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7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371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37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73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7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7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76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37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37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79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8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81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38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8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84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8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86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387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8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38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39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9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9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9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9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9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9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9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9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9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400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40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02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403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404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0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406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40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408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409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41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411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41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41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41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41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41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417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41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41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420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421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422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423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42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425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426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427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428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429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430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431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432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433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434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435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436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437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438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439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44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441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44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4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444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445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4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447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44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49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450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45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452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53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454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45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56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45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45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45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6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461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46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63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46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465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46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67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46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469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47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471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472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73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474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475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476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77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478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479.xml><?xml version="1.0" encoding="utf-8"?>
<p:tagLst xmlns:p="http://schemas.openxmlformats.org/presentationml/2006/main">
  <p:tag name="KSO_WM_UNIT_TYPE" val="x"/>
  <p:tag name="KSO_WM_UNIT_INDEX" val="10"/>
  <p:tag name="KSO_WM_BEAUTIFY_FLAG" val="#wm#"/>
  <p:tag name="KSO_WM_TAG_VERSION" val="3.0"/>
</p:tagLst>
</file>

<file path=ppt/tags/tag480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481.xml><?xml version="1.0" encoding="utf-8"?>
<p:tagLst xmlns:p="http://schemas.openxmlformats.org/presentationml/2006/main">
  <p:tag name="KSO_WM_UNIT_TYPE" val="x"/>
  <p:tag name="KSO_WM_UNIT_INDEX" val="11"/>
  <p:tag name="KSO_WM_BEAUTIFY_FLAG" val="#wm#"/>
  <p:tag name="KSO_WM_TAG_VERSION" val="3.0"/>
</p:tagLst>
</file>

<file path=ppt/tags/tag48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483.xml><?xml version="1.0" encoding="utf-8"?>
<p:tagLst xmlns:p="http://schemas.openxmlformats.org/presentationml/2006/main">
  <p:tag name="KSO_WM_UNIT_TYPE" val="x"/>
  <p:tag name="KSO_WM_UNIT_INDEX" val="12"/>
  <p:tag name="KSO_WM_BEAUTIFY_FLAG" val="#wm#"/>
  <p:tag name="KSO_WM_TAG_VERSION" val="3.0"/>
</p:tagLst>
</file>

<file path=ppt/tags/tag484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485.xml><?xml version="1.0" encoding="utf-8"?>
<p:tagLst xmlns:p="http://schemas.openxmlformats.org/presentationml/2006/main">
  <p:tag name="KSO_WM_UNIT_TYPE" val="x"/>
  <p:tag name="KSO_WM_UNIT_INDEX" val="13"/>
  <p:tag name="KSO_WM_BEAUTIFY_FLAG" val="#wm#"/>
  <p:tag name="KSO_WM_TAG_VERSION" val="3.0"/>
</p:tagLst>
</file>

<file path=ppt/tags/tag486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48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488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489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490.xml><?xml version="1.0" encoding="utf-8"?>
<p:tagLst xmlns:p="http://schemas.openxmlformats.org/presentationml/2006/main">
  <p:tag name="KSO_WM_UNIT_TYPE" val="x"/>
  <p:tag name="KSO_WM_UNIT_INDEX" val="14"/>
  <p:tag name="KSO_WM_BEAUTIFY_FLAG" val="#wm#"/>
  <p:tag name="KSO_WM_TAG_VERSION" val="3.0"/>
</p:tagLst>
</file>

<file path=ppt/tags/tag49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492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49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49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495.xml><?xml version="1.0" encoding="utf-8"?>
<p:tagLst xmlns:p="http://schemas.openxmlformats.org/presentationml/2006/main">
  <p:tag name="KSO_WM_UNIT_TYPE" val="x"/>
  <p:tag name="KSO_WM_UNIT_INDEX" val="15"/>
  <p:tag name="KSO_WM_BEAUTIFY_FLAG" val="#wm#"/>
  <p:tag name="KSO_WM_TAG_VERSION" val="3.0"/>
</p:tagLst>
</file>

<file path=ppt/tags/tag496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497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498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499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500.xml><?xml version="1.0" encoding="utf-8"?>
<p:tagLst xmlns:p="http://schemas.openxmlformats.org/presentationml/2006/main">
  <p:tag name="KSO_WM_UNIT_TYPE" val="x"/>
  <p:tag name="KSO_WM_UNIT_INDEX" val="16"/>
  <p:tag name="KSO_WM_BEAUTIFY_FLAG" val="#wm#"/>
  <p:tag name="KSO_WM_TAG_VERSION" val="3.0"/>
</p:tagLst>
</file>

<file path=ppt/tags/tag501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50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503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504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505.xml><?xml version="1.0" encoding="utf-8"?>
<p:tagLst xmlns:p="http://schemas.openxmlformats.org/presentationml/2006/main">
  <p:tag name="KSO_WM_UNIT_TYPE" val="x"/>
  <p:tag name="KSO_WM_UNIT_INDEX" val="17"/>
  <p:tag name="KSO_WM_BEAUTIFY_FLAG" val="#wm#"/>
  <p:tag name="KSO_WM_TAG_VERSION" val="3.0"/>
</p:tagLst>
</file>

<file path=ppt/tags/tag506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507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508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509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510.xml><?xml version="1.0" encoding="utf-8"?>
<p:tagLst xmlns:p="http://schemas.openxmlformats.org/presentationml/2006/main">
  <p:tag name="KSO_WM_UNIT_TYPE" val="x"/>
  <p:tag name="KSO_WM_UNIT_INDEX" val="18"/>
  <p:tag name="KSO_WM_BEAUTIFY_FLAG" val="#wm#"/>
  <p:tag name="KSO_WM_TAG_VERSION" val="3.0"/>
</p:tagLst>
</file>

<file path=ppt/tags/tag511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512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513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514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515.xml><?xml version="1.0" encoding="utf-8"?>
<p:tagLst xmlns:p="http://schemas.openxmlformats.org/presentationml/2006/main">
  <p:tag name="KSO_WM_UNIT_TYPE" val="x"/>
  <p:tag name="KSO_WM_UNIT_INDEX" val="19"/>
  <p:tag name="KSO_WM_BEAUTIFY_FLAG" val="#wm#"/>
  <p:tag name="KSO_WM_TAG_VERSION" val="3.0"/>
</p:tagLst>
</file>

<file path=ppt/tags/tag516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517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518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519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520.xml><?xml version="1.0" encoding="utf-8"?>
<p:tagLst xmlns:p="http://schemas.openxmlformats.org/presentationml/2006/main">
  <p:tag name="KSO_WM_UNIT_TYPE" val="x"/>
  <p:tag name="KSO_WM_UNIT_INDEX" val="20"/>
  <p:tag name="KSO_WM_BEAUTIFY_FLAG" val="#wm#"/>
  <p:tag name="KSO_WM_TAG_VERSION" val="3.0"/>
</p:tagLst>
</file>

<file path=ppt/tags/tag521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522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523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524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525.xml><?xml version="1.0" encoding="utf-8"?>
<p:tagLst xmlns:p="http://schemas.openxmlformats.org/presentationml/2006/main">
  <p:tag name="KSO_WM_UNIT_TYPE" val="x"/>
  <p:tag name="KSO_WM_UNIT_INDEX" val="21"/>
  <p:tag name="KSO_WM_BEAUTIFY_FLAG" val="#wm#"/>
  <p:tag name="KSO_WM_TAG_VERSION" val="3.0"/>
</p:tagLst>
</file>

<file path=ppt/tags/tag526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527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528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壹"/>
  <p:tag name="KSO_WM_FIGMA_FLAG" val="#fgm#"/>
  <p:tag name="KSO_WM_TEMPLATE_CATEGORY" val="custom"/>
  <p:tag name="KSO_WM_TEMPLATE_INDEX" val="40494634"/>
  <p:tag name="KSO_WM_UNIT_LAYERLEVEL" val="1"/>
  <p:tag name="KSO_WM_UNIT_ID" val="custom40494634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529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530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4"/>
  <p:tag name="KSO_WM_SLIDE_ID" val="custom40494634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53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53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53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34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535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53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3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3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539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54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4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542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54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544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54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54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54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54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54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550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551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55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55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554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55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556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55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558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55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560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56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56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56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564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565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56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56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568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569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570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571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572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573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574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57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57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57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78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57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580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8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8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583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58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8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58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58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588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58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590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59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59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593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59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59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596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59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598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599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0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0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602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603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60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0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06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60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60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609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61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61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61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61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14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615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61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17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61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19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62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21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22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2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24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625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2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27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壹"/>
  <p:tag name="KSO_WM_FIGMA_FLAG" val="#fgm#"/>
  <p:tag name="KSO_WM_TEMPLATE_CATEGORY" val="custom"/>
  <p:tag name="KSO_WM_TEMPLATE_INDEX" val="40494634"/>
  <p:tag name="KSO_WM_UNIT_LAYERLEVEL" val="1"/>
  <p:tag name="KSO_WM_UNIT_ID" val="custom40494634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628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629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4"/>
  <p:tag name="KSO_WM_SLIDE_ID" val="custom40494634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63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63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63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63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63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635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63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63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63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39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640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64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4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4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44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45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64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4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48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4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5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651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65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53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654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65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5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657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658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5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660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61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662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663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66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665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666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667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668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669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67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67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67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673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67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67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67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67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67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79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68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8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8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8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8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68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86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68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8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8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90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9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92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693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94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95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696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69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698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699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70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70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70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70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70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705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70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0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70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0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71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71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1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71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71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71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1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71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71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719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72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2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2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2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724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725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726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727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728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729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73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73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32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73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73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35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73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3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38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73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74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741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742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743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44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74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746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747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74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74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750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751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75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753.xml><?xml version="1.0" encoding="utf-8"?>
<p:tagLst xmlns:p="http://schemas.openxmlformats.org/presentationml/2006/main">
  <p:tag name="KSO_WM_UNIT_TYPE" val="x"/>
  <p:tag name="KSO_WM_UNIT_INDEX" val="8"/>
  <p:tag name="KSO_WM_BEAUTIFY_FLAG" val="#wm#"/>
  <p:tag name="KSO_WM_TAG_VERSION" val="3.0"/>
</p:tagLst>
</file>

<file path=ppt/tags/tag75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755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756.xml><?xml version="1.0" encoding="utf-8"?>
<p:tagLst xmlns:p="http://schemas.openxmlformats.org/presentationml/2006/main">
  <p:tag name="KSO_WM_UNIT_TYPE" val="x"/>
  <p:tag name="KSO_WM_UNIT_INDEX" val="9"/>
  <p:tag name="KSO_WM_BEAUTIFY_FLAG" val="#wm#"/>
  <p:tag name="KSO_WM_TAG_VERSION" val="3.0"/>
</p:tagLst>
</file>

<file path=ppt/tags/tag75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758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759.xml><?xml version="1.0" encoding="utf-8"?>
<p:tagLst xmlns:p="http://schemas.openxmlformats.org/presentationml/2006/main">
  <p:tag name="KSO_WM_UNIT_TYPE" val="x"/>
  <p:tag name="KSO_WM_UNIT_INDEX" val="10"/>
  <p:tag name="KSO_WM_BEAUTIFY_FLAG" val="#wm#"/>
  <p:tag name="KSO_WM_TAG_VERSION" val="3.0"/>
</p:tagLst>
</file>

<file path=ppt/tags/tag76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6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762.xml><?xml version="1.0" encoding="utf-8"?>
<p:tagLst xmlns:p="http://schemas.openxmlformats.org/presentationml/2006/main">
  <p:tag name="KSO_WM_UNIT_TYPE" val="x"/>
  <p:tag name="KSO_WM_UNIT_INDEX" val="11"/>
  <p:tag name="KSO_WM_BEAUTIFY_FLAG" val="#wm#"/>
  <p:tag name="KSO_WM_TAG_VERSION" val="3.0"/>
</p:tagLst>
</file>

<file path=ppt/tags/tag763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6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765.xml><?xml version="1.0" encoding="utf-8"?>
<p:tagLst xmlns:p="http://schemas.openxmlformats.org/presentationml/2006/main">
  <p:tag name="KSO_WM_UNIT_TYPE" val="x"/>
  <p:tag name="KSO_WM_UNIT_INDEX" val="12"/>
  <p:tag name="KSO_WM_BEAUTIFY_FLAG" val="#wm#"/>
  <p:tag name="KSO_WM_TAG_VERSION" val="3.0"/>
</p:tagLst>
</file>

<file path=ppt/tags/tag76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76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76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69.xml><?xml version="1.0" encoding="utf-8"?>
<p:tagLst xmlns:p="http://schemas.openxmlformats.org/presentationml/2006/main">
  <p:tag name="KSO_WM_UNIT_TYPE" val="x"/>
  <p:tag name="KSO_WM_UNIT_INDEX" val="1"/>
  <p:tag name="KSO_WM_BEAUTIFY_FLAG" val="#wm#"/>
  <p:tag name="KSO_WM_TAG_VERSION" val="3.0"/>
</p:tagLst>
</file>

<file path=ppt/tags/tag77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77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72.xml><?xml version="1.0" encoding="utf-8"?>
<p:tagLst xmlns:p="http://schemas.openxmlformats.org/presentationml/2006/main">
  <p:tag name="KSO_WM_UNIT_TYPE" val="x"/>
  <p:tag name="KSO_WM_UNIT_INDEX" val="2"/>
  <p:tag name="KSO_WM_BEAUTIFY_FLAG" val="#wm#"/>
  <p:tag name="KSO_WM_TAG_VERSION" val="3.0"/>
</p:tagLst>
</file>

<file path=ppt/tags/tag77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7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75.xml><?xml version="1.0" encoding="utf-8"?>
<p:tagLst xmlns:p="http://schemas.openxmlformats.org/presentationml/2006/main">
  <p:tag name="KSO_WM_UNIT_TYPE" val="x"/>
  <p:tag name="KSO_WM_UNIT_INDEX" val="3"/>
  <p:tag name="KSO_WM_BEAUTIFY_FLAG" val="#wm#"/>
  <p:tag name="KSO_WM_TAG_VERSION" val="3.0"/>
</p:tagLst>
</file>

<file path=ppt/tags/tag77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77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778.xml><?xml version="1.0" encoding="utf-8"?>
<p:tagLst xmlns:p="http://schemas.openxmlformats.org/presentationml/2006/main">
  <p:tag name="KSO_WM_UNIT_TYPE" val="x"/>
  <p:tag name="KSO_WM_UNIT_INDEX" val="4"/>
  <p:tag name="KSO_WM_BEAUTIFY_FLAG" val="#wm#"/>
  <p:tag name="KSO_WM_TAG_VERSION" val="3.0"/>
</p:tagLst>
</file>

<file path=ppt/tags/tag77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78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81.xml><?xml version="1.0" encoding="utf-8"?>
<p:tagLst xmlns:p="http://schemas.openxmlformats.org/presentationml/2006/main">
  <p:tag name="KSO_WM_UNIT_TYPE" val="x"/>
  <p:tag name="KSO_WM_UNIT_INDEX" val="5"/>
  <p:tag name="KSO_WM_BEAUTIFY_FLAG" val="#wm#"/>
  <p:tag name="KSO_WM_TAG_VERSION" val="3.0"/>
</p:tagLst>
</file>

<file path=ppt/tags/tag78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78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784.xml><?xml version="1.0" encoding="utf-8"?>
<p:tagLst xmlns:p="http://schemas.openxmlformats.org/presentationml/2006/main">
  <p:tag name="KSO_WM_UNIT_TYPE" val="x"/>
  <p:tag name="KSO_WM_UNIT_INDEX" val="6"/>
  <p:tag name="KSO_WM_BEAUTIFY_FLAG" val="#wm#"/>
  <p:tag name="KSO_WM_TAG_VERSION" val="3.0"/>
</p:tagLst>
</file>

<file path=ppt/tags/tag785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78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787.xml><?xml version="1.0" encoding="utf-8"?>
<p:tagLst xmlns:p="http://schemas.openxmlformats.org/presentationml/2006/main">
  <p:tag name="KSO_WM_UNIT_TYPE" val="x"/>
  <p:tag name="KSO_WM_UNIT_INDEX" val="7"/>
  <p:tag name="KSO_WM_BEAUTIFY_FLAG" val="#wm#"/>
  <p:tag name="KSO_WM_TAG_VERSION" val="3.0"/>
</p:tagLst>
</file>

<file path=ppt/tags/tag78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78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790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79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792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79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9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9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796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FIGMA_FLAG" val="#fgm#"/>
  <p:tag name="KSO_WM_TEMPLATE_CATEGORY" val="custom"/>
  <p:tag name="KSO_WM_TEMPLATE_INDEX" val="40494634"/>
  <p:tag name="KSO_WM_UNIT_LAYERLEVEL" val="1"/>
  <p:tag name="KSO_WM_UNIT_ID" val="custom40494634_5*b*1"/>
  <p:tag name="KSO_WM_TAG_VERSION" val="3.0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PRESET_TEXT" val="THE END"/>
</p:tagLst>
</file>

<file path=ppt/tags/tag797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4"/>
  <p:tag name="KSO_WM_UNIT_LAYERLEVEL" val="1"/>
  <p:tag name="KSO_WM_UNIT_ID" val="custom40494634_5*a*1"/>
  <p:tag name="KSO_WM_TAG_VERSION" val="3.0"/>
  <p:tag name="KSO_WM_UNIT_ISCONTENTSTITLE" val="0"/>
  <p:tag name="KSO_WM_UNIT_ISNUMDGMTITLE" val="0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PRESET_TEXT" val="谢谢观看"/>
</p:tagLst>
</file>

<file path=ppt/tags/tag798.xml><?xml version="1.0" encoding="utf-8"?>
<p:tagLst xmlns:p="http://schemas.openxmlformats.org/presentationml/2006/main">
  <p:tag name="KSO_WM_FIGMA_LIMIT" val=""/>
  <p:tag name="KSO_WM_FIGMA_SLIDE_GROUP" val="1"/>
  <p:tag name="KSO_WM_SLIDE_TYPE" val="endPage"/>
  <p:tag name="KSO_WM_TEMPLATE_SUBCATEGORY" val="29"/>
  <p:tag name="KSO_WM_TAG_VERSION" val="3.0"/>
  <p:tag name="KSO_WM_TEMPLATE_CATEGORY" val="custom"/>
  <p:tag name="KSO_WM_TEMPLATE_INDEX" val="40494634"/>
  <p:tag name="KSO_WM_SLIDE_ID" val="custom40494634_5"/>
  <p:tag name="KSO_WM_TEMPLATE_MASTER_TYPE" val="0"/>
  <p:tag name="KSO_WM_TEMPLATE_COLOR_TYPE" val="0"/>
  <p:tag name="KSO_WM_SLIDE_ITEM_CNT" val="0"/>
  <p:tag name="KSO_WM_SLIDE_INDEX" val="5"/>
  <p:tag name="KSO_WM_BEAUTIFY_FLAG" val="#wm#"/>
  <p:tag name="KSO_WM_SLIDE_LAYOUT" val="a_b"/>
  <p:tag name="KSO_WM_SLIDE_LAYOUT_CNT" val="1_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蓝金色中国风主题">
  <a:themeElements>
    <a:clrScheme name="自定义 59">
      <a:dk1>
        <a:srgbClr val="000000"/>
      </a:dk1>
      <a:lt1>
        <a:srgbClr val="FFFFFF"/>
      </a:lt1>
      <a:dk2>
        <a:srgbClr val="242942"/>
      </a:dk2>
      <a:lt2>
        <a:srgbClr val="E6EBF5"/>
      </a:lt2>
      <a:accent1>
        <a:srgbClr val="4F5FA6"/>
      </a:accent1>
      <a:accent2>
        <a:srgbClr val="FFE1C0"/>
      </a:accent2>
      <a:accent3>
        <a:srgbClr val="424D80"/>
      </a:accent3>
      <a:accent4>
        <a:srgbClr val="FFD3A3"/>
      </a:accent4>
      <a:accent5>
        <a:srgbClr val="333B5B"/>
      </a:accent5>
      <a:accent6>
        <a:srgbClr val="FFC07C"/>
      </a:accent6>
      <a:hlink>
        <a:srgbClr val="EE9430"/>
      </a:hlink>
      <a:folHlink>
        <a:srgbClr val="D3BEAA"/>
      </a:folHlink>
    </a:clrScheme>
    <a:fontScheme name="自定义 20">
      <a:majorFont>
        <a:latin typeface="汉仪中宋简"/>
        <a:ea typeface="汉仪中宋简"/>
        <a:cs typeface=""/>
      </a:majorFont>
      <a:minorFont>
        <a:latin typeface="汉仪书宋二简"/>
        <a:ea typeface="汉仪书宋二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6657</Words>
  <Application>WPS 演示</Application>
  <PresentationFormat>宽屏</PresentationFormat>
  <Paragraphs>773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26</vt:i4>
      </vt:variant>
    </vt:vector>
  </HeadingPairs>
  <TitlesOfParts>
    <vt:vector size="37" baseType="lpstr">
      <vt:lpstr>Arial</vt:lpstr>
      <vt:lpstr>宋体</vt:lpstr>
      <vt:lpstr>Wingdings</vt:lpstr>
      <vt:lpstr>Wingdings</vt:lpstr>
      <vt:lpstr>汉仪中宋简</vt:lpstr>
      <vt:lpstr>汉仪书宋二简</vt:lpstr>
      <vt:lpstr>微软雅黑</vt:lpstr>
      <vt:lpstr>Arial Unicode MS</vt:lpstr>
      <vt:lpstr>汉仪书宋二简</vt:lpstr>
      <vt:lpstr>WPS</vt:lpstr>
      <vt:lpstr>蓝金色中国风主题</vt:lpstr>
      <vt:lpstr>基于ECS架构的类吸血鬼幸存者游戏开发及优化</vt:lpstr>
      <vt:lpstr>PowerPoint 演示文稿</vt:lpstr>
      <vt:lpstr>PowerPoint 演示文稿</vt:lpstr>
      <vt:lpstr>PowerPoint 演示文稿</vt:lpstr>
      <vt:lpstr>PowerPoint 演示文稿</vt:lpstr>
      <vt:lpstr>ECS架构：定义、实现与验证</vt:lpstr>
      <vt:lpstr>PowerPoint 演示文稿</vt:lpstr>
      <vt:lpstr>PowerPoint 演示文稿</vt:lpstr>
      <vt:lpstr>PowerPoint 演示文稿</vt:lpstr>
      <vt:lpstr>PowerPoint 演示文稿</vt:lpstr>
      <vt:lpstr>MVC架构：定义、实现与验证</vt:lpstr>
      <vt:lpstr>PowerPoint 演示文稿</vt:lpstr>
      <vt:lpstr>PowerPoint 演示文稿</vt:lpstr>
      <vt:lpstr>PowerPoint 演示文稿</vt:lpstr>
      <vt:lpstr>PowerPoint 演示文稿</vt:lpstr>
      <vt:lpstr>WebWorker：定义、实现与验证</vt:lpstr>
      <vt:lpstr>PowerPoint 演示文稿</vt:lpstr>
      <vt:lpstr>PowerPoint 演示文稿</vt:lpstr>
      <vt:lpstr>PowerPoint 演示文稿</vt:lpstr>
      <vt:lpstr>对象池：定义、实现与验证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致谢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基于ECS架构的类吸血鬼幸存者游戏开发及优化</dc:title>
  <dc:creator/>
  <cp:lastModifiedBy>劉瀚文</cp:lastModifiedBy>
  <cp:revision>1</cp:revision>
  <dcterms:created xsi:type="dcterms:W3CDTF">2026-06-12T01:40:14Z</dcterms:created>
  <dcterms:modified xsi:type="dcterms:W3CDTF">2026-06-12T01:40:14Z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3C32887A97474EC7B5C52A6A7F7D4218_43</vt:lpwstr>
  </property>
  <property fmtid="{D5CDD505-2E9C-101B-9397-08002B2CF9AE}" pid="4" name="KSOTemplateUUID">
    <vt:lpwstr>v1.0_ai_69796643740</vt:lpwstr>
  </property>
</Properties>
</file>