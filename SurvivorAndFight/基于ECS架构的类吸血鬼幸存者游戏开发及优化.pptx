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71" r:id="rId2"/>
    <p:sldMasterId id="2147483673" r:id="rId3"/>
    <p:sldMasterId id="2147483675" r:id="rId4"/>
  </p:sldMasterIdLst>
  <p:notesMasterIdLst>
    <p:notesMasterId r:id="rId3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1" r:id="rId19"/>
    <p:sldId id="272" r:id="rId20"/>
    <p:sldId id="274" r:id="rId21"/>
    <p:sldId id="275" r:id="rId22"/>
    <p:sldId id="276" r:id="rId23"/>
    <p:sldId id="277" r:id="rId24"/>
    <p:sldId id="280" r:id="rId25"/>
    <p:sldId id="281" r:id="rId26"/>
    <p:sldId id="283" r:id="rId27"/>
    <p:sldId id="285" r:id="rId28"/>
    <p:sldId id="286" r:id="rId29"/>
    <p:sldId id="287" r:id="rId30"/>
    <p:sldId id="288" r:id="rId31"/>
    <p:sldId id="289" r:id="rId3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262" y="3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围绕六个部分展开。首先，我会介绍项目的研究背景与选题意义；其次，阐述我们采用的技术路线和系统需求；接着，详细讲解游戏的总体架构与核心设计；然后，剖析几个关键模块和典型运行场景；之后，展示我们的性能优化方案与测试验证结果；最后，对项目进行总结，并展望未来的改进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首先，我们进入第一部分：研究背景与选题意义。在这一部分，我将解释为什么选择这个课题，以及它所解决的行业痛点和研究价值。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的核心动机在于探索一种适用于H5平台、高并发场景下的轻量级游戏架构。传统的面向对象开发模式在处理成百上千的怪物时，常常会遇到性能瓶颈和代码维护困难的问题。因此，我们的目标是验证一套以轻量级ECS架构为核心的综合解决方案，能否有效解决这些痛点。ECS架构通过“组合优于继承”的原则，将数据和逻辑分离，极大地提升了系统的灵活性和可维护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研究并非凭空而来，而是站在巨人的肩膀上。我们参考了《游戏引擎架构》中的分层理论来设计我们的系统架构；借鉴了ECS的核心思想来构建我们的游戏逻辑；并应用了人群仿真技术来实现怪物的群体行为。同时，针对H5平台的特性，我们研究并应用了Web Worker来优化性能。这些成熟的理论和技术为我们的项目提供了坚实的基础。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接下来，我们进入第二部分：技术路线与系统需求。在这一部分，我将介绍我们选择的技术栈，以及项目的核心功能需求。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是一个运行在浏览器上的2D生存战斗游戏。技术选型上，我们使用了高性能的LayaAir引擎和TypeScript语言。核心是我们自研的轻量级ECS架构，并采用JSON配表进行数据驱动。整个技术路线遵循经典的游戏开发模式，由引擎主循环驱动，通过ECS世界来管理所有游戏逻辑，最终同步到视图层进行渲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需求分析阶段，我们采用了MoSCoW方法来明确需求优先级。必须实现的功能包括玩家移动、自动攻击、怪物AI等核心玩法。应该实现的功能则包括了提升游戏策略性的Tab键暂停装配和增加重玩价值的DAG跑图系统。此外，我们还设定了明确的性能目标，即在千级怪物同屏时，帧率不低于15 FPS，以保证基本的游戏体验。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现在我们进入第三部分：总体架构与核心设计。这一部分将详细介绍我们为项目设计的五层架构，以及作为核心的ECS系统。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设计的总体架构分为五层。从下至上分别是：提供底层技术支撑的基础设施层；提供通用业务服务的领域服务层；实现核心玩法的游戏逻辑层；处理用户输入的UI控制层；以及负责视觉呈现的表现层。这种清晰的分层结构保证了各模块职责分明，降低了耦合度，使得整个系统更加健壮和易于维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ECS架构是我们项目的核心。它由实体、组件和系统三部分组成。实体是游戏中的对象，组件是纯粹的数据，而系统则是逻辑的执行者。我们的设计亮点在于实现了FilterRegistry来简化实体查询，并设计了ViewComponent作为连接ECS世界和渲染世界的桥梁，实现了逻辑与表现的彻底解耦。整个ECS框架轻量高效，足以支撑我们的项目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技能系统是完全由数据驱动的。所有技能的定义、效果和参数都存储在JSON配置表中。技能和具体的效果是分离的，一个技能可以包含一个由多个效果组成的执行链。例如，一个技能可以先执行“分裂”效果，再执行“发射子弹”效果。为了保证安全性，我们还实现了一个自定义的公式解析器，来安全地计算伤害等数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第四部分，我们将深入剖析几个关键模块的设计与实现，并展示几个典型的游戏运行场景。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UI系统遵循MVC模式，并与ECS战斗逻辑紧密协同。一个典型的例子就是Tab键暂停装配功能。当玩家按下Tab键，游戏会通过设置一个全局的paused标志位来暂停所有战斗逻辑。玩家在暂停界面进行的技能拖拽操作，会先修改一个临时状态，直到关闭面板时才正式同步到ECS世界中。这种设计保证了UI操作的流畅性和数据的一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为了应对高并发场景下的性能挑战，我们采取了一系列优化措施。首先，我们使用对象池来复用频繁创建和销毁的游戏对象，如子弹和怪物，从而减少内存抖动和GC卡顿。其次，我们利用Web Worker将计算密集型的怪物AI逻辑卸载到独立线程，避免阻塞主线程。此外，我们还通过暂停优化和动态图集等手段，进一步提升了整体性能。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进行了多组性能测试。结果显示，在10个和100个怪物的场景下，游戏帧率非常流畅。但当怪物数量达到1000时，帧率降至15帧左右，这是我们的性能瓶颈所在。我们还验证了动态图集的优化效果，在千级怪物场景下，它能带来约13.4%的性能提升。而对象池的效果，我们将在下一页通过消融实验来详细说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看清对象池的真实效果，我们进行了消融实验。我们对比了开启和关闭对象池时的P95帧时间，这个指标反映了游戏的稳定性。结果显示，开启对象池后，P95帧时间减少了超过36%，这意味着游戏运行得更加稳定，卡顿现象得到了显著缓解。这证明了对象池在消除GC卡顿方面的巨大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最后，我们进入第六部分，对项目进行总结，分析其创新点和不足之处，并对未来进行展望。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回顾整个毕业设计过程，我们系统性地完成了从需求分析到测试验证的全部流程。我们采用科学的方法管理需求，设计了清晰的五层架构，并有机地融合了多种设计模式和技术。通过详实的性能测试，我们验证了方案的有效性。最终，论文、源码和测试数据形成了完整的闭环，圆满完成了本次毕业设计的目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我的汇报到此结束。感谢各位评委老师的聆听，恳请各位老师批评指正。谢谢大家！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emf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7.png"/><Relationship Id="rId4" Type="http://schemas.openxmlformats.org/officeDocument/2006/relationships/image" Target="../media/image4.emf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C0EB142D-9574-4384-A5E6-34C00A42B34F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custGeom>
            <a:avLst/>
            <a:gdLst>
              <a:gd name="connsiteX0" fmla="*/ 373694 w 12192000"/>
              <a:gd name="connsiteY0" fmla="*/ 254634 h 6857999"/>
              <a:gd name="connsiteX1" fmla="*/ 289383 w 12192000"/>
              <a:gd name="connsiteY1" fmla="*/ 338945 h 6857999"/>
              <a:gd name="connsiteX2" fmla="*/ 289383 w 12192000"/>
              <a:gd name="connsiteY2" fmla="*/ 6519056 h 6857999"/>
              <a:gd name="connsiteX3" fmla="*/ 373694 w 12192000"/>
              <a:gd name="connsiteY3" fmla="*/ 6603367 h 6857999"/>
              <a:gd name="connsiteX4" fmla="*/ 11818307 w 12192000"/>
              <a:gd name="connsiteY4" fmla="*/ 6603367 h 6857999"/>
              <a:gd name="connsiteX5" fmla="*/ 11902618 w 12192000"/>
              <a:gd name="connsiteY5" fmla="*/ 6519056 h 6857999"/>
              <a:gd name="connsiteX6" fmla="*/ 11902618 w 12192000"/>
              <a:gd name="connsiteY6" fmla="*/ 338945 h 6857999"/>
              <a:gd name="connsiteX7" fmla="*/ 11818307 w 12192000"/>
              <a:gd name="connsiteY7" fmla="*/ 254634 h 6857999"/>
              <a:gd name="connsiteX8" fmla="*/ 0 w 12192000"/>
              <a:gd name="connsiteY8" fmla="*/ 0 h 6857999"/>
              <a:gd name="connsiteX9" fmla="*/ 12192000 w 12192000"/>
              <a:gd name="connsiteY9" fmla="*/ 0 h 6857999"/>
              <a:gd name="connsiteX10" fmla="*/ 12192000 w 12192000"/>
              <a:gd name="connsiteY10" fmla="*/ 6857999 h 6857999"/>
              <a:gd name="connsiteX11" fmla="*/ 0 w 12192000"/>
              <a:gd name="connsiteY11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7999">
                <a:moveTo>
                  <a:pt x="373694" y="254634"/>
                </a:moveTo>
                <a:cubicBezTo>
                  <a:pt x="327130" y="254634"/>
                  <a:pt x="289383" y="292381"/>
                  <a:pt x="289383" y="338945"/>
                </a:cubicBezTo>
                <a:lnTo>
                  <a:pt x="289383" y="6519056"/>
                </a:lnTo>
                <a:cubicBezTo>
                  <a:pt x="289383" y="6565620"/>
                  <a:pt x="327130" y="6603367"/>
                  <a:pt x="373694" y="6603367"/>
                </a:cubicBezTo>
                <a:lnTo>
                  <a:pt x="11818307" y="6603367"/>
                </a:lnTo>
                <a:cubicBezTo>
                  <a:pt x="11864871" y="6603367"/>
                  <a:pt x="11902618" y="6565620"/>
                  <a:pt x="11902618" y="6519056"/>
                </a:cubicBezTo>
                <a:lnTo>
                  <a:pt x="11902618" y="338945"/>
                </a:lnTo>
                <a:cubicBezTo>
                  <a:pt x="11902618" y="292381"/>
                  <a:pt x="11864871" y="254634"/>
                  <a:pt x="11818307" y="25463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19665FE-503E-4460-BDD1-6DCF431D60E5}"/>
              </a:ext>
            </a:extLst>
          </p:cNvPr>
          <p:cNvSpPr/>
          <p:nvPr userDrawn="1"/>
        </p:nvSpPr>
        <p:spPr>
          <a:xfrm>
            <a:off x="289383" y="254634"/>
            <a:ext cx="11613235" cy="6348733"/>
          </a:xfrm>
          <a:prstGeom prst="roundRect">
            <a:avLst>
              <a:gd name="adj" fmla="val 1328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76200" sx="101000" sy="101000" algn="ctr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4B086-4071-4C4C-9FF8-B987D7306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2549" y="2332940"/>
            <a:ext cx="8186902" cy="833759"/>
          </a:xfrm>
        </p:spPr>
        <p:txBody>
          <a:bodyPr lIns="0" rIns="0" bIns="0" anchor="b" anchorCtr="0">
            <a:normAutofit/>
          </a:bodyPr>
          <a:lstStyle>
            <a:lvl1pPr algn="ctr">
              <a:defRPr lang="zh-CN" altLang="en-US" sz="44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A60CE9-1EA3-4611-84E6-17C89EA43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549" y="3234727"/>
            <a:ext cx="8186902" cy="472251"/>
          </a:xfrm>
        </p:spPr>
        <p:txBody>
          <a:bodyPr wrap="square" lIns="0" rIns="0" anchor="t" anchorCtr="0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4492432-9BB1-4669-BEEE-B68FB0384B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9659" y="1128211"/>
            <a:ext cx="3072682" cy="767856"/>
          </a:xfrm>
          <a:prstGeom prst="rect">
            <a:avLst/>
          </a:prstGeom>
        </p:spPr>
      </p:pic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977E7C2-2B89-433F-A7EE-303D1B03D9D7}"/>
              </a:ext>
            </a:extLst>
          </p:cNvPr>
          <p:cNvCxnSpPr/>
          <p:nvPr userDrawn="1"/>
        </p:nvCxnSpPr>
        <p:spPr>
          <a:xfrm>
            <a:off x="5186680" y="3897585"/>
            <a:ext cx="18186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2CC9A4A0-69C9-4E77-A0BB-28CAB1458C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0598" y="4207533"/>
            <a:ext cx="5150803" cy="47225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23" name="十字形 22">
            <a:extLst>
              <a:ext uri="{FF2B5EF4-FFF2-40B4-BE49-F238E27FC236}">
                <a16:creationId xmlns:a16="http://schemas.microsoft.com/office/drawing/2014/main" id="{0F1F8DAF-7488-47D8-BBF2-F04987CA33E4}"/>
              </a:ext>
            </a:extLst>
          </p:cNvPr>
          <p:cNvSpPr/>
          <p:nvPr userDrawn="1"/>
        </p:nvSpPr>
        <p:spPr>
          <a:xfrm rot="2700000">
            <a:off x="5951999" y="5523207"/>
            <a:ext cx="288000" cy="288000"/>
          </a:xfrm>
          <a:prstGeom prst="plus">
            <a:avLst>
              <a:gd name="adj" fmla="val 4586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ACDFF073-5D91-4F98-8F4C-D6BEB5D8F7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71639" y="5893688"/>
            <a:ext cx="4248721" cy="342012"/>
          </a:xfrm>
        </p:spPr>
        <p:txBody>
          <a:bodyPr wrap="square">
            <a:noAutofit/>
          </a:bodyPr>
          <a:lstStyle>
            <a:lvl1pPr marL="0" indent="0" algn="ctr">
              <a:buNone/>
              <a:defRPr lang="zh-CN" altLang="en-US" sz="1600" kern="12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zh-CN" altLang="en-US" dirty="0"/>
              <a:t>这里可以写你的学院或者专业名称</a:t>
            </a:r>
          </a:p>
        </p:txBody>
      </p:sp>
    </p:spTree>
    <p:extLst>
      <p:ext uri="{BB962C8B-B14F-4D97-AF65-F5344CB8AC3E}">
        <p14:creationId xmlns:p14="http://schemas.microsoft.com/office/powerpoint/2010/main" val="4069016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7C4DB3B-6C84-4775-B214-EEA8CBAA6620}"/>
              </a:ext>
            </a:extLst>
          </p:cNvPr>
          <p:cNvSpPr/>
          <p:nvPr userDrawn="1"/>
        </p:nvSpPr>
        <p:spPr>
          <a:xfrm>
            <a:off x="0" y="1130300"/>
            <a:ext cx="12192000" cy="5365107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B1EFD8-4239-4934-A32E-58F21ABC0A87}"/>
              </a:ext>
            </a:extLst>
          </p:cNvPr>
          <p:cNvSpPr/>
          <p:nvPr userDrawn="1"/>
        </p:nvSpPr>
        <p:spPr>
          <a:xfrm>
            <a:off x="0" y="0"/>
            <a:ext cx="12192000" cy="114046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745006-E3F6-4664-8C8B-93DE4309AFA6}"/>
              </a:ext>
            </a:extLst>
          </p:cNvPr>
          <p:cNvSpPr txBox="1"/>
          <p:nvPr userDrawn="1"/>
        </p:nvSpPr>
        <p:spPr>
          <a:xfrm>
            <a:off x="539511" y="307331"/>
            <a:ext cx="3250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5400" b="1" dirty="0">
                <a:solidFill>
                  <a:schemeClr val="bg1">
                    <a:alpha val="31000"/>
                  </a:schemeClr>
                </a:solidFill>
                <a:latin typeface="+mj-lt"/>
              </a:rPr>
              <a:t>Contents</a:t>
            </a:r>
            <a:endParaRPr lang="zh-CN" altLang="en-US" sz="5400" b="1" dirty="0">
              <a:solidFill>
                <a:schemeClr val="bg1">
                  <a:alpha val="31000"/>
                </a:schemeClr>
              </a:solidFill>
              <a:latin typeface="+mj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E114F3-4350-4C4C-B15F-458EE1DB0EC0}"/>
              </a:ext>
            </a:extLst>
          </p:cNvPr>
          <p:cNvSpPr txBox="1"/>
          <p:nvPr userDrawn="1"/>
        </p:nvSpPr>
        <p:spPr>
          <a:xfrm>
            <a:off x="501023" y="171621"/>
            <a:ext cx="1503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b="1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EA85BF-DD8A-4E6A-9E5B-D9E11C8715BF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77E6410-D38F-4219-B483-6A69663EC7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BF1AC4E-4A54-4824-AA49-FCDA3F0E72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C73C918A-C35C-4DBD-9097-07144D33CB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9759" y="2028114"/>
            <a:ext cx="3250169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A55D9FF0-FD22-4D69-ABD4-5574F6DDD2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69759" y="2519790"/>
            <a:ext cx="3250169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0" name="文本占位符 17">
            <a:extLst>
              <a:ext uri="{FF2B5EF4-FFF2-40B4-BE49-F238E27FC236}">
                <a16:creationId xmlns:a16="http://schemas.microsoft.com/office/drawing/2014/main" id="{E3E7A2D5-E546-42EF-8B24-28D9B51F3D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2979" y="2028114"/>
            <a:ext cx="3250800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1" name="文本占位符 21">
            <a:extLst>
              <a:ext uri="{FF2B5EF4-FFF2-40B4-BE49-F238E27FC236}">
                <a16:creationId xmlns:a16="http://schemas.microsoft.com/office/drawing/2014/main" id="{C820380A-48E4-4515-8865-B73589094A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52979" y="2519790"/>
            <a:ext cx="3250800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39" name="文本占位符 17">
            <a:extLst>
              <a:ext uri="{FF2B5EF4-FFF2-40B4-BE49-F238E27FC236}">
                <a16:creationId xmlns:a16="http://schemas.microsoft.com/office/drawing/2014/main" id="{92C8D714-DA0A-42AF-9AEB-408B59B317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69759" y="3329661"/>
            <a:ext cx="3250169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0" name="文本占位符 21">
            <a:extLst>
              <a:ext uri="{FF2B5EF4-FFF2-40B4-BE49-F238E27FC236}">
                <a16:creationId xmlns:a16="http://schemas.microsoft.com/office/drawing/2014/main" id="{9F1CD8A8-68D8-46EF-BE97-6AB7216C274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69759" y="3821337"/>
            <a:ext cx="3250169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42" name="文本占位符 17">
            <a:extLst>
              <a:ext uri="{FF2B5EF4-FFF2-40B4-BE49-F238E27FC236}">
                <a16:creationId xmlns:a16="http://schemas.microsoft.com/office/drawing/2014/main" id="{094A045B-464D-4DF7-B9BF-2F74E634F78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2979" y="3329661"/>
            <a:ext cx="3250800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3" name="文本占位符 21">
            <a:extLst>
              <a:ext uri="{FF2B5EF4-FFF2-40B4-BE49-F238E27FC236}">
                <a16:creationId xmlns:a16="http://schemas.microsoft.com/office/drawing/2014/main" id="{24FC5B44-4BCE-461C-A227-4DDA77413BE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2979" y="3821337"/>
            <a:ext cx="3250800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45" name="文本占位符 17">
            <a:extLst>
              <a:ext uri="{FF2B5EF4-FFF2-40B4-BE49-F238E27FC236}">
                <a16:creationId xmlns:a16="http://schemas.microsoft.com/office/drawing/2014/main" id="{939450F7-90D7-4D39-9C67-81EF29B78A4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69759" y="4712488"/>
            <a:ext cx="3250169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6" name="文本占位符 21">
            <a:extLst>
              <a:ext uri="{FF2B5EF4-FFF2-40B4-BE49-F238E27FC236}">
                <a16:creationId xmlns:a16="http://schemas.microsoft.com/office/drawing/2014/main" id="{489A4F79-960D-4E0E-92F5-44ADC3E7D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569759" y="5204164"/>
            <a:ext cx="3250169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48" name="文本占位符 17">
            <a:extLst>
              <a:ext uri="{FF2B5EF4-FFF2-40B4-BE49-F238E27FC236}">
                <a16:creationId xmlns:a16="http://schemas.microsoft.com/office/drawing/2014/main" id="{BD1F4161-C7D8-4991-B3D1-821D38970E1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152979" y="4712488"/>
            <a:ext cx="3250800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9" name="文本占位符 21">
            <a:extLst>
              <a:ext uri="{FF2B5EF4-FFF2-40B4-BE49-F238E27FC236}">
                <a16:creationId xmlns:a16="http://schemas.microsoft.com/office/drawing/2014/main" id="{9ACD3E2E-AFA4-4EA4-868F-8F17634D7D7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2979" y="5204164"/>
            <a:ext cx="3250800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52" name="文本占位符 51">
            <a:extLst>
              <a:ext uri="{FF2B5EF4-FFF2-40B4-BE49-F238E27FC236}">
                <a16:creationId xmlns:a16="http://schemas.microsoft.com/office/drawing/2014/main" id="{AB68936D-40B7-448F-A5B0-1FFCC95446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08078" y="2023632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2" name="文本占位符 51">
            <a:extLst>
              <a:ext uri="{FF2B5EF4-FFF2-40B4-BE49-F238E27FC236}">
                <a16:creationId xmlns:a16="http://schemas.microsoft.com/office/drawing/2014/main" id="{6DA3D8CD-850A-4608-845A-4D41E939B7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3367" y="2023632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3" name="文本占位符 51">
            <a:extLst>
              <a:ext uri="{FF2B5EF4-FFF2-40B4-BE49-F238E27FC236}">
                <a16:creationId xmlns:a16="http://schemas.microsoft.com/office/drawing/2014/main" id="{3DB4F64D-2F10-480C-B470-4C070035DF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08078" y="3332186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4" name="文本占位符 51">
            <a:extLst>
              <a:ext uri="{FF2B5EF4-FFF2-40B4-BE49-F238E27FC236}">
                <a16:creationId xmlns:a16="http://schemas.microsoft.com/office/drawing/2014/main" id="{60AB3A18-7A2F-4FD4-ABB3-1CDE67DF88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83367" y="3328426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5" name="文本占位符 51">
            <a:extLst>
              <a:ext uri="{FF2B5EF4-FFF2-40B4-BE49-F238E27FC236}">
                <a16:creationId xmlns:a16="http://schemas.microsoft.com/office/drawing/2014/main" id="{4668EF71-B816-4732-A6FB-9AAEFAF3E5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08078" y="4711253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6" name="文本占位符 51">
            <a:extLst>
              <a:ext uri="{FF2B5EF4-FFF2-40B4-BE49-F238E27FC236}">
                <a16:creationId xmlns:a16="http://schemas.microsoft.com/office/drawing/2014/main" id="{20285630-4C32-48BA-BF4B-B2730023A00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83367" y="4711253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DC204C41-1572-4884-9F8F-D226B945005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1847" y="550504"/>
            <a:ext cx="1967053" cy="46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62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D95C08E6-650F-4716-BD5F-E7309AFAB73E}"/>
              </a:ext>
            </a:extLst>
          </p:cNvPr>
          <p:cNvSpPr/>
          <p:nvPr userDrawn="1"/>
        </p:nvSpPr>
        <p:spPr>
          <a:xfrm>
            <a:off x="0" y="1130300"/>
            <a:ext cx="12192000" cy="537527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93000"/>
                </a:schemeClr>
              </a:gs>
              <a:gs pos="50000">
                <a:srgbClr val="F6FAFF">
                  <a:alpha val="93000"/>
                </a:srgb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970F3-899F-4B6A-8544-6BEE66DCD1E8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C070401-592E-44D7-984E-F9FA8BBF29EA}"/>
              </a:ext>
            </a:extLst>
          </p:cNvPr>
          <p:cNvSpPr/>
          <p:nvPr userDrawn="1"/>
        </p:nvSpPr>
        <p:spPr>
          <a:xfrm>
            <a:off x="0" y="0"/>
            <a:ext cx="12192000" cy="114046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EF23FB8-F858-4EF4-9A4C-8B27C02D45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F7494B1-89CC-4440-9787-AE3C0855C8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A5B702B5-21F7-4463-8119-20EDC12691B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401" y="611569"/>
            <a:ext cx="1747519" cy="417129"/>
          </a:xfrm>
          <a:prstGeom prst="rect">
            <a:avLst/>
          </a:prstGeom>
        </p:spPr>
      </p:pic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5F2F7C-B6BB-4975-90FC-43129AC459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30441" y="715440"/>
            <a:ext cx="4188460" cy="287835"/>
          </a:xfrm>
        </p:spPr>
        <p:txBody>
          <a:bodyPr rIns="0" bIns="0" anchor="b" anchorCtr="0">
            <a:normAutofit/>
          </a:bodyPr>
          <a:lstStyle>
            <a:lvl1pPr marL="0" indent="0" algn="r">
              <a:buNone/>
              <a:defRPr sz="1600" b="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这里可以输入你的课题题目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03695B-E410-470D-8026-AF5AED3AB0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0160" y="2029876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50" name="文本占位符 17">
            <a:extLst>
              <a:ext uri="{FF2B5EF4-FFF2-40B4-BE49-F238E27FC236}">
                <a16:creationId xmlns:a16="http://schemas.microsoft.com/office/drawing/2014/main" id="{D4628D5E-8657-47D2-BFF3-FE05E9B009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0160" y="2622561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sz="30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51" name="文本占位符 21">
            <a:extLst>
              <a:ext uri="{FF2B5EF4-FFF2-40B4-BE49-F238E27FC236}">
                <a16:creationId xmlns:a16="http://schemas.microsoft.com/office/drawing/2014/main" id="{1A445DC9-AF52-41B9-BE52-94FB776F1C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160" y="3114237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</a:p>
        </p:txBody>
      </p:sp>
      <p:sp>
        <p:nvSpPr>
          <p:cNvPr id="58" name="文本占位符 2">
            <a:extLst>
              <a:ext uri="{FF2B5EF4-FFF2-40B4-BE49-F238E27FC236}">
                <a16:creationId xmlns:a16="http://schemas.microsoft.com/office/drawing/2014/main" id="{4ED10E10-4418-444F-9A7E-8579DA2180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1321" y="2029876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59" name="文本占位符 17">
            <a:extLst>
              <a:ext uri="{FF2B5EF4-FFF2-40B4-BE49-F238E27FC236}">
                <a16:creationId xmlns:a16="http://schemas.microsoft.com/office/drawing/2014/main" id="{58F421A8-1F52-44B7-99E0-82FCF910C0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71321" y="2622561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lang="zh-CN" altLang="en-US" sz="30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编辑文本</a:t>
            </a:r>
          </a:p>
        </p:txBody>
      </p:sp>
      <p:sp>
        <p:nvSpPr>
          <p:cNvPr id="60" name="文本占位符 21">
            <a:extLst>
              <a:ext uri="{FF2B5EF4-FFF2-40B4-BE49-F238E27FC236}">
                <a16:creationId xmlns:a16="http://schemas.microsoft.com/office/drawing/2014/main" id="{BCC9515C-247E-45C4-B96C-92597CB8E2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71321" y="3114237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</a:p>
        </p:txBody>
      </p:sp>
      <p:sp>
        <p:nvSpPr>
          <p:cNvPr id="61" name="文本占位符 2">
            <a:extLst>
              <a:ext uri="{FF2B5EF4-FFF2-40B4-BE49-F238E27FC236}">
                <a16:creationId xmlns:a16="http://schemas.microsoft.com/office/drawing/2014/main" id="{04822418-D9B5-41BF-9DB5-CE382E9084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20160" y="3914761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2" name="文本占位符 17">
            <a:extLst>
              <a:ext uri="{FF2B5EF4-FFF2-40B4-BE49-F238E27FC236}">
                <a16:creationId xmlns:a16="http://schemas.microsoft.com/office/drawing/2014/main" id="{AEC3E920-9158-40D5-877A-809183197A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20160" y="4507446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lang="zh-CN" altLang="en-US" sz="30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63" name="文本占位符 21">
            <a:extLst>
              <a:ext uri="{FF2B5EF4-FFF2-40B4-BE49-F238E27FC236}">
                <a16:creationId xmlns:a16="http://schemas.microsoft.com/office/drawing/2014/main" id="{181E1569-E929-419A-92A2-DBDC8A36A0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20160" y="4999122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</a:p>
        </p:txBody>
      </p:sp>
      <p:sp>
        <p:nvSpPr>
          <p:cNvPr id="64" name="文本占位符 2">
            <a:extLst>
              <a:ext uri="{FF2B5EF4-FFF2-40B4-BE49-F238E27FC236}">
                <a16:creationId xmlns:a16="http://schemas.microsoft.com/office/drawing/2014/main" id="{014596BE-DAA3-48D3-9E36-53BFFC90E3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71321" y="3914761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5" name="文本占位符 17">
            <a:extLst>
              <a:ext uri="{FF2B5EF4-FFF2-40B4-BE49-F238E27FC236}">
                <a16:creationId xmlns:a16="http://schemas.microsoft.com/office/drawing/2014/main" id="{6B0474F5-18F8-494E-A93A-7431814AD3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71321" y="4507446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lang="zh-CN" altLang="en-US" sz="30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编辑文本</a:t>
            </a:r>
          </a:p>
        </p:txBody>
      </p:sp>
      <p:sp>
        <p:nvSpPr>
          <p:cNvPr id="66" name="文本占位符 21">
            <a:extLst>
              <a:ext uri="{FF2B5EF4-FFF2-40B4-BE49-F238E27FC236}">
                <a16:creationId xmlns:a16="http://schemas.microsoft.com/office/drawing/2014/main" id="{CE0A22B7-EB8B-46D9-80C0-EC9F8FCA2E8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71321" y="4999122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</a:p>
        </p:txBody>
      </p:sp>
    </p:spTree>
    <p:extLst>
      <p:ext uri="{BB962C8B-B14F-4D97-AF65-F5344CB8AC3E}">
        <p14:creationId xmlns:p14="http://schemas.microsoft.com/office/powerpoint/2010/main" val="19244023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D95C08E6-650F-4716-BD5F-E7309AFAB73E}"/>
              </a:ext>
            </a:extLst>
          </p:cNvPr>
          <p:cNvSpPr/>
          <p:nvPr userDrawn="1"/>
        </p:nvSpPr>
        <p:spPr>
          <a:xfrm>
            <a:off x="0" y="1130300"/>
            <a:ext cx="12192000" cy="5357038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A154494-C4CB-4134-B170-9FCB65F0E056}"/>
              </a:ext>
            </a:extLst>
          </p:cNvPr>
          <p:cNvGrpSpPr/>
          <p:nvPr userDrawn="1"/>
        </p:nvGrpSpPr>
        <p:grpSpPr>
          <a:xfrm>
            <a:off x="6190092" y="0"/>
            <a:ext cx="6882359" cy="6858000"/>
            <a:chOff x="4804858" y="3977648"/>
            <a:chExt cx="1793875" cy="1787526"/>
          </a:xfrm>
          <a:solidFill>
            <a:schemeClr val="bg1">
              <a:lumMod val="85000"/>
              <a:alpha val="70000"/>
            </a:schemeClr>
          </a:solidFill>
        </p:grpSpPr>
        <p:sp>
          <p:nvSpPr>
            <p:cNvPr id="30" name="Rectangle 51">
              <a:extLst>
                <a:ext uri="{FF2B5EF4-FFF2-40B4-BE49-F238E27FC236}">
                  <a16:creationId xmlns:a16="http://schemas.microsoft.com/office/drawing/2014/main" id="{0CA5A6A9-5F7A-4A1F-A7CB-AF56DD828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383" y="4693611"/>
              <a:ext cx="793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52">
              <a:extLst>
                <a:ext uri="{FF2B5EF4-FFF2-40B4-BE49-F238E27FC236}">
                  <a16:creationId xmlns:a16="http://schemas.microsoft.com/office/drawing/2014/main" id="{867A24B0-D9BF-4E18-9D9B-A9B2DB8D13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608" y="4339598"/>
              <a:ext cx="917575" cy="1074738"/>
            </a:xfrm>
            <a:custGeom>
              <a:avLst/>
              <a:gdLst>
                <a:gd name="T0" fmla="*/ 342 w 495"/>
                <a:gd name="T1" fmla="*/ 490 h 581"/>
                <a:gd name="T2" fmla="*/ 267 w 495"/>
                <a:gd name="T3" fmla="*/ 393 h 581"/>
                <a:gd name="T4" fmla="*/ 155 w 495"/>
                <a:gd name="T5" fmla="*/ 426 h 581"/>
                <a:gd name="T6" fmla="*/ 159 w 495"/>
                <a:gd name="T7" fmla="*/ 351 h 581"/>
                <a:gd name="T8" fmla="*/ 108 w 495"/>
                <a:gd name="T9" fmla="*/ 266 h 581"/>
                <a:gd name="T10" fmla="*/ 118 w 495"/>
                <a:gd name="T11" fmla="*/ 114 h 581"/>
                <a:gd name="T12" fmla="*/ 157 w 495"/>
                <a:gd name="T13" fmla="*/ 118 h 581"/>
                <a:gd name="T14" fmla="*/ 168 w 495"/>
                <a:gd name="T15" fmla="*/ 129 h 581"/>
                <a:gd name="T16" fmla="*/ 173 w 495"/>
                <a:gd name="T17" fmla="*/ 168 h 581"/>
                <a:gd name="T18" fmla="*/ 68 w 495"/>
                <a:gd name="T19" fmla="*/ 266 h 581"/>
                <a:gd name="T20" fmla="*/ 153 w 495"/>
                <a:gd name="T21" fmla="*/ 111 h 581"/>
                <a:gd name="T22" fmla="*/ 142 w 495"/>
                <a:gd name="T23" fmla="*/ 149 h 581"/>
                <a:gd name="T24" fmla="*/ 181 w 495"/>
                <a:gd name="T25" fmla="*/ 133 h 581"/>
                <a:gd name="T26" fmla="*/ 182 w 495"/>
                <a:gd name="T27" fmla="*/ 47 h 581"/>
                <a:gd name="T28" fmla="*/ 197 w 495"/>
                <a:gd name="T29" fmla="*/ 282 h 581"/>
                <a:gd name="T30" fmla="*/ 199 w 495"/>
                <a:gd name="T31" fmla="*/ 136 h 581"/>
                <a:gd name="T32" fmla="*/ 201 w 495"/>
                <a:gd name="T33" fmla="*/ 5 h 581"/>
                <a:gd name="T34" fmla="*/ 212 w 495"/>
                <a:gd name="T35" fmla="*/ 61 h 581"/>
                <a:gd name="T36" fmla="*/ 256 w 495"/>
                <a:gd name="T37" fmla="*/ 145 h 581"/>
                <a:gd name="T38" fmla="*/ 279 w 495"/>
                <a:gd name="T39" fmla="*/ 84 h 581"/>
                <a:gd name="T40" fmla="*/ 358 w 495"/>
                <a:gd name="T41" fmla="*/ 54 h 581"/>
                <a:gd name="T42" fmla="*/ 412 w 495"/>
                <a:gd name="T43" fmla="*/ 93 h 581"/>
                <a:gd name="T44" fmla="*/ 431 w 495"/>
                <a:gd name="T45" fmla="*/ 95 h 581"/>
                <a:gd name="T46" fmla="*/ 463 w 495"/>
                <a:gd name="T47" fmla="*/ 155 h 581"/>
                <a:gd name="T48" fmla="*/ 222 w 495"/>
                <a:gd name="T49" fmla="*/ 279 h 581"/>
                <a:gd name="T50" fmla="*/ 350 w 495"/>
                <a:gd name="T51" fmla="*/ 257 h 581"/>
                <a:gd name="T52" fmla="*/ 398 w 495"/>
                <a:gd name="T53" fmla="*/ 210 h 581"/>
                <a:gd name="T54" fmla="*/ 407 w 495"/>
                <a:gd name="T55" fmla="*/ 219 h 581"/>
                <a:gd name="T56" fmla="*/ 412 w 495"/>
                <a:gd name="T57" fmla="*/ 451 h 581"/>
                <a:gd name="T58" fmla="*/ 406 w 495"/>
                <a:gd name="T59" fmla="*/ 320 h 581"/>
                <a:gd name="T60" fmla="*/ 469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1 w 495"/>
                <a:gd name="T67" fmla="*/ 188 h 581"/>
                <a:gd name="T68" fmla="*/ 364 w 495"/>
                <a:gd name="T69" fmla="*/ 225 h 581"/>
                <a:gd name="T70" fmla="*/ 361 w 495"/>
                <a:gd name="T71" fmla="*/ 188 h 581"/>
                <a:gd name="T72" fmla="*/ 387 w 495"/>
                <a:gd name="T73" fmla="*/ 356 h 581"/>
                <a:gd name="T74" fmla="*/ 220 w 495"/>
                <a:gd name="T75" fmla="*/ 351 h 581"/>
                <a:gd name="T76" fmla="*/ 236 w 495"/>
                <a:gd name="T77" fmla="*/ 315 h 581"/>
                <a:gd name="T78" fmla="*/ 207 w 495"/>
                <a:gd name="T79" fmla="*/ 171 h 581"/>
                <a:gd name="T80" fmla="*/ 239 w 495"/>
                <a:gd name="T81" fmla="*/ 166 h 581"/>
                <a:gd name="T82" fmla="*/ 252 w 495"/>
                <a:gd name="T83" fmla="*/ 158 h 581"/>
                <a:gd name="T84" fmla="*/ 270 w 495"/>
                <a:gd name="T85" fmla="*/ 130 h 581"/>
                <a:gd name="T86" fmla="*/ 279 w 495"/>
                <a:gd name="T87" fmla="*/ 100 h 581"/>
                <a:gd name="T88" fmla="*/ 394 w 495"/>
                <a:gd name="T89" fmla="*/ 130 h 581"/>
                <a:gd name="T90" fmla="*/ 438 w 495"/>
                <a:gd name="T91" fmla="*/ 100 h 581"/>
                <a:gd name="T92" fmla="*/ 439 w 495"/>
                <a:gd name="T93" fmla="*/ 153 h 581"/>
                <a:gd name="T94" fmla="*/ 457 w 495"/>
                <a:gd name="T95" fmla="*/ 159 h 581"/>
                <a:gd name="T96" fmla="*/ 475 w 495"/>
                <a:gd name="T97" fmla="*/ 100 h 581"/>
                <a:gd name="T98" fmla="*/ 456 w 495"/>
                <a:gd name="T99" fmla="*/ 80 h 581"/>
                <a:gd name="T100" fmla="*/ 344 w 495"/>
                <a:gd name="T101" fmla="*/ 34 h 581"/>
                <a:gd name="T102" fmla="*/ 207 w 495"/>
                <a:gd name="T103" fmla="*/ 0 h 581"/>
                <a:gd name="T104" fmla="*/ 173 w 495"/>
                <a:gd name="T105" fmla="*/ 7 h 581"/>
                <a:gd name="T106" fmla="*/ 144 w 495"/>
                <a:gd name="T107" fmla="*/ 23 h 581"/>
                <a:gd name="T108" fmla="*/ 122 w 495"/>
                <a:gd name="T109" fmla="*/ 51 h 581"/>
                <a:gd name="T110" fmla="*/ 149 w 495"/>
                <a:gd name="T111" fmla="*/ 82 h 581"/>
                <a:gd name="T112" fmla="*/ 59 w 495"/>
                <a:gd name="T113" fmla="*/ 98 h 581"/>
                <a:gd name="T114" fmla="*/ 108 w 495"/>
                <a:gd name="T115" fmla="*/ 286 h 581"/>
                <a:gd name="T116" fmla="*/ 153 w 495"/>
                <a:gd name="T117" fmla="*/ 307 h 581"/>
                <a:gd name="T118" fmla="*/ 103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70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90" y="370"/>
                    <a:pt x="290" y="370"/>
                    <a:pt x="290" y="370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338" y="349"/>
                    <a:pt x="338" y="349"/>
                    <a:pt x="338" y="349"/>
                  </a:cubicBezTo>
                  <a:cubicBezTo>
                    <a:pt x="377" y="362"/>
                    <a:pt x="377" y="362"/>
                    <a:pt x="377" y="362"/>
                  </a:cubicBezTo>
                  <a:lnTo>
                    <a:pt x="370" y="368"/>
                  </a:lnTo>
                  <a:close/>
                  <a:moveTo>
                    <a:pt x="342" y="490"/>
                  </a:moveTo>
                  <a:cubicBezTo>
                    <a:pt x="338" y="469"/>
                    <a:pt x="338" y="469"/>
                    <a:pt x="338" y="469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5" y="420"/>
                    <a:pt x="365" y="420"/>
                    <a:pt x="365" y="420"/>
                  </a:cubicBezTo>
                  <a:cubicBezTo>
                    <a:pt x="376" y="493"/>
                    <a:pt x="376" y="493"/>
                    <a:pt x="376" y="493"/>
                  </a:cubicBezTo>
                  <a:cubicBezTo>
                    <a:pt x="365" y="492"/>
                    <a:pt x="354" y="491"/>
                    <a:pt x="342" y="490"/>
                  </a:cubicBezTo>
                  <a:close/>
                  <a:moveTo>
                    <a:pt x="267" y="393"/>
                  </a:moveTo>
                  <a:cubicBezTo>
                    <a:pt x="300" y="401"/>
                    <a:pt x="300" y="401"/>
                    <a:pt x="300" y="401"/>
                  </a:cubicBezTo>
                  <a:cubicBezTo>
                    <a:pt x="345" y="384"/>
                    <a:pt x="345" y="384"/>
                    <a:pt x="345" y="384"/>
                  </a:cubicBezTo>
                  <a:cubicBezTo>
                    <a:pt x="370" y="396"/>
                    <a:pt x="370" y="396"/>
                    <a:pt x="370" y="396"/>
                  </a:cubicBezTo>
                  <a:cubicBezTo>
                    <a:pt x="345" y="392"/>
                    <a:pt x="345" y="392"/>
                    <a:pt x="345" y="392"/>
                  </a:cubicBezTo>
                  <a:cubicBezTo>
                    <a:pt x="299" y="409"/>
                    <a:pt x="299" y="409"/>
                    <a:pt x="299" y="409"/>
                  </a:cubicBezTo>
                  <a:lnTo>
                    <a:pt x="267" y="393"/>
                  </a:lnTo>
                  <a:close/>
                  <a:moveTo>
                    <a:pt x="172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1" y="407"/>
                    <a:pt x="171" y="407"/>
                    <a:pt x="171" y="407"/>
                  </a:cubicBezTo>
                  <a:cubicBezTo>
                    <a:pt x="186" y="457"/>
                    <a:pt x="186" y="457"/>
                    <a:pt x="186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2" y="472"/>
                  </a:lnTo>
                  <a:close/>
                  <a:moveTo>
                    <a:pt x="155" y="326"/>
                  </a:moveTo>
                  <a:cubicBezTo>
                    <a:pt x="159" y="326"/>
                    <a:pt x="159" y="326"/>
                    <a:pt x="159" y="326"/>
                  </a:cubicBezTo>
                  <a:cubicBezTo>
                    <a:pt x="159" y="351"/>
                    <a:pt x="159" y="351"/>
                    <a:pt x="159" y="351"/>
                  </a:cubicBezTo>
                  <a:cubicBezTo>
                    <a:pt x="155" y="351"/>
                    <a:pt x="155" y="351"/>
                    <a:pt x="155" y="351"/>
                  </a:cubicBezTo>
                  <a:lnTo>
                    <a:pt x="155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9" y="266"/>
                    <a:pt x="79" y="266"/>
                    <a:pt x="79" y="26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98"/>
                    <a:pt x="110" y="98"/>
                    <a:pt x="110" y="98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9" y="99"/>
                    <a:pt x="149" y="100"/>
                    <a:pt x="150" y="101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0"/>
                    <a:pt x="124" y="130"/>
                    <a:pt x="124" y="130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6" y="116"/>
                    <a:pt x="157" y="117"/>
                    <a:pt x="157" y="118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9" y="144"/>
                    <a:pt x="129" y="144"/>
                    <a:pt x="129" y="144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8" y="129"/>
                    <a:pt x="168" y="129"/>
                    <a:pt x="168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5" y="166"/>
                    <a:pt x="155" y="166"/>
                    <a:pt x="155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3" y="168"/>
                    <a:pt x="173" y="168"/>
                    <a:pt x="173" y="168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7" y="137"/>
                    <a:pt x="188" y="138"/>
                    <a:pt x="190" y="138"/>
                  </a:cubicBezTo>
                  <a:cubicBezTo>
                    <a:pt x="190" y="171"/>
                    <a:pt x="190" y="171"/>
                    <a:pt x="190" y="171"/>
                  </a:cubicBezTo>
                  <a:cubicBezTo>
                    <a:pt x="187" y="171"/>
                    <a:pt x="187" y="171"/>
                    <a:pt x="187" y="171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4" y="266"/>
                  </a:moveTo>
                  <a:cubicBezTo>
                    <a:pt x="68" y="266"/>
                    <a:pt x="68" y="266"/>
                    <a:pt x="68" y="266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4" y="100"/>
                    <a:pt x="74" y="100"/>
                    <a:pt x="74" y="100"/>
                  </a:cubicBezTo>
                  <a:lnTo>
                    <a:pt x="74" y="266"/>
                  </a:lnTo>
                  <a:close/>
                  <a:moveTo>
                    <a:pt x="153" y="111"/>
                  </a:moveTo>
                  <a:cubicBezTo>
                    <a:pt x="153" y="112"/>
                    <a:pt x="154" y="112"/>
                    <a:pt x="154" y="113"/>
                  </a:cubicBezTo>
                  <a:cubicBezTo>
                    <a:pt x="125" y="125"/>
                    <a:pt x="125" y="125"/>
                    <a:pt x="125" y="125"/>
                  </a:cubicBezTo>
                  <a:cubicBezTo>
                    <a:pt x="124" y="123"/>
                    <a:pt x="124" y="123"/>
                    <a:pt x="124" y="123"/>
                  </a:cubicBezTo>
                  <a:lnTo>
                    <a:pt x="153" y="111"/>
                  </a:lnTo>
                  <a:close/>
                  <a:moveTo>
                    <a:pt x="122" y="57"/>
                  </a:moveTo>
                  <a:cubicBezTo>
                    <a:pt x="123" y="55"/>
                    <a:pt x="123" y="55"/>
                    <a:pt x="123" y="55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55" y="70"/>
                    <a:pt x="155" y="70"/>
                    <a:pt x="155" y="70"/>
                  </a:cubicBezTo>
                  <a:lnTo>
                    <a:pt x="122" y="57"/>
                  </a:lnTo>
                  <a:close/>
                  <a:moveTo>
                    <a:pt x="166" y="124"/>
                  </a:moveTo>
                  <a:cubicBezTo>
                    <a:pt x="166" y="125"/>
                    <a:pt x="167" y="125"/>
                    <a:pt x="168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6" y="124"/>
                  </a:lnTo>
                  <a:close/>
                  <a:moveTo>
                    <a:pt x="140" y="29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6" y="56"/>
                    <a:pt x="166" y="56"/>
                    <a:pt x="166" y="56"/>
                  </a:cubicBezTo>
                  <a:lnTo>
                    <a:pt x="140" y="29"/>
                  </a:lnTo>
                  <a:close/>
                  <a:moveTo>
                    <a:pt x="181" y="133"/>
                  </a:moveTo>
                  <a:cubicBezTo>
                    <a:pt x="182" y="133"/>
                    <a:pt x="182" y="134"/>
                    <a:pt x="183" y="134"/>
                  </a:cubicBezTo>
                  <a:cubicBezTo>
                    <a:pt x="170" y="166"/>
                    <a:pt x="170" y="166"/>
                    <a:pt x="170" y="166"/>
                  </a:cubicBezTo>
                  <a:cubicBezTo>
                    <a:pt x="168" y="165"/>
                    <a:pt x="168" y="165"/>
                    <a:pt x="168" y="165"/>
                  </a:cubicBezTo>
                  <a:lnTo>
                    <a:pt x="181" y="133"/>
                  </a:lnTo>
                  <a:close/>
                  <a:moveTo>
                    <a:pt x="167" y="10"/>
                  </a:moveTo>
                  <a:cubicBezTo>
                    <a:pt x="171" y="17"/>
                    <a:pt x="171" y="17"/>
                    <a:pt x="171" y="17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4" y="46"/>
                    <a:pt x="183" y="47"/>
                    <a:pt x="182" y="47"/>
                  </a:cubicBezTo>
                  <a:lnTo>
                    <a:pt x="167" y="10"/>
                  </a:lnTo>
                  <a:close/>
                  <a:moveTo>
                    <a:pt x="197" y="323"/>
                  </a:moveTo>
                  <a:cubicBezTo>
                    <a:pt x="197" y="323"/>
                    <a:pt x="197" y="323"/>
                    <a:pt x="197" y="323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7" y="351"/>
                    <a:pt x="197" y="351"/>
                    <a:pt x="197" y="351"/>
                  </a:cubicBezTo>
                  <a:lnTo>
                    <a:pt x="197" y="323"/>
                  </a:lnTo>
                  <a:close/>
                  <a:moveTo>
                    <a:pt x="197" y="282"/>
                  </a:moveTo>
                  <a:cubicBezTo>
                    <a:pt x="197" y="282"/>
                    <a:pt x="197" y="282"/>
                    <a:pt x="197" y="282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7" y="307"/>
                    <a:pt x="197" y="307"/>
                    <a:pt x="197" y="307"/>
                  </a:cubicBezTo>
                  <a:lnTo>
                    <a:pt x="197" y="282"/>
                  </a:lnTo>
                  <a:close/>
                  <a:moveTo>
                    <a:pt x="197" y="171"/>
                  </a:moveTo>
                  <a:cubicBezTo>
                    <a:pt x="199" y="171"/>
                    <a:pt x="199" y="171"/>
                    <a:pt x="199" y="171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00" y="136"/>
                    <a:pt x="201" y="136"/>
                    <a:pt x="201" y="136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7" y="267"/>
                    <a:pt x="197" y="267"/>
                    <a:pt x="197" y="267"/>
                  </a:cubicBezTo>
                  <a:lnTo>
                    <a:pt x="197" y="171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1" y="45"/>
                    <a:pt x="200" y="45"/>
                    <a:pt x="199" y="44"/>
                  </a:cubicBezTo>
                  <a:lnTo>
                    <a:pt x="199" y="5"/>
                  </a:lnTo>
                  <a:close/>
                  <a:moveTo>
                    <a:pt x="212" y="61"/>
                  </a:moveTo>
                  <a:cubicBezTo>
                    <a:pt x="217" y="61"/>
                    <a:pt x="222" y="66"/>
                    <a:pt x="222" y="71"/>
                  </a:cubicBezTo>
                  <a:cubicBezTo>
                    <a:pt x="222" y="77"/>
                    <a:pt x="217" y="81"/>
                    <a:pt x="212" y="81"/>
                  </a:cubicBezTo>
                  <a:cubicBezTo>
                    <a:pt x="206" y="81"/>
                    <a:pt x="202" y="77"/>
                    <a:pt x="202" y="71"/>
                  </a:cubicBezTo>
                  <a:cubicBezTo>
                    <a:pt x="202" y="66"/>
                    <a:pt x="206" y="61"/>
                    <a:pt x="212" y="61"/>
                  </a:cubicBezTo>
                  <a:close/>
                  <a:moveTo>
                    <a:pt x="231" y="164"/>
                  </a:moveTo>
                  <a:cubicBezTo>
                    <a:pt x="230" y="164"/>
                    <a:pt x="230" y="164"/>
                    <a:pt x="230" y="164"/>
                  </a:cubicBezTo>
                  <a:cubicBezTo>
                    <a:pt x="217" y="131"/>
                    <a:pt x="217" y="131"/>
                    <a:pt x="217" y="131"/>
                  </a:cubicBezTo>
                  <a:cubicBezTo>
                    <a:pt x="220" y="130"/>
                    <a:pt x="220" y="130"/>
                    <a:pt x="220" y="130"/>
                  </a:cubicBezTo>
                  <a:lnTo>
                    <a:pt x="231" y="164"/>
                  </a:lnTo>
                  <a:close/>
                  <a:moveTo>
                    <a:pt x="233" y="119"/>
                  </a:moveTo>
                  <a:cubicBezTo>
                    <a:pt x="258" y="143"/>
                    <a:pt x="258" y="143"/>
                    <a:pt x="258" y="143"/>
                  </a:cubicBezTo>
                  <a:cubicBezTo>
                    <a:pt x="256" y="145"/>
                    <a:pt x="256" y="145"/>
                    <a:pt x="256" y="145"/>
                  </a:cubicBezTo>
                  <a:cubicBezTo>
                    <a:pt x="231" y="120"/>
                    <a:pt x="231" y="120"/>
                    <a:pt x="231" y="120"/>
                  </a:cubicBezTo>
                  <a:cubicBezTo>
                    <a:pt x="232" y="120"/>
                    <a:pt x="232" y="119"/>
                    <a:pt x="233" y="119"/>
                  </a:cubicBezTo>
                  <a:close/>
                  <a:moveTo>
                    <a:pt x="241" y="103"/>
                  </a:moveTo>
                  <a:cubicBezTo>
                    <a:pt x="273" y="116"/>
                    <a:pt x="273" y="116"/>
                    <a:pt x="273" y="116"/>
                  </a:cubicBezTo>
                  <a:cubicBezTo>
                    <a:pt x="272" y="118"/>
                    <a:pt x="272" y="118"/>
                    <a:pt x="272" y="118"/>
                  </a:cubicBezTo>
                  <a:cubicBezTo>
                    <a:pt x="240" y="104"/>
                    <a:pt x="240" y="104"/>
                    <a:pt x="240" y="104"/>
                  </a:cubicBezTo>
                  <a:cubicBezTo>
                    <a:pt x="240" y="104"/>
                    <a:pt x="241" y="103"/>
                    <a:pt x="241" y="103"/>
                  </a:cubicBezTo>
                  <a:close/>
                  <a:moveTo>
                    <a:pt x="279" y="84"/>
                  </a:moveTo>
                  <a:cubicBezTo>
                    <a:pt x="375" y="84"/>
                    <a:pt x="375" y="84"/>
                    <a:pt x="375" y="84"/>
                  </a:cubicBezTo>
                  <a:cubicBezTo>
                    <a:pt x="375" y="88"/>
                    <a:pt x="375" y="88"/>
                    <a:pt x="375" y="88"/>
                  </a:cubicBezTo>
                  <a:cubicBezTo>
                    <a:pt x="279" y="88"/>
                    <a:pt x="279" y="88"/>
                    <a:pt x="279" y="88"/>
                  </a:cubicBezTo>
                  <a:lnTo>
                    <a:pt x="279" y="84"/>
                  </a:lnTo>
                  <a:close/>
                  <a:moveTo>
                    <a:pt x="359" y="55"/>
                  </a:moveTo>
                  <a:cubicBezTo>
                    <a:pt x="362" y="80"/>
                    <a:pt x="362" y="80"/>
                    <a:pt x="362" y="80"/>
                  </a:cubicBezTo>
                  <a:cubicBezTo>
                    <a:pt x="360" y="80"/>
                    <a:pt x="360" y="80"/>
                    <a:pt x="360" y="80"/>
                  </a:cubicBezTo>
                  <a:cubicBezTo>
                    <a:pt x="358" y="54"/>
                    <a:pt x="358" y="54"/>
                    <a:pt x="358" y="54"/>
                  </a:cubicBezTo>
                  <a:lnTo>
                    <a:pt x="359" y="55"/>
                  </a:lnTo>
                  <a:close/>
                  <a:moveTo>
                    <a:pt x="370" y="67"/>
                  </a:moveTo>
                  <a:cubicBezTo>
                    <a:pt x="397" y="83"/>
                    <a:pt x="397" y="83"/>
                    <a:pt x="397" y="83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7"/>
                  </a:lnTo>
                  <a:close/>
                  <a:moveTo>
                    <a:pt x="411" y="89"/>
                  </a:moveTo>
                  <a:cubicBezTo>
                    <a:pt x="412" y="93"/>
                    <a:pt x="412" y="93"/>
                    <a:pt x="412" y="93"/>
                  </a:cubicBezTo>
                  <a:cubicBezTo>
                    <a:pt x="382" y="99"/>
                    <a:pt x="382" y="99"/>
                    <a:pt x="382" y="99"/>
                  </a:cubicBezTo>
                  <a:cubicBezTo>
                    <a:pt x="378" y="97"/>
                    <a:pt x="378" y="97"/>
                    <a:pt x="378" y="97"/>
                  </a:cubicBezTo>
                  <a:lnTo>
                    <a:pt x="411" y="89"/>
                  </a:lnTo>
                  <a:close/>
                  <a:moveTo>
                    <a:pt x="431" y="95"/>
                  </a:moveTo>
                  <a:cubicBezTo>
                    <a:pt x="403" y="130"/>
                    <a:pt x="403" y="130"/>
                    <a:pt x="403" y="130"/>
                  </a:cubicBezTo>
                  <a:cubicBezTo>
                    <a:pt x="400" y="127"/>
                    <a:pt x="400" y="127"/>
                    <a:pt x="400" y="127"/>
                  </a:cubicBezTo>
                  <a:cubicBezTo>
                    <a:pt x="428" y="91"/>
                    <a:pt x="428" y="91"/>
                    <a:pt x="428" y="91"/>
                  </a:cubicBezTo>
                  <a:lnTo>
                    <a:pt x="431" y="95"/>
                  </a:lnTo>
                  <a:close/>
                  <a:moveTo>
                    <a:pt x="447" y="98"/>
                  </a:moveTo>
                  <a:cubicBezTo>
                    <a:pt x="432" y="144"/>
                    <a:pt x="432" y="144"/>
                    <a:pt x="432" y="144"/>
                  </a:cubicBezTo>
                  <a:cubicBezTo>
                    <a:pt x="430" y="143"/>
                    <a:pt x="430" y="143"/>
                    <a:pt x="430" y="143"/>
                  </a:cubicBezTo>
                  <a:cubicBezTo>
                    <a:pt x="445" y="96"/>
                    <a:pt x="445" y="96"/>
                    <a:pt x="445" y="96"/>
                  </a:cubicBezTo>
                  <a:lnTo>
                    <a:pt x="447" y="98"/>
                  </a:lnTo>
                  <a:close/>
                  <a:moveTo>
                    <a:pt x="461" y="95"/>
                  </a:moveTo>
                  <a:cubicBezTo>
                    <a:pt x="463" y="95"/>
                    <a:pt x="463" y="95"/>
                    <a:pt x="463" y="95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1" y="155"/>
                    <a:pt x="461" y="155"/>
                    <a:pt x="461" y="155"/>
                  </a:cubicBezTo>
                  <a:lnTo>
                    <a:pt x="461" y="95"/>
                  </a:lnTo>
                  <a:close/>
                  <a:moveTo>
                    <a:pt x="207" y="286"/>
                  </a:moveTo>
                  <a:cubicBezTo>
                    <a:pt x="217" y="286"/>
                    <a:pt x="217" y="286"/>
                    <a:pt x="217" y="286"/>
                  </a:cubicBezTo>
                  <a:cubicBezTo>
                    <a:pt x="217" y="307"/>
                    <a:pt x="217" y="307"/>
                    <a:pt x="217" y="307"/>
                  </a:cubicBezTo>
                  <a:cubicBezTo>
                    <a:pt x="207" y="307"/>
                    <a:pt x="207" y="307"/>
                    <a:pt x="207" y="307"/>
                  </a:cubicBezTo>
                  <a:lnTo>
                    <a:pt x="207" y="286"/>
                  </a:lnTo>
                  <a:close/>
                  <a:moveTo>
                    <a:pt x="222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2" y="309"/>
                    <a:pt x="222" y="309"/>
                    <a:pt x="222" y="309"/>
                  </a:cubicBezTo>
                  <a:lnTo>
                    <a:pt x="222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50" y="257"/>
                    <a:pt x="350" y="257"/>
                    <a:pt x="350" y="257"/>
                  </a:cubicBezTo>
                  <a:cubicBezTo>
                    <a:pt x="365" y="285"/>
                    <a:pt x="365" y="285"/>
                    <a:pt x="365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1" y="182"/>
                    <a:pt x="401" y="182"/>
                    <a:pt x="401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5" y="210"/>
                    <a:pt x="395" y="210"/>
                    <a:pt x="395" y="210"/>
                  </a:cubicBezTo>
                  <a:cubicBezTo>
                    <a:pt x="395" y="203"/>
                    <a:pt x="395" y="203"/>
                    <a:pt x="395" y="203"/>
                  </a:cubicBezTo>
                  <a:cubicBezTo>
                    <a:pt x="400" y="203"/>
                    <a:pt x="400" y="203"/>
                    <a:pt x="400" y="203"/>
                  </a:cubicBezTo>
                  <a:cubicBezTo>
                    <a:pt x="400" y="201"/>
                    <a:pt x="400" y="201"/>
                    <a:pt x="400" y="201"/>
                  </a:cubicBezTo>
                  <a:cubicBezTo>
                    <a:pt x="395" y="201"/>
                    <a:pt x="395" y="201"/>
                    <a:pt x="395" y="201"/>
                  </a:cubicBezTo>
                  <a:cubicBezTo>
                    <a:pt x="395" y="192"/>
                    <a:pt x="395" y="192"/>
                    <a:pt x="395" y="192"/>
                  </a:cubicBezTo>
                  <a:lnTo>
                    <a:pt x="397" y="192"/>
                  </a:lnTo>
                  <a:close/>
                  <a:moveTo>
                    <a:pt x="407" y="219"/>
                  </a:moveTo>
                  <a:cubicBezTo>
                    <a:pt x="401" y="219"/>
                    <a:pt x="401" y="219"/>
                    <a:pt x="401" y="219"/>
                  </a:cubicBezTo>
                  <a:cubicBezTo>
                    <a:pt x="401" y="212"/>
                    <a:pt x="401" y="212"/>
                    <a:pt x="401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7" y="219"/>
                  </a:lnTo>
                  <a:close/>
                  <a:moveTo>
                    <a:pt x="413" y="497"/>
                  </a:moveTo>
                  <a:cubicBezTo>
                    <a:pt x="426" y="428"/>
                    <a:pt x="426" y="428"/>
                    <a:pt x="426" y="428"/>
                  </a:cubicBezTo>
                  <a:cubicBezTo>
                    <a:pt x="423" y="403"/>
                    <a:pt x="423" y="403"/>
                    <a:pt x="423" y="403"/>
                  </a:cubicBezTo>
                  <a:cubicBezTo>
                    <a:pt x="412" y="451"/>
                    <a:pt x="412" y="451"/>
                    <a:pt x="412" y="451"/>
                  </a:cubicBezTo>
                  <a:cubicBezTo>
                    <a:pt x="406" y="451"/>
                    <a:pt x="406" y="451"/>
                    <a:pt x="406" y="451"/>
                  </a:cubicBezTo>
                  <a:cubicBezTo>
                    <a:pt x="406" y="408"/>
                    <a:pt x="406" y="408"/>
                    <a:pt x="406" y="408"/>
                  </a:cubicBezTo>
                  <a:cubicBezTo>
                    <a:pt x="424" y="395"/>
                    <a:pt x="424" y="395"/>
                    <a:pt x="424" y="395"/>
                  </a:cubicBezTo>
                  <a:cubicBezTo>
                    <a:pt x="433" y="320"/>
                    <a:pt x="433" y="320"/>
                    <a:pt x="433" y="320"/>
                  </a:cubicBezTo>
                  <a:cubicBezTo>
                    <a:pt x="398" y="400"/>
                    <a:pt x="398" y="400"/>
                    <a:pt x="398" y="400"/>
                  </a:cubicBezTo>
                  <a:cubicBezTo>
                    <a:pt x="395" y="400"/>
                    <a:pt x="395" y="400"/>
                    <a:pt x="395" y="400"/>
                  </a:cubicBezTo>
                  <a:cubicBezTo>
                    <a:pt x="395" y="351"/>
                    <a:pt x="395" y="351"/>
                    <a:pt x="395" y="351"/>
                  </a:cubicBezTo>
                  <a:cubicBezTo>
                    <a:pt x="406" y="320"/>
                    <a:pt x="406" y="320"/>
                    <a:pt x="406" y="320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6" y="280"/>
                    <a:pt x="406" y="280"/>
                    <a:pt x="406" y="280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04" y="301"/>
                    <a:pt x="404" y="301"/>
                    <a:pt x="404" y="301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6" y="296"/>
                    <a:pt x="456" y="296"/>
                    <a:pt x="456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9" y="184"/>
                    <a:pt x="469" y="184"/>
                    <a:pt x="469" y="184"/>
                  </a:cubicBezTo>
                  <a:cubicBezTo>
                    <a:pt x="482" y="173"/>
                    <a:pt x="482" y="173"/>
                    <a:pt x="482" y="173"/>
                  </a:cubicBezTo>
                  <a:cubicBezTo>
                    <a:pt x="486" y="167"/>
                    <a:pt x="486" y="167"/>
                    <a:pt x="486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62" y="176"/>
                    <a:pt x="462" y="176"/>
                    <a:pt x="462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7" y="228"/>
                    <a:pt x="417" y="228"/>
                    <a:pt x="417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6" y="240"/>
                    <a:pt x="416" y="240"/>
                    <a:pt x="416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3" y="265"/>
                    <a:pt x="413" y="265"/>
                    <a:pt x="413" y="265"/>
                  </a:cubicBezTo>
                  <a:cubicBezTo>
                    <a:pt x="394" y="257"/>
                    <a:pt x="394" y="257"/>
                    <a:pt x="394" y="257"/>
                  </a:cubicBezTo>
                  <a:cubicBezTo>
                    <a:pt x="377" y="266"/>
                    <a:pt x="377" y="266"/>
                    <a:pt x="377" y="266"/>
                  </a:cubicBezTo>
                  <a:cubicBezTo>
                    <a:pt x="368" y="256"/>
                    <a:pt x="368" y="256"/>
                    <a:pt x="368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7" y="251"/>
                    <a:pt x="387" y="251"/>
                    <a:pt x="387" y="251"/>
                  </a:cubicBezTo>
                  <a:cubicBezTo>
                    <a:pt x="394" y="230"/>
                    <a:pt x="394" y="230"/>
                    <a:pt x="394" y="230"/>
                  </a:cubicBezTo>
                  <a:cubicBezTo>
                    <a:pt x="411" y="231"/>
                    <a:pt x="411" y="231"/>
                    <a:pt x="411" y="231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15" y="227"/>
                    <a:pt x="415" y="227"/>
                    <a:pt x="415" y="227"/>
                  </a:cubicBezTo>
                  <a:cubicBezTo>
                    <a:pt x="412" y="220"/>
                    <a:pt x="412" y="220"/>
                    <a:pt x="412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1" y="188"/>
                    <a:pt x="421" y="188"/>
                    <a:pt x="421" y="188"/>
                  </a:cubicBezTo>
                  <a:cubicBezTo>
                    <a:pt x="406" y="175"/>
                    <a:pt x="406" y="175"/>
                    <a:pt x="406" y="175"/>
                  </a:cubicBezTo>
                  <a:cubicBezTo>
                    <a:pt x="394" y="176"/>
                    <a:pt x="394" y="176"/>
                    <a:pt x="394" y="176"/>
                  </a:cubicBezTo>
                  <a:cubicBezTo>
                    <a:pt x="384" y="184"/>
                    <a:pt x="384" y="184"/>
                    <a:pt x="384" y="184"/>
                  </a:cubicBezTo>
                  <a:cubicBezTo>
                    <a:pt x="381" y="122"/>
                    <a:pt x="381" y="122"/>
                    <a:pt x="381" y="122"/>
                  </a:cubicBezTo>
                  <a:cubicBezTo>
                    <a:pt x="378" y="118"/>
                    <a:pt x="378" y="118"/>
                    <a:pt x="378" y="118"/>
                  </a:cubicBezTo>
                  <a:cubicBezTo>
                    <a:pt x="375" y="221"/>
                    <a:pt x="375" y="221"/>
                    <a:pt x="375" y="221"/>
                  </a:cubicBezTo>
                  <a:cubicBezTo>
                    <a:pt x="367" y="233"/>
                    <a:pt x="367" y="233"/>
                    <a:pt x="367" y="233"/>
                  </a:cubicBezTo>
                  <a:cubicBezTo>
                    <a:pt x="367" y="233"/>
                    <a:pt x="366" y="232"/>
                    <a:pt x="364" y="225"/>
                  </a:cubicBezTo>
                  <a:cubicBezTo>
                    <a:pt x="362" y="218"/>
                    <a:pt x="365" y="200"/>
                    <a:pt x="365" y="200"/>
                  </a:cubicBezTo>
                  <a:cubicBezTo>
                    <a:pt x="373" y="120"/>
                    <a:pt x="373" y="120"/>
                    <a:pt x="373" y="120"/>
                  </a:cubicBezTo>
                  <a:cubicBezTo>
                    <a:pt x="367" y="127"/>
                    <a:pt x="367" y="127"/>
                    <a:pt x="367" y="127"/>
                  </a:cubicBezTo>
                  <a:cubicBezTo>
                    <a:pt x="363" y="176"/>
                    <a:pt x="363" y="176"/>
                    <a:pt x="363" y="176"/>
                  </a:cubicBezTo>
                  <a:cubicBezTo>
                    <a:pt x="345" y="189"/>
                    <a:pt x="345" y="189"/>
                    <a:pt x="345" y="189"/>
                  </a:cubicBezTo>
                  <a:cubicBezTo>
                    <a:pt x="340" y="215"/>
                    <a:pt x="340" y="215"/>
                    <a:pt x="340" y="215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1" y="188"/>
                    <a:pt x="361" y="188"/>
                    <a:pt x="361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50" y="207"/>
                    <a:pt x="350" y="207"/>
                    <a:pt x="350" y="207"/>
                  </a:cubicBezTo>
                  <a:cubicBezTo>
                    <a:pt x="332" y="230"/>
                    <a:pt x="332" y="230"/>
                    <a:pt x="332" y="230"/>
                  </a:cubicBezTo>
                  <a:cubicBezTo>
                    <a:pt x="330" y="270"/>
                    <a:pt x="330" y="270"/>
                    <a:pt x="330" y="270"/>
                  </a:cubicBezTo>
                  <a:cubicBezTo>
                    <a:pt x="370" y="304"/>
                    <a:pt x="370" y="304"/>
                    <a:pt x="370" y="304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7" y="356"/>
                    <a:pt x="387" y="356"/>
                    <a:pt x="387" y="356"/>
                  </a:cubicBezTo>
                  <a:cubicBezTo>
                    <a:pt x="350" y="337"/>
                    <a:pt x="350" y="337"/>
                    <a:pt x="350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90" y="318"/>
                    <a:pt x="290" y="318"/>
                    <a:pt x="290" y="318"/>
                  </a:cubicBezTo>
                  <a:cubicBezTo>
                    <a:pt x="253" y="336"/>
                    <a:pt x="253" y="336"/>
                    <a:pt x="253" y="336"/>
                  </a:cubicBezTo>
                  <a:cubicBezTo>
                    <a:pt x="253" y="350"/>
                    <a:pt x="253" y="350"/>
                    <a:pt x="253" y="350"/>
                  </a:cubicBezTo>
                  <a:cubicBezTo>
                    <a:pt x="253" y="367"/>
                    <a:pt x="253" y="367"/>
                    <a:pt x="253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7" y="351"/>
                    <a:pt x="207" y="351"/>
                    <a:pt x="207" y="351"/>
                  </a:cubicBezTo>
                  <a:cubicBezTo>
                    <a:pt x="207" y="326"/>
                    <a:pt x="207" y="326"/>
                    <a:pt x="20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32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75"/>
                    <a:pt x="236" y="275"/>
                    <a:pt x="236" y="275"/>
                  </a:cubicBezTo>
                  <a:cubicBezTo>
                    <a:pt x="236" y="275"/>
                    <a:pt x="236" y="275"/>
                    <a:pt x="236" y="274"/>
                  </a:cubicBezTo>
                  <a:cubicBezTo>
                    <a:pt x="236" y="270"/>
                    <a:pt x="232" y="266"/>
                    <a:pt x="228" y="266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07" y="266"/>
                    <a:pt x="207" y="266"/>
                    <a:pt x="207" y="266"/>
                  </a:cubicBezTo>
                  <a:cubicBezTo>
                    <a:pt x="207" y="171"/>
                    <a:pt x="207" y="171"/>
                    <a:pt x="207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6" y="137"/>
                    <a:pt x="208" y="137"/>
                    <a:pt x="209" y="137"/>
                  </a:cubicBezTo>
                  <a:cubicBezTo>
                    <a:pt x="221" y="168"/>
                    <a:pt x="221" y="168"/>
                    <a:pt x="221" y="168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20" y="173"/>
                    <a:pt x="220" y="173"/>
                    <a:pt x="220" y="17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62"/>
                    <a:pt x="237" y="162"/>
                    <a:pt x="237" y="162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3" y="131"/>
                    <a:pt x="223" y="131"/>
                    <a:pt x="223" y="131"/>
                  </a:cubicBezTo>
                  <a:cubicBezTo>
                    <a:pt x="224" y="130"/>
                    <a:pt x="225" y="129"/>
                    <a:pt x="226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1" y="142"/>
                    <a:pt x="261" y="142"/>
                    <a:pt x="261" y="142"/>
                  </a:cubicBezTo>
                  <a:cubicBezTo>
                    <a:pt x="236" y="118"/>
                    <a:pt x="236" y="118"/>
                    <a:pt x="236" y="118"/>
                  </a:cubicBezTo>
                  <a:cubicBezTo>
                    <a:pt x="237" y="117"/>
                    <a:pt x="237" y="116"/>
                    <a:pt x="238" y="115"/>
                  </a:cubicBezTo>
                  <a:cubicBezTo>
                    <a:pt x="271" y="128"/>
                    <a:pt x="271" y="128"/>
                    <a:pt x="271" y="128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4"/>
                    <a:pt x="277" y="114"/>
                    <a:pt x="277" y="114"/>
                  </a:cubicBezTo>
                  <a:cubicBezTo>
                    <a:pt x="244" y="101"/>
                    <a:pt x="244" y="101"/>
                    <a:pt x="244" y="101"/>
                  </a:cubicBezTo>
                  <a:cubicBezTo>
                    <a:pt x="244" y="100"/>
                    <a:pt x="244" y="99"/>
                    <a:pt x="244" y="98"/>
                  </a:cubicBezTo>
                  <a:cubicBezTo>
                    <a:pt x="279" y="98"/>
                    <a:pt x="279" y="98"/>
                    <a:pt x="279" y="98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9" y="101"/>
                    <a:pt x="369" y="103"/>
                    <a:pt x="370" y="105"/>
                  </a:cubicBezTo>
                  <a:cubicBezTo>
                    <a:pt x="371" y="109"/>
                    <a:pt x="374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6" y="100"/>
                    <a:pt x="416" y="100"/>
                    <a:pt x="416" y="10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3" y="131"/>
                    <a:pt x="395" y="134"/>
                    <a:pt x="399" y="136"/>
                  </a:cubicBezTo>
                  <a:cubicBezTo>
                    <a:pt x="403" y="139"/>
                    <a:pt x="406" y="140"/>
                    <a:pt x="407" y="139"/>
                  </a:cubicBezTo>
                  <a:cubicBezTo>
                    <a:pt x="407" y="139"/>
                    <a:pt x="407" y="139"/>
                    <a:pt x="407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9" y="100"/>
                    <a:pt x="439" y="100"/>
                    <a:pt x="439" y="100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2" y="149"/>
                    <a:pt x="426" y="151"/>
                    <a:pt x="430" y="153"/>
                  </a:cubicBezTo>
                  <a:cubicBezTo>
                    <a:pt x="434" y="154"/>
                    <a:pt x="438" y="155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60"/>
                    <a:pt x="461" y="161"/>
                    <a:pt x="466" y="161"/>
                  </a:cubicBezTo>
                  <a:cubicBezTo>
                    <a:pt x="471" y="161"/>
                    <a:pt x="474" y="160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00"/>
                    <a:pt x="475" y="100"/>
                    <a:pt x="475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6" y="75"/>
                    <a:pt x="374" y="63"/>
                  </a:cubicBezTo>
                  <a:cubicBezTo>
                    <a:pt x="357" y="46"/>
                    <a:pt x="357" y="34"/>
                    <a:pt x="357" y="34"/>
                  </a:cubicBezTo>
                  <a:cubicBezTo>
                    <a:pt x="354" y="34"/>
                    <a:pt x="354" y="34"/>
                    <a:pt x="354" y="34"/>
                  </a:cubicBezTo>
                  <a:cubicBezTo>
                    <a:pt x="354" y="80"/>
                    <a:pt x="354" y="80"/>
                    <a:pt x="354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4" y="34"/>
                    <a:pt x="344" y="34"/>
                    <a:pt x="344" y="34"/>
                  </a:cubicBezTo>
                  <a:cubicBezTo>
                    <a:pt x="344" y="80"/>
                    <a:pt x="344" y="80"/>
                    <a:pt x="344" y="80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279" y="82"/>
                    <a:pt x="279" y="82"/>
                    <a:pt x="279" y="82"/>
                  </a:cubicBezTo>
                  <a:cubicBezTo>
                    <a:pt x="244" y="82"/>
                    <a:pt x="244" y="82"/>
                    <a:pt x="244" y="82"/>
                  </a:cubicBezTo>
                  <a:cubicBezTo>
                    <a:pt x="241" y="62"/>
                    <a:pt x="225" y="46"/>
                    <a:pt x="205" y="43"/>
                  </a:cubicBezTo>
                  <a:cubicBezTo>
                    <a:pt x="205" y="4"/>
                    <a:pt x="205" y="4"/>
                    <a:pt x="205" y="4"/>
                  </a:cubicBezTo>
                  <a:cubicBezTo>
                    <a:pt x="207" y="4"/>
                    <a:pt x="207" y="4"/>
                    <a:pt x="207" y="4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90" y="43"/>
                    <a:pt x="190" y="43"/>
                    <a:pt x="190" y="43"/>
                  </a:cubicBezTo>
                  <a:cubicBezTo>
                    <a:pt x="188" y="43"/>
                    <a:pt x="187" y="43"/>
                    <a:pt x="186" y="43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1" y="49"/>
                    <a:pt x="170" y="50"/>
                    <a:pt x="169" y="51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58" y="61"/>
                    <a:pt x="158" y="61"/>
                    <a:pt x="158" y="61"/>
                  </a:cubicBezTo>
                  <a:cubicBezTo>
                    <a:pt x="157" y="62"/>
                    <a:pt x="157" y="63"/>
                    <a:pt x="156" y="64"/>
                  </a:cubicBezTo>
                  <a:cubicBezTo>
                    <a:pt x="122" y="51"/>
                    <a:pt x="122" y="51"/>
                    <a:pt x="122" y="51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6" y="66"/>
                    <a:pt x="116" y="66"/>
                    <a:pt x="116" y="66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50" y="78"/>
                    <a:pt x="150" y="78"/>
                    <a:pt x="150" y="78"/>
                  </a:cubicBezTo>
                  <a:cubicBezTo>
                    <a:pt x="150" y="79"/>
                    <a:pt x="149" y="81"/>
                    <a:pt x="149" y="82"/>
                  </a:cubicBezTo>
                  <a:cubicBezTo>
                    <a:pt x="110" y="82"/>
                    <a:pt x="110" y="82"/>
                    <a:pt x="110" y="82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7" y="80"/>
                  </a:cubicBezTo>
                  <a:cubicBezTo>
                    <a:pt x="63" y="80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82"/>
                    <a:pt x="63" y="286"/>
                    <a:pt x="67" y="286"/>
                  </a:cubicBezTo>
                  <a:cubicBezTo>
                    <a:pt x="68" y="286"/>
                    <a:pt x="68" y="286"/>
                    <a:pt x="6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48" y="307"/>
                    <a:pt x="145" y="310"/>
                    <a:pt x="145" y="315"/>
                  </a:cubicBezTo>
                  <a:cubicBezTo>
                    <a:pt x="145" y="315"/>
                    <a:pt x="145" y="315"/>
                    <a:pt x="145" y="315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51"/>
                    <a:pt x="145" y="351"/>
                    <a:pt x="145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7" y="400"/>
                    <a:pt x="87" y="400"/>
                    <a:pt x="87" y="400"/>
                  </a:cubicBezTo>
                  <a:cubicBezTo>
                    <a:pt x="103" y="418"/>
                    <a:pt x="103" y="418"/>
                    <a:pt x="103" y="418"/>
                  </a:cubicBezTo>
                  <a:cubicBezTo>
                    <a:pt x="103" y="451"/>
                    <a:pt x="103" y="451"/>
                    <a:pt x="103" y="451"/>
                  </a:cubicBezTo>
                  <a:cubicBezTo>
                    <a:pt x="122" y="459"/>
                    <a:pt x="122" y="459"/>
                    <a:pt x="122" y="459"/>
                  </a:cubicBezTo>
                  <a:cubicBezTo>
                    <a:pt x="122" y="505"/>
                    <a:pt x="122" y="505"/>
                    <a:pt x="122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0"/>
                    <a:pt x="19" y="543"/>
                    <a:pt x="46" y="556"/>
                  </a:cubicBezTo>
                  <a:cubicBezTo>
                    <a:pt x="80" y="572"/>
                    <a:pt x="76" y="581"/>
                    <a:pt x="76" y="581"/>
                  </a:cubicBezTo>
                  <a:cubicBezTo>
                    <a:pt x="76" y="581"/>
                    <a:pt x="135" y="543"/>
                    <a:pt x="263" y="520"/>
                  </a:cubicBezTo>
                  <a:cubicBezTo>
                    <a:pt x="330" y="508"/>
                    <a:pt x="451" y="503"/>
                    <a:pt x="495" y="512"/>
                  </a:cubicBezTo>
                  <a:cubicBezTo>
                    <a:pt x="495" y="512"/>
                    <a:pt x="461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53">
              <a:extLst>
                <a:ext uri="{FF2B5EF4-FFF2-40B4-BE49-F238E27FC236}">
                  <a16:creationId xmlns:a16="http://schemas.microsoft.com/office/drawing/2014/main" id="{CC5E87EE-A223-4776-97FA-680101AB21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4858" y="3977648"/>
              <a:ext cx="1793875" cy="1787526"/>
            </a:xfrm>
            <a:custGeom>
              <a:avLst/>
              <a:gdLst>
                <a:gd name="T0" fmla="*/ 484 w 968"/>
                <a:gd name="T1" fmla="*/ 953 h 967"/>
                <a:gd name="T2" fmla="*/ 14 w 968"/>
                <a:gd name="T3" fmla="*/ 482 h 967"/>
                <a:gd name="T4" fmla="*/ 484 w 968"/>
                <a:gd name="T5" fmla="*/ 12 h 967"/>
                <a:gd name="T6" fmla="*/ 954 w 968"/>
                <a:gd name="T7" fmla="*/ 482 h 967"/>
                <a:gd name="T8" fmla="*/ 484 w 968"/>
                <a:gd name="T9" fmla="*/ 953 h 967"/>
                <a:gd name="T10" fmla="*/ 484 w 968"/>
                <a:gd name="T11" fmla="*/ 0 h 967"/>
                <a:gd name="T12" fmla="*/ 0 w 968"/>
                <a:gd name="T13" fmla="*/ 483 h 967"/>
                <a:gd name="T14" fmla="*/ 484 w 968"/>
                <a:gd name="T15" fmla="*/ 967 h 967"/>
                <a:gd name="T16" fmla="*/ 968 w 968"/>
                <a:gd name="T17" fmla="*/ 483 h 967"/>
                <a:gd name="T18" fmla="*/ 484 w 968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8" h="967">
                  <a:moveTo>
                    <a:pt x="484" y="953"/>
                  </a:moveTo>
                  <a:cubicBezTo>
                    <a:pt x="224" y="953"/>
                    <a:pt x="14" y="742"/>
                    <a:pt x="14" y="482"/>
                  </a:cubicBezTo>
                  <a:cubicBezTo>
                    <a:pt x="14" y="223"/>
                    <a:pt x="224" y="12"/>
                    <a:pt x="484" y="12"/>
                  </a:cubicBezTo>
                  <a:cubicBezTo>
                    <a:pt x="744" y="12"/>
                    <a:pt x="954" y="223"/>
                    <a:pt x="954" y="482"/>
                  </a:cubicBezTo>
                  <a:cubicBezTo>
                    <a:pt x="954" y="742"/>
                    <a:pt x="744" y="953"/>
                    <a:pt x="484" y="953"/>
                  </a:cubicBezTo>
                  <a:close/>
                  <a:moveTo>
                    <a:pt x="484" y="0"/>
                  </a:moveTo>
                  <a:cubicBezTo>
                    <a:pt x="217" y="0"/>
                    <a:pt x="0" y="216"/>
                    <a:pt x="0" y="483"/>
                  </a:cubicBezTo>
                  <a:cubicBezTo>
                    <a:pt x="0" y="750"/>
                    <a:pt x="217" y="967"/>
                    <a:pt x="484" y="967"/>
                  </a:cubicBezTo>
                  <a:cubicBezTo>
                    <a:pt x="751" y="967"/>
                    <a:pt x="968" y="750"/>
                    <a:pt x="968" y="483"/>
                  </a:cubicBezTo>
                  <a:cubicBezTo>
                    <a:pt x="968" y="216"/>
                    <a:pt x="751" y="0"/>
                    <a:pt x="4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54">
              <a:extLst>
                <a:ext uri="{FF2B5EF4-FFF2-40B4-BE49-F238E27FC236}">
                  <a16:creationId xmlns:a16="http://schemas.microsoft.com/office/drawing/2014/main" id="{AA1BD646-AD69-4E37-AAC4-EEC540BF9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058" y="4552323"/>
              <a:ext cx="65088" cy="60325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1 w 35"/>
                <a:gd name="T7" fmla="*/ 20 h 32"/>
                <a:gd name="T8" fmla="*/ 11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2"/>
                    <a:pt x="3" y="5"/>
                    <a:pt x="2" y="9"/>
                  </a:cubicBezTo>
                  <a:cubicBezTo>
                    <a:pt x="0" y="13"/>
                    <a:pt x="0" y="17"/>
                    <a:pt x="1" y="20"/>
                  </a:cubicBezTo>
                  <a:cubicBezTo>
                    <a:pt x="3" y="24"/>
                    <a:pt x="6" y="27"/>
                    <a:pt x="11" y="29"/>
                  </a:cubicBezTo>
                  <a:cubicBezTo>
                    <a:pt x="16" y="31"/>
                    <a:pt x="21" y="32"/>
                    <a:pt x="25" y="31"/>
                  </a:cubicBezTo>
                  <a:cubicBezTo>
                    <a:pt x="28" y="29"/>
                    <a:pt x="31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55">
              <a:extLst>
                <a:ext uri="{FF2B5EF4-FFF2-40B4-BE49-F238E27FC236}">
                  <a16:creationId xmlns:a16="http://schemas.microsoft.com/office/drawing/2014/main" id="{9B01B03D-283E-4353-B117-5BD2E6498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1145" y="5347661"/>
              <a:ext cx="41275" cy="74613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1 w 22"/>
                <a:gd name="T5" fmla="*/ 40 h 40"/>
                <a:gd name="T6" fmla="*/ 11 w 22"/>
                <a:gd name="T7" fmla="*/ 14 h 40"/>
                <a:gd name="T8" fmla="*/ 6 w 22"/>
                <a:gd name="T9" fmla="*/ 17 h 40"/>
                <a:gd name="T10" fmla="*/ 0 w 22"/>
                <a:gd name="T11" fmla="*/ 19 h 40"/>
                <a:gd name="T12" fmla="*/ 0 w 22"/>
                <a:gd name="T13" fmla="*/ 11 h 40"/>
                <a:gd name="T14" fmla="*/ 8 w 22"/>
                <a:gd name="T15" fmla="*/ 6 h 40"/>
                <a:gd name="T16" fmla="*/ 13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5"/>
                    <a:pt x="8" y="16"/>
                    <a:pt x="6" y="17"/>
                  </a:cubicBezTo>
                  <a:cubicBezTo>
                    <a:pt x="4" y="18"/>
                    <a:pt x="2" y="19"/>
                    <a:pt x="0" y="1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6" y="8"/>
                    <a:pt x="8" y="6"/>
                  </a:cubicBezTo>
                  <a:cubicBezTo>
                    <a:pt x="10" y="5"/>
                    <a:pt x="12" y="3"/>
                    <a:pt x="13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56">
              <a:extLst>
                <a:ext uri="{FF2B5EF4-FFF2-40B4-BE49-F238E27FC236}">
                  <a16:creationId xmlns:a16="http://schemas.microsoft.com/office/drawing/2014/main" id="{E3DC6487-2035-4D8C-ABD9-65015B9327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9883" y="5347661"/>
              <a:ext cx="60325" cy="74613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5 w 32"/>
                <a:gd name="T5" fmla="*/ 7 h 40"/>
                <a:gd name="T6" fmla="*/ 12 w 32"/>
                <a:gd name="T7" fmla="*/ 9 h 40"/>
                <a:gd name="T8" fmla="*/ 10 w 32"/>
                <a:gd name="T9" fmla="*/ 13 h 40"/>
                <a:gd name="T10" fmla="*/ 12 w 32"/>
                <a:gd name="T11" fmla="*/ 18 h 40"/>
                <a:gd name="T12" fmla="*/ 15 w 32"/>
                <a:gd name="T13" fmla="*/ 20 h 40"/>
                <a:gd name="T14" fmla="*/ 19 w 32"/>
                <a:gd name="T15" fmla="*/ 18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5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7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4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5 h 40"/>
                <a:gd name="T52" fmla="*/ 15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0" y="10"/>
                    <a:pt x="19" y="9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0" y="11"/>
                    <a:pt x="10" y="13"/>
                  </a:cubicBezTo>
                  <a:cubicBezTo>
                    <a:pt x="10" y="16"/>
                    <a:pt x="11" y="17"/>
                    <a:pt x="12" y="18"/>
                  </a:cubicBezTo>
                  <a:cubicBezTo>
                    <a:pt x="13" y="20"/>
                    <a:pt x="14" y="20"/>
                    <a:pt x="15" y="20"/>
                  </a:cubicBezTo>
                  <a:cubicBezTo>
                    <a:pt x="17" y="20"/>
                    <a:pt x="18" y="20"/>
                    <a:pt x="19" y="18"/>
                  </a:cubicBezTo>
                  <a:cubicBezTo>
                    <a:pt x="20" y="17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2"/>
                    <a:pt x="13" y="33"/>
                  </a:cubicBezTo>
                  <a:cubicBezTo>
                    <a:pt x="14" y="33"/>
                    <a:pt x="15" y="34"/>
                    <a:pt x="15" y="34"/>
                  </a:cubicBezTo>
                  <a:cubicBezTo>
                    <a:pt x="17" y="34"/>
                    <a:pt x="19" y="33"/>
                    <a:pt x="20" y="31"/>
                  </a:cubicBezTo>
                  <a:cubicBezTo>
                    <a:pt x="20" y="30"/>
                    <a:pt x="21" y="27"/>
                    <a:pt x="21" y="23"/>
                  </a:cubicBezTo>
                  <a:cubicBezTo>
                    <a:pt x="20" y="24"/>
                    <a:pt x="19" y="25"/>
                    <a:pt x="17" y="26"/>
                  </a:cubicBezTo>
                  <a:cubicBezTo>
                    <a:pt x="16" y="26"/>
                    <a:pt x="14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1" y="21"/>
                    <a:pt x="0" y="17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1" y="11"/>
                    <a:pt x="32" y="15"/>
                    <a:pt x="32" y="20"/>
                  </a:cubicBezTo>
                  <a:cubicBezTo>
                    <a:pt x="32" y="27"/>
                    <a:pt x="31" y="32"/>
                    <a:pt x="28" y="35"/>
                  </a:cubicBezTo>
                  <a:cubicBezTo>
                    <a:pt x="25" y="39"/>
                    <a:pt x="21" y="40"/>
                    <a:pt x="15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5" y="37"/>
                    <a:pt x="4" y="36"/>
                  </a:cubicBezTo>
                  <a:cubicBezTo>
                    <a:pt x="2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57">
              <a:extLst>
                <a:ext uri="{FF2B5EF4-FFF2-40B4-BE49-F238E27FC236}">
                  <a16:creationId xmlns:a16="http://schemas.microsoft.com/office/drawing/2014/main" id="{BD4D8A61-5B58-4064-98B6-EA0590331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4970" y="5349248"/>
              <a:ext cx="60325" cy="73025"/>
            </a:xfrm>
            <a:custGeom>
              <a:avLst/>
              <a:gdLst>
                <a:gd name="T0" fmla="*/ 4 w 32"/>
                <a:gd name="T1" fmla="*/ 0 h 39"/>
                <a:gd name="T2" fmla="*/ 30 w 32"/>
                <a:gd name="T3" fmla="*/ 0 h 39"/>
                <a:gd name="T4" fmla="*/ 30 w 32"/>
                <a:gd name="T5" fmla="*/ 8 h 39"/>
                <a:gd name="T6" fmla="*/ 13 w 32"/>
                <a:gd name="T7" fmla="*/ 8 h 39"/>
                <a:gd name="T8" fmla="*/ 12 w 32"/>
                <a:gd name="T9" fmla="*/ 14 h 39"/>
                <a:gd name="T10" fmla="*/ 15 w 32"/>
                <a:gd name="T11" fmla="*/ 13 h 39"/>
                <a:gd name="T12" fmla="*/ 19 w 32"/>
                <a:gd name="T13" fmla="*/ 13 h 39"/>
                <a:gd name="T14" fmla="*/ 28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7 h 39"/>
                <a:gd name="T22" fmla="*/ 16 w 32"/>
                <a:gd name="T23" fmla="*/ 39 h 39"/>
                <a:gd name="T24" fmla="*/ 9 w 32"/>
                <a:gd name="T25" fmla="*/ 39 h 39"/>
                <a:gd name="T26" fmla="*/ 5 w 32"/>
                <a:gd name="T27" fmla="*/ 36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7 h 39"/>
                <a:gd name="T34" fmla="*/ 12 w 32"/>
                <a:gd name="T35" fmla="*/ 31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0 w 32"/>
                <a:gd name="T49" fmla="*/ 22 h 39"/>
                <a:gd name="T50" fmla="*/ 1 w 32"/>
                <a:gd name="T51" fmla="*/ 21 h 39"/>
                <a:gd name="T52" fmla="*/ 4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4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5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8" y="16"/>
                  </a:cubicBezTo>
                  <a:cubicBezTo>
                    <a:pt x="31" y="18"/>
                    <a:pt x="32" y="21"/>
                    <a:pt x="32" y="25"/>
                  </a:cubicBezTo>
                  <a:cubicBezTo>
                    <a:pt x="32" y="27"/>
                    <a:pt x="31" y="30"/>
                    <a:pt x="30" y="32"/>
                  </a:cubicBezTo>
                  <a:cubicBezTo>
                    <a:pt x="29" y="35"/>
                    <a:pt x="27" y="36"/>
                    <a:pt x="25" y="37"/>
                  </a:cubicBezTo>
                  <a:cubicBezTo>
                    <a:pt x="22" y="39"/>
                    <a:pt x="20" y="39"/>
                    <a:pt x="16" y="39"/>
                  </a:cubicBezTo>
                  <a:cubicBezTo>
                    <a:pt x="13" y="39"/>
                    <a:pt x="11" y="39"/>
                    <a:pt x="9" y="39"/>
                  </a:cubicBezTo>
                  <a:cubicBezTo>
                    <a:pt x="8" y="38"/>
                    <a:pt x="6" y="37"/>
                    <a:pt x="5" y="36"/>
                  </a:cubicBezTo>
                  <a:cubicBezTo>
                    <a:pt x="4" y="35"/>
                    <a:pt x="2" y="34"/>
                    <a:pt x="2" y="33"/>
                  </a:cubicBezTo>
                  <a:cubicBezTo>
                    <a:pt x="1" y="32"/>
                    <a:pt x="0" y="30"/>
                    <a:pt x="0" y="29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1" y="30"/>
                    <a:pt x="12" y="31"/>
                  </a:cubicBezTo>
                  <a:cubicBezTo>
                    <a:pt x="13" y="32"/>
                    <a:pt x="15" y="33"/>
                    <a:pt x="16" y="33"/>
                  </a:cubicBezTo>
                  <a:cubicBezTo>
                    <a:pt x="17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7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0"/>
                    <a:pt x="11" y="21"/>
                    <a:pt x="10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58">
              <a:extLst>
                <a:ext uri="{FF2B5EF4-FFF2-40B4-BE49-F238E27FC236}">
                  <a16:creationId xmlns:a16="http://schemas.microsoft.com/office/drawing/2014/main" id="{DCDD3F66-1FE9-4C27-BA82-07FB09731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0058" y="5347661"/>
              <a:ext cx="57150" cy="74613"/>
            </a:xfrm>
            <a:custGeom>
              <a:avLst/>
              <a:gdLst>
                <a:gd name="T0" fmla="*/ 10 w 31"/>
                <a:gd name="T1" fmla="*/ 12 h 40"/>
                <a:gd name="T2" fmla="*/ 0 w 31"/>
                <a:gd name="T3" fmla="*/ 10 h 40"/>
                <a:gd name="T4" fmla="*/ 5 w 31"/>
                <a:gd name="T5" fmla="*/ 3 h 40"/>
                <a:gd name="T6" fmla="*/ 15 w 31"/>
                <a:gd name="T7" fmla="*/ 0 h 40"/>
                <a:gd name="T8" fmla="*/ 26 w 31"/>
                <a:gd name="T9" fmla="*/ 3 h 40"/>
                <a:gd name="T10" fmla="*/ 30 w 31"/>
                <a:gd name="T11" fmla="*/ 10 h 40"/>
                <a:gd name="T12" fmla="*/ 28 w 31"/>
                <a:gd name="T13" fmla="*/ 15 h 40"/>
                <a:gd name="T14" fmla="*/ 24 w 31"/>
                <a:gd name="T15" fmla="*/ 18 h 40"/>
                <a:gd name="T16" fmla="*/ 27 w 31"/>
                <a:gd name="T17" fmla="*/ 20 h 40"/>
                <a:gd name="T18" fmla="*/ 30 w 31"/>
                <a:gd name="T19" fmla="*/ 23 h 40"/>
                <a:gd name="T20" fmla="*/ 31 w 31"/>
                <a:gd name="T21" fmla="*/ 27 h 40"/>
                <a:gd name="T22" fmla="*/ 30 w 31"/>
                <a:gd name="T23" fmla="*/ 34 h 40"/>
                <a:gd name="T24" fmla="*/ 25 w 31"/>
                <a:gd name="T25" fmla="*/ 39 h 40"/>
                <a:gd name="T26" fmla="*/ 16 w 31"/>
                <a:gd name="T27" fmla="*/ 40 h 40"/>
                <a:gd name="T28" fmla="*/ 8 w 31"/>
                <a:gd name="T29" fmla="*/ 39 h 40"/>
                <a:gd name="T30" fmla="*/ 3 w 31"/>
                <a:gd name="T31" fmla="*/ 35 h 40"/>
                <a:gd name="T32" fmla="*/ 0 w 31"/>
                <a:gd name="T33" fmla="*/ 29 h 40"/>
                <a:gd name="T34" fmla="*/ 10 w 31"/>
                <a:gd name="T35" fmla="*/ 28 h 40"/>
                <a:gd name="T36" fmla="*/ 12 w 31"/>
                <a:gd name="T37" fmla="*/ 32 h 40"/>
                <a:gd name="T38" fmla="*/ 16 w 31"/>
                <a:gd name="T39" fmla="*/ 34 h 40"/>
                <a:gd name="T40" fmla="*/ 19 w 31"/>
                <a:gd name="T41" fmla="*/ 32 h 40"/>
                <a:gd name="T42" fmla="*/ 21 w 31"/>
                <a:gd name="T43" fmla="*/ 28 h 40"/>
                <a:gd name="T44" fmla="*/ 19 w 31"/>
                <a:gd name="T45" fmla="*/ 24 h 40"/>
                <a:gd name="T46" fmla="*/ 15 w 31"/>
                <a:gd name="T47" fmla="*/ 22 h 40"/>
                <a:gd name="T48" fmla="*/ 12 w 31"/>
                <a:gd name="T49" fmla="*/ 23 h 40"/>
                <a:gd name="T50" fmla="*/ 13 w 31"/>
                <a:gd name="T51" fmla="*/ 15 h 40"/>
                <a:gd name="T52" fmla="*/ 14 w 31"/>
                <a:gd name="T53" fmla="*/ 15 h 40"/>
                <a:gd name="T54" fmla="*/ 17 w 31"/>
                <a:gd name="T55" fmla="*/ 14 h 40"/>
                <a:gd name="T56" fmla="*/ 19 w 31"/>
                <a:gd name="T57" fmla="*/ 11 h 40"/>
                <a:gd name="T58" fmla="*/ 18 w 31"/>
                <a:gd name="T59" fmla="*/ 8 h 40"/>
                <a:gd name="T60" fmla="*/ 15 w 31"/>
                <a:gd name="T61" fmla="*/ 7 h 40"/>
                <a:gd name="T62" fmla="*/ 12 w 31"/>
                <a:gd name="T63" fmla="*/ 8 h 40"/>
                <a:gd name="T64" fmla="*/ 10 w 31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10" y="12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7" y="1"/>
                    <a:pt x="11" y="0"/>
                    <a:pt x="15" y="0"/>
                  </a:cubicBezTo>
                  <a:cubicBezTo>
                    <a:pt x="20" y="0"/>
                    <a:pt x="24" y="1"/>
                    <a:pt x="26" y="3"/>
                  </a:cubicBezTo>
                  <a:cubicBezTo>
                    <a:pt x="28" y="5"/>
                    <a:pt x="30" y="7"/>
                    <a:pt x="30" y="10"/>
                  </a:cubicBezTo>
                  <a:cubicBezTo>
                    <a:pt x="30" y="12"/>
                    <a:pt x="29" y="13"/>
                    <a:pt x="28" y="15"/>
                  </a:cubicBezTo>
                  <a:cubicBezTo>
                    <a:pt x="27" y="16"/>
                    <a:pt x="26" y="17"/>
                    <a:pt x="24" y="18"/>
                  </a:cubicBezTo>
                  <a:cubicBezTo>
                    <a:pt x="25" y="19"/>
                    <a:pt x="27" y="19"/>
                    <a:pt x="27" y="20"/>
                  </a:cubicBezTo>
                  <a:cubicBezTo>
                    <a:pt x="29" y="20"/>
                    <a:pt x="30" y="21"/>
                    <a:pt x="30" y="23"/>
                  </a:cubicBezTo>
                  <a:cubicBezTo>
                    <a:pt x="31" y="24"/>
                    <a:pt x="31" y="26"/>
                    <a:pt x="31" y="27"/>
                  </a:cubicBezTo>
                  <a:cubicBezTo>
                    <a:pt x="31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2" y="40"/>
                    <a:pt x="19" y="40"/>
                    <a:pt x="16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4" y="37"/>
                    <a:pt x="3" y="35"/>
                  </a:cubicBezTo>
                  <a:cubicBezTo>
                    <a:pt x="1" y="34"/>
                    <a:pt x="0" y="32"/>
                    <a:pt x="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30"/>
                    <a:pt x="11" y="32"/>
                    <a:pt x="12" y="32"/>
                  </a:cubicBezTo>
                  <a:cubicBezTo>
                    <a:pt x="13" y="33"/>
                    <a:pt x="14" y="34"/>
                    <a:pt x="16" y="34"/>
                  </a:cubicBezTo>
                  <a:cubicBezTo>
                    <a:pt x="17" y="34"/>
                    <a:pt x="18" y="33"/>
                    <a:pt x="19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19" y="24"/>
                  </a:cubicBezTo>
                  <a:cubicBezTo>
                    <a:pt x="18" y="23"/>
                    <a:pt x="17" y="22"/>
                    <a:pt x="15" y="22"/>
                  </a:cubicBezTo>
                  <a:cubicBezTo>
                    <a:pt x="15" y="22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7" y="15"/>
                    <a:pt x="17" y="14"/>
                  </a:cubicBezTo>
                  <a:cubicBezTo>
                    <a:pt x="18" y="13"/>
                    <a:pt x="19" y="12"/>
                    <a:pt x="19" y="11"/>
                  </a:cubicBezTo>
                  <a:cubicBezTo>
                    <a:pt x="19" y="10"/>
                    <a:pt x="18" y="9"/>
                    <a:pt x="18" y="8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4" y="7"/>
                    <a:pt x="13" y="7"/>
                    <a:pt x="12" y="8"/>
                  </a:cubicBezTo>
                  <a:cubicBezTo>
                    <a:pt x="11" y="9"/>
                    <a:pt x="11" y="10"/>
                    <a:pt x="1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59">
              <a:extLst>
                <a:ext uri="{FF2B5EF4-FFF2-40B4-BE49-F238E27FC236}">
                  <a16:creationId xmlns:a16="http://schemas.microsoft.com/office/drawing/2014/main" id="{04F6FD11-E0D4-43B4-90C7-4A0E926EA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7933" y="5415923"/>
              <a:ext cx="17463" cy="9525"/>
            </a:xfrm>
            <a:custGeom>
              <a:avLst/>
              <a:gdLst>
                <a:gd name="T0" fmla="*/ 0 w 11"/>
                <a:gd name="T1" fmla="*/ 6 h 6"/>
                <a:gd name="T2" fmla="*/ 5 w 11"/>
                <a:gd name="T3" fmla="*/ 5 h 6"/>
                <a:gd name="T4" fmla="*/ 11 w 11"/>
                <a:gd name="T5" fmla="*/ 2 h 6"/>
                <a:gd name="T6" fmla="*/ 8 w 11"/>
                <a:gd name="T7" fmla="*/ 1 h 6"/>
                <a:gd name="T8" fmla="*/ 4 w 11"/>
                <a:gd name="T9" fmla="*/ 0 h 6"/>
                <a:gd name="T10" fmla="*/ 0 w 11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lnTo>
                    <a:pt x="5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4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60">
              <a:extLst>
                <a:ext uri="{FF2B5EF4-FFF2-40B4-BE49-F238E27FC236}">
                  <a16:creationId xmlns:a16="http://schemas.microsoft.com/office/drawing/2014/main" id="{FE200AEE-D4A1-4E21-8F5C-297A49BDB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7945" y="4187198"/>
              <a:ext cx="44450" cy="34925"/>
            </a:xfrm>
            <a:custGeom>
              <a:avLst/>
              <a:gdLst>
                <a:gd name="T0" fmla="*/ 22 w 24"/>
                <a:gd name="T1" fmla="*/ 11 h 19"/>
                <a:gd name="T2" fmla="*/ 24 w 24"/>
                <a:gd name="T3" fmla="*/ 8 h 19"/>
                <a:gd name="T4" fmla="*/ 24 w 24"/>
                <a:gd name="T5" fmla="*/ 4 h 19"/>
                <a:gd name="T6" fmla="*/ 21 w 24"/>
                <a:gd name="T7" fmla="*/ 0 h 19"/>
                <a:gd name="T8" fmla="*/ 16 w 24"/>
                <a:gd name="T9" fmla="*/ 0 h 19"/>
                <a:gd name="T10" fmla="*/ 8 w 24"/>
                <a:gd name="T11" fmla="*/ 4 h 19"/>
                <a:gd name="T12" fmla="*/ 0 w 24"/>
                <a:gd name="T13" fmla="*/ 7 h 19"/>
                <a:gd name="T14" fmla="*/ 5 w 24"/>
                <a:gd name="T15" fmla="*/ 19 h 19"/>
                <a:gd name="T16" fmla="*/ 13 w 24"/>
                <a:gd name="T17" fmla="*/ 16 h 19"/>
                <a:gd name="T18" fmla="*/ 22 w 24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4" y="6"/>
                    <a:pt x="24" y="5"/>
                    <a:pt x="24" y="4"/>
                  </a:cubicBezTo>
                  <a:cubicBezTo>
                    <a:pt x="23" y="2"/>
                    <a:pt x="22" y="1"/>
                    <a:pt x="21" y="0"/>
                  </a:cubicBezTo>
                  <a:cubicBezTo>
                    <a:pt x="19" y="0"/>
                    <a:pt x="18" y="0"/>
                    <a:pt x="16" y="0"/>
                  </a:cubicBezTo>
                  <a:cubicBezTo>
                    <a:pt x="15" y="1"/>
                    <a:pt x="12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3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61">
              <a:extLst>
                <a:ext uri="{FF2B5EF4-FFF2-40B4-BE49-F238E27FC236}">
                  <a16:creationId xmlns:a16="http://schemas.microsoft.com/office/drawing/2014/main" id="{86159E54-4EC5-4D56-BDA2-17DF7A37A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7108" y="4461836"/>
              <a:ext cx="36513" cy="46038"/>
            </a:xfrm>
            <a:custGeom>
              <a:avLst/>
              <a:gdLst>
                <a:gd name="T0" fmla="*/ 10 w 20"/>
                <a:gd name="T1" fmla="*/ 23 h 25"/>
                <a:gd name="T2" fmla="*/ 13 w 20"/>
                <a:gd name="T3" fmla="*/ 25 h 25"/>
                <a:gd name="T4" fmla="*/ 17 w 20"/>
                <a:gd name="T5" fmla="*/ 24 h 25"/>
                <a:gd name="T6" fmla="*/ 20 w 20"/>
                <a:gd name="T7" fmla="*/ 20 h 25"/>
                <a:gd name="T8" fmla="*/ 20 w 20"/>
                <a:gd name="T9" fmla="*/ 15 h 25"/>
                <a:gd name="T10" fmla="*/ 15 w 20"/>
                <a:gd name="T11" fmla="*/ 8 h 25"/>
                <a:gd name="T12" fmla="*/ 11 w 20"/>
                <a:gd name="T13" fmla="*/ 0 h 25"/>
                <a:gd name="T14" fmla="*/ 0 w 20"/>
                <a:gd name="T15" fmla="*/ 7 h 25"/>
                <a:gd name="T16" fmla="*/ 4 w 20"/>
                <a:gd name="T17" fmla="*/ 14 h 25"/>
                <a:gd name="T18" fmla="*/ 10 w 20"/>
                <a:gd name="T19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5">
                  <a:moveTo>
                    <a:pt x="10" y="23"/>
                  </a:moveTo>
                  <a:cubicBezTo>
                    <a:pt x="11" y="24"/>
                    <a:pt x="12" y="24"/>
                    <a:pt x="13" y="25"/>
                  </a:cubicBezTo>
                  <a:cubicBezTo>
                    <a:pt x="15" y="25"/>
                    <a:pt x="16" y="24"/>
                    <a:pt x="17" y="24"/>
                  </a:cubicBezTo>
                  <a:cubicBezTo>
                    <a:pt x="19" y="23"/>
                    <a:pt x="20" y="21"/>
                    <a:pt x="20" y="20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19" y="14"/>
                    <a:pt x="18" y="12"/>
                    <a:pt x="15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9"/>
                    <a:pt x="9" y="22"/>
                    <a:pt x="1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62">
              <a:extLst>
                <a:ext uri="{FF2B5EF4-FFF2-40B4-BE49-F238E27FC236}">
                  <a16:creationId xmlns:a16="http://schemas.microsoft.com/office/drawing/2014/main" id="{0A8A6A06-FBF4-4AFC-BBBA-4E22E9C84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358" y="4642811"/>
              <a:ext cx="39688" cy="28575"/>
            </a:xfrm>
            <a:custGeom>
              <a:avLst/>
              <a:gdLst>
                <a:gd name="T0" fmla="*/ 25 w 25"/>
                <a:gd name="T1" fmla="*/ 0 h 18"/>
                <a:gd name="T2" fmla="*/ 0 w 25"/>
                <a:gd name="T3" fmla="*/ 3 h 18"/>
                <a:gd name="T4" fmla="*/ 19 w 25"/>
                <a:gd name="T5" fmla="*/ 18 h 18"/>
                <a:gd name="T6" fmla="*/ 25 w 2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8">
                  <a:moveTo>
                    <a:pt x="25" y="0"/>
                  </a:moveTo>
                  <a:lnTo>
                    <a:pt x="0" y="3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63">
              <a:extLst>
                <a:ext uri="{FF2B5EF4-FFF2-40B4-BE49-F238E27FC236}">
                  <a16:creationId xmlns:a16="http://schemas.microsoft.com/office/drawing/2014/main" id="{05BECB14-101A-40C8-91C0-90AB5D053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4820" y="5565148"/>
              <a:ext cx="38100" cy="61913"/>
            </a:xfrm>
            <a:custGeom>
              <a:avLst/>
              <a:gdLst>
                <a:gd name="T0" fmla="*/ 7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19 h 33"/>
                <a:gd name="T8" fmla="*/ 0 w 21"/>
                <a:gd name="T9" fmla="*/ 23 h 33"/>
                <a:gd name="T10" fmla="*/ 2 w 21"/>
                <a:gd name="T11" fmla="*/ 26 h 33"/>
                <a:gd name="T12" fmla="*/ 9 w 21"/>
                <a:gd name="T13" fmla="*/ 32 h 33"/>
                <a:gd name="T14" fmla="*/ 12 w 21"/>
                <a:gd name="T15" fmla="*/ 33 h 33"/>
                <a:gd name="T16" fmla="*/ 15 w 21"/>
                <a:gd name="T17" fmla="*/ 33 h 33"/>
                <a:gd name="T18" fmla="*/ 19 w 21"/>
                <a:gd name="T19" fmla="*/ 29 h 33"/>
                <a:gd name="T20" fmla="*/ 20 w 21"/>
                <a:gd name="T21" fmla="*/ 26 h 33"/>
                <a:gd name="T22" fmla="*/ 21 w 21"/>
                <a:gd name="T23" fmla="*/ 24 h 33"/>
                <a:gd name="T24" fmla="*/ 20 w 21"/>
                <a:gd name="T25" fmla="*/ 20 h 33"/>
                <a:gd name="T26" fmla="*/ 14 w 21"/>
                <a:gd name="T27" fmla="*/ 16 h 33"/>
                <a:gd name="T28" fmla="*/ 14 w 21"/>
                <a:gd name="T29" fmla="*/ 11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2 h 33"/>
                <a:gd name="T40" fmla="*/ 10 w 21"/>
                <a:gd name="T41" fmla="*/ 8 h 33"/>
                <a:gd name="T42" fmla="*/ 9 w 21"/>
                <a:gd name="T43" fmla="*/ 9 h 33"/>
                <a:gd name="T44" fmla="*/ 7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7" y="10"/>
                  </a:moveTo>
                  <a:cubicBezTo>
                    <a:pt x="5" y="10"/>
                    <a:pt x="4" y="12"/>
                    <a:pt x="4" y="12"/>
                  </a:cubicBezTo>
                  <a:cubicBezTo>
                    <a:pt x="1" y="14"/>
                    <a:pt x="2" y="15"/>
                    <a:pt x="2" y="15"/>
                  </a:cubicBezTo>
                  <a:cubicBezTo>
                    <a:pt x="2" y="16"/>
                    <a:pt x="1" y="19"/>
                    <a:pt x="1" y="19"/>
                  </a:cubicBezTo>
                  <a:cubicBezTo>
                    <a:pt x="0" y="20"/>
                    <a:pt x="0" y="23"/>
                    <a:pt x="0" y="23"/>
                  </a:cubicBezTo>
                  <a:cubicBezTo>
                    <a:pt x="0" y="24"/>
                    <a:pt x="2" y="26"/>
                    <a:pt x="2" y="26"/>
                  </a:cubicBezTo>
                  <a:cubicBezTo>
                    <a:pt x="3" y="29"/>
                    <a:pt x="9" y="32"/>
                    <a:pt x="9" y="32"/>
                  </a:cubicBezTo>
                  <a:cubicBezTo>
                    <a:pt x="10" y="33"/>
                    <a:pt x="11" y="33"/>
                    <a:pt x="12" y="33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9" y="33"/>
                    <a:pt x="19" y="29"/>
                    <a:pt x="19" y="29"/>
                  </a:cubicBezTo>
                  <a:cubicBezTo>
                    <a:pt x="18" y="28"/>
                    <a:pt x="20" y="26"/>
                    <a:pt x="20" y="26"/>
                  </a:cubicBezTo>
                  <a:cubicBezTo>
                    <a:pt x="21" y="25"/>
                    <a:pt x="21" y="24"/>
                    <a:pt x="21" y="24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1" y="12"/>
                    <a:pt x="14" y="11"/>
                    <a:pt x="14" y="11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6" y="0"/>
                    <a:pt x="15" y="2"/>
                    <a:pt x="15" y="2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10"/>
                    <a:pt x="7" y="10"/>
                    <a:pt x="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64">
              <a:extLst>
                <a:ext uri="{FF2B5EF4-FFF2-40B4-BE49-F238E27FC236}">
                  <a16:creationId xmlns:a16="http://schemas.microsoft.com/office/drawing/2014/main" id="{C8E54980-2AFF-481A-9172-813B1144D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7633" y="5504823"/>
              <a:ext cx="7938" cy="20638"/>
            </a:xfrm>
            <a:custGeom>
              <a:avLst/>
              <a:gdLst>
                <a:gd name="T0" fmla="*/ 0 w 4"/>
                <a:gd name="T1" fmla="*/ 0 h 11"/>
                <a:gd name="T2" fmla="*/ 2 w 4"/>
                <a:gd name="T3" fmla="*/ 5 h 11"/>
                <a:gd name="T4" fmla="*/ 2 w 4"/>
                <a:gd name="T5" fmla="*/ 7 h 11"/>
                <a:gd name="T6" fmla="*/ 3 w 4"/>
                <a:gd name="T7" fmla="*/ 10 h 11"/>
                <a:gd name="T8" fmla="*/ 4 w 4"/>
                <a:gd name="T9" fmla="*/ 9 h 11"/>
                <a:gd name="T10" fmla="*/ 3 w 4"/>
                <a:gd name="T11" fmla="*/ 3 h 11"/>
                <a:gd name="T12" fmla="*/ 3 w 4"/>
                <a:gd name="T13" fmla="*/ 0 h 11"/>
                <a:gd name="T14" fmla="*/ 0 w 4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4" y="9"/>
                  </a:cubicBezTo>
                  <a:cubicBezTo>
                    <a:pt x="4" y="8"/>
                    <a:pt x="4" y="5"/>
                    <a:pt x="3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65">
              <a:extLst>
                <a:ext uri="{FF2B5EF4-FFF2-40B4-BE49-F238E27FC236}">
                  <a16:creationId xmlns:a16="http://schemas.microsoft.com/office/drawing/2014/main" id="{70EA85F6-4343-4B69-A812-A3891ADC6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4295" y="5517523"/>
              <a:ext cx="33338" cy="12700"/>
            </a:xfrm>
            <a:custGeom>
              <a:avLst/>
              <a:gdLst>
                <a:gd name="T0" fmla="*/ 0 w 18"/>
                <a:gd name="T1" fmla="*/ 7 h 7"/>
                <a:gd name="T2" fmla="*/ 5 w 18"/>
                <a:gd name="T3" fmla="*/ 6 h 7"/>
                <a:gd name="T4" fmla="*/ 17 w 18"/>
                <a:gd name="T5" fmla="*/ 3 h 7"/>
                <a:gd name="T6" fmla="*/ 18 w 18"/>
                <a:gd name="T7" fmla="*/ 2 h 7"/>
                <a:gd name="T8" fmla="*/ 18 w 18"/>
                <a:gd name="T9" fmla="*/ 2 h 7"/>
                <a:gd name="T10" fmla="*/ 17 w 18"/>
                <a:gd name="T11" fmla="*/ 0 h 7"/>
                <a:gd name="T12" fmla="*/ 0 w 18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7">
                  <a:moveTo>
                    <a:pt x="0" y="7"/>
                  </a:moveTo>
                  <a:cubicBezTo>
                    <a:pt x="1" y="7"/>
                    <a:pt x="3" y="6"/>
                    <a:pt x="5" y="6"/>
                  </a:cubicBezTo>
                  <a:cubicBezTo>
                    <a:pt x="9" y="6"/>
                    <a:pt x="15" y="5"/>
                    <a:pt x="17" y="3"/>
                  </a:cubicBezTo>
                  <a:cubicBezTo>
                    <a:pt x="18" y="3"/>
                    <a:pt x="18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1"/>
                    <a:pt x="17" y="0"/>
                  </a:cubicBezTo>
                  <a:cubicBezTo>
                    <a:pt x="12" y="4"/>
                    <a:pt x="3" y="5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66">
              <a:extLst>
                <a:ext uri="{FF2B5EF4-FFF2-40B4-BE49-F238E27FC236}">
                  <a16:creationId xmlns:a16="http://schemas.microsoft.com/office/drawing/2014/main" id="{DD769AD1-4A03-4B7F-9DE7-52A5BE103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9433" y="4149098"/>
              <a:ext cx="63500" cy="68263"/>
            </a:xfrm>
            <a:custGeom>
              <a:avLst/>
              <a:gdLst>
                <a:gd name="T0" fmla="*/ 12 w 34"/>
                <a:gd name="T1" fmla="*/ 36 h 37"/>
                <a:gd name="T2" fmla="*/ 24 w 34"/>
                <a:gd name="T3" fmla="*/ 35 h 37"/>
                <a:gd name="T4" fmla="*/ 32 w 34"/>
                <a:gd name="T5" fmla="*/ 23 h 37"/>
                <a:gd name="T6" fmla="*/ 32 w 34"/>
                <a:gd name="T7" fmla="*/ 9 h 37"/>
                <a:gd name="T8" fmla="*/ 22 w 34"/>
                <a:gd name="T9" fmla="*/ 2 h 37"/>
                <a:gd name="T10" fmla="*/ 10 w 34"/>
                <a:gd name="T11" fmla="*/ 3 h 37"/>
                <a:gd name="T12" fmla="*/ 2 w 34"/>
                <a:gd name="T13" fmla="*/ 15 h 37"/>
                <a:gd name="T14" fmla="*/ 3 w 34"/>
                <a:gd name="T15" fmla="*/ 29 h 37"/>
                <a:gd name="T16" fmla="*/ 12 w 34"/>
                <a:gd name="T17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12" y="36"/>
                  </a:moveTo>
                  <a:cubicBezTo>
                    <a:pt x="17" y="37"/>
                    <a:pt x="21" y="37"/>
                    <a:pt x="24" y="35"/>
                  </a:cubicBezTo>
                  <a:cubicBezTo>
                    <a:pt x="28" y="33"/>
                    <a:pt x="31" y="29"/>
                    <a:pt x="32" y="23"/>
                  </a:cubicBezTo>
                  <a:cubicBezTo>
                    <a:pt x="34" y="17"/>
                    <a:pt x="34" y="12"/>
                    <a:pt x="32" y="9"/>
                  </a:cubicBezTo>
                  <a:cubicBezTo>
                    <a:pt x="30" y="5"/>
                    <a:pt x="26" y="3"/>
                    <a:pt x="22" y="2"/>
                  </a:cubicBezTo>
                  <a:cubicBezTo>
                    <a:pt x="17" y="0"/>
                    <a:pt x="13" y="1"/>
                    <a:pt x="10" y="3"/>
                  </a:cubicBezTo>
                  <a:cubicBezTo>
                    <a:pt x="6" y="5"/>
                    <a:pt x="3" y="9"/>
                    <a:pt x="2" y="15"/>
                  </a:cubicBezTo>
                  <a:cubicBezTo>
                    <a:pt x="0" y="20"/>
                    <a:pt x="1" y="25"/>
                    <a:pt x="3" y="29"/>
                  </a:cubicBezTo>
                  <a:cubicBezTo>
                    <a:pt x="5" y="33"/>
                    <a:pt x="8" y="35"/>
                    <a:pt x="12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67">
              <a:extLst>
                <a:ext uri="{FF2B5EF4-FFF2-40B4-BE49-F238E27FC236}">
                  <a16:creationId xmlns:a16="http://schemas.microsoft.com/office/drawing/2014/main" id="{73BA7010-9DCC-4238-AEE8-C7FC41AEDF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2008" y="4030036"/>
              <a:ext cx="1677988" cy="1673225"/>
            </a:xfrm>
            <a:custGeom>
              <a:avLst/>
              <a:gdLst>
                <a:gd name="T0" fmla="*/ 812 w 905"/>
                <a:gd name="T1" fmla="*/ 404 h 905"/>
                <a:gd name="T2" fmla="*/ 774 w 905"/>
                <a:gd name="T3" fmla="*/ 279 h 905"/>
                <a:gd name="T4" fmla="*/ 779 w 905"/>
                <a:gd name="T5" fmla="*/ 210 h 905"/>
                <a:gd name="T6" fmla="*/ 721 w 905"/>
                <a:gd name="T7" fmla="*/ 187 h 905"/>
                <a:gd name="T8" fmla="*/ 685 w 905"/>
                <a:gd name="T9" fmla="*/ 149 h 905"/>
                <a:gd name="T10" fmla="*/ 617 w 905"/>
                <a:gd name="T11" fmla="*/ 113 h 905"/>
                <a:gd name="T12" fmla="*/ 564 w 905"/>
                <a:gd name="T13" fmla="*/ 108 h 905"/>
                <a:gd name="T14" fmla="*/ 460 w 905"/>
                <a:gd name="T15" fmla="*/ 45 h 905"/>
                <a:gd name="T16" fmla="*/ 375 w 905"/>
                <a:gd name="T17" fmla="*/ 52 h 905"/>
                <a:gd name="T18" fmla="*/ 348 w 905"/>
                <a:gd name="T19" fmla="*/ 78 h 905"/>
                <a:gd name="T20" fmla="*/ 362 w 905"/>
                <a:gd name="T21" fmla="*/ 92 h 905"/>
                <a:gd name="T22" fmla="*/ 312 w 905"/>
                <a:gd name="T23" fmla="*/ 104 h 905"/>
                <a:gd name="T24" fmla="*/ 250 w 905"/>
                <a:gd name="T25" fmla="*/ 96 h 905"/>
                <a:gd name="T26" fmla="*/ 175 w 905"/>
                <a:gd name="T27" fmla="*/ 151 h 905"/>
                <a:gd name="T28" fmla="*/ 121 w 905"/>
                <a:gd name="T29" fmla="*/ 211 h 905"/>
                <a:gd name="T30" fmla="*/ 120 w 905"/>
                <a:gd name="T31" fmla="*/ 281 h 905"/>
                <a:gd name="T32" fmla="*/ 132 w 905"/>
                <a:gd name="T33" fmla="*/ 289 h 905"/>
                <a:gd name="T34" fmla="*/ 95 w 905"/>
                <a:gd name="T35" fmla="*/ 410 h 905"/>
                <a:gd name="T36" fmla="*/ 41 w 905"/>
                <a:gd name="T37" fmla="*/ 453 h 905"/>
                <a:gd name="T38" fmla="*/ 51 w 905"/>
                <a:gd name="T39" fmla="*/ 518 h 905"/>
                <a:gd name="T40" fmla="*/ 101 w 905"/>
                <a:gd name="T41" fmla="*/ 526 h 905"/>
                <a:gd name="T42" fmla="*/ 238 w 905"/>
                <a:gd name="T43" fmla="*/ 764 h 905"/>
                <a:gd name="T44" fmla="*/ 218 w 905"/>
                <a:gd name="T45" fmla="*/ 741 h 905"/>
                <a:gd name="T46" fmla="*/ 196 w 905"/>
                <a:gd name="T47" fmla="*/ 742 h 905"/>
                <a:gd name="T48" fmla="*/ 289 w 905"/>
                <a:gd name="T49" fmla="*/ 829 h 905"/>
                <a:gd name="T50" fmla="*/ 284 w 905"/>
                <a:gd name="T51" fmla="*/ 801 h 905"/>
                <a:gd name="T52" fmla="*/ 309 w 905"/>
                <a:gd name="T53" fmla="*/ 811 h 905"/>
                <a:gd name="T54" fmla="*/ 317 w 905"/>
                <a:gd name="T55" fmla="*/ 787 h 905"/>
                <a:gd name="T56" fmla="*/ 310 w 905"/>
                <a:gd name="T57" fmla="*/ 842 h 905"/>
                <a:gd name="T58" fmla="*/ 352 w 905"/>
                <a:gd name="T59" fmla="*/ 858 h 905"/>
                <a:gd name="T60" fmla="*/ 420 w 905"/>
                <a:gd name="T61" fmla="*/ 807 h 905"/>
                <a:gd name="T62" fmla="*/ 413 w 905"/>
                <a:gd name="T63" fmla="*/ 875 h 905"/>
                <a:gd name="T64" fmla="*/ 399 w 905"/>
                <a:gd name="T65" fmla="*/ 866 h 905"/>
                <a:gd name="T66" fmla="*/ 430 w 905"/>
                <a:gd name="T67" fmla="*/ 858 h 905"/>
                <a:gd name="T68" fmla="*/ 479 w 905"/>
                <a:gd name="T69" fmla="*/ 856 h 905"/>
                <a:gd name="T70" fmla="*/ 477 w 905"/>
                <a:gd name="T71" fmla="*/ 831 h 905"/>
                <a:gd name="T72" fmla="*/ 529 w 905"/>
                <a:gd name="T73" fmla="*/ 866 h 905"/>
                <a:gd name="T74" fmla="*/ 486 w 905"/>
                <a:gd name="T75" fmla="*/ 850 h 905"/>
                <a:gd name="T76" fmla="*/ 516 w 905"/>
                <a:gd name="T77" fmla="*/ 820 h 905"/>
                <a:gd name="T78" fmla="*/ 599 w 905"/>
                <a:gd name="T79" fmla="*/ 840 h 905"/>
                <a:gd name="T80" fmla="*/ 588 w 905"/>
                <a:gd name="T81" fmla="*/ 834 h 905"/>
                <a:gd name="T82" fmla="*/ 584 w 905"/>
                <a:gd name="T83" fmla="*/ 805 h 905"/>
                <a:gd name="T84" fmla="*/ 599 w 905"/>
                <a:gd name="T85" fmla="*/ 796 h 905"/>
                <a:gd name="T86" fmla="*/ 616 w 905"/>
                <a:gd name="T87" fmla="*/ 825 h 905"/>
                <a:gd name="T88" fmla="*/ 655 w 905"/>
                <a:gd name="T89" fmla="*/ 793 h 905"/>
                <a:gd name="T90" fmla="*/ 654 w 905"/>
                <a:gd name="T91" fmla="*/ 760 h 905"/>
                <a:gd name="T92" fmla="*/ 663 w 905"/>
                <a:gd name="T93" fmla="*/ 752 h 905"/>
                <a:gd name="T94" fmla="*/ 668 w 905"/>
                <a:gd name="T95" fmla="*/ 737 h 905"/>
                <a:gd name="T96" fmla="*/ 676 w 905"/>
                <a:gd name="T97" fmla="*/ 737 h 905"/>
                <a:gd name="T98" fmla="*/ 677 w 905"/>
                <a:gd name="T99" fmla="*/ 721 h 905"/>
                <a:gd name="T100" fmla="*/ 691 w 905"/>
                <a:gd name="T101" fmla="*/ 738 h 905"/>
                <a:gd name="T102" fmla="*/ 665 w 905"/>
                <a:gd name="T103" fmla="*/ 771 h 905"/>
                <a:gd name="T104" fmla="*/ 688 w 905"/>
                <a:gd name="T105" fmla="*/ 807 h 905"/>
                <a:gd name="T106" fmla="*/ 679 w 905"/>
                <a:gd name="T107" fmla="*/ 769 h 905"/>
                <a:gd name="T108" fmla="*/ 705 w 905"/>
                <a:gd name="T109" fmla="*/ 766 h 905"/>
                <a:gd name="T110" fmla="*/ 778 w 905"/>
                <a:gd name="T111" fmla="*/ 296 h 905"/>
                <a:gd name="T112" fmla="*/ 810 w 905"/>
                <a:gd name="T113" fmla="*/ 386 h 905"/>
                <a:gd name="T114" fmla="*/ 843 w 905"/>
                <a:gd name="T115" fmla="*/ 516 h 905"/>
                <a:gd name="T116" fmla="*/ 807 w 905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5" h="905">
                  <a:moveTo>
                    <a:pt x="453" y="0"/>
                  </a:moveTo>
                  <a:cubicBezTo>
                    <a:pt x="203" y="0"/>
                    <a:pt x="0" y="203"/>
                    <a:pt x="0" y="453"/>
                  </a:cubicBezTo>
                  <a:cubicBezTo>
                    <a:pt x="0" y="702"/>
                    <a:pt x="203" y="905"/>
                    <a:pt x="453" y="905"/>
                  </a:cubicBezTo>
                  <a:cubicBezTo>
                    <a:pt x="703" y="905"/>
                    <a:pt x="905" y="702"/>
                    <a:pt x="905" y="453"/>
                  </a:cubicBezTo>
                  <a:cubicBezTo>
                    <a:pt x="905" y="203"/>
                    <a:pt x="703" y="0"/>
                    <a:pt x="453" y="0"/>
                  </a:cubicBezTo>
                  <a:close/>
                  <a:moveTo>
                    <a:pt x="858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6" y="400"/>
                    <a:pt x="846" y="400"/>
                    <a:pt x="846" y="400"/>
                  </a:cubicBezTo>
                  <a:cubicBezTo>
                    <a:pt x="835" y="401"/>
                    <a:pt x="835" y="401"/>
                    <a:pt x="835" y="401"/>
                  </a:cubicBezTo>
                  <a:cubicBezTo>
                    <a:pt x="838" y="430"/>
                    <a:pt x="838" y="430"/>
                    <a:pt x="838" y="430"/>
                  </a:cubicBezTo>
                  <a:cubicBezTo>
                    <a:pt x="829" y="431"/>
                    <a:pt x="829" y="431"/>
                    <a:pt x="829" y="431"/>
                  </a:cubicBezTo>
                  <a:cubicBezTo>
                    <a:pt x="826" y="402"/>
                    <a:pt x="826" y="402"/>
                    <a:pt x="826" y="402"/>
                  </a:cubicBezTo>
                  <a:cubicBezTo>
                    <a:pt x="812" y="404"/>
                    <a:pt x="812" y="404"/>
                    <a:pt x="812" y="404"/>
                  </a:cubicBezTo>
                  <a:cubicBezTo>
                    <a:pt x="816" y="435"/>
                    <a:pt x="816" y="435"/>
                    <a:pt x="816" y="435"/>
                  </a:cubicBezTo>
                  <a:cubicBezTo>
                    <a:pt x="807" y="436"/>
                    <a:pt x="807" y="436"/>
                    <a:pt x="807" y="436"/>
                  </a:cubicBezTo>
                  <a:cubicBezTo>
                    <a:pt x="802" y="393"/>
                    <a:pt x="802" y="393"/>
                    <a:pt x="802" y="393"/>
                  </a:cubicBezTo>
                  <a:cubicBezTo>
                    <a:pt x="854" y="388"/>
                    <a:pt x="854" y="388"/>
                    <a:pt x="854" y="388"/>
                  </a:cubicBezTo>
                  <a:lnTo>
                    <a:pt x="858" y="430"/>
                  </a:lnTo>
                  <a:close/>
                  <a:moveTo>
                    <a:pt x="799" y="241"/>
                  </a:moveTo>
                  <a:cubicBezTo>
                    <a:pt x="802" y="246"/>
                    <a:pt x="804" y="250"/>
                    <a:pt x="804" y="253"/>
                  </a:cubicBezTo>
                  <a:cubicBezTo>
                    <a:pt x="805" y="256"/>
                    <a:pt x="805" y="258"/>
                    <a:pt x="804" y="261"/>
                  </a:cubicBezTo>
                  <a:cubicBezTo>
                    <a:pt x="803" y="264"/>
                    <a:pt x="801" y="266"/>
                    <a:pt x="798" y="267"/>
                  </a:cubicBezTo>
                  <a:cubicBezTo>
                    <a:pt x="795" y="269"/>
                    <a:pt x="791" y="270"/>
                    <a:pt x="788" y="269"/>
                  </a:cubicBezTo>
                  <a:cubicBezTo>
                    <a:pt x="784" y="268"/>
                    <a:pt x="781" y="266"/>
                    <a:pt x="778" y="262"/>
                  </a:cubicBezTo>
                  <a:cubicBezTo>
                    <a:pt x="778" y="265"/>
                    <a:pt x="778" y="267"/>
                    <a:pt x="778" y="269"/>
                  </a:cubicBezTo>
                  <a:cubicBezTo>
                    <a:pt x="777" y="272"/>
                    <a:pt x="776" y="275"/>
                    <a:pt x="774" y="279"/>
                  </a:cubicBezTo>
                  <a:cubicBezTo>
                    <a:pt x="769" y="291"/>
                    <a:pt x="769" y="291"/>
                    <a:pt x="769" y="291"/>
                  </a:cubicBezTo>
                  <a:cubicBezTo>
                    <a:pt x="762" y="279"/>
                    <a:pt x="762" y="279"/>
                    <a:pt x="762" y="279"/>
                  </a:cubicBezTo>
                  <a:cubicBezTo>
                    <a:pt x="767" y="266"/>
                    <a:pt x="767" y="266"/>
                    <a:pt x="767" y="266"/>
                  </a:cubicBezTo>
                  <a:cubicBezTo>
                    <a:pt x="769" y="261"/>
                    <a:pt x="770" y="258"/>
                    <a:pt x="770" y="257"/>
                  </a:cubicBezTo>
                  <a:cubicBezTo>
                    <a:pt x="771" y="255"/>
                    <a:pt x="771" y="254"/>
                    <a:pt x="770" y="253"/>
                  </a:cubicBezTo>
                  <a:cubicBezTo>
                    <a:pt x="770" y="252"/>
                    <a:pt x="769" y="250"/>
                    <a:pt x="768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8" y="257"/>
                    <a:pt x="748" y="257"/>
                    <a:pt x="748" y="257"/>
                  </a:cubicBezTo>
                  <a:cubicBezTo>
                    <a:pt x="742" y="247"/>
                    <a:pt x="742" y="247"/>
                    <a:pt x="742" y="247"/>
                  </a:cubicBezTo>
                  <a:cubicBezTo>
                    <a:pt x="786" y="220"/>
                    <a:pt x="786" y="220"/>
                    <a:pt x="786" y="220"/>
                  </a:cubicBezTo>
                  <a:lnTo>
                    <a:pt x="799" y="241"/>
                  </a:lnTo>
                  <a:close/>
                  <a:moveTo>
                    <a:pt x="750" y="176"/>
                  </a:moveTo>
                  <a:cubicBezTo>
                    <a:pt x="779" y="210"/>
                    <a:pt x="779" y="210"/>
                    <a:pt x="779" y="210"/>
                  </a:cubicBezTo>
                  <a:cubicBezTo>
                    <a:pt x="772" y="216"/>
                    <a:pt x="772" y="216"/>
                    <a:pt x="772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1" y="221"/>
                    <a:pt x="721" y="221"/>
                    <a:pt x="721" y="221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4" y="181"/>
                    <a:pt x="744" y="181"/>
                    <a:pt x="744" y="181"/>
                  </a:cubicBezTo>
                  <a:lnTo>
                    <a:pt x="750" y="176"/>
                  </a:lnTo>
                  <a:close/>
                  <a:moveTo>
                    <a:pt x="742" y="167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4" y="153"/>
                    <a:pt x="714" y="153"/>
                    <a:pt x="714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7" y="181"/>
                    <a:pt x="727" y="181"/>
                    <a:pt x="727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1" y="178"/>
                    <a:pt x="691" y="178"/>
                    <a:pt x="691" y="178"/>
                  </a:cubicBezTo>
                  <a:cubicBezTo>
                    <a:pt x="714" y="200"/>
                    <a:pt x="714" y="200"/>
                    <a:pt x="714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7" y="177"/>
                    <a:pt x="677" y="177"/>
                    <a:pt x="677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7"/>
                  </a:lnTo>
                  <a:close/>
                  <a:moveTo>
                    <a:pt x="665" y="105"/>
                  </a:moveTo>
                  <a:cubicBezTo>
                    <a:pt x="680" y="116"/>
                    <a:pt x="680" y="116"/>
                    <a:pt x="680" y="116"/>
                  </a:cubicBezTo>
                  <a:cubicBezTo>
                    <a:pt x="686" y="120"/>
                    <a:pt x="689" y="122"/>
                    <a:pt x="691" y="124"/>
                  </a:cubicBezTo>
                  <a:cubicBezTo>
                    <a:pt x="693" y="127"/>
                    <a:pt x="694" y="130"/>
                    <a:pt x="695" y="133"/>
                  </a:cubicBezTo>
                  <a:cubicBezTo>
                    <a:pt x="695" y="136"/>
                    <a:pt x="694" y="140"/>
                    <a:pt x="692" y="143"/>
                  </a:cubicBezTo>
                  <a:cubicBezTo>
                    <a:pt x="690" y="146"/>
                    <a:pt x="688" y="148"/>
                    <a:pt x="685" y="149"/>
                  </a:cubicBezTo>
                  <a:cubicBezTo>
                    <a:pt x="683" y="150"/>
                    <a:pt x="681" y="150"/>
                    <a:pt x="679" y="150"/>
                  </a:cubicBezTo>
                  <a:cubicBezTo>
                    <a:pt x="676" y="150"/>
                    <a:pt x="674" y="149"/>
                    <a:pt x="672" y="149"/>
                  </a:cubicBezTo>
                  <a:cubicBezTo>
                    <a:pt x="670" y="148"/>
                    <a:pt x="666" y="145"/>
                    <a:pt x="662" y="143"/>
                  </a:cubicBezTo>
                  <a:cubicBezTo>
                    <a:pt x="656" y="138"/>
                    <a:pt x="656" y="138"/>
                    <a:pt x="656" y="138"/>
                  </a:cubicBezTo>
                  <a:cubicBezTo>
                    <a:pt x="645" y="154"/>
                    <a:pt x="645" y="154"/>
                    <a:pt x="645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5" y="105"/>
                  </a:lnTo>
                  <a:close/>
                  <a:moveTo>
                    <a:pt x="632" y="87"/>
                  </a:moveTo>
                  <a:cubicBezTo>
                    <a:pt x="629" y="95"/>
                    <a:pt x="629" y="95"/>
                    <a:pt x="629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7" y="113"/>
                    <a:pt x="617" y="113"/>
                    <a:pt x="617" y="113"/>
                  </a:cubicBezTo>
                  <a:cubicBezTo>
                    <a:pt x="595" y="103"/>
                    <a:pt x="595" y="103"/>
                    <a:pt x="595" y="103"/>
                  </a:cubicBezTo>
                  <a:cubicBezTo>
                    <a:pt x="586" y="123"/>
                    <a:pt x="586" y="123"/>
                    <a:pt x="586" y="123"/>
                  </a:cubicBezTo>
                  <a:cubicBezTo>
                    <a:pt x="576" y="119"/>
                    <a:pt x="576" y="119"/>
                    <a:pt x="576" y="119"/>
                  </a:cubicBezTo>
                  <a:cubicBezTo>
                    <a:pt x="596" y="71"/>
                    <a:pt x="596" y="71"/>
                    <a:pt x="596" y="71"/>
                  </a:cubicBezTo>
                  <a:lnTo>
                    <a:pt x="632" y="87"/>
                  </a:lnTo>
                  <a:close/>
                  <a:moveTo>
                    <a:pt x="523" y="77"/>
                  </a:moveTo>
                  <a:cubicBezTo>
                    <a:pt x="525" y="72"/>
                    <a:pt x="527" y="68"/>
                    <a:pt x="529" y="65"/>
                  </a:cubicBezTo>
                  <a:cubicBezTo>
                    <a:pt x="531" y="63"/>
                    <a:pt x="534" y="61"/>
                    <a:pt x="536" y="59"/>
                  </a:cubicBezTo>
                  <a:cubicBezTo>
                    <a:pt x="539" y="58"/>
                    <a:pt x="542" y="57"/>
                    <a:pt x="545" y="57"/>
                  </a:cubicBezTo>
                  <a:cubicBezTo>
                    <a:pt x="548" y="56"/>
                    <a:pt x="553" y="57"/>
                    <a:pt x="557" y="58"/>
                  </a:cubicBezTo>
                  <a:cubicBezTo>
                    <a:pt x="565" y="60"/>
                    <a:pt x="571" y="64"/>
                    <a:pt x="575" y="70"/>
                  </a:cubicBezTo>
                  <a:cubicBezTo>
                    <a:pt x="578" y="76"/>
                    <a:pt x="579" y="83"/>
                    <a:pt x="577" y="91"/>
                  </a:cubicBezTo>
                  <a:cubicBezTo>
                    <a:pt x="575" y="99"/>
                    <a:pt x="570" y="105"/>
                    <a:pt x="564" y="108"/>
                  </a:cubicBezTo>
                  <a:cubicBezTo>
                    <a:pt x="558" y="111"/>
                    <a:pt x="551" y="112"/>
                    <a:pt x="543" y="110"/>
                  </a:cubicBezTo>
                  <a:cubicBezTo>
                    <a:pt x="535" y="108"/>
                    <a:pt x="529" y="104"/>
                    <a:pt x="526" y="98"/>
                  </a:cubicBezTo>
                  <a:cubicBezTo>
                    <a:pt x="522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3" y="66"/>
                    <a:pt x="473" y="66"/>
                    <a:pt x="473" y="66"/>
                  </a:cubicBezTo>
                  <a:cubicBezTo>
                    <a:pt x="487" y="46"/>
                    <a:pt x="487" y="46"/>
                    <a:pt x="487" y="46"/>
                  </a:cubicBezTo>
                  <a:cubicBezTo>
                    <a:pt x="500" y="47"/>
                    <a:pt x="500" y="47"/>
                    <a:pt x="500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6" y="97"/>
                    <a:pt x="476" y="97"/>
                    <a:pt x="476" y="97"/>
                  </a:cubicBezTo>
                  <a:cubicBezTo>
                    <a:pt x="465" y="97"/>
                    <a:pt x="465" y="97"/>
                    <a:pt x="465" y="97"/>
                  </a:cubicBezTo>
                  <a:cubicBezTo>
                    <a:pt x="466" y="75"/>
                    <a:pt x="466" y="75"/>
                    <a:pt x="466" y="75"/>
                  </a:cubicBezTo>
                  <a:cubicBezTo>
                    <a:pt x="447" y="44"/>
                    <a:pt x="447" y="44"/>
                    <a:pt x="447" y="44"/>
                  </a:cubicBezTo>
                  <a:lnTo>
                    <a:pt x="460" y="45"/>
                  </a:lnTo>
                  <a:close/>
                  <a:moveTo>
                    <a:pt x="441" y="44"/>
                  </a:moveTo>
                  <a:cubicBezTo>
                    <a:pt x="442" y="53"/>
                    <a:pt x="442" y="53"/>
                    <a:pt x="442" y="53"/>
                  </a:cubicBezTo>
                  <a:cubicBezTo>
                    <a:pt x="425" y="54"/>
                    <a:pt x="425" y="54"/>
                    <a:pt x="425" y="54"/>
                  </a:cubicBezTo>
                  <a:cubicBezTo>
                    <a:pt x="428" y="97"/>
                    <a:pt x="428" y="97"/>
                    <a:pt x="428" y="97"/>
                  </a:cubicBezTo>
                  <a:cubicBezTo>
                    <a:pt x="417" y="98"/>
                    <a:pt x="417" y="98"/>
                    <a:pt x="417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7" y="56"/>
                    <a:pt x="397" y="56"/>
                    <a:pt x="397" y="56"/>
                  </a:cubicBezTo>
                  <a:cubicBezTo>
                    <a:pt x="396" y="48"/>
                    <a:pt x="396" y="48"/>
                    <a:pt x="396" y="48"/>
                  </a:cubicBezTo>
                  <a:lnTo>
                    <a:pt x="441" y="44"/>
                  </a:lnTo>
                  <a:close/>
                  <a:moveTo>
                    <a:pt x="386" y="50"/>
                  </a:moveTo>
                  <a:cubicBezTo>
                    <a:pt x="395" y="101"/>
                    <a:pt x="395" y="101"/>
                    <a:pt x="395" y="101"/>
                  </a:cubicBezTo>
                  <a:cubicBezTo>
                    <a:pt x="384" y="103"/>
                    <a:pt x="384" y="103"/>
                    <a:pt x="384" y="103"/>
                  </a:cubicBezTo>
                  <a:cubicBezTo>
                    <a:pt x="375" y="52"/>
                    <a:pt x="375" y="52"/>
                    <a:pt x="375" y="52"/>
                  </a:cubicBezTo>
                  <a:lnTo>
                    <a:pt x="386" y="50"/>
                  </a:lnTo>
                  <a:close/>
                  <a:moveTo>
                    <a:pt x="324" y="70"/>
                  </a:moveTo>
                  <a:cubicBezTo>
                    <a:pt x="325" y="68"/>
                    <a:pt x="327" y="65"/>
                    <a:pt x="330" y="63"/>
                  </a:cubicBezTo>
                  <a:cubicBezTo>
                    <a:pt x="333" y="61"/>
                    <a:pt x="336" y="60"/>
                    <a:pt x="340" y="59"/>
                  </a:cubicBezTo>
                  <a:cubicBezTo>
                    <a:pt x="347" y="57"/>
                    <a:pt x="353" y="57"/>
                    <a:pt x="357" y="59"/>
                  </a:cubicBezTo>
                  <a:cubicBezTo>
                    <a:pt x="361" y="60"/>
                    <a:pt x="364" y="63"/>
                    <a:pt x="365" y="68"/>
                  </a:cubicBezTo>
                  <a:cubicBezTo>
                    <a:pt x="354" y="71"/>
                    <a:pt x="354" y="71"/>
                    <a:pt x="354" y="71"/>
                  </a:cubicBezTo>
                  <a:cubicBezTo>
                    <a:pt x="353" y="69"/>
                    <a:pt x="352" y="67"/>
                    <a:pt x="350" y="67"/>
                  </a:cubicBezTo>
                  <a:cubicBezTo>
                    <a:pt x="348" y="66"/>
                    <a:pt x="345" y="66"/>
                    <a:pt x="342" y="67"/>
                  </a:cubicBezTo>
                  <a:cubicBezTo>
                    <a:pt x="339" y="68"/>
                    <a:pt x="337" y="69"/>
                    <a:pt x="335" y="71"/>
                  </a:cubicBezTo>
                  <a:cubicBezTo>
                    <a:pt x="334" y="72"/>
                    <a:pt x="334" y="73"/>
                    <a:pt x="334" y="74"/>
                  </a:cubicBezTo>
                  <a:cubicBezTo>
                    <a:pt x="335" y="76"/>
                    <a:pt x="336" y="76"/>
                    <a:pt x="337" y="77"/>
                  </a:cubicBezTo>
                  <a:cubicBezTo>
                    <a:pt x="339" y="78"/>
                    <a:pt x="342" y="78"/>
                    <a:pt x="348" y="78"/>
                  </a:cubicBezTo>
                  <a:cubicBezTo>
                    <a:pt x="354" y="77"/>
                    <a:pt x="358" y="77"/>
                    <a:pt x="361" y="78"/>
                  </a:cubicBezTo>
                  <a:cubicBezTo>
                    <a:pt x="364" y="79"/>
                    <a:pt x="366" y="80"/>
                    <a:pt x="368" y="81"/>
                  </a:cubicBezTo>
                  <a:cubicBezTo>
                    <a:pt x="370" y="83"/>
                    <a:pt x="372" y="86"/>
                    <a:pt x="373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1" y="101"/>
                    <a:pt x="369" y="103"/>
                    <a:pt x="366" y="105"/>
                  </a:cubicBezTo>
                  <a:cubicBezTo>
                    <a:pt x="364" y="107"/>
                    <a:pt x="360" y="109"/>
                    <a:pt x="355" y="110"/>
                  </a:cubicBezTo>
                  <a:cubicBezTo>
                    <a:pt x="348" y="112"/>
                    <a:pt x="342" y="112"/>
                    <a:pt x="338" y="110"/>
                  </a:cubicBezTo>
                  <a:cubicBezTo>
                    <a:pt x="333" y="108"/>
                    <a:pt x="330" y="105"/>
                    <a:pt x="328" y="100"/>
                  </a:cubicBezTo>
                  <a:cubicBezTo>
                    <a:pt x="338" y="96"/>
                    <a:pt x="338" y="96"/>
                    <a:pt x="338" y="96"/>
                  </a:cubicBezTo>
                  <a:cubicBezTo>
                    <a:pt x="340" y="99"/>
                    <a:pt x="342" y="101"/>
                    <a:pt x="344" y="102"/>
                  </a:cubicBezTo>
                  <a:cubicBezTo>
                    <a:pt x="346" y="103"/>
                    <a:pt x="349" y="103"/>
                    <a:pt x="353" y="102"/>
                  </a:cubicBezTo>
                  <a:cubicBezTo>
                    <a:pt x="356" y="101"/>
                    <a:pt x="359" y="99"/>
                    <a:pt x="360" y="97"/>
                  </a:cubicBezTo>
                  <a:cubicBezTo>
                    <a:pt x="362" y="96"/>
                    <a:pt x="362" y="94"/>
                    <a:pt x="362" y="92"/>
                  </a:cubicBezTo>
                  <a:cubicBezTo>
                    <a:pt x="361" y="91"/>
                    <a:pt x="361" y="90"/>
                    <a:pt x="360" y="89"/>
                  </a:cubicBezTo>
                  <a:cubicBezTo>
                    <a:pt x="359" y="89"/>
                    <a:pt x="357" y="88"/>
                    <a:pt x="355" y="88"/>
                  </a:cubicBezTo>
                  <a:cubicBezTo>
                    <a:pt x="354" y="88"/>
                    <a:pt x="351" y="88"/>
                    <a:pt x="346" y="88"/>
                  </a:cubicBezTo>
                  <a:cubicBezTo>
                    <a:pt x="339" y="89"/>
                    <a:pt x="335" y="88"/>
                    <a:pt x="332" y="87"/>
                  </a:cubicBezTo>
                  <a:cubicBezTo>
                    <a:pt x="328" y="85"/>
                    <a:pt x="325" y="82"/>
                    <a:pt x="324" y="78"/>
                  </a:cubicBezTo>
                  <a:cubicBezTo>
                    <a:pt x="323" y="76"/>
                    <a:pt x="323" y="73"/>
                    <a:pt x="324" y="70"/>
                  </a:cubicBezTo>
                  <a:close/>
                  <a:moveTo>
                    <a:pt x="286" y="79"/>
                  </a:moveTo>
                  <a:cubicBezTo>
                    <a:pt x="292" y="77"/>
                    <a:pt x="296" y="75"/>
                    <a:pt x="299" y="75"/>
                  </a:cubicBezTo>
                  <a:cubicBezTo>
                    <a:pt x="302" y="75"/>
                    <a:pt x="304" y="75"/>
                    <a:pt x="307" y="77"/>
                  </a:cubicBezTo>
                  <a:cubicBezTo>
                    <a:pt x="309" y="78"/>
                    <a:pt x="311" y="80"/>
                    <a:pt x="312" y="83"/>
                  </a:cubicBezTo>
                  <a:cubicBezTo>
                    <a:pt x="314" y="87"/>
                    <a:pt x="314" y="90"/>
                    <a:pt x="313" y="94"/>
                  </a:cubicBezTo>
                  <a:cubicBezTo>
                    <a:pt x="311" y="97"/>
                    <a:pt x="309" y="100"/>
                    <a:pt x="304" y="102"/>
                  </a:cubicBezTo>
                  <a:cubicBezTo>
                    <a:pt x="307" y="103"/>
                    <a:pt x="310" y="103"/>
                    <a:pt x="312" y="104"/>
                  </a:cubicBezTo>
                  <a:cubicBezTo>
                    <a:pt x="314" y="105"/>
                    <a:pt x="317" y="106"/>
                    <a:pt x="321" y="109"/>
                  </a:cubicBezTo>
                  <a:cubicBezTo>
                    <a:pt x="331" y="115"/>
                    <a:pt x="331" y="115"/>
                    <a:pt x="331" y="115"/>
                  </a:cubicBezTo>
                  <a:cubicBezTo>
                    <a:pt x="319" y="121"/>
                    <a:pt x="319" y="121"/>
                    <a:pt x="319" y="121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2" y="112"/>
                    <a:pt x="300" y="110"/>
                    <a:pt x="298" y="109"/>
                  </a:cubicBezTo>
                  <a:cubicBezTo>
                    <a:pt x="297" y="109"/>
                    <a:pt x="295" y="109"/>
                    <a:pt x="294" y="109"/>
                  </a:cubicBezTo>
                  <a:cubicBezTo>
                    <a:pt x="293" y="109"/>
                    <a:pt x="291" y="110"/>
                    <a:pt x="289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1"/>
                    <a:pt x="295" y="131"/>
                    <a:pt x="295" y="131"/>
                  </a:cubicBezTo>
                  <a:cubicBezTo>
                    <a:pt x="285" y="136"/>
                    <a:pt x="285" y="136"/>
                    <a:pt x="285" y="136"/>
                  </a:cubicBezTo>
                  <a:cubicBezTo>
                    <a:pt x="264" y="89"/>
                    <a:pt x="264" y="89"/>
                    <a:pt x="264" y="89"/>
                  </a:cubicBezTo>
                  <a:lnTo>
                    <a:pt x="286" y="79"/>
                  </a:lnTo>
                  <a:close/>
                  <a:moveTo>
                    <a:pt x="250" y="96"/>
                  </a:moveTo>
                  <a:cubicBezTo>
                    <a:pt x="255" y="104"/>
                    <a:pt x="255" y="104"/>
                    <a:pt x="255" y="104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5" y="130"/>
                    <a:pt x="235" y="130"/>
                    <a:pt x="235" y="130"/>
                  </a:cubicBezTo>
                  <a:cubicBezTo>
                    <a:pt x="259" y="115"/>
                    <a:pt x="259" y="115"/>
                    <a:pt x="259" y="115"/>
                  </a:cubicBezTo>
                  <a:cubicBezTo>
                    <a:pt x="264" y="122"/>
                    <a:pt x="264" y="122"/>
                    <a:pt x="264" y="122"/>
                  </a:cubicBezTo>
                  <a:cubicBezTo>
                    <a:pt x="240" y="137"/>
                    <a:pt x="240" y="137"/>
                    <a:pt x="240" y="137"/>
                  </a:cubicBezTo>
                  <a:cubicBezTo>
                    <a:pt x="247" y="149"/>
                    <a:pt x="247" y="149"/>
                    <a:pt x="247" y="149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78" y="139"/>
                    <a:pt x="278" y="139"/>
                    <a:pt x="278" y="139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50" y="96"/>
                  </a:lnTo>
                  <a:close/>
                  <a:moveTo>
                    <a:pt x="175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23" y="177"/>
                    <a:pt x="223" y="177"/>
                    <a:pt x="223" y="177"/>
                  </a:cubicBezTo>
                  <a:cubicBezTo>
                    <a:pt x="214" y="185"/>
                    <a:pt x="214" y="185"/>
                    <a:pt x="214" y="185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5" y="151"/>
                  </a:lnTo>
                  <a:close/>
                  <a:moveTo>
                    <a:pt x="160" y="165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09"/>
                    <a:pt x="189" y="209"/>
                    <a:pt x="189" y="209"/>
                  </a:cubicBezTo>
                  <a:cubicBezTo>
                    <a:pt x="152" y="174"/>
                    <a:pt x="152" y="174"/>
                    <a:pt x="152" y="174"/>
                  </a:cubicBezTo>
                  <a:lnTo>
                    <a:pt x="160" y="165"/>
                  </a:lnTo>
                  <a:close/>
                  <a:moveTo>
                    <a:pt x="121" y="211"/>
                  </a:moveTo>
                  <a:cubicBezTo>
                    <a:pt x="163" y="214"/>
                    <a:pt x="163" y="214"/>
                    <a:pt x="163" y="214"/>
                  </a:cubicBezTo>
                  <a:cubicBezTo>
                    <a:pt x="135" y="193"/>
                    <a:pt x="135" y="193"/>
                    <a:pt x="135" y="193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2"/>
                    <a:pt x="134" y="222"/>
                    <a:pt x="134" y="222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55" y="252"/>
                    <a:pt x="155" y="252"/>
                    <a:pt x="155" y="252"/>
                  </a:cubicBezTo>
                  <a:cubicBezTo>
                    <a:pt x="114" y="220"/>
                    <a:pt x="114" y="220"/>
                    <a:pt x="114" y="220"/>
                  </a:cubicBezTo>
                  <a:lnTo>
                    <a:pt x="121" y="211"/>
                  </a:lnTo>
                  <a:close/>
                  <a:moveTo>
                    <a:pt x="88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9" y="281"/>
                    <a:pt x="120" y="281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2" y="275"/>
                  </a:cubicBezTo>
                  <a:cubicBezTo>
                    <a:pt x="133" y="272"/>
                    <a:pt x="134" y="270"/>
                    <a:pt x="134" y="268"/>
                  </a:cubicBezTo>
                  <a:cubicBezTo>
                    <a:pt x="134" y="266"/>
                    <a:pt x="133" y="264"/>
                    <a:pt x="131" y="263"/>
                  </a:cubicBezTo>
                  <a:cubicBezTo>
                    <a:pt x="130" y="262"/>
                    <a:pt x="127" y="260"/>
                    <a:pt x="124" y="258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34" y="251"/>
                    <a:pt x="137" y="253"/>
                    <a:pt x="139" y="255"/>
                  </a:cubicBezTo>
                  <a:cubicBezTo>
                    <a:pt x="141" y="257"/>
                    <a:pt x="142" y="259"/>
                    <a:pt x="143" y="261"/>
                  </a:cubicBezTo>
                  <a:cubicBezTo>
                    <a:pt x="144" y="263"/>
                    <a:pt x="144" y="266"/>
                    <a:pt x="144" y="269"/>
                  </a:cubicBezTo>
                  <a:cubicBezTo>
                    <a:pt x="143" y="272"/>
                    <a:pt x="142" y="275"/>
                    <a:pt x="140" y="279"/>
                  </a:cubicBezTo>
                  <a:cubicBezTo>
                    <a:pt x="137" y="284"/>
                    <a:pt x="134" y="287"/>
                    <a:pt x="132" y="289"/>
                  </a:cubicBezTo>
                  <a:cubicBezTo>
                    <a:pt x="130" y="291"/>
                    <a:pt x="127" y="292"/>
                    <a:pt x="125" y="293"/>
                  </a:cubicBezTo>
                  <a:cubicBezTo>
                    <a:pt x="123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8" y="264"/>
                  </a:lnTo>
                  <a:close/>
                  <a:moveTo>
                    <a:pt x="45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8" y="379"/>
                    <a:pt x="48" y="379"/>
                    <a:pt x="48" y="379"/>
                  </a:cubicBezTo>
                  <a:cubicBezTo>
                    <a:pt x="50" y="368"/>
                    <a:pt x="50" y="368"/>
                    <a:pt x="50" y="368"/>
                  </a:cubicBezTo>
                  <a:cubicBezTo>
                    <a:pt x="101" y="376"/>
                    <a:pt x="101" y="376"/>
                    <a:pt x="101" y="376"/>
                  </a:cubicBezTo>
                  <a:cubicBezTo>
                    <a:pt x="99" y="387"/>
                    <a:pt x="99" y="387"/>
                    <a:pt x="99" y="387"/>
                  </a:cubicBezTo>
                  <a:cubicBezTo>
                    <a:pt x="62" y="405"/>
                    <a:pt x="62" y="405"/>
                    <a:pt x="62" y="405"/>
                  </a:cubicBezTo>
                  <a:cubicBezTo>
                    <a:pt x="95" y="410"/>
                    <a:pt x="95" y="410"/>
                    <a:pt x="95" y="410"/>
                  </a:cubicBezTo>
                  <a:cubicBezTo>
                    <a:pt x="94" y="421"/>
                    <a:pt x="94" y="421"/>
                    <a:pt x="94" y="421"/>
                  </a:cubicBezTo>
                  <a:cubicBezTo>
                    <a:pt x="43" y="413"/>
                    <a:pt x="43" y="413"/>
                    <a:pt x="43" y="413"/>
                  </a:cubicBezTo>
                  <a:lnTo>
                    <a:pt x="45" y="402"/>
                  </a:lnTo>
                  <a:close/>
                  <a:moveTo>
                    <a:pt x="42" y="427"/>
                  </a:moveTo>
                  <a:cubicBezTo>
                    <a:pt x="94" y="430"/>
                    <a:pt x="94" y="430"/>
                    <a:pt x="94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2" y="439"/>
                    <a:pt x="42" y="439"/>
                    <a:pt x="42" y="439"/>
                  </a:cubicBezTo>
                  <a:lnTo>
                    <a:pt x="42" y="427"/>
                  </a:lnTo>
                  <a:close/>
                  <a:moveTo>
                    <a:pt x="43" y="487"/>
                  </a:moveTo>
                  <a:cubicBezTo>
                    <a:pt x="63" y="486"/>
                    <a:pt x="63" y="486"/>
                    <a:pt x="63" y="486"/>
                  </a:cubicBezTo>
                  <a:cubicBezTo>
                    <a:pt x="62" y="464"/>
                    <a:pt x="62" y="464"/>
                    <a:pt x="62" y="464"/>
                  </a:cubicBezTo>
                  <a:cubicBezTo>
                    <a:pt x="42" y="465"/>
                    <a:pt x="42" y="465"/>
                    <a:pt x="42" y="465"/>
                  </a:cubicBezTo>
                  <a:cubicBezTo>
                    <a:pt x="41" y="453"/>
                    <a:pt x="41" y="453"/>
                    <a:pt x="41" y="453"/>
                  </a:cubicBezTo>
                  <a:cubicBezTo>
                    <a:pt x="92" y="450"/>
                    <a:pt x="92" y="450"/>
                    <a:pt x="92" y="450"/>
                  </a:cubicBezTo>
                  <a:cubicBezTo>
                    <a:pt x="93" y="462"/>
                    <a:pt x="93" y="462"/>
                    <a:pt x="93" y="462"/>
                  </a:cubicBezTo>
                  <a:cubicBezTo>
                    <a:pt x="71" y="463"/>
                    <a:pt x="71" y="463"/>
                    <a:pt x="71" y="463"/>
                  </a:cubicBezTo>
                  <a:cubicBezTo>
                    <a:pt x="72" y="486"/>
                    <a:pt x="72" y="486"/>
                    <a:pt x="72" y="486"/>
                  </a:cubicBezTo>
                  <a:cubicBezTo>
                    <a:pt x="94" y="484"/>
                    <a:pt x="94" y="484"/>
                    <a:pt x="94" y="484"/>
                  </a:cubicBezTo>
                  <a:cubicBezTo>
                    <a:pt x="95" y="496"/>
                    <a:pt x="95" y="496"/>
                    <a:pt x="95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3" y="487"/>
                  </a:lnTo>
                  <a:close/>
                  <a:moveTo>
                    <a:pt x="98" y="546"/>
                  </a:moveTo>
                  <a:cubicBezTo>
                    <a:pt x="95" y="551"/>
                    <a:pt x="89" y="555"/>
                    <a:pt x="81" y="557"/>
                  </a:cubicBezTo>
                  <a:cubicBezTo>
                    <a:pt x="73" y="559"/>
                    <a:pt x="66" y="558"/>
                    <a:pt x="60" y="554"/>
                  </a:cubicBezTo>
                  <a:cubicBezTo>
                    <a:pt x="54" y="550"/>
                    <a:pt x="51" y="544"/>
                    <a:pt x="49" y="536"/>
                  </a:cubicBezTo>
                  <a:cubicBezTo>
                    <a:pt x="48" y="529"/>
                    <a:pt x="48" y="523"/>
                    <a:pt x="51" y="518"/>
                  </a:cubicBezTo>
                  <a:cubicBezTo>
                    <a:pt x="53" y="515"/>
                    <a:pt x="55" y="513"/>
                    <a:pt x="59" y="511"/>
                  </a:cubicBezTo>
                  <a:cubicBezTo>
                    <a:pt x="64" y="521"/>
                    <a:pt x="64" y="521"/>
                    <a:pt x="64" y="521"/>
                  </a:cubicBezTo>
                  <a:cubicBezTo>
                    <a:pt x="61" y="523"/>
                    <a:pt x="60" y="524"/>
                    <a:pt x="58" y="527"/>
                  </a:cubicBezTo>
                  <a:cubicBezTo>
                    <a:pt x="57" y="529"/>
                    <a:pt x="57" y="532"/>
                    <a:pt x="58" y="535"/>
                  </a:cubicBezTo>
                  <a:cubicBezTo>
                    <a:pt x="59" y="539"/>
                    <a:pt x="61" y="542"/>
                    <a:pt x="64" y="544"/>
                  </a:cubicBezTo>
                  <a:cubicBezTo>
                    <a:pt x="67" y="546"/>
                    <a:pt x="72" y="547"/>
                    <a:pt x="78" y="545"/>
                  </a:cubicBezTo>
                  <a:cubicBezTo>
                    <a:pt x="84" y="544"/>
                    <a:pt x="89" y="542"/>
                    <a:pt x="91" y="539"/>
                  </a:cubicBezTo>
                  <a:cubicBezTo>
                    <a:pt x="93" y="536"/>
                    <a:pt x="94" y="532"/>
                    <a:pt x="93" y="528"/>
                  </a:cubicBezTo>
                  <a:cubicBezTo>
                    <a:pt x="92" y="525"/>
                    <a:pt x="91" y="522"/>
                    <a:pt x="89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6" y="507"/>
                    <a:pt x="91" y="509"/>
                    <a:pt x="94" y="512"/>
                  </a:cubicBezTo>
                  <a:cubicBezTo>
                    <a:pt x="98" y="515"/>
                    <a:pt x="100" y="520"/>
                    <a:pt x="101" y="526"/>
                  </a:cubicBezTo>
                  <a:cubicBezTo>
                    <a:pt x="103" y="533"/>
                    <a:pt x="102" y="540"/>
                    <a:pt x="98" y="546"/>
                  </a:cubicBezTo>
                  <a:close/>
                  <a:moveTo>
                    <a:pt x="115" y="330"/>
                  </a:moveTo>
                  <a:cubicBezTo>
                    <a:pt x="102" y="331"/>
                    <a:pt x="102" y="331"/>
                    <a:pt x="102" y="331"/>
                  </a:cubicBezTo>
                  <a:cubicBezTo>
                    <a:pt x="95" y="353"/>
                    <a:pt x="95" y="353"/>
                    <a:pt x="95" y="353"/>
                  </a:cubicBezTo>
                  <a:cubicBezTo>
                    <a:pt x="105" y="361"/>
                    <a:pt x="105" y="361"/>
                    <a:pt x="105" y="361"/>
                  </a:cubicBezTo>
                  <a:cubicBezTo>
                    <a:pt x="101" y="373"/>
                    <a:pt x="101" y="373"/>
                    <a:pt x="101" y="373"/>
                  </a:cubicBezTo>
                  <a:cubicBezTo>
                    <a:pt x="59" y="336"/>
                    <a:pt x="59" y="336"/>
                    <a:pt x="59" y="336"/>
                  </a:cubicBezTo>
                  <a:cubicBezTo>
                    <a:pt x="62" y="324"/>
                    <a:pt x="62" y="324"/>
                    <a:pt x="62" y="324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5" y="330"/>
                  </a:lnTo>
                  <a:close/>
                  <a:moveTo>
                    <a:pt x="252" y="762"/>
                  </a:moveTo>
                  <a:cubicBezTo>
                    <a:pt x="252" y="763"/>
                    <a:pt x="251" y="764"/>
                    <a:pt x="250" y="764"/>
                  </a:cubicBezTo>
                  <a:cubicBezTo>
                    <a:pt x="248" y="765"/>
                    <a:pt x="239" y="763"/>
                    <a:pt x="238" y="764"/>
                  </a:cubicBezTo>
                  <a:cubicBezTo>
                    <a:pt x="233" y="764"/>
                    <a:pt x="232" y="764"/>
                    <a:pt x="231" y="766"/>
                  </a:cubicBezTo>
                  <a:cubicBezTo>
                    <a:pt x="231" y="767"/>
                    <a:pt x="231" y="770"/>
                    <a:pt x="229" y="770"/>
                  </a:cubicBezTo>
                  <a:cubicBezTo>
                    <a:pt x="227" y="769"/>
                    <a:pt x="222" y="768"/>
                    <a:pt x="219" y="768"/>
                  </a:cubicBezTo>
                  <a:cubicBezTo>
                    <a:pt x="218" y="768"/>
                    <a:pt x="217" y="768"/>
                    <a:pt x="216" y="768"/>
                  </a:cubicBezTo>
                  <a:cubicBezTo>
                    <a:pt x="205" y="781"/>
                    <a:pt x="197" y="792"/>
                    <a:pt x="185" y="804"/>
                  </a:cubicBezTo>
                  <a:cubicBezTo>
                    <a:pt x="185" y="804"/>
                    <a:pt x="183" y="805"/>
                    <a:pt x="183" y="805"/>
                  </a:cubicBezTo>
                  <a:cubicBezTo>
                    <a:pt x="191" y="792"/>
                    <a:pt x="199" y="779"/>
                    <a:pt x="208" y="766"/>
                  </a:cubicBezTo>
                  <a:cubicBezTo>
                    <a:pt x="209" y="764"/>
                    <a:pt x="208" y="763"/>
                    <a:pt x="208" y="763"/>
                  </a:cubicBezTo>
                  <a:cubicBezTo>
                    <a:pt x="207" y="761"/>
                    <a:pt x="210" y="758"/>
                    <a:pt x="212" y="758"/>
                  </a:cubicBezTo>
                  <a:cubicBezTo>
                    <a:pt x="212" y="758"/>
                    <a:pt x="213" y="758"/>
                    <a:pt x="214" y="758"/>
                  </a:cubicBezTo>
                  <a:cubicBezTo>
                    <a:pt x="219" y="750"/>
                    <a:pt x="219" y="750"/>
                    <a:pt x="221" y="747"/>
                  </a:cubicBezTo>
                  <a:cubicBezTo>
                    <a:pt x="219" y="746"/>
                    <a:pt x="211" y="743"/>
                    <a:pt x="213" y="741"/>
                  </a:cubicBezTo>
                  <a:cubicBezTo>
                    <a:pt x="214" y="741"/>
                    <a:pt x="216" y="741"/>
                    <a:pt x="218" y="741"/>
                  </a:cubicBezTo>
                  <a:cubicBezTo>
                    <a:pt x="220" y="742"/>
                    <a:pt x="222" y="742"/>
                    <a:pt x="223" y="743"/>
                  </a:cubicBezTo>
                  <a:cubicBezTo>
                    <a:pt x="227" y="739"/>
                    <a:pt x="229" y="736"/>
                    <a:pt x="231" y="731"/>
                  </a:cubicBezTo>
                  <a:cubicBezTo>
                    <a:pt x="231" y="730"/>
                    <a:pt x="234" y="726"/>
                    <a:pt x="233" y="726"/>
                  </a:cubicBezTo>
                  <a:cubicBezTo>
                    <a:pt x="233" y="724"/>
                    <a:pt x="233" y="724"/>
                    <a:pt x="233" y="723"/>
                  </a:cubicBezTo>
                  <a:cubicBezTo>
                    <a:pt x="237" y="725"/>
                    <a:pt x="239" y="727"/>
                    <a:pt x="239" y="731"/>
                  </a:cubicBezTo>
                  <a:cubicBezTo>
                    <a:pt x="239" y="731"/>
                    <a:pt x="239" y="734"/>
                    <a:pt x="239" y="735"/>
                  </a:cubicBezTo>
                  <a:cubicBezTo>
                    <a:pt x="236" y="738"/>
                    <a:pt x="234" y="742"/>
                    <a:pt x="231" y="745"/>
                  </a:cubicBezTo>
                  <a:cubicBezTo>
                    <a:pt x="232" y="746"/>
                    <a:pt x="233" y="746"/>
                    <a:pt x="234" y="746"/>
                  </a:cubicBezTo>
                  <a:cubicBezTo>
                    <a:pt x="237" y="748"/>
                    <a:pt x="239" y="748"/>
                    <a:pt x="242" y="750"/>
                  </a:cubicBezTo>
                  <a:cubicBezTo>
                    <a:pt x="243" y="749"/>
                    <a:pt x="244" y="750"/>
                    <a:pt x="244" y="749"/>
                  </a:cubicBezTo>
                  <a:cubicBezTo>
                    <a:pt x="252" y="753"/>
                    <a:pt x="253" y="761"/>
                    <a:pt x="252" y="762"/>
                  </a:cubicBezTo>
                  <a:close/>
                  <a:moveTo>
                    <a:pt x="189" y="735"/>
                  </a:moveTo>
                  <a:cubicBezTo>
                    <a:pt x="192" y="737"/>
                    <a:pt x="195" y="739"/>
                    <a:pt x="196" y="742"/>
                  </a:cubicBezTo>
                  <a:cubicBezTo>
                    <a:pt x="197" y="743"/>
                    <a:pt x="201" y="748"/>
                    <a:pt x="203" y="754"/>
                  </a:cubicBezTo>
                  <a:cubicBezTo>
                    <a:pt x="204" y="757"/>
                    <a:pt x="205" y="758"/>
                    <a:pt x="204" y="761"/>
                  </a:cubicBezTo>
                  <a:cubicBezTo>
                    <a:pt x="199" y="758"/>
                    <a:pt x="200" y="757"/>
                    <a:pt x="198" y="752"/>
                  </a:cubicBezTo>
                  <a:cubicBezTo>
                    <a:pt x="198" y="750"/>
                    <a:pt x="197" y="748"/>
                    <a:pt x="193" y="744"/>
                  </a:cubicBezTo>
                  <a:cubicBezTo>
                    <a:pt x="193" y="742"/>
                    <a:pt x="189" y="738"/>
                    <a:pt x="189" y="735"/>
                  </a:cubicBezTo>
                  <a:close/>
                  <a:moveTo>
                    <a:pt x="262" y="820"/>
                  </a:moveTo>
                  <a:cubicBezTo>
                    <a:pt x="262" y="818"/>
                    <a:pt x="260" y="817"/>
                    <a:pt x="260" y="815"/>
                  </a:cubicBezTo>
                  <a:cubicBezTo>
                    <a:pt x="266" y="807"/>
                    <a:pt x="274" y="789"/>
                    <a:pt x="281" y="779"/>
                  </a:cubicBezTo>
                  <a:cubicBezTo>
                    <a:pt x="282" y="777"/>
                    <a:pt x="283" y="776"/>
                    <a:pt x="284" y="776"/>
                  </a:cubicBezTo>
                  <a:cubicBezTo>
                    <a:pt x="284" y="777"/>
                    <a:pt x="285" y="777"/>
                    <a:pt x="283" y="781"/>
                  </a:cubicBezTo>
                  <a:cubicBezTo>
                    <a:pt x="283" y="782"/>
                    <a:pt x="263" y="819"/>
                    <a:pt x="265" y="821"/>
                  </a:cubicBezTo>
                  <a:cubicBezTo>
                    <a:pt x="263" y="821"/>
                    <a:pt x="263" y="821"/>
                    <a:pt x="262" y="820"/>
                  </a:cubicBezTo>
                  <a:close/>
                  <a:moveTo>
                    <a:pt x="289" y="829"/>
                  </a:moveTo>
                  <a:cubicBezTo>
                    <a:pt x="288" y="830"/>
                    <a:pt x="288" y="830"/>
                    <a:pt x="287" y="830"/>
                  </a:cubicBezTo>
                  <a:cubicBezTo>
                    <a:pt x="286" y="830"/>
                    <a:pt x="284" y="829"/>
                    <a:pt x="282" y="828"/>
                  </a:cubicBezTo>
                  <a:cubicBezTo>
                    <a:pt x="280" y="826"/>
                    <a:pt x="275" y="818"/>
                    <a:pt x="276" y="816"/>
                  </a:cubicBezTo>
                  <a:cubicBezTo>
                    <a:pt x="276" y="816"/>
                    <a:pt x="276" y="816"/>
                    <a:pt x="276" y="816"/>
                  </a:cubicBezTo>
                  <a:cubicBezTo>
                    <a:pt x="278" y="822"/>
                    <a:pt x="286" y="820"/>
                    <a:pt x="294" y="818"/>
                  </a:cubicBezTo>
                  <a:cubicBezTo>
                    <a:pt x="300" y="816"/>
                    <a:pt x="305" y="813"/>
                    <a:pt x="305" y="812"/>
                  </a:cubicBezTo>
                  <a:cubicBezTo>
                    <a:pt x="305" y="811"/>
                    <a:pt x="305" y="810"/>
                    <a:pt x="304" y="809"/>
                  </a:cubicBezTo>
                  <a:cubicBezTo>
                    <a:pt x="304" y="810"/>
                    <a:pt x="301" y="811"/>
                    <a:pt x="297" y="812"/>
                  </a:cubicBezTo>
                  <a:cubicBezTo>
                    <a:pt x="288" y="814"/>
                    <a:pt x="275" y="816"/>
                    <a:pt x="273" y="815"/>
                  </a:cubicBezTo>
                  <a:cubicBezTo>
                    <a:pt x="270" y="814"/>
                    <a:pt x="270" y="813"/>
                    <a:pt x="273" y="809"/>
                  </a:cubicBezTo>
                  <a:cubicBezTo>
                    <a:pt x="279" y="807"/>
                    <a:pt x="290" y="805"/>
                    <a:pt x="297" y="802"/>
                  </a:cubicBezTo>
                  <a:cubicBezTo>
                    <a:pt x="297" y="801"/>
                    <a:pt x="299" y="801"/>
                    <a:pt x="298" y="799"/>
                  </a:cubicBezTo>
                  <a:cubicBezTo>
                    <a:pt x="295" y="800"/>
                    <a:pt x="286" y="801"/>
                    <a:pt x="284" y="801"/>
                  </a:cubicBezTo>
                  <a:cubicBezTo>
                    <a:pt x="281" y="798"/>
                    <a:pt x="283" y="795"/>
                    <a:pt x="284" y="792"/>
                  </a:cubicBezTo>
                  <a:cubicBezTo>
                    <a:pt x="285" y="792"/>
                    <a:pt x="284" y="792"/>
                    <a:pt x="285" y="792"/>
                  </a:cubicBezTo>
                  <a:cubicBezTo>
                    <a:pt x="287" y="794"/>
                    <a:pt x="294" y="792"/>
                    <a:pt x="295" y="791"/>
                  </a:cubicBezTo>
                  <a:cubicBezTo>
                    <a:pt x="294" y="789"/>
                    <a:pt x="292" y="784"/>
                    <a:pt x="293" y="785"/>
                  </a:cubicBezTo>
                  <a:cubicBezTo>
                    <a:pt x="295" y="786"/>
                    <a:pt x="295" y="787"/>
                    <a:pt x="298" y="787"/>
                  </a:cubicBezTo>
                  <a:cubicBezTo>
                    <a:pt x="298" y="787"/>
                    <a:pt x="299" y="787"/>
                    <a:pt x="298" y="787"/>
                  </a:cubicBezTo>
                  <a:cubicBezTo>
                    <a:pt x="297" y="786"/>
                    <a:pt x="295" y="785"/>
                    <a:pt x="295" y="784"/>
                  </a:cubicBezTo>
                  <a:cubicBezTo>
                    <a:pt x="296" y="782"/>
                    <a:pt x="298" y="782"/>
                    <a:pt x="299" y="783"/>
                  </a:cubicBezTo>
                  <a:cubicBezTo>
                    <a:pt x="301" y="784"/>
                    <a:pt x="308" y="789"/>
                    <a:pt x="308" y="789"/>
                  </a:cubicBezTo>
                  <a:cubicBezTo>
                    <a:pt x="309" y="790"/>
                    <a:pt x="309" y="790"/>
                    <a:pt x="309" y="790"/>
                  </a:cubicBezTo>
                  <a:cubicBezTo>
                    <a:pt x="310" y="791"/>
                    <a:pt x="310" y="792"/>
                    <a:pt x="310" y="793"/>
                  </a:cubicBezTo>
                  <a:cubicBezTo>
                    <a:pt x="310" y="796"/>
                    <a:pt x="308" y="797"/>
                    <a:pt x="305" y="797"/>
                  </a:cubicBezTo>
                  <a:cubicBezTo>
                    <a:pt x="306" y="802"/>
                    <a:pt x="306" y="806"/>
                    <a:pt x="309" y="811"/>
                  </a:cubicBezTo>
                  <a:cubicBezTo>
                    <a:pt x="311" y="809"/>
                    <a:pt x="313" y="809"/>
                    <a:pt x="313" y="808"/>
                  </a:cubicBezTo>
                  <a:cubicBezTo>
                    <a:pt x="316" y="810"/>
                    <a:pt x="317" y="811"/>
                    <a:pt x="317" y="814"/>
                  </a:cubicBezTo>
                  <a:cubicBezTo>
                    <a:pt x="315" y="818"/>
                    <a:pt x="310" y="817"/>
                    <a:pt x="309" y="819"/>
                  </a:cubicBezTo>
                  <a:cubicBezTo>
                    <a:pt x="308" y="823"/>
                    <a:pt x="309" y="831"/>
                    <a:pt x="307" y="834"/>
                  </a:cubicBezTo>
                  <a:cubicBezTo>
                    <a:pt x="307" y="835"/>
                    <a:pt x="306" y="835"/>
                    <a:pt x="305" y="834"/>
                  </a:cubicBezTo>
                  <a:cubicBezTo>
                    <a:pt x="304" y="831"/>
                    <a:pt x="305" y="824"/>
                    <a:pt x="305" y="820"/>
                  </a:cubicBezTo>
                  <a:cubicBezTo>
                    <a:pt x="303" y="821"/>
                    <a:pt x="299" y="823"/>
                    <a:pt x="295" y="823"/>
                  </a:cubicBezTo>
                  <a:cubicBezTo>
                    <a:pt x="295" y="824"/>
                    <a:pt x="295" y="824"/>
                    <a:pt x="295" y="825"/>
                  </a:cubicBezTo>
                  <a:cubicBezTo>
                    <a:pt x="297" y="826"/>
                    <a:pt x="297" y="827"/>
                    <a:pt x="298" y="828"/>
                  </a:cubicBezTo>
                  <a:cubicBezTo>
                    <a:pt x="298" y="829"/>
                    <a:pt x="296" y="830"/>
                    <a:pt x="296" y="831"/>
                  </a:cubicBezTo>
                  <a:cubicBezTo>
                    <a:pt x="295" y="831"/>
                    <a:pt x="293" y="830"/>
                    <a:pt x="291" y="829"/>
                  </a:cubicBezTo>
                  <a:cubicBezTo>
                    <a:pt x="290" y="829"/>
                    <a:pt x="289" y="829"/>
                    <a:pt x="289" y="829"/>
                  </a:cubicBezTo>
                  <a:close/>
                  <a:moveTo>
                    <a:pt x="317" y="787"/>
                  </a:moveTo>
                  <a:cubicBezTo>
                    <a:pt x="317" y="785"/>
                    <a:pt x="319" y="786"/>
                    <a:pt x="320" y="786"/>
                  </a:cubicBezTo>
                  <a:cubicBezTo>
                    <a:pt x="323" y="788"/>
                    <a:pt x="325" y="789"/>
                    <a:pt x="326" y="794"/>
                  </a:cubicBezTo>
                  <a:cubicBezTo>
                    <a:pt x="326" y="795"/>
                    <a:pt x="326" y="796"/>
                    <a:pt x="325" y="798"/>
                  </a:cubicBezTo>
                  <a:cubicBezTo>
                    <a:pt x="323" y="798"/>
                    <a:pt x="319" y="798"/>
                    <a:pt x="319" y="795"/>
                  </a:cubicBezTo>
                  <a:cubicBezTo>
                    <a:pt x="318" y="793"/>
                    <a:pt x="316" y="788"/>
                    <a:pt x="317" y="787"/>
                  </a:cubicBezTo>
                  <a:close/>
                  <a:moveTo>
                    <a:pt x="341" y="802"/>
                  </a:moveTo>
                  <a:cubicBezTo>
                    <a:pt x="334" y="803"/>
                    <a:pt x="319" y="845"/>
                    <a:pt x="312" y="854"/>
                  </a:cubicBezTo>
                  <a:cubicBezTo>
                    <a:pt x="308" y="861"/>
                    <a:pt x="306" y="861"/>
                    <a:pt x="303" y="858"/>
                  </a:cubicBezTo>
                  <a:cubicBezTo>
                    <a:pt x="299" y="854"/>
                    <a:pt x="294" y="836"/>
                    <a:pt x="295" y="832"/>
                  </a:cubicBezTo>
                  <a:cubicBezTo>
                    <a:pt x="296" y="833"/>
                    <a:pt x="297" y="836"/>
                    <a:pt x="297" y="837"/>
                  </a:cubicBezTo>
                  <a:cubicBezTo>
                    <a:pt x="298" y="836"/>
                    <a:pt x="297" y="836"/>
                    <a:pt x="298" y="835"/>
                  </a:cubicBezTo>
                  <a:cubicBezTo>
                    <a:pt x="299" y="838"/>
                    <a:pt x="303" y="846"/>
                    <a:pt x="304" y="847"/>
                  </a:cubicBezTo>
                  <a:cubicBezTo>
                    <a:pt x="307" y="849"/>
                    <a:pt x="308" y="844"/>
                    <a:pt x="310" y="842"/>
                  </a:cubicBezTo>
                  <a:cubicBezTo>
                    <a:pt x="314" y="834"/>
                    <a:pt x="325" y="807"/>
                    <a:pt x="329" y="799"/>
                  </a:cubicBezTo>
                  <a:cubicBezTo>
                    <a:pt x="332" y="794"/>
                    <a:pt x="334" y="789"/>
                    <a:pt x="331" y="786"/>
                  </a:cubicBezTo>
                  <a:cubicBezTo>
                    <a:pt x="320" y="780"/>
                    <a:pt x="306" y="784"/>
                    <a:pt x="296" y="778"/>
                  </a:cubicBezTo>
                  <a:cubicBezTo>
                    <a:pt x="296" y="778"/>
                    <a:pt x="296" y="778"/>
                    <a:pt x="296" y="778"/>
                  </a:cubicBezTo>
                  <a:cubicBezTo>
                    <a:pt x="302" y="776"/>
                    <a:pt x="328" y="782"/>
                    <a:pt x="328" y="782"/>
                  </a:cubicBezTo>
                  <a:cubicBezTo>
                    <a:pt x="336" y="784"/>
                    <a:pt x="346" y="792"/>
                    <a:pt x="341" y="802"/>
                  </a:cubicBezTo>
                  <a:close/>
                  <a:moveTo>
                    <a:pt x="365" y="858"/>
                  </a:moveTo>
                  <a:cubicBezTo>
                    <a:pt x="365" y="858"/>
                    <a:pt x="363" y="859"/>
                    <a:pt x="362" y="859"/>
                  </a:cubicBezTo>
                  <a:cubicBezTo>
                    <a:pt x="362" y="859"/>
                    <a:pt x="362" y="860"/>
                    <a:pt x="360" y="861"/>
                  </a:cubicBezTo>
                  <a:cubicBezTo>
                    <a:pt x="360" y="861"/>
                    <a:pt x="358" y="862"/>
                    <a:pt x="356" y="861"/>
                  </a:cubicBezTo>
                  <a:cubicBezTo>
                    <a:pt x="356" y="861"/>
                    <a:pt x="355" y="860"/>
                    <a:pt x="354" y="860"/>
                  </a:cubicBezTo>
                  <a:cubicBezTo>
                    <a:pt x="354" y="860"/>
                    <a:pt x="352" y="859"/>
                    <a:pt x="351" y="859"/>
                  </a:cubicBezTo>
                  <a:cubicBezTo>
                    <a:pt x="351" y="859"/>
                    <a:pt x="349" y="859"/>
                    <a:pt x="352" y="858"/>
                  </a:cubicBezTo>
                  <a:cubicBezTo>
                    <a:pt x="352" y="858"/>
                    <a:pt x="352" y="857"/>
                    <a:pt x="353" y="857"/>
                  </a:cubicBezTo>
                  <a:cubicBezTo>
                    <a:pt x="353" y="857"/>
                    <a:pt x="354" y="857"/>
                    <a:pt x="354" y="857"/>
                  </a:cubicBezTo>
                  <a:cubicBezTo>
                    <a:pt x="354" y="857"/>
                    <a:pt x="354" y="856"/>
                    <a:pt x="355" y="857"/>
                  </a:cubicBezTo>
                  <a:cubicBezTo>
                    <a:pt x="355" y="857"/>
                    <a:pt x="356" y="858"/>
                    <a:pt x="357" y="855"/>
                  </a:cubicBezTo>
                  <a:cubicBezTo>
                    <a:pt x="357" y="855"/>
                    <a:pt x="357" y="855"/>
                    <a:pt x="358" y="855"/>
                  </a:cubicBezTo>
                  <a:cubicBezTo>
                    <a:pt x="358" y="855"/>
                    <a:pt x="362" y="853"/>
                    <a:pt x="371" y="847"/>
                  </a:cubicBezTo>
                  <a:cubicBezTo>
                    <a:pt x="371" y="847"/>
                    <a:pt x="379" y="842"/>
                    <a:pt x="384" y="837"/>
                  </a:cubicBezTo>
                  <a:cubicBezTo>
                    <a:pt x="384" y="837"/>
                    <a:pt x="388" y="834"/>
                    <a:pt x="393" y="830"/>
                  </a:cubicBezTo>
                  <a:cubicBezTo>
                    <a:pt x="393" y="830"/>
                    <a:pt x="406" y="820"/>
                    <a:pt x="408" y="817"/>
                  </a:cubicBezTo>
                  <a:cubicBezTo>
                    <a:pt x="408" y="817"/>
                    <a:pt x="399" y="812"/>
                    <a:pt x="400" y="808"/>
                  </a:cubicBezTo>
                  <a:cubicBezTo>
                    <a:pt x="400" y="808"/>
                    <a:pt x="401" y="806"/>
                    <a:pt x="402" y="808"/>
                  </a:cubicBezTo>
                  <a:cubicBezTo>
                    <a:pt x="402" y="808"/>
                    <a:pt x="406" y="811"/>
                    <a:pt x="413" y="810"/>
                  </a:cubicBezTo>
                  <a:cubicBezTo>
                    <a:pt x="413" y="810"/>
                    <a:pt x="416" y="810"/>
                    <a:pt x="420" y="807"/>
                  </a:cubicBezTo>
                  <a:cubicBezTo>
                    <a:pt x="420" y="807"/>
                    <a:pt x="425" y="806"/>
                    <a:pt x="427" y="815"/>
                  </a:cubicBezTo>
                  <a:cubicBezTo>
                    <a:pt x="427" y="815"/>
                    <a:pt x="427" y="819"/>
                    <a:pt x="425" y="818"/>
                  </a:cubicBezTo>
                  <a:cubicBezTo>
                    <a:pt x="425" y="818"/>
                    <a:pt x="422" y="818"/>
                    <a:pt x="419" y="819"/>
                  </a:cubicBezTo>
                  <a:cubicBezTo>
                    <a:pt x="419" y="819"/>
                    <a:pt x="418" y="818"/>
                    <a:pt x="416" y="820"/>
                  </a:cubicBezTo>
                  <a:cubicBezTo>
                    <a:pt x="416" y="820"/>
                    <a:pt x="410" y="826"/>
                    <a:pt x="397" y="834"/>
                  </a:cubicBezTo>
                  <a:cubicBezTo>
                    <a:pt x="397" y="834"/>
                    <a:pt x="390" y="839"/>
                    <a:pt x="381" y="848"/>
                  </a:cubicBezTo>
                  <a:cubicBezTo>
                    <a:pt x="381" y="848"/>
                    <a:pt x="374" y="854"/>
                    <a:pt x="365" y="858"/>
                  </a:cubicBezTo>
                  <a:close/>
                  <a:moveTo>
                    <a:pt x="430" y="858"/>
                  </a:moveTo>
                  <a:cubicBezTo>
                    <a:pt x="430" y="858"/>
                    <a:pt x="430" y="859"/>
                    <a:pt x="430" y="860"/>
                  </a:cubicBezTo>
                  <a:cubicBezTo>
                    <a:pt x="430" y="860"/>
                    <a:pt x="430" y="862"/>
                    <a:pt x="427" y="862"/>
                  </a:cubicBezTo>
                  <a:cubicBezTo>
                    <a:pt x="427" y="862"/>
                    <a:pt x="420" y="864"/>
                    <a:pt x="419" y="866"/>
                  </a:cubicBezTo>
                  <a:cubicBezTo>
                    <a:pt x="419" y="866"/>
                    <a:pt x="415" y="869"/>
                    <a:pt x="416" y="872"/>
                  </a:cubicBezTo>
                  <a:cubicBezTo>
                    <a:pt x="416" y="872"/>
                    <a:pt x="416" y="874"/>
                    <a:pt x="413" y="875"/>
                  </a:cubicBezTo>
                  <a:cubicBezTo>
                    <a:pt x="413" y="875"/>
                    <a:pt x="411" y="875"/>
                    <a:pt x="409" y="875"/>
                  </a:cubicBezTo>
                  <a:cubicBezTo>
                    <a:pt x="409" y="875"/>
                    <a:pt x="407" y="873"/>
                    <a:pt x="404" y="875"/>
                  </a:cubicBezTo>
                  <a:cubicBezTo>
                    <a:pt x="404" y="875"/>
                    <a:pt x="404" y="876"/>
                    <a:pt x="402" y="875"/>
                  </a:cubicBezTo>
                  <a:cubicBezTo>
                    <a:pt x="402" y="875"/>
                    <a:pt x="402" y="874"/>
                    <a:pt x="401" y="874"/>
                  </a:cubicBezTo>
                  <a:cubicBezTo>
                    <a:pt x="401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7" y="867"/>
                  </a:cubicBezTo>
                  <a:cubicBezTo>
                    <a:pt x="397" y="867"/>
                    <a:pt x="396" y="861"/>
                    <a:pt x="395" y="858"/>
                  </a:cubicBezTo>
                  <a:cubicBezTo>
                    <a:pt x="395" y="858"/>
                    <a:pt x="394" y="855"/>
                    <a:pt x="391" y="854"/>
                  </a:cubicBezTo>
                  <a:cubicBezTo>
                    <a:pt x="391" y="854"/>
                    <a:pt x="387" y="848"/>
                    <a:pt x="389" y="848"/>
                  </a:cubicBezTo>
                  <a:cubicBezTo>
                    <a:pt x="389" y="848"/>
                    <a:pt x="393" y="848"/>
                    <a:pt x="396" y="854"/>
                  </a:cubicBezTo>
                  <a:cubicBezTo>
                    <a:pt x="396" y="854"/>
                    <a:pt x="396" y="856"/>
                    <a:pt x="396" y="858"/>
                  </a:cubicBezTo>
                  <a:cubicBezTo>
                    <a:pt x="396" y="858"/>
                    <a:pt x="397" y="859"/>
                    <a:pt x="399" y="866"/>
                  </a:cubicBezTo>
                  <a:cubicBezTo>
                    <a:pt x="399" y="866"/>
                    <a:pt x="400" y="867"/>
                    <a:pt x="400" y="865"/>
                  </a:cubicBezTo>
                  <a:cubicBezTo>
                    <a:pt x="402" y="863"/>
                    <a:pt x="402" y="863"/>
                    <a:pt x="402" y="863"/>
                  </a:cubicBezTo>
                  <a:cubicBezTo>
                    <a:pt x="402" y="863"/>
                    <a:pt x="403" y="861"/>
                    <a:pt x="404" y="862"/>
                  </a:cubicBezTo>
                  <a:cubicBezTo>
                    <a:pt x="404" y="862"/>
                    <a:pt x="404" y="863"/>
                    <a:pt x="405" y="862"/>
                  </a:cubicBezTo>
                  <a:cubicBezTo>
                    <a:pt x="405" y="862"/>
                    <a:pt x="408" y="860"/>
                    <a:pt x="410" y="858"/>
                  </a:cubicBezTo>
                  <a:cubicBezTo>
                    <a:pt x="410" y="858"/>
                    <a:pt x="413" y="856"/>
                    <a:pt x="412" y="855"/>
                  </a:cubicBezTo>
                  <a:cubicBezTo>
                    <a:pt x="412" y="855"/>
                    <a:pt x="409" y="851"/>
                    <a:pt x="408" y="850"/>
                  </a:cubicBezTo>
                  <a:cubicBezTo>
                    <a:pt x="408" y="850"/>
                    <a:pt x="405" y="848"/>
                    <a:pt x="407" y="848"/>
                  </a:cubicBezTo>
                  <a:cubicBezTo>
                    <a:pt x="407" y="848"/>
                    <a:pt x="408" y="848"/>
                    <a:pt x="411" y="849"/>
                  </a:cubicBezTo>
                  <a:cubicBezTo>
                    <a:pt x="411" y="849"/>
                    <a:pt x="417" y="850"/>
                    <a:pt x="419" y="848"/>
                  </a:cubicBezTo>
                  <a:cubicBezTo>
                    <a:pt x="419" y="848"/>
                    <a:pt x="419" y="846"/>
                    <a:pt x="421" y="847"/>
                  </a:cubicBezTo>
                  <a:cubicBezTo>
                    <a:pt x="421" y="847"/>
                    <a:pt x="424" y="850"/>
                    <a:pt x="425" y="850"/>
                  </a:cubicBezTo>
                  <a:cubicBezTo>
                    <a:pt x="425" y="850"/>
                    <a:pt x="431" y="852"/>
                    <a:pt x="430" y="858"/>
                  </a:cubicBezTo>
                  <a:close/>
                  <a:moveTo>
                    <a:pt x="485" y="876"/>
                  </a:moveTo>
                  <a:cubicBezTo>
                    <a:pt x="485" y="876"/>
                    <a:pt x="485" y="878"/>
                    <a:pt x="483" y="877"/>
                  </a:cubicBezTo>
                  <a:cubicBezTo>
                    <a:pt x="483" y="877"/>
                    <a:pt x="477" y="874"/>
                    <a:pt x="475" y="866"/>
                  </a:cubicBezTo>
                  <a:cubicBezTo>
                    <a:pt x="475" y="866"/>
                    <a:pt x="473" y="857"/>
                    <a:pt x="473" y="856"/>
                  </a:cubicBezTo>
                  <a:cubicBezTo>
                    <a:pt x="473" y="856"/>
                    <a:pt x="473" y="856"/>
                    <a:pt x="473" y="854"/>
                  </a:cubicBezTo>
                  <a:cubicBezTo>
                    <a:pt x="472" y="848"/>
                    <a:pt x="472" y="848"/>
                    <a:pt x="472" y="848"/>
                  </a:cubicBezTo>
                  <a:cubicBezTo>
                    <a:pt x="472" y="848"/>
                    <a:pt x="472" y="848"/>
                    <a:pt x="473" y="847"/>
                  </a:cubicBezTo>
                  <a:cubicBezTo>
                    <a:pt x="473" y="847"/>
                    <a:pt x="472" y="846"/>
                    <a:pt x="473" y="845"/>
                  </a:cubicBezTo>
                  <a:cubicBezTo>
                    <a:pt x="473" y="845"/>
                    <a:pt x="473" y="845"/>
                    <a:pt x="473" y="845"/>
                  </a:cubicBezTo>
                  <a:cubicBezTo>
                    <a:pt x="473" y="845"/>
                    <a:pt x="473" y="842"/>
                    <a:pt x="474" y="843"/>
                  </a:cubicBezTo>
                  <a:cubicBezTo>
                    <a:pt x="474" y="843"/>
                    <a:pt x="475" y="844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8" y="856"/>
                    <a:pt x="479" y="856"/>
                  </a:cubicBezTo>
                  <a:cubicBezTo>
                    <a:pt x="479" y="856"/>
                    <a:pt x="480" y="857"/>
                    <a:pt x="481" y="860"/>
                  </a:cubicBezTo>
                  <a:cubicBezTo>
                    <a:pt x="481" y="860"/>
                    <a:pt x="481" y="862"/>
                    <a:pt x="481" y="862"/>
                  </a:cubicBezTo>
                  <a:cubicBezTo>
                    <a:pt x="481" y="862"/>
                    <a:pt x="480" y="864"/>
                    <a:pt x="482" y="863"/>
                  </a:cubicBezTo>
                  <a:cubicBezTo>
                    <a:pt x="482" y="863"/>
                    <a:pt x="483" y="863"/>
                    <a:pt x="483" y="864"/>
                  </a:cubicBezTo>
                  <a:cubicBezTo>
                    <a:pt x="483" y="864"/>
                    <a:pt x="483" y="867"/>
                    <a:pt x="483" y="868"/>
                  </a:cubicBezTo>
                  <a:cubicBezTo>
                    <a:pt x="483" y="868"/>
                    <a:pt x="484" y="869"/>
                    <a:pt x="484" y="870"/>
                  </a:cubicBezTo>
                  <a:cubicBezTo>
                    <a:pt x="484" y="870"/>
                    <a:pt x="484" y="871"/>
                    <a:pt x="484" y="871"/>
                  </a:cubicBezTo>
                  <a:cubicBezTo>
                    <a:pt x="484" y="871"/>
                    <a:pt x="485" y="871"/>
                    <a:pt x="485" y="871"/>
                  </a:cubicBezTo>
                  <a:cubicBezTo>
                    <a:pt x="485" y="871"/>
                    <a:pt x="486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1" y="833"/>
                    <a:pt x="480" y="833"/>
                  </a:cubicBezTo>
                  <a:cubicBezTo>
                    <a:pt x="480" y="833"/>
                    <a:pt x="479" y="833"/>
                    <a:pt x="478" y="833"/>
                  </a:cubicBezTo>
                  <a:cubicBezTo>
                    <a:pt x="478" y="833"/>
                    <a:pt x="476" y="833"/>
                    <a:pt x="477" y="831"/>
                  </a:cubicBezTo>
                  <a:cubicBezTo>
                    <a:pt x="477" y="831"/>
                    <a:pt x="479" y="827"/>
                    <a:pt x="478" y="823"/>
                  </a:cubicBezTo>
                  <a:cubicBezTo>
                    <a:pt x="478" y="823"/>
                    <a:pt x="478" y="822"/>
                    <a:pt x="479" y="821"/>
                  </a:cubicBezTo>
                  <a:cubicBezTo>
                    <a:pt x="479" y="821"/>
                    <a:pt x="479" y="820"/>
                    <a:pt x="480" y="821"/>
                  </a:cubicBezTo>
                  <a:cubicBezTo>
                    <a:pt x="480" y="821"/>
                    <a:pt x="485" y="828"/>
                    <a:pt x="485" y="832"/>
                  </a:cubicBezTo>
                  <a:cubicBezTo>
                    <a:pt x="485" y="832"/>
                    <a:pt x="486" y="835"/>
                    <a:pt x="482" y="834"/>
                  </a:cubicBezTo>
                  <a:close/>
                  <a:moveTo>
                    <a:pt x="540" y="838"/>
                  </a:moveTo>
                  <a:cubicBezTo>
                    <a:pt x="540" y="838"/>
                    <a:pt x="539" y="842"/>
                    <a:pt x="537" y="843"/>
                  </a:cubicBezTo>
                  <a:cubicBezTo>
                    <a:pt x="537" y="843"/>
                    <a:pt x="536" y="844"/>
                    <a:pt x="536" y="846"/>
                  </a:cubicBezTo>
                  <a:cubicBezTo>
                    <a:pt x="536" y="846"/>
                    <a:pt x="533" y="852"/>
                    <a:pt x="531" y="853"/>
                  </a:cubicBezTo>
                  <a:cubicBezTo>
                    <a:pt x="531" y="853"/>
                    <a:pt x="528" y="855"/>
                    <a:pt x="529" y="857"/>
                  </a:cubicBezTo>
                  <a:cubicBezTo>
                    <a:pt x="529" y="857"/>
                    <a:pt x="533" y="860"/>
                    <a:pt x="532" y="864"/>
                  </a:cubicBezTo>
                  <a:cubicBezTo>
                    <a:pt x="532" y="864"/>
                    <a:pt x="532" y="865"/>
                    <a:pt x="531" y="865"/>
                  </a:cubicBezTo>
                  <a:cubicBezTo>
                    <a:pt x="531" y="865"/>
                    <a:pt x="530" y="866"/>
                    <a:pt x="529" y="866"/>
                  </a:cubicBezTo>
                  <a:cubicBezTo>
                    <a:pt x="529" y="866"/>
                    <a:pt x="528" y="866"/>
                    <a:pt x="528" y="866"/>
                  </a:cubicBezTo>
                  <a:cubicBezTo>
                    <a:pt x="528" y="866"/>
                    <a:pt x="524" y="868"/>
                    <a:pt x="522" y="868"/>
                  </a:cubicBezTo>
                  <a:cubicBezTo>
                    <a:pt x="522" y="868"/>
                    <a:pt x="520" y="868"/>
                    <a:pt x="517" y="868"/>
                  </a:cubicBezTo>
                  <a:cubicBezTo>
                    <a:pt x="517" y="868"/>
                    <a:pt x="517" y="867"/>
                    <a:pt x="516" y="868"/>
                  </a:cubicBezTo>
                  <a:cubicBezTo>
                    <a:pt x="516" y="868"/>
                    <a:pt x="512" y="873"/>
                    <a:pt x="507" y="869"/>
                  </a:cubicBezTo>
                  <a:cubicBezTo>
                    <a:pt x="507" y="869"/>
                    <a:pt x="506" y="868"/>
                    <a:pt x="505" y="867"/>
                  </a:cubicBezTo>
                  <a:cubicBezTo>
                    <a:pt x="504" y="867"/>
                    <a:pt x="503" y="866"/>
                    <a:pt x="502" y="866"/>
                  </a:cubicBezTo>
                  <a:cubicBezTo>
                    <a:pt x="502" y="866"/>
                    <a:pt x="496" y="862"/>
                    <a:pt x="494" y="861"/>
                  </a:cubicBezTo>
                  <a:cubicBezTo>
                    <a:pt x="494" y="861"/>
                    <a:pt x="490" y="858"/>
                    <a:pt x="490" y="856"/>
                  </a:cubicBezTo>
                  <a:cubicBezTo>
                    <a:pt x="490" y="856"/>
                    <a:pt x="489" y="853"/>
                    <a:pt x="487" y="853"/>
                  </a:cubicBezTo>
                  <a:cubicBezTo>
                    <a:pt x="487" y="853"/>
                    <a:pt x="486" y="853"/>
                    <a:pt x="486" y="851"/>
                  </a:cubicBezTo>
                  <a:cubicBezTo>
                    <a:pt x="486" y="851"/>
                    <a:pt x="486" y="851"/>
                    <a:pt x="486" y="851"/>
                  </a:cubicBezTo>
                  <a:cubicBezTo>
                    <a:pt x="486" y="851"/>
                    <a:pt x="486" y="851"/>
                    <a:pt x="486" y="850"/>
                  </a:cubicBezTo>
                  <a:cubicBezTo>
                    <a:pt x="486" y="850"/>
                    <a:pt x="485" y="849"/>
                    <a:pt x="487" y="846"/>
                  </a:cubicBezTo>
                  <a:cubicBezTo>
                    <a:pt x="487" y="846"/>
                    <a:pt x="489" y="844"/>
                    <a:pt x="491" y="843"/>
                  </a:cubicBezTo>
                  <a:cubicBezTo>
                    <a:pt x="491" y="843"/>
                    <a:pt x="495" y="839"/>
                    <a:pt x="498" y="837"/>
                  </a:cubicBezTo>
                  <a:cubicBezTo>
                    <a:pt x="498" y="837"/>
                    <a:pt x="499" y="836"/>
                    <a:pt x="500" y="835"/>
                  </a:cubicBezTo>
                  <a:cubicBezTo>
                    <a:pt x="501" y="834"/>
                    <a:pt x="502" y="833"/>
                    <a:pt x="502" y="833"/>
                  </a:cubicBezTo>
                  <a:cubicBezTo>
                    <a:pt x="502" y="833"/>
                    <a:pt x="504" y="831"/>
                    <a:pt x="506" y="830"/>
                  </a:cubicBezTo>
                  <a:cubicBezTo>
                    <a:pt x="506" y="830"/>
                    <a:pt x="509" y="829"/>
                    <a:pt x="509" y="828"/>
                  </a:cubicBezTo>
                  <a:cubicBezTo>
                    <a:pt x="509" y="828"/>
                    <a:pt x="509" y="825"/>
                    <a:pt x="509" y="824"/>
                  </a:cubicBezTo>
                  <a:cubicBezTo>
                    <a:pt x="507" y="809"/>
                    <a:pt x="507" y="809"/>
                    <a:pt x="507" y="809"/>
                  </a:cubicBezTo>
                  <a:cubicBezTo>
                    <a:pt x="507" y="809"/>
                    <a:pt x="507" y="808"/>
                    <a:pt x="508" y="809"/>
                  </a:cubicBezTo>
                  <a:cubicBezTo>
                    <a:pt x="508" y="809"/>
                    <a:pt x="509" y="809"/>
                    <a:pt x="510" y="809"/>
                  </a:cubicBezTo>
                  <a:cubicBezTo>
                    <a:pt x="510" y="809"/>
                    <a:pt x="512" y="808"/>
                    <a:pt x="513" y="812"/>
                  </a:cubicBezTo>
                  <a:cubicBezTo>
                    <a:pt x="513" y="812"/>
                    <a:pt x="515" y="816"/>
                    <a:pt x="516" y="820"/>
                  </a:cubicBezTo>
                  <a:cubicBezTo>
                    <a:pt x="516" y="820"/>
                    <a:pt x="516" y="825"/>
                    <a:pt x="516" y="826"/>
                  </a:cubicBezTo>
                  <a:cubicBezTo>
                    <a:pt x="516" y="826"/>
                    <a:pt x="516" y="828"/>
                    <a:pt x="518" y="828"/>
                  </a:cubicBezTo>
                  <a:cubicBezTo>
                    <a:pt x="518" y="828"/>
                    <a:pt x="520" y="828"/>
                    <a:pt x="523" y="828"/>
                  </a:cubicBezTo>
                  <a:cubicBezTo>
                    <a:pt x="527" y="829"/>
                    <a:pt x="531" y="829"/>
                    <a:pt x="533" y="829"/>
                  </a:cubicBezTo>
                  <a:cubicBezTo>
                    <a:pt x="533" y="829"/>
                    <a:pt x="537" y="830"/>
                    <a:pt x="541" y="835"/>
                  </a:cubicBezTo>
                  <a:cubicBezTo>
                    <a:pt x="541" y="835"/>
                    <a:pt x="542" y="835"/>
                    <a:pt x="540" y="838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09"/>
                    <a:pt x="603" y="811"/>
                  </a:cubicBezTo>
                  <a:cubicBezTo>
                    <a:pt x="603" y="811"/>
                    <a:pt x="602" y="814"/>
                    <a:pt x="603" y="816"/>
                  </a:cubicBezTo>
                  <a:cubicBezTo>
                    <a:pt x="603" y="816"/>
                    <a:pt x="603" y="818"/>
                    <a:pt x="602" y="821"/>
                  </a:cubicBezTo>
                  <a:cubicBezTo>
                    <a:pt x="602" y="821"/>
                    <a:pt x="598" y="826"/>
                    <a:pt x="601" y="831"/>
                  </a:cubicBezTo>
                  <a:cubicBezTo>
                    <a:pt x="601" y="831"/>
                    <a:pt x="604" y="834"/>
                    <a:pt x="601" y="836"/>
                  </a:cubicBezTo>
                  <a:cubicBezTo>
                    <a:pt x="601" y="836"/>
                    <a:pt x="600" y="837"/>
                    <a:pt x="599" y="840"/>
                  </a:cubicBezTo>
                  <a:cubicBezTo>
                    <a:pt x="599" y="840"/>
                    <a:pt x="599" y="842"/>
                    <a:pt x="599" y="842"/>
                  </a:cubicBezTo>
                  <a:cubicBezTo>
                    <a:pt x="599" y="842"/>
                    <a:pt x="598" y="844"/>
                    <a:pt x="598" y="845"/>
                  </a:cubicBezTo>
                  <a:cubicBezTo>
                    <a:pt x="598" y="845"/>
                    <a:pt x="598" y="847"/>
                    <a:pt x="595" y="848"/>
                  </a:cubicBezTo>
                  <a:cubicBezTo>
                    <a:pt x="595" y="848"/>
                    <a:pt x="593" y="850"/>
                    <a:pt x="592" y="851"/>
                  </a:cubicBezTo>
                  <a:cubicBezTo>
                    <a:pt x="592" y="851"/>
                    <a:pt x="591" y="853"/>
                    <a:pt x="590" y="853"/>
                  </a:cubicBezTo>
                  <a:cubicBezTo>
                    <a:pt x="590" y="853"/>
                    <a:pt x="590" y="853"/>
                    <a:pt x="590" y="854"/>
                  </a:cubicBezTo>
                  <a:cubicBezTo>
                    <a:pt x="590" y="854"/>
                    <a:pt x="589" y="856"/>
                    <a:pt x="586" y="857"/>
                  </a:cubicBezTo>
                  <a:cubicBezTo>
                    <a:pt x="586" y="857"/>
                    <a:pt x="586" y="850"/>
                    <a:pt x="586" y="848"/>
                  </a:cubicBezTo>
                  <a:cubicBezTo>
                    <a:pt x="586" y="848"/>
                    <a:pt x="586" y="845"/>
                    <a:pt x="586" y="843"/>
                  </a:cubicBezTo>
                  <a:cubicBezTo>
                    <a:pt x="586" y="843"/>
                    <a:pt x="586" y="840"/>
                    <a:pt x="588" y="840"/>
                  </a:cubicBezTo>
                  <a:cubicBezTo>
                    <a:pt x="588" y="840"/>
                    <a:pt x="588" y="841"/>
                    <a:pt x="588" y="840"/>
                  </a:cubicBezTo>
                  <a:cubicBezTo>
                    <a:pt x="588" y="840"/>
                    <a:pt x="590" y="836"/>
                    <a:pt x="590" y="835"/>
                  </a:cubicBezTo>
                  <a:cubicBezTo>
                    <a:pt x="590" y="835"/>
                    <a:pt x="588" y="834"/>
                    <a:pt x="588" y="834"/>
                  </a:cubicBezTo>
                  <a:cubicBezTo>
                    <a:pt x="588" y="834"/>
                    <a:pt x="587" y="833"/>
                    <a:pt x="587" y="832"/>
                  </a:cubicBezTo>
                  <a:cubicBezTo>
                    <a:pt x="587" y="832"/>
                    <a:pt x="587" y="832"/>
                    <a:pt x="586" y="831"/>
                  </a:cubicBezTo>
                  <a:cubicBezTo>
                    <a:pt x="586" y="831"/>
                    <a:pt x="584" y="830"/>
                    <a:pt x="584" y="831"/>
                  </a:cubicBezTo>
                  <a:cubicBezTo>
                    <a:pt x="584" y="831"/>
                    <a:pt x="584" y="831"/>
                    <a:pt x="582" y="831"/>
                  </a:cubicBezTo>
                  <a:cubicBezTo>
                    <a:pt x="582" y="831"/>
                    <a:pt x="573" y="829"/>
                    <a:pt x="577" y="827"/>
                  </a:cubicBezTo>
                  <a:cubicBezTo>
                    <a:pt x="577" y="827"/>
                    <a:pt x="582" y="827"/>
                    <a:pt x="585" y="822"/>
                  </a:cubicBezTo>
                  <a:cubicBezTo>
                    <a:pt x="585" y="822"/>
                    <a:pt x="586" y="822"/>
                    <a:pt x="587" y="814"/>
                  </a:cubicBezTo>
                  <a:cubicBezTo>
                    <a:pt x="587" y="814"/>
                    <a:pt x="587" y="813"/>
                    <a:pt x="586" y="813"/>
                  </a:cubicBezTo>
                  <a:cubicBezTo>
                    <a:pt x="586" y="813"/>
                    <a:pt x="585" y="812"/>
                    <a:pt x="586" y="812"/>
                  </a:cubicBezTo>
                  <a:cubicBezTo>
                    <a:pt x="586" y="812"/>
                    <a:pt x="586" y="811"/>
                    <a:pt x="585" y="810"/>
                  </a:cubicBezTo>
                  <a:cubicBezTo>
                    <a:pt x="585" y="810"/>
                    <a:pt x="584" y="809"/>
                    <a:pt x="585" y="808"/>
                  </a:cubicBezTo>
                  <a:cubicBezTo>
                    <a:pt x="585" y="808"/>
                    <a:pt x="585" y="807"/>
                    <a:pt x="584" y="806"/>
                  </a:cubicBezTo>
                  <a:cubicBezTo>
                    <a:pt x="584" y="806"/>
                    <a:pt x="584" y="806"/>
                    <a:pt x="584" y="805"/>
                  </a:cubicBezTo>
                  <a:cubicBezTo>
                    <a:pt x="584" y="805"/>
                    <a:pt x="584" y="805"/>
                    <a:pt x="583" y="803"/>
                  </a:cubicBezTo>
                  <a:cubicBezTo>
                    <a:pt x="583" y="803"/>
                    <a:pt x="583" y="803"/>
                    <a:pt x="584" y="802"/>
                  </a:cubicBezTo>
                  <a:cubicBezTo>
                    <a:pt x="584" y="802"/>
                    <a:pt x="585" y="803"/>
                    <a:pt x="584" y="801"/>
                  </a:cubicBezTo>
                  <a:cubicBezTo>
                    <a:pt x="584" y="801"/>
                    <a:pt x="583" y="800"/>
                    <a:pt x="582" y="799"/>
                  </a:cubicBezTo>
                  <a:cubicBezTo>
                    <a:pt x="581" y="798"/>
                    <a:pt x="581" y="798"/>
                    <a:pt x="581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4" y="788"/>
                    <a:pt x="578" y="789"/>
                  </a:cubicBezTo>
                  <a:cubicBezTo>
                    <a:pt x="578" y="789"/>
                    <a:pt x="581" y="788"/>
                    <a:pt x="584" y="789"/>
                  </a:cubicBezTo>
                  <a:cubicBezTo>
                    <a:pt x="584" y="789"/>
                    <a:pt x="587" y="789"/>
                    <a:pt x="589" y="789"/>
                  </a:cubicBezTo>
                  <a:cubicBezTo>
                    <a:pt x="589" y="789"/>
                    <a:pt x="590" y="788"/>
                    <a:pt x="591" y="792"/>
                  </a:cubicBezTo>
                  <a:cubicBezTo>
                    <a:pt x="591" y="792"/>
                    <a:pt x="593" y="795"/>
                    <a:pt x="593" y="795"/>
                  </a:cubicBezTo>
                  <a:cubicBezTo>
                    <a:pt x="593" y="795"/>
                    <a:pt x="598" y="796"/>
                    <a:pt x="599" y="797"/>
                  </a:cubicBezTo>
                  <a:cubicBezTo>
                    <a:pt x="599" y="797"/>
                    <a:pt x="599" y="797"/>
                    <a:pt x="599" y="796"/>
                  </a:cubicBezTo>
                  <a:cubicBezTo>
                    <a:pt x="599" y="796"/>
                    <a:pt x="601" y="796"/>
                    <a:pt x="603" y="798"/>
                  </a:cubicBezTo>
                  <a:cubicBezTo>
                    <a:pt x="603" y="798"/>
                    <a:pt x="602" y="800"/>
                    <a:pt x="604" y="799"/>
                  </a:cubicBezTo>
                  <a:cubicBezTo>
                    <a:pt x="604" y="799"/>
                    <a:pt x="606" y="799"/>
                    <a:pt x="606" y="802"/>
                  </a:cubicBezTo>
                  <a:cubicBezTo>
                    <a:pt x="606" y="802"/>
                    <a:pt x="607" y="806"/>
                    <a:pt x="604" y="809"/>
                  </a:cubicBezTo>
                  <a:close/>
                  <a:moveTo>
                    <a:pt x="632" y="834"/>
                  </a:moveTo>
                  <a:cubicBezTo>
                    <a:pt x="632" y="834"/>
                    <a:pt x="631" y="837"/>
                    <a:pt x="628" y="838"/>
                  </a:cubicBezTo>
                  <a:cubicBezTo>
                    <a:pt x="628" y="838"/>
                    <a:pt x="626" y="839"/>
                    <a:pt x="624" y="839"/>
                  </a:cubicBezTo>
                  <a:cubicBezTo>
                    <a:pt x="624" y="839"/>
                    <a:pt x="622" y="839"/>
                    <a:pt x="622" y="838"/>
                  </a:cubicBezTo>
                  <a:cubicBezTo>
                    <a:pt x="622" y="838"/>
                    <a:pt x="621" y="838"/>
                    <a:pt x="620" y="839"/>
                  </a:cubicBezTo>
                  <a:cubicBezTo>
                    <a:pt x="620" y="839"/>
                    <a:pt x="619" y="839"/>
                    <a:pt x="618" y="837"/>
                  </a:cubicBezTo>
                  <a:cubicBezTo>
                    <a:pt x="618" y="837"/>
                    <a:pt x="616" y="836"/>
                    <a:pt x="616" y="834"/>
                  </a:cubicBezTo>
                  <a:cubicBezTo>
                    <a:pt x="616" y="834"/>
                    <a:pt x="616" y="831"/>
                    <a:pt x="615" y="829"/>
                  </a:cubicBezTo>
                  <a:cubicBezTo>
                    <a:pt x="615" y="829"/>
                    <a:pt x="613" y="824"/>
                    <a:pt x="616" y="825"/>
                  </a:cubicBezTo>
                  <a:cubicBezTo>
                    <a:pt x="616" y="825"/>
                    <a:pt x="617" y="825"/>
                    <a:pt x="619" y="824"/>
                  </a:cubicBezTo>
                  <a:cubicBezTo>
                    <a:pt x="619" y="824"/>
                    <a:pt x="622" y="825"/>
                    <a:pt x="626" y="826"/>
                  </a:cubicBezTo>
                  <a:cubicBezTo>
                    <a:pt x="626" y="826"/>
                    <a:pt x="629" y="828"/>
                    <a:pt x="630" y="828"/>
                  </a:cubicBezTo>
                  <a:cubicBezTo>
                    <a:pt x="630" y="828"/>
                    <a:pt x="632" y="828"/>
                    <a:pt x="632" y="831"/>
                  </a:cubicBezTo>
                  <a:cubicBezTo>
                    <a:pt x="632" y="831"/>
                    <a:pt x="632" y="832"/>
                    <a:pt x="632" y="833"/>
                  </a:cubicBezTo>
                  <a:cubicBezTo>
                    <a:pt x="632" y="833"/>
                    <a:pt x="632" y="834"/>
                    <a:pt x="632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5" y="772"/>
                    <a:pt x="664" y="772"/>
                  </a:cubicBezTo>
                  <a:cubicBezTo>
                    <a:pt x="664" y="772"/>
                    <a:pt x="662" y="770"/>
                    <a:pt x="662" y="773"/>
                  </a:cubicBezTo>
                  <a:cubicBezTo>
                    <a:pt x="662" y="773"/>
                    <a:pt x="656" y="778"/>
                    <a:pt x="656" y="783"/>
                  </a:cubicBezTo>
                  <a:cubicBezTo>
                    <a:pt x="656" y="783"/>
                    <a:pt x="656" y="784"/>
                    <a:pt x="657" y="785"/>
                  </a:cubicBezTo>
                  <a:cubicBezTo>
                    <a:pt x="657" y="785"/>
                    <a:pt x="657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4" y="793"/>
                    <a:pt x="653" y="794"/>
                  </a:cubicBezTo>
                  <a:cubicBezTo>
                    <a:pt x="653" y="794"/>
                    <a:pt x="653" y="794"/>
                    <a:pt x="652" y="794"/>
                  </a:cubicBezTo>
                  <a:cubicBezTo>
                    <a:pt x="652" y="794"/>
                    <a:pt x="647" y="794"/>
                    <a:pt x="648" y="791"/>
                  </a:cubicBezTo>
                  <a:cubicBezTo>
                    <a:pt x="648" y="791"/>
                    <a:pt x="648" y="787"/>
                    <a:pt x="648" y="785"/>
                  </a:cubicBezTo>
                  <a:cubicBezTo>
                    <a:pt x="648" y="785"/>
                    <a:pt x="646" y="782"/>
                    <a:pt x="649" y="781"/>
                  </a:cubicBezTo>
                  <a:cubicBezTo>
                    <a:pt x="649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4" y="779"/>
                  </a:cubicBezTo>
                  <a:cubicBezTo>
                    <a:pt x="654" y="779"/>
                    <a:pt x="659" y="773"/>
                    <a:pt x="661" y="770"/>
                  </a:cubicBezTo>
                  <a:cubicBezTo>
                    <a:pt x="661" y="770"/>
                    <a:pt x="662" y="769"/>
                    <a:pt x="660" y="767"/>
                  </a:cubicBezTo>
                  <a:cubicBezTo>
                    <a:pt x="660" y="767"/>
                    <a:pt x="654" y="762"/>
                    <a:pt x="650" y="760"/>
                  </a:cubicBezTo>
                  <a:cubicBezTo>
                    <a:pt x="650" y="760"/>
                    <a:pt x="645" y="758"/>
                    <a:pt x="642" y="759"/>
                  </a:cubicBezTo>
                  <a:cubicBezTo>
                    <a:pt x="642" y="759"/>
                    <a:pt x="634" y="758"/>
                    <a:pt x="640" y="756"/>
                  </a:cubicBezTo>
                  <a:cubicBezTo>
                    <a:pt x="640" y="756"/>
                    <a:pt x="645" y="754"/>
                    <a:pt x="654" y="760"/>
                  </a:cubicBezTo>
                  <a:cubicBezTo>
                    <a:pt x="654" y="760"/>
                    <a:pt x="660" y="764"/>
                    <a:pt x="661" y="767"/>
                  </a:cubicBezTo>
                  <a:cubicBezTo>
                    <a:pt x="661" y="767"/>
                    <a:pt x="662" y="768"/>
                    <a:pt x="663" y="767"/>
                  </a:cubicBezTo>
                  <a:cubicBezTo>
                    <a:pt x="663" y="767"/>
                    <a:pt x="666" y="765"/>
                    <a:pt x="664" y="763"/>
                  </a:cubicBezTo>
                  <a:cubicBezTo>
                    <a:pt x="664" y="763"/>
                    <a:pt x="661" y="757"/>
                    <a:pt x="650" y="750"/>
                  </a:cubicBezTo>
                  <a:cubicBezTo>
                    <a:pt x="650" y="750"/>
                    <a:pt x="646" y="747"/>
                    <a:pt x="644" y="748"/>
                  </a:cubicBezTo>
                  <a:cubicBezTo>
                    <a:pt x="644" y="748"/>
                    <a:pt x="642" y="747"/>
                    <a:pt x="644" y="747"/>
                  </a:cubicBezTo>
                  <a:cubicBezTo>
                    <a:pt x="644" y="747"/>
                    <a:pt x="649" y="745"/>
                    <a:pt x="656" y="750"/>
                  </a:cubicBezTo>
                  <a:cubicBezTo>
                    <a:pt x="656" y="750"/>
                    <a:pt x="661" y="754"/>
                    <a:pt x="664" y="758"/>
                  </a:cubicBezTo>
                  <a:cubicBezTo>
                    <a:pt x="664" y="758"/>
                    <a:pt x="666" y="760"/>
                    <a:pt x="665" y="758"/>
                  </a:cubicBezTo>
                  <a:cubicBezTo>
                    <a:pt x="665" y="758"/>
                    <a:pt x="664" y="756"/>
                    <a:pt x="665" y="755"/>
                  </a:cubicBezTo>
                  <a:cubicBezTo>
                    <a:pt x="665" y="755"/>
                    <a:pt x="665" y="755"/>
                    <a:pt x="665" y="754"/>
                  </a:cubicBezTo>
                  <a:cubicBezTo>
                    <a:pt x="665" y="754"/>
                    <a:pt x="664" y="753"/>
                    <a:pt x="664" y="752"/>
                  </a:cubicBezTo>
                  <a:cubicBezTo>
                    <a:pt x="664" y="752"/>
                    <a:pt x="665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60" y="750"/>
                  </a:cubicBezTo>
                  <a:cubicBezTo>
                    <a:pt x="660" y="750"/>
                    <a:pt x="661" y="750"/>
                    <a:pt x="663" y="750"/>
                  </a:cubicBezTo>
                  <a:cubicBezTo>
                    <a:pt x="663" y="750"/>
                    <a:pt x="664" y="750"/>
                    <a:pt x="663" y="749"/>
                  </a:cubicBezTo>
                  <a:cubicBezTo>
                    <a:pt x="663" y="749"/>
                    <a:pt x="661" y="745"/>
                    <a:pt x="661" y="744"/>
                  </a:cubicBezTo>
                  <a:cubicBezTo>
                    <a:pt x="661" y="744"/>
                    <a:pt x="660" y="742"/>
                    <a:pt x="660" y="744"/>
                  </a:cubicBezTo>
                  <a:cubicBezTo>
                    <a:pt x="660" y="744"/>
                    <a:pt x="659" y="746"/>
                    <a:pt x="656" y="744"/>
                  </a:cubicBezTo>
                  <a:cubicBezTo>
                    <a:pt x="656" y="744"/>
                    <a:pt x="651" y="744"/>
                    <a:pt x="651" y="741"/>
                  </a:cubicBezTo>
                  <a:cubicBezTo>
                    <a:pt x="651" y="741"/>
                    <a:pt x="652" y="737"/>
                    <a:pt x="649" y="737"/>
                  </a:cubicBezTo>
                  <a:cubicBezTo>
                    <a:pt x="649" y="737"/>
                    <a:pt x="646" y="736"/>
                    <a:pt x="649" y="735"/>
                  </a:cubicBezTo>
                  <a:cubicBezTo>
                    <a:pt x="649" y="735"/>
                    <a:pt x="652" y="734"/>
                    <a:pt x="656" y="735"/>
                  </a:cubicBezTo>
                  <a:cubicBezTo>
                    <a:pt x="656" y="735"/>
                    <a:pt x="656" y="736"/>
                    <a:pt x="658" y="735"/>
                  </a:cubicBezTo>
                  <a:cubicBezTo>
                    <a:pt x="658" y="735"/>
                    <a:pt x="667" y="731"/>
                    <a:pt x="668" y="737"/>
                  </a:cubicBezTo>
                  <a:cubicBezTo>
                    <a:pt x="668" y="737"/>
                    <a:pt x="667" y="741"/>
                    <a:pt x="669" y="744"/>
                  </a:cubicBezTo>
                  <a:cubicBezTo>
                    <a:pt x="669" y="744"/>
                    <a:pt x="669" y="746"/>
                    <a:pt x="669" y="747"/>
                  </a:cubicBezTo>
                  <a:cubicBezTo>
                    <a:pt x="669" y="747"/>
                    <a:pt x="669" y="748"/>
                    <a:pt x="670" y="750"/>
                  </a:cubicBezTo>
                  <a:cubicBezTo>
                    <a:pt x="670" y="750"/>
                    <a:pt x="671" y="750"/>
                    <a:pt x="670" y="751"/>
                  </a:cubicBezTo>
                  <a:cubicBezTo>
                    <a:pt x="670" y="751"/>
                    <a:pt x="670" y="753"/>
                    <a:pt x="670" y="755"/>
                  </a:cubicBezTo>
                  <a:cubicBezTo>
                    <a:pt x="670" y="755"/>
                    <a:pt x="669" y="758"/>
                    <a:pt x="671" y="756"/>
                  </a:cubicBezTo>
                  <a:cubicBezTo>
                    <a:pt x="671" y="756"/>
                    <a:pt x="676" y="749"/>
                    <a:pt x="678" y="746"/>
                  </a:cubicBezTo>
                  <a:cubicBezTo>
                    <a:pt x="678" y="746"/>
                    <a:pt x="680" y="744"/>
                    <a:pt x="677" y="744"/>
                  </a:cubicBezTo>
                  <a:cubicBezTo>
                    <a:pt x="677" y="744"/>
                    <a:pt x="674" y="743"/>
                    <a:pt x="672" y="742"/>
                  </a:cubicBezTo>
                  <a:cubicBezTo>
                    <a:pt x="672" y="742"/>
                    <a:pt x="670" y="741"/>
                    <a:pt x="672" y="740"/>
                  </a:cubicBezTo>
                  <a:cubicBezTo>
                    <a:pt x="672" y="740"/>
                    <a:pt x="674" y="741"/>
                    <a:pt x="674" y="740"/>
                  </a:cubicBezTo>
                  <a:cubicBezTo>
                    <a:pt x="674" y="740"/>
                    <a:pt x="673" y="739"/>
                    <a:pt x="674" y="739"/>
                  </a:cubicBezTo>
                  <a:cubicBezTo>
                    <a:pt x="674" y="739"/>
                    <a:pt x="676" y="739"/>
                    <a:pt x="676" y="737"/>
                  </a:cubicBezTo>
                  <a:cubicBezTo>
                    <a:pt x="676" y="737"/>
                    <a:pt x="675" y="734"/>
                    <a:pt x="674" y="735"/>
                  </a:cubicBezTo>
                  <a:cubicBezTo>
                    <a:pt x="674" y="735"/>
                    <a:pt x="670" y="735"/>
                    <a:pt x="669" y="733"/>
                  </a:cubicBezTo>
                  <a:cubicBezTo>
                    <a:pt x="669" y="733"/>
                    <a:pt x="667" y="732"/>
                    <a:pt x="667" y="731"/>
                  </a:cubicBezTo>
                  <a:cubicBezTo>
                    <a:pt x="667" y="731"/>
                    <a:pt x="667" y="730"/>
                    <a:pt x="669" y="731"/>
                  </a:cubicBezTo>
                  <a:cubicBezTo>
                    <a:pt x="669" y="731"/>
                    <a:pt x="673" y="733"/>
                    <a:pt x="671" y="730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9" y="726"/>
                    <a:pt x="666" y="728"/>
                  </a:cubicBezTo>
                  <a:cubicBezTo>
                    <a:pt x="666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3" y="724"/>
                    <a:pt x="665" y="723"/>
                  </a:cubicBezTo>
                  <a:cubicBezTo>
                    <a:pt x="665" y="723"/>
                    <a:pt x="666" y="722"/>
                    <a:pt x="665" y="721"/>
                  </a:cubicBezTo>
                  <a:cubicBezTo>
                    <a:pt x="665" y="721"/>
                    <a:pt x="665" y="721"/>
                    <a:pt x="668" y="720"/>
                  </a:cubicBezTo>
                  <a:cubicBezTo>
                    <a:pt x="668" y="720"/>
                    <a:pt x="676" y="717"/>
                    <a:pt x="677" y="721"/>
                  </a:cubicBezTo>
                  <a:cubicBezTo>
                    <a:pt x="677" y="721"/>
                    <a:pt x="678" y="723"/>
                    <a:pt x="677" y="725"/>
                  </a:cubicBezTo>
                  <a:cubicBezTo>
                    <a:pt x="677" y="725"/>
                    <a:pt x="676" y="725"/>
                    <a:pt x="677" y="729"/>
                  </a:cubicBezTo>
                  <a:cubicBezTo>
                    <a:pt x="677" y="729"/>
                    <a:pt x="677" y="731"/>
                    <a:pt x="679" y="732"/>
                  </a:cubicBezTo>
                  <a:cubicBezTo>
                    <a:pt x="679" y="732"/>
                    <a:pt x="680" y="734"/>
                    <a:pt x="681" y="736"/>
                  </a:cubicBezTo>
                  <a:cubicBezTo>
                    <a:pt x="681" y="736"/>
                    <a:pt x="683" y="739"/>
                    <a:pt x="683" y="740"/>
                  </a:cubicBezTo>
                  <a:cubicBezTo>
                    <a:pt x="683" y="740"/>
                    <a:pt x="683" y="742"/>
                    <a:pt x="684" y="741"/>
                  </a:cubicBezTo>
                  <a:cubicBezTo>
                    <a:pt x="684" y="741"/>
                    <a:pt x="692" y="731"/>
                    <a:pt x="698" y="734"/>
                  </a:cubicBezTo>
                  <a:cubicBezTo>
                    <a:pt x="698" y="734"/>
                    <a:pt x="701" y="733"/>
                    <a:pt x="697" y="738"/>
                  </a:cubicBezTo>
                  <a:cubicBezTo>
                    <a:pt x="697" y="738"/>
                    <a:pt x="696" y="740"/>
                    <a:pt x="695" y="740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9" y="742"/>
                  </a:cubicBezTo>
                  <a:cubicBezTo>
                    <a:pt x="689" y="742"/>
                    <a:pt x="692" y="739"/>
                    <a:pt x="692" y="738"/>
                  </a:cubicBezTo>
                  <a:cubicBezTo>
                    <a:pt x="692" y="738"/>
                    <a:pt x="692" y="736"/>
                    <a:pt x="691" y="738"/>
                  </a:cubicBezTo>
                  <a:cubicBezTo>
                    <a:pt x="691" y="738"/>
                    <a:pt x="687" y="741"/>
                    <a:pt x="686" y="742"/>
                  </a:cubicBezTo>
                  <a:cubicBezTo>
                    <a:pt x="686" y="742"/>
                    <a:pt x="684" y="743"/>
                    <a:pt x="685" y="745"/>
                  </a:cubicBezTo>
                  <a:cubicBezTo>
                    <a:pt x="685" y="745"/>
                    <a:pt x="685" y="746"/>
                    <a:pt x="685" y="746"/>
                  </a:cubicBezTo>
                  <a:cubicBezTo>
                    <a:pt x="685" y="746"/>
                    <a:pt x="685" y="747"/>
                    <a:pt x="685" y="747"/>
                  </a:cubicBezTo>
                  <a:cubicBezTo>
                    <a:pt x="685" y="747"/>
                    <a:pt x="687" y="751"/>
                    <a:pt x="684" y="751"/>
                  </a:cubicBezTo>
                  <a:cubicBezTo>
                    <a:pt x="684" y="751"/>
                    <a:pt x="681" y="751"/>
                    <a:pt x="680" y="749"/>
                  </a:cubicBezTo>
                  <a:cubicBezTo>
                    <a:pt x="680" y="749"/>
                    <a:pt x="679" y="747"/>
                    <a:pt x="678" y="750"/>
                  </a:cubicBezTo>
                  <a:cubicBezTo>
                    <a:pt x="678" y="750"/>
                    <a:pt x="675" y="755"/>
                    <a:pt x="673" y="757"/>
                  </a:cubicBezTo>
                  <a:cubicBezTo>
                    <a:pt x="673" y="757"/>
                    <a:pt x="668" y="762"/>
                    <a:pt x="669" y="763"/>
                  </a:cubicBezTo>
                  <a:cubicBezTo>
                    <a:pt x="669" y="763"/>
                    <a:pt x="671" y="765"/>
                    <a:pt x="670" y="765"/>
                  </a:cubicBezTo>
                  <a:cubicBezTo>
                    <a:pt x="670" y="765"/>
                    <a:pt x="669" y="766"/>
                    <a:pt x="667" y="765"/>
                  </a:cubicBezTo>
                  <a:cubicBezTo>
                    <a:pt x="667" y="765"/>
                    <a:pt x="667" y="765"/>
                    <a:pt x="666" y="767"/>
                  </a:cubicBezTo>
                  <a:cubicBezTo>
                    <a:pt x="666" y="767"/>
                    <a:pt x="663" y="770"/>
                    <a:pt x="665" y="771"/>
                  </a:cubicBezTo>
                  <a:cubicBezTo>
                    <a:pt x="665" y="771"/>
                    <a:pt x="666" y="771"/>
                    <a:pt x="667" y="772"/>
                  </a:cubicBezTo>
                  <a:cubicBezTo>
                    <a:pt x="667" y="772"/>
                    <a:pt x="669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6" y="797"/>
                    <a:pt x="706" y="799"/>
                  </a:cubicBezTo>
                  <a:cubicBezTo>
                    <a:pt x="706" y="799"/>
                    <a:pt x="706" y="800"/>
                    <a:pt x="705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3" y="808"/>
                    <a:pt x="692" y="808"/>
                  </a:cubicBezTo>
                  <a:cubicBezTo>
                    <a:pt x="692" y="808"/>
                    <a:pt x="692" y="808"/>
                    <a:pt x="692" y="809"/>
                  </a:cubicBezTo>
                  <a:cubicBezTo>
                    <a:pt x="692" y="809"/>
                    <a:pt x="690" y="808"/>
                    <a:pt x="690" y="809"/>
                  </a:cubicBezTo>
                  <a:cubicBezTo>
                    <a:pt x="684" y="810"/>
                    <a:pt x="684" y="810"/>
                    <a:pt x="684" y="810"/>
                  </a:cubicBezTo>
                  <a:cubicBezTo>
                    <a:pt x="684" y="810"/>
                    <a:pt x="682" y="810"/>
                    <a:pt x="685" y="809"/>
                  </a:cubicBezTo>
                  <a:cubicBezTo>
                    <a:pt x="685" y="809"/>
                    <a:pt x="692" y="807"/>
                    <a:pt x="688" y="807"/>
                  </a:cubicBezTo>
                  <a:cubicBezTo>
                    <a:pt x="688" y="807"/>
                    <a:pt x="686" y="806"/>
                    <a:pt x="688" y="806"/>
                  </a:cubicBezTo>
                  <a:cubicBezTo>
                    <a:pt x="688" y="806"/>
                    <a:pt x="695" y="801"/>
                    <a:pt x="697" y="796"/>
                  </a:cubicBezTo>
                  <a:cubicBezTo>
                    <a:pt x="697" y="796"/>
                    <a:pt x="704" y="785"/>
                    <a:pt x="695" y="779"/>
                  </a:cubicBezTo>
                  <a:cubicBezTo>
                    <a:pt x="695" y="779"/>
                    <a:pt x="691" y="779"/>
                    <a:pt x="688" y="784"/>
                  </a:cubicBezTo>
                  <a:cubicBezTo>
                    <a:pt x="688" y="784"/>
                    <a:pt x="686" y="789"/>
                    <a:pt x="683" y="790"/>
                  </a:cubicBezTo>
                  <a:cubicBezTo>
                    <a:pt x="683" y="790"/>
                    <a:pt x="678" y="789"/>
                    <a:pt x="675" y="787"/>
                  </a:cubicBezTo>
                  <a:cubicBezTo>
                    <a:pt x="675" y="787"/>
                    <a:pt x="672" y="786"/>
                    <a:pt x="675" y="786"/>
                  </a:cubicBezTo>
                  <a:cubicBezTo>
                    <a:pt x="675" y="786"/>
                    <a:pt x="676" y="786"/>
                    <a:pt x="678" y="784"/>
                  </a:cubicBezTo>
                  <a:cubicBezTo>
                    <a:pt x="678" y="784"/>
                    <a:pt x="681" y="783"/>
                    <a:pt x="681" y="782"/>
                  </a:cubicBezTo>
                  <a:cubicBezTo>
                    <a:pt x="681" y="782"/>
                    <a:pt x="683" y="779"/>
                    <a:pt x="685" y="777"/>
                  </a:cubicBezTo>
                  <a:cubicBezTo>
                    <a:pt x="685" y="777"/>
                    <a:pt x="688" y="775"/>
                    <a:pt x="689" y="773"/>
                  </a:cubicBezTo>
                  <a:cubicBezTo>
                    <a:pt x="689" y="773"/>
                    <a:pt x="689" y="771"/>
                    <a:pt x="687" y="772"/>
                  </a:cubicBezTo>
                  <a:cubicBezTo>
                    <a:pt x="687" y="772"/>
                    <a:pt x="683" y="776"/>
                    <a:pt x="679" y="769"/>
                  </a:cubicBezTo>
                  <a:cubicBezTo>
                    <a:pt x="679" y="769"/>
                    <a:pt x="679" y="761"/>
                    <a:pt x="678" y="764"/>
                  </a:cubicBezTo>
                  <a:cubicBezTo>
                    <a:pt x="678" y="764"/>
                    <a:pt x="676" y="769"/>
                    <a:pt x="673" y="770"/>
                  </a:cubicBezTo>
                  <a:cubicBezTo>
                    <a:pt x="673" y="770"/>
                    <a:pt x="671" y="771"/>
                    <a:pt x="669" y="770"/>
                  </a:cubicBezTo>
                  <a:cubicBezTo>
                    <a:pt x="669" y="770"/>
                    <a:pt x="666" y="769"/>
                    <a:pt x="669" y="769"/>
                  </a:cubicBezTo>
                  <a:cubicBezTo>
                    <a:pt x="669" y="769"/>
                    <a:pt x="672" y="768"/>
                    <a:pt x="674" y="764"/>
                  </a:cubicBezTo>
                  <a:cubicBezTo>
                    <a:pt x="674" y="764"/>
                    <a:pt x="676" y="761"/>
                    <a:pt x="676" y="759"/>
                  </a:cubicBezTo>
                  <a:cubicBezTo>
                    <a:pt x="676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8" y="755"/>
                  </a:cubicBezTo>
                  <a:cubicBezTo>
                    <a:pt x="688" y="755"/>
                    <a:pt x="689" y="757"/>
                    <a:pt x="688" y="760"/>
                  </a:cubicBezTo>
                  <a:cubicBezTo>
                    <a:pt x="688" y="760"/>
                    <a:pt x="687" y="762"/>
                    <a:pt x="690" y="765"/>
                  </a:cubicBezTo>
                  <a:cubicBezTo>
                    <a:pt x="690" y="765"/>
                    <a:pt x="694" y="767"/>
                    <a:pt x="695" y="766"/>
                  </a:cubicBezTo>
                  <a:cubicBezTo>
                    <a:pt x="695" y="766"/>
                    <a:pt x="700" y="762"/>
                    <a:pt x="702" y="763"/>
                  </a:cubicBezTo>
                  <a:cubicBezTo>
                    <a:pt x="702" y="763"/>
                    <a:pt x="706" y="763"/>
                    <a:pt x="705" y="766"/>
                  </a:cubicBezTo>
                  <a:cubicBezTo>
                    <a:pt x="705" y="766"/>
                    <a:pt x="704" y="768"/>
                    <a:pt x="704" y="769"/>
                  </a:cubicBezTo>
                  <a:cubicBezTo>
                    <a:pt x="704" y="769"/>
                    <a:pt x="704" y="769"/>
                    <a:pt x="702" y="770"/>
                  </a:cubicBezTo>
                  <a:cubicBezTo>
                    <a:pt x="702" y="770"/>
                    <a:pt x="699" y="772"/>
                    <a:pt x="702" y="775"/>
                  </a:cubicBezTo>
                  <a:cubicBezTo>
                    <a:pt x="707" y="782"/>
                    <a:pt x="707" y="782"/>
                    <a:pt x="707" y="782"/>
                  </a:cubicBezTo>
                  <a:cubicBezTo>
                    <a:pt x="707" y="782"/>
                    <a:pt x="709" y="788"/>
                    <a:pt x="708" y="793"/>
                  </a:cubicBezTo>
                  <a:cubicBezTo>
                    <a:pt x="708" y="793"/>
                    <a:pt x="707" y="795"/>
                    <a:pt x="706" y="796"/>
                  </a:cubicBezTo>
                  <a:close/>
                  <a:moveTo>
                    <a:pt x="452" y="787"/>
                  </a:moveTo>
                  <a:cubicBezTo>
                    <a:pt x="268" y="787"/>
                    <a:pt x="119" y="638"/>
                    <a:pt x="119" y="454"/>
                  </a:cubicBezTo>
                  <a:cubicBezTo>
                    <a:pt x="119" y="270"/>
                    <a:pt x="268" y="121"/>
                    <a:pt x="452" y="121"/>
                  </a:cubicBezTo>
                  <a:cubicBezTo>
                    <a:pt x="636" y="121"/>
                    <a:pt x="785" y="270"/>
                    <a:pt x="785" y="454"/>
                  </a:cubicBezTo>
                  <a:cubicBezTo>
                    <a:pt x="785" y="638"/>
                    <a:pt x="636" y="787"/>
                    <a:pt x="452" y="787"/>
                  </a:cubicBezTo>
                  <a:close/>
                  <a:moveTo>
                    <a:pt x="779" y="318"/>
                  </a:moveTo>
                  <a:cubicBezTo>
                    <a:pt x="776" y="310"/>
                    <a:pt x="775" y="303"/>
                    <a:pt x="778" y="296"/>
                  </a:cubicBezTo>
                  <a:cubicBezTo>
                    <a:pt x="780" y="290"/>
                    <a:pt x="785" y="285"/>
                    <a:pt x="793" y="282"/>
                  </a:cubicBezTo>
                  <a:cubicBezTo>
                    <a:pt x="798" y="280"/>
                    <a:pt x="802" y="279"/>
                    <a:pt x="806" y="279"/>
                  </a:cubicBezTo>
                  <a:cubicBezTo>
                    <a:pt x="809" y="279"/>
                    <a:pt x="812" y="280"/>
                    <a:pt x="815" y="281"/>
                  </a:cubicBezTo>
                  <a:cubicBezTo>
                    <a:pt x="817" y="283"/>
                    <a:pt x="820" y="284"/>
                    <a:pt x="822" y="286"/>
                  </a:cubicBezTo>
                  <a:cubicBezTo>
                    <a:pt x="824" y="289"/>
                    <a:pt x="827" y="293"/>
                    <a:pt x="828" y="297"/>
                  </a:cubicBezTo>
                  <a:cubicBezTo>
                    <a:pt x="832" y="305"/>
                    <a:pt x="832" y="312"/>
                    <a:pt x="829" y="318"/>
                  </a:cubicBezTo>
                  <a:cubicBezTo>
                    <a:pt x="827" y="325"/>
                    <a:pt x="822" y="330"/>
                    <a:pt x="814" y="333"/>
                  </a:cubicBezTo>
                  <a:cubicBezTo>
                    <a:pt x="806" y="336"/>
                    <a:pt x="799" y="336"/>
                    <a:pt x="793" y="333"/>
                  </a:cubicBezTo>
                  <a:cubicBezTo>
                    <a:pt x="787" y="331"/>
                    <a:pt x="782" y="325"/>
                    <a:pt x="779" y="318"/>
                  </a:cubicBezTo>
                  <a:close/>
                  <a:moveTo>
                    <a:pt x="841" y="337"/>
                  </a:moveTo>
                  <a:cubicBezTo>
                    <a:pt x="844" y="348"/>
                    <a:pt x="844" y="348"/>
                    <a:pt x="844" y="348"/>
                  </a:cubicBezTo>
                  <a:cubicBezTo>
                    <a:pt x="803" y="358"/>
                    <a:pt x="803" y="358"/>
                    <a:pt x="803" y="358"/>
                  </a:cubicBezTo>
                  <a:cubicBezTo>
                    <a:pt x="810" y="386"/>
                    <a:pt x="810" y="386"/>
                    <a:pt x="810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2" y="349"/>
                    <a:pt x="792" y="349"/>
                    <a:pt x="792" y="349"/>
                  </a:cubicBezTo>
                  <a:lnTo>
                    <a:pt x="841" y="337"/>
                  </a:lnTo>
                  <a:close/>
                  <a:moveTo>
                    <a:pt x="852" y="525"/>
                  </a:moveTo>
                  <a:cubicBezTo>
                    <a:pt x="816" y="528"/>
                    <a:pt x="816" y="528"/>
                    <a:pt x="816" y="528"/>
                  </a:cubicBezTo>
                  <a:cubicBezTo>
                    <a:pt x="848" y="545"/>
                    <a:pt x="848" y="545"/>
                    <a:pt x="848" y="545"/>
                  </a:cubicBezTo>
                  <a:cubicBezTo>
                    <a:pt x="845" y="562"/>
                    <a:pt x="845" y="562"/>
                    <a:pt x="845" y="562"/>
                  </a:cubicBezTo>
                  <a:cubicBezTo>
                    <a:pt x="794" y="552"/>
                    <a:pt x="794" y="552"/>
                    <a:pt x="794" y="552"/>
                  </a:cubicBezTo>
                  <a:cubicBezTo>
                    <a:pt x="796" y="541"/>
                    <a:pt x="796" y="541"/>
                    <a:pt x="796" y="541"/>
                  </a:cubicBezTo>
                  <a:cubicBezTo>
                    <a:pt x="836" y="549"/>
                    <a:pt x="836" y="549"/>
                    <a:pt x="836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1" y="519"/>
                    <a:pt x="801" y="519"/>
                    <a:pt x="801" y="519"/>
                  </a:cubicBezTo>
                  <a:cubicBezTo>
                    <a:pt x="843" y="516"/>
                    <a:pt x="843" y="516"/>
                    <a:pt x="843" y="516"/>
                  </a:cubicBezTo>
                  <a:cubicBezTo>
                    <a:pt x="803" y="508"/>
                    <a:pt x="803" y="508"/>
                    <a:pt x="803" y="508"/>
                  </a:cubicBezTo>
                  <a:cubicBezTo>
                    <a:pt x="805" y="498"/>
                    <a:pt x="805" y="498"/>
                    <a:pt x="805" y="498"/>
                  </a:cubicBezTo>
                  <a:cubicBezTo>
                    <a:pt x="856" y="508"/>
                    <a:pt x="856" y="508"/>
                    <a:pt x="856" y="508"/>
                  </a:cubicBezTo>
                  <a:lnTo>
                    <a:pt x="852" y="525"/>
                  </a:lnTo>
                  <a:close/>
                  <a:moveTo>
                    <a:pt x="816" y="474"/>
                  </a:moveTo>
                  <a:cubicBezTo>
                    <a:pt x="817" y="476"/>
                    <a:pt x="818" y="477"/>
                    <a:pt x="820" y="477"/>
                  </a:cubicBezTo>
                  <a:cubicBezTo>
                    <a:pt x="822" y="478"/>
                    <a:pt x="825" y="478"/>
                    <a:pt x="829" y="478"/>
                  </a:cubicBezTo>
                  <a:cubicBezTo>
                    <a:pt x="858" y="479"/>
                    <a:pt x="858" y="479"/>
                    <a:pt x="858" y="479"/>
                  </a:cubicBezTo>
                  <a:cubicBezTo>
                    <a:pt x="857" y="491"/>
                    <a:pt x="857" y="491"/>
                    <a:pt x="857" y="491"/>
                  </a:cubicBezTo>
                  <a:cubicBezTo>
                    <a:pt x="830" y="490"/>
                    <a:pt x="830" y="490"/>
                    <a:pt x="830" y="490"/>
                  </a:cubicBezTo>
                  <a:cubicBezTo>
                    <a:pt x="824" y="490"/>
                    <a:pt x="819" y="489"/>
                    <a:pt x="817" y="488"/>
                  </a:cubicBezTo>
                  <a:cubicBezTo>
                    <a:pt x="814" y="488"/>
                    <a:pt x="812" y="486"/>
                    <a:pt x="811" y="485"/>
                  </a:cubicBezTo>
                  <a:cubicBezTo>
                    <a:pt x="809" y="483"/>
                    <a:pt x="808" y="481"/>
                    <a:pt x="807" y="478"/>
                  </a:cubicBezTo>
                  <a:cubicBezTo>
                    <a:pt x="806" y="475"/>
                    <a:pt x="805" y="471"/>
                    <a:pt x="805" y="467"/>
                  </a:cubicBezTo>
                  <a:cubicBezTo>
                    <a:pt x="806" y="461"/>
                    <a:pt x="806" y="457"/>
                    <a:pt x="808" y="455"/>
                  </a:cubicBezTo>
                  <a:cubicBezTo>
                    <a:pt x="809" y="452"/>
                    <a:pt x="810" y="450"/>
                    <a:pt x="812" y="448"/>
                  </a:cubicBezTo>
                  <a:cubicBezTo>
                    <a:pt x="814" y="447"/>
                    <a:pt x="816" y="446"/>
                    <a:pt x="818" y="445"/>
                  </a:cubicBezTo>
                  <a:cubicBezTo>
                    <a:pt x="821" y="444"/>
                    <a:pt x="825" y="444"/>
                    <a:pt x="831" y="444"/>
                  </a:cubicBezTo>
                  <a:cubicBezTo>
                    <a:pt x="859" y="445"/>
                    <a:pt x="859" y="445"/>
                    <a:pt x="859" y="445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6" y="456"/>
                    <a:pt x="823" y="456"/>
                    <a:pt x="822" y="456"/>
                  </a:cubicBezTo>
                  <a:cubicBezTo>
                    <a:pt x="819" y="456"/>
                    <a:pt x="818" y="457"/>
                    <a:pt x="816" y="459"/>
                  </a:cubicBezTo>
                  <a:cubicBezTo>
                    <a:pt x="815" y="461"/>
                    <a:pt x="814" y="464"/>
                    <a:pt x="814" y="467"/>
                  </a:cubicBezTo>
                  <a:cubicBezTo>
                    <a:pt x="814" y="470"/>
                    <a:pt x="815" y="473"/>
                    <a:pt x="816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68">
              <a:extLst>
                <a:ext uri="{FF2B5EF4-FFF2-40B4-BE49-F238E27FC236}">
                  <a16:creationId xmlns:a16="http://schemas.microsoft.com/office/drawing/2014/main" id="{434E4E18-427D-4749-8268-8D82C4BD9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7558" y="4249111"/>
              <a:ext cx="41275" cy="39688"/>
            </a:xfrm>
            <a:custGeom>
              <a:avLst/>
              <a:gdLst>
                <a:gd name="T0" fmla="*/ 13 w 22"/>
                <a:gd name="T1" fmla="*/ 20 h 21"/>
                <a:gd name="T2" fmla="*/ 17 w 22"/>
                <a:gd name="T3" fmla="*/ 20 h 21"/>
                <a:gd name="T4" fmla="*/ 21 w 22"/>
                <a:gd name="T5" fmla="*/ 17 h 21"/>
                <a:gd name="T6" fmla="*/ 22 w 22"/>
                <a:gd name="T7" fmla="*/ 13 h 21"/>
                <a:gd name="T8" fmla="*/ 19 w 22"/>
                <a:gd name="T9" fmla="*/ 8 h 21"/>
                <a:gd name="T10" fmla="*/ 13 w 22"/>
                <a:gd name="T11" fmla="*/ 3 h 21"/>
                <a:gd name="T12" fmla="*/ 8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4" y="21"/>
                    <a:pt x="16" y="21"/>
                    <a:pt x="17" y="20"/>
                  </a:cubicBezTo>
                  <a:cubicBezTo>
                    <a:pt x="19" y="20"/>
                    <a:pt x="20" y="19"/>
                    <a:pt x="21" y="17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9"/>
                    <a:pt x="19" y="8"/>
                  </a:cubicBezTo>
                  <a:cubicBezTo>
                    <a:pt x="18" y="7"/>
                    <a:pt x="16" y="5"/>
                    <a:pt x="13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1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69">
              <a:extLst>
                <a:ext uri="{FF2B5EF4-FFF2-40B4-BE49-F238E27FC236}">
                  <a16:creationId xmlns:a16="http://schemas.microsoft.com/office/drawing/2014/main" id="{D700C67B-4D7A-45D5-B610-562ABFCAE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270" y="5563561"/>
              <a:ext cx="33338" cy="52388"/>
            </a:xfrm>
            <a:custGeom>
              <a:avLst/>
              <a:gdLst>
                <a:gd name="T0" fmla="*/ 3 w 18"/>
                <a:gd name="T1" fmla="*/ 3 h 28"/>
                <a:gd name="T2" fmla="*/ 5 w 18"/>
                <a:gd name="T3" fmla="*/ 6 h 28"/>
                <a:gd name="T4" fmla="*/ 7 w 18"/>
                <a:gd name="T5" fmla="*/ 8 h 28"/>
                <a:gd name="T6" fmla="*/ 7 w 18"/>
                <a:gd name="T7" fmla="*/ 11 h 28"/>
                <a:gd name="T8" fmla="*/ 6 w 18"/>
                <a:gd name="T9" fmla="*/ 13 h 28"/>
                <a:gd name="T10" fmla="*/ 2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9 w 18"/>
                <a:gd name="T17" fmla="*/ 21 h 28"/>
                <a:gd name="T18" fmla="*/ 10 w 18"/>
                <a:gd name="T19" fmla="*/ 19 h 28"/>
                <a:gd name="T20" fmla="*/ 14 w 18"/>
                <a:gd name="T21" fmla="*/ 13 h 28"/>
                <a:gd name="T22" fmla="*/ 17 w 18"/>
                <a:gd name="T23" fmla="*/ 6 h 28"/>
                <a:gd name="T24" fmla="*/ 17 w 18"/>
                <a:gd name="T25" fmla="*/ 4 h 28"/>
                <a:gd name="T26" fmla="*/ 12 w 18"/>
                <a:gd name="T27" fmla="*/ 1 h 28"/>
                <a:gd name="T28" fmla="*/ 7 w 18"/>
                <a:gd name="T29" fmla="*/ 0 h 28"/>
                <a:gd name="T30" fmla="*/ 4 w 18"/>
                <a:gd name="T31" fmla="*/ 0 h 28"/>
                <a:gd name="T32" fmla="*/ 3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3" y="3"/>
                  </a:moveTo>
                  <a:cubicBezTo>
                    <a:pt x="4" y="4"/>
                    <a:pt x="5" y="6"/>
                    <a:pt x="5" y="6"/>
                  </a:cubicBezTo>
                  <a:cubicBezTo>
                    <a:pt x="6" y="8"/>
                    <a:pt x="7" y="8"/>
                    <a:pt x="7" y="8"/>
                  </a:cubicBezTo>
                  <a:cubicBezTo>
                    <a:pt x="8" y="9"/>
                    <a:pt x="7" y="11"/>
                    <a:pt x="7" y="11"/>
                  </a:cubicBezTo>
                  <a:cubicBezTo>
                    <a:pt x="6" y="12"/>
                    <a:pt x="6" y="13"/>
                    <a:pt x="6" y="13"/>
                  </a:cubicBezTo>
                  <a:cubicBezTo>
                    <a:pt x="5" y="16"/>
                    <a:pt x="2" y="19"/>
                    <a:pt x="2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2" y="16"/>
                    <a:pt x="14" y="13"/>
                    <a:pt x="14" y="13"/>
                  </a:cubicBezTo>
                  <a:cubicBezTo>
                    <a:pt x="15" y="12"/>
                    <a:pt x="17" y="6"/>
                    <a:pt x="17" y="6"/>
                  </a:cubicBezTo>
                  <a:cubicBezTo>
                    <a:pt x="18" y="6"/>
                    <a:pt x="17" y="4"/>
                    <a:pt x="17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1" y="1"/>
                    <a:pt x="9" y="0"/>
                    <a:pt x="7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3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70">
              <a:extLst>
                <a:ext uri="{FF2B5EF4-FFF2-40B4-BE49-F238E27FC236}">
                  <a16:creationId xmlns:a16="http://schemas.microsoft.com/office/drawing/2014/main" id="{BDF63ECB-E04D-4D9E-83A7-219A2ADA24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7745" y="4565023"/>
              <a:ext cx="68263" cy="63500"/>
            </a:xfrm>
            <a:custGeom>
              <a:avLst/>
              <a:gdLst>
                <a:gd name="T0" fmla="*/ 25 w 37"/>
                <a:gd name="T1" fmla="*/ 32 h 34"/>
                <a:gd name="T2" fmla="*/ 35 w 37"/>
                <a:gd name="T3" fmla="*/ 23 h 34"/>
                <a:gd name="T4" fmla="*/ 35 w 37"/>
                <a:gd name="T5" fmla="*/ 10 h 34"/>
                <a:gd name="T6" fmla="*/ 27 w 37"/>
                <a:gd name="T7" fmla="*/ 2 h 34"/>
                <a:gd name="T8" fmla="*/ 13 w 37"/>
                <a:gd name="T9" fmla="*/ 3 h 34"/>
                <a:gd name="T10" fmla="*/ 2 w 37"/>
                <a:gd name="T11" fmla="*/ 12 h 34"/>
                <a:gd name="T12" fmla="*/ 2 w 37"/>
                <a:gd name="T13" fmla="*/ 24 h 34"/>
                <a:gd name="T14" fmla="*/ 11 w 37"/>
                <a:gd name="T15" fmla="*/ 33 h 34"/>
                <a:gd name="T16" fmla="*/ 25 w 37"/>
                <a:gd name="T17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34">
                  <a:moveTo>
                    <a:pt x="25" y="32"/>
                  </a:moveTo>
                  <a:cubicBezTo>
                    <a:pt x="30" y="29"/>
                    <a:pt x="34" y="26"/>
                    <a:pt x="35" y="23"/>
                  </a:cubicBezTo>
                  <a:cubicBezTo>
                    <a:pt x="37" y="19"/>
                    <a:pt x="37" y="15"/>
                    <a:pt x="35" y="10"/>
                  </a:cubicBezTo>
                  <a:cubicBezTo>
                    <a:pt x="33" y="6"/>
                    <a:pt x="31" y="3"/>
                    <a:pt x="27" y="2"/>
                  </a:cubicBezTo>
                  <a:cubicBezTo>
                    <a:pt x="23" y="0"/>
                    <a:pt x="18" y="0"/>
                    <a:pt x="13" y="3"/>
                  </a:cubicBezTo>
                  <a:cubicBezTo>
                    <a:pt x="7" y="5"/>
                    <a:pt x="4" y="8"/>
                    <a:pt x="2" y="12"/>
                  </a:cubicBezTo>
                  <a:cubicBezTo>
                    <a:pt x="0" y="16"/>
                    <a:pt x="0" y="20"/>
                    <a:pt x="2" y="24"/>
                  </a:cubicBezTo>
                  <a:cubicBezTo>
                    <a:pt x="4" y="28"/>
                    <a:pt x="7" y="31"/>
                    <a:pt x="11" y="33"/>
                  </a:cubicBezTo>
                  <a:cubicBezTo>
                    <a:pt x="14" y="34"/>
                    <a:pt x="19" y="34"/>
                    <a:pt x="25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F0B970F3-899F-4B6A-8544-6BEE66DCD1E8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C070401-592E-44D7-984E-F9FA8BBF29EA}"/>
              </a:ext>
            </a:extLst>
          </p:cNvPr>
          <p:cNvSpPr/>
          <p:nvPr userDrawn="1"/>
        </p:nvSpPr>
        <p:spPr>
          <a:xfrm>
            <a:off x="0" y="0"/>
            <a:ext cx="12192000" cy="114046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EF23FB8-F858-4EF4-9A4C-8B27C02D45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F7494B1-89CC-4440-9787-AE3C0855C8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53" name="文本占位符 52">
            <a:extLst>
              <a:ext uri="{FF2B5EF4-FFF2-40B4-BE49-F238E27FC236}">
                <a16:creationId xmlns:a16="http://schemas.microsoft.com/office/drawing/2014/main" id="{170122F7-E3E5-48F7-83C3-31548943A3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42552" y="2204791"/>
            <a:ext cx="2706708" cy="2336718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16800">
                <a:gradFill>
                  <a:gsLst>
                    <a:gs pos="0">
                      <a:schemeClr val="accent1">
                        <a:alpha val="9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27" name="标题 26">
            <a:extLst>
              <a:ext uri="{FF2B5EF4-FFF2-40B4-BE49-F238E27FC236}">
                <a16:creationId xmlns:a16="http://schemas.microsoft.com/office/drawing/2014/main" id="{1CA0DE95-F720-474E-97A3-DACAD6C3A7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552" y="3689995"/>
            <a:ext cx="4012560" cy="552357"/>
          </a:xfrm>
        </p:spPr>
        <p:txBody>
          <a:bodyPr lIns="0">
            <a:noAutofit/>
          </a:bodyPr>
          <a:lstStyle>
            <a:lvl1pPr algn="l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章节题目</a:t>
            </a: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A5B702B5-21F7-4463-8119-20EDC12691B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401" y="611569"/>
            <a:ext cx="1747519" cy="417129"/>
          </a:xfrm>
          <a:prstGeom prst="rect">
            <a:avLst/>
          </a:prstGeom>
        </p:spPr>
      </p:pic>
      <p:sp>
        <p:nvSpPr>
          <p:cNvPr id="58" name="文本占位符 57">
            <a:extLst>
              <a:ext uri="{FF2B5EF4-FFF2-40B4-BE49-F238E27FC236}">
                <a16:creationId xmlns:a16="http://schemas.microsoft.com/office/drawing/2014/main" id="{B7188D90-168E-4649-910B-8A6A3BD06B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42552" y="4305568"/>
            <a:ext cx="4012560" cy="471882"/>
          </a:xfrm>
        </p:spPr>
        <p:txBody>
          <a:bodyPr lIns="0">
            <a:noAutofit/>
          </a:bodyPr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插入章节描述或者英文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5F2F7C-B6BB-4975-90FC-43129AC459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30441" y="715440"/>
            <a:ext cx="4188460" cy="287835"/>
          </a:xfrm>
        </p:spPr>
        <p:txBody>
          <a:bodyPr rIns="0" bIns="0" anchor="b" anchorCtr="0">
            <a:normAutofit/>
          </a:bodyPr>
          <a:lstStyle>
            <a:lvl1pPr marL="0" indent="0" algn="r">
              <a:buNone/>
              <a:defRPr sz="1600" b="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这里可以输入你的课题题目</a:t>
            </a:r>
          </a:p>
        </p:txBody>
      </p:sp>
    </p:spTree>
    <p:extLst>
      <p:ext uri="{BB962C8B-B14F-4D97-AF65-F5344CB8AC3E}">
        <p14:creationId xmlns:p14="http://schemas.microsoft.com/office/powerpoint/2010/main" val="11495123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C0EB142D-9574-4384-A5E6-34C00A42B34F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custGeom>
            <a:avLst/>
            <a:gdLst>
              <a:gd name="connsiteX0" fmla="*/ 373694 w 12192000"/>
              <a:gd name="connsiteY0" fmla="*/ 254634 h 6857999"/>
              <a:gd name="connsiteX1" fmla="*/ 289383 w 12192000"/>
              <a:gd name="connsiteY1" fmla="*/ 338945 h 6857999"/>
              <a:gd name="connsiteX2" fmla="*/ 289383 w 12192000"/>
              <a:gd name="connsiteY2" fmla="*/ 6519056 h 6857999"/>
              <a:gd name="connsiteX3" fmla="*/ 373694 w 12192000"/>
              <a:gd name="connsiteY3" fmla="*/ 6603367 h 6857999"/>
              <a:gd name="connsiteX4" fmla="*/ 11818307 w 12192000"/>
              <a:gd name="connsiteY4" fmla="*/ 6603367 h 6857999"/>
              <a:gd name="connsiteX5" fmla="*/ 11902618 w 12192000"/>
              <a:gd name="connsiteY5" fmla="*/ 6519056 h 6857999"/>
              <a:gd name="connsiteX6" fmla="*/ 11902618 w 12192000"/>
              <a:gd name="connsiteY6" fmla="*/ 338945 h 6857999"/>
              <a:gd name="connsiteX7" fmla="*/ 11818307 w 12192000"/>
              <a:gd name="connsiteY7" fmla="*/ 254634 h 6857999"/>
              <a:gd name="connsiteX8" fmla="*/ 0 w 12192000"/>
              <a:gd name="connsiteY8" fmla="*/ 0 h 6857999"/>
              <a:gd name="connsiteX9" fmla="*/ 12192000 w 12192000"/>
              <a:gd name="connsiteY9" fmla="*/ 0 h 6857999"/>
              <a:gd name="connsiteX10" fmla="*/ 12192000 w 12192000"/>
              <a:gd name="connsiteY10" fmla="*/ 6857999 h 6857999"/>
              <a:gd name="connsiteX11" fmla="*/ 0 w 12192000"/>
              <a:gd name="connsiteY11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7999">
                <a:moveTo>
                  <a:pt x="373694" y="254634"/>
                </a:moveTo>
                <a:cubicBezTo>
                  <a:pt x="327130" y="254634"/>
                  <a:pt x="289383" y="292381"/>
                  <a:pt x="289383" y="338945"/>
                </a:cubicBezTo>
                <a:lnTo>
                  <a:pt x="289383" y="6519056"/>
                </a:lnTo>
                <a:cubicBezTo>
                  <a:pt x="289383" y="6565620"/>
                  <a:pt x="327130" y="6603367"/>
                  <a:pt x="373694" y="6603367"/>
                </a:cubicBezTo>
                <a:lnTo>
                  <a:pt x="11818307" y="6603367"/>
                </a:lnTo>
                <a:cubicBezTo>
                  <a:pt x="11864871" y="6603367"/>
                  <a:pt x="11902618" y="6565620"/>
                  <a:pt x="11902618" y="6519056"/>
                </a:cubicBezTo>
                <a:lnTo>
                  <a:pt x="11902618" y="338945"/>
                </a:lnTo>
                <a:cubicBezTo>
                  <a:pt x="11902618" y="292381"/>
                  <a:pt x="11864871" y="254634"/>
                  <a:pt x="11818307" y="25463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19665FE-503E-4460-BDD1-6DCF431D60E5}"/>
              </a:ext>
            </a:extLst>
          </p:cNvPr>
          <p:cNvSpPr/>
          <p:nvPr userDrawn="1"/>
        </p:nvSpPr>
        <p:spPr>
          <a:xfrm>
            <a:off x="289383" y="254634"/>
            <a:ext cx="11613235" cy="6348733"/>
          </a:xfrm>
          <a:prstGeom prst="roundRect">
            <a:avLst>
              <a:gd name="adj" fmla="val 1328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76200" sx="101000" sy="101000" algn="ctr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429AF2EF-D536-42D3-86A7-16327B81A270}"/>
              </a:ext>
            </a:extLst>
          </p:cNvPr>
          <p:cNvGrpSpPr/>
          <p:nvPr userDrawn="1"/>
        </p:nvGrpSpPr>
        <p:grpSpPr>
          <a:xfrm>
            <a:off x="8817557" y="0"/>
            <a:ext cx="6882359" cy="6858000"/>
            <a:chOff x="4804858" y="3977648"/>
            <a:chExt cx="1793875" cy="1787526"/>
          </a:xfrm>
          <a:solidFill>
            <a:schemeClr val="bg1">
              <a:lumMod val="85000"/>
              <a:alpha val="40000"/>
            </a:schemeClr>
          </a:solidFill>
        </p:grpSpPr>
        <p:sp>
          <p:nvSpPr>
            <p:cNvPr id="42" name="Rectangle 51">
              <a:extLst>
                <a:ext uri="{FF2B5EF4-FFF2-40B4-BE49-F238E27FC236}">
                  <a16:creationId xmlns:a16="http://schemas.microsoft.com/office/drawing/2014/main" id="{6713D310-EEAB-4462-AE9C-747C64BF3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383" y="4693611"/>
              <a:ext cx="793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52">
              <a:extLst>
                <a:ext uri="{FF2B5EF4-FFF2-40B4-BE49-F238E27FC236}">
                  <a16:creationId xmlns:a16="http://schemas.microsoft.com/office/drawing/2014/main" id="{FDF2ACF9-F5B5-4A65-9F62-CA1334D7F0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608" y="4339598"/>
              <a:ext cx="917575" cy="1074738"/>
            </a:xfrm>
            <a:custGeom>
              <a:avLst/>
              <a:gdLst>
                <a:gd name="T0" fmla="*/ 342 w 495"/>
                <a:gd name="T1" fmla="*/ 490 h 581"/>
                <a:gd name="T2" fmla="*/ 267 w 495"/>
                <a:gd name="T3" fmla="*/ 393 h 581"/>
                <a:gd name="T4" fmla="*/ 155 w 495"/>
                <a:gd name="T5" fmla="*/ 426 h 581"/>
                <a:gd name="T6" fmla="*/ 159 w 495"/>
                <a:gd name="T7" fmla="*/ 351 h 581"/>
                <a:gd name="T8" fmla="*/ 108 w 495"/>
                <a:gd name="T9" fmla="*/ 266 h 581"/>
                <a:gd name="T10" fmla="*/ 118 w 495"/>
                <a:gd name="T11" fmla="*/ 114 h 581"/>
                <a:gd name="T12" fmla="*/ 157 w 495"/>
                <a:gd name="T13" fmla="*/ 118 h 581"/>
                <a:gd name="T14" fmla="*/ 168 w 495"/>
                <a:gd name="T15" fmla="*/ 129 h 581"/>
                <a:gd name="T16" fmla="*/ 173 w 495"/>
                <a:gd name="T17" fmla="*/ 168 h 581"/>
                <a:gd name="T18" fmla="*/ 68 w 495"/>
                <a:gd name="T19" fmla="*/ 266 h 581"/>
                <a:gd name="T20" fmla="*/ 153 w 495"/>
                <a:gd name="T21" fmla="*/ 111 h 581"/>
                <a:gd name="T22" fmla="*/ 142 w 495"/>
                <a:gd name="T23" fmla="*/ 149 h 581"/>
                <a:gd name="T24" fmla="*/ 181 w 495"/>
                <a:gd name="T25" fmla="*/ 133 h 581"/>
                <a:gd name="T26" fmla="*/ 182 w 495"/>
                <a:gd name="T27" fmla="*/ 47 h 581"/>
                <a:gd name="T28" fmla="*/ 197 w 495"/>
                <a:gd name="T29" fmla="*/ 282 h 581"/>
                <a:gd name="T30" fmla="*/ 199 w 495"/>
                <a:gd name="T31" fmla="*/ 136 h 581"/>
                <a:gd name="T32" fmla="*/ 201 w 495"/>
                <a:gd name="T33" fmla="*/ 5 h 581"/>
                <a:gd name="T34" fmla="*/ 212 w 495"/>
                <a:gd name="T35" fmla="*/ 61 h 581"/>
                <a:gd name="T36" fmla="*/ 256 w 495"/>
                <a:gd name="T37" fmla="*/ 145 h 581"/>
                <a:gd name="T38" fmla="*/ 279 w 495"/>
                <a:gd name="T39" fmla="*/ 84 h 581"/>
                <a:gd name="T40" fmla="*/ 358 w 495"/>
                <a:gd name="T41" fmla="*/ 54 h 581"/>
                <a:gd name="T42" fmla="*/ 412 w 495"/>
                <a:gd name="T43" fmla="*/ 93 h 581"/>
                <a:gd name="T44" fmla="*/ 431 w 495"/>
                <a:gd name="T45" fmla="*/ 95 h 581"/>
                <a:gd name="T46" fmla="*/ 463 w 495"/>
                <a:gd name="T47" fmla="*/ 155 h 581"/>
                <a:gd name="T48" fmla="*/ 222 w 495"/>
                <a:gd name="T49" fmla="*/ 279 h 581"/>
                <a:gd name="T50" fmla="*/ 350 w 495"/>
                <a:gd name="T51" fmla="*/ 257 h 581"/>
                <a:gd name="T52" fmla="*/ 398 w 495"/>
                <a:gd name="T53" fmla="*/ 210 h 581"/>
                <a:gd name="T54" fmla="*/ 407 w 495"/>
                <a:gd name="T55" fmla="*/ 219 h 581"/>
                <a:gd name="T56" fmla="*/ 412 w 495"/>
                <a:gd name="T57" fmla="*/ 451 h 581"/>
                <a:gd name="T58" fmla="*/ 406 w 495"/>
                <a:gd name="T59" fmla="*/ 320 h 581"/>
                <a:gd name="T60" fmla="*/ 469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1 w 495"/>
                <a:gd name="T67" fmla="*/ 188 h 581"/>
                <a:gd name="T68" fmla="*/ 364 w 495"/>
                <a:gd name="T69" fmla="*/ 225 h 581"/>
                <a:gd name="T70" fmla="*/ 361 w 495"/>
                <a:gd name="T71" fmla="*/ 188 h 581"/>
                <a:gd name="T72" fmla="*/ 387 w 495"/>
                <a:gd name="T73" fmla="*/ 356 h 581"/>
                <a:gd name="T74" fmla="*/ 220 w 495"/>
                <a:gd name="T75" fmla="*/ 351 h 581"/>
                <a:gd name="T76" fmla="*/ 236 w 495"/>
                <a:gd name="T77" fmla="*/ 315 h 581"/>
                <a:gd name="T78" fmla="*/ 207 w 495"/>
                <a:gd name="T79" fmla="*/ 171 h 581"/>
                <a:gd name="T80" fmla="*/ 239 w 495"/>
                <a:gd name="T81" fmla="*/ 166 h 581"/>
                <a:gd name="T82" fmla="*/ 252 w 495"/>
                <a:gd name="T83" fmla="*/ 158 h 581"/>
                <a:gd name="T84" fmla="*/ 270 w 495"/>
                <a:gd name="T85" fmla="*/ 130 h 581"/>
                <a:gd name="T86" fmla="*/ 279 w 495"/>
                <a:gd name="T87" fmla="*/ 100 h 581"/>
                <a:gd name="T88" fmla="*/ 394 w 495"/>
                <a:gd name="T89" fmla="*/ 130 h 581"/>
                <a:gd name="T90" fmla="*/ 438 w 495"/>
                <a:gd name="T91" fmla="*/ 100 h 581"/>
                <a:gd name="T92" fmla="*/ 439 w 495"/>
                <a:gd name="T93" fmla="*/ 153 h 581"/>
                <a:gd name="T94" fmla="*/ 457 w 495"/>
                <a:gd name="T95" fmla="*/ 159 h 581"/>
                <a:gd name="T96" fmla="*/ 475 w 495"/>
                <a:gd name="T97" fmla="*/ 100 h 581"/>
                <a:gd name="T98" fmla="*/ 456 w 495"/>
                <a:gd name="T99" fmla="*/ 80 h 581"/>
                <a:gd name="T100" fmla="*/ 344 w 495"/>
                <a:gd name="T101" fmla="*/ 34 h 581"/>
                <a:gd name="T102" fmla="*/ 207 w 495"/>
                <a:gd name="T103" fmla="*/ 0 h 581"/>
                <a:gd name="T104" fmla="*/ 173 w 495"/>
                <a:gd name="T105" fmla="*/ 7 h 581"/>
                <a:gd name="T106" fmla="*/ 144 w 495"/>
                <a:gd name="T107" fmla="*/ 23 h 581"/>
                <a:gd name="T108" fmla="*/ 122 w 495"/>
                <a:gd name="T109" fmla="*/ 51 h 581"/>
                <a:gd name="T110" fmla="*/ 149 w 495"/>
                <a:gd name="T111" fmla="*/ 82 h 581"/>
                <a:gd name="T112" fmla="*/ 59 w 495"/>
                <a:gd name="T113" fmla="*/ 98 h 581"/>
                <a:gd name="T114" fmla="*/ 108 w 495"/>
                <a:gd name="T115" fmla="*/ 286 h 581"/>
                <a:gd name="T116" fmla="*/ 153 w 495"/>
                <a:gd name="T117" fmla="*/ 307 h 581"/>
                <a:gd name="T118" fmla="*/ 103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70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90" y="370"/>
                    <a:pt x="290" y="370"/>
                    <a:pt x="290" y="370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338" y="349"/>
                    <a:pt x="338" y="349"/>
                    <a:pt x="338" y="349"/>
                  </a:cubicBezTo>
                  <a:cubicBezTo>
                    <a:pt x="377" y="362"/>
                    <a:pt x="377" y="362"/>
                    <a:pt x="377" y="362"/>
                  </a:cubicBezTo>
                  <a:lnTo>
                    <a:pt x="370" y="368"/>
                  </a:lnTo>
                  <a:close/>
                  <a:moveTo>
                    <a:pt x="342" y="490"/>
                  </a:moveTo>
                  <a:cubicBezTo>
                    <a:pt x="338" y="469"/>
                    <a:pt x="338" y="469"/>
                    <a:pt x="338" y="469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5" y="420"/>
                    <a:pt x="365" y="420"/>
                    <a:pt x="365" y="420"/>
                  </a:cubicBezTo>
                  <a:cubicBezTo>
                    <a:pt x="376" y="493"/>
                    <a:pt x="376" y="493"/>
                    <a:pt x="376" y="493"/>
                  </a:cubicBezTo>
                  <a:cubicBezTo>
                    <a:pt x="365" y="492"/>
                    <a:pt x="354" y="491"/>
                    <a:pt x="342" y="490"/>
                  </a:cubicBezTo>
                  <a:close/>
                  <a:moveTo>
                    <a:pt x="267" y="393"/>
                  </a:moveTo>
                  <a:cubicBezTo>
                    <a:pt x="300" y="401"/>
                    <a:pt x="300" y="401"/>
                    <a:pt x="300" y="401"/>
                  </a:cubicBezTo>
                  <a:cubicBezTo>
                    <a:pt x="345" y="384"/>
                    <a:pt x="345" y="384"/>
                    <a:pt x="345" y="384"/>
                  </a:cubicBezTo>
                  <a:cubicBezTo>
                    <a:pt x="370" y="396"/>
                    <a:pt x="370" y="396"/>
                    <a:pt x="370" y="396"/>
                  </a:cubicBezTo>
                  <a:cubicBezTo>
                    <a:pt x="345" y="392"/>
                    <a:pt x="345" y="392"/>
                    <a:pt x="345" y="392"/>
                  </a:cubicBezTo>
                  <a:cubicBezTo>
                    <a:pt x="299" y="409"/>
                    <a:pt x="299" y="409"/>
                    <a:pt x="299" y="409"/>
                  </a:cubicBezTo>
                  <a:lnTo>
                    <a:pt x="267" y="393"/>
                  </a:lnTo>
                  <a:close/>
                  <a:moveTo>
                    <a:pt x="172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1" y="407"/>
                    <a:pt x="171" y="407"/>
                    <a:pt x="171" y="407"/>
                  </a:cubicBezTo>
                  <a:cubicBezTo>
                    <a:pt x="186" y="457"/>
                    <a:pt x="186" y="457"/>
                    <a:pt x="186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2" y="472"/>
                  </a:lnTo>
                  <a:close/>
                  <a:moveTo>
                    <a:pt x="155" y="326"/>
                  </a:moveTo>
                  <a:cubicBezTo>
                    <a:pt x="159" y="326"/>
                    <a:pt x="159" y="326"/>
                    <a:pt x="159" y="326"/>
                  </a:cubicBezTo>
                  <a:cubicBezTo>
                    <a:pt x="159" y="351"/>
                    <a:pt x="159" y="351"/>
                    <a:pt x="159" y="351"/>
                  </a:cubicBezTo>
                  <a:cubicBezTo>
                    <a:pt x="155" y="351"/>
                    <a:pt x="155" y="351"/>
                    <a:pt x="155" y="351"/>
                  </a:cubicBezTo>
                  <a:lnTo>
                    <a:pt x="155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9" y="266"/>
                    <a:pt x="79" y="266"/>
                    <a:pt x="79" y="26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98"/>
                    <a:pt x="110" y="98"/>
                    <a:pt x="110" y="98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9" y="99"/>
                    <a:pt x="149" y="100"/>
                    <a:pt x="150" y="101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0"/>
                    <a:pt x="124" y="130"/>
                    <a:pt x="124" y="130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6" y="116"/>
                    <a:pt x="157" y="117"/>
                    <a:pt x="157" y="118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9" y="144"/>
                    <a:pt x="129" y="144"/>
                    <a:pt x="129" y="144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8" y="129"/>
                    <a:pt x="168" y="129"/>
                    <a:pt x="168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5" y="166"/>
                    <a:pt x="155" y="166"/>
                    <a:pt x="155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3" y="168"/>
                    <a:pt x="173" y="168"/>
                    <a:pt x="173" y="168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7" y="137"/>
                    <a:pt x="188" y="138"/>
                    <a:pt x="190" y="138"/>
                  </a:cubicBezTo>
                  <a:cubicBezTo>
                    <a:pt x="190" y="171"/>
                    <a:pt x="190" y="171"/>
                    <a:pt x="190" y="171"/>
                  </a:cubicBezTo>
                  <a:cubicBezTo>
                    <a:pt x="187" y="171"/>
                    <a:pt x="187" y="171"/>
                    <a:pt x="187" y="171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4" y="266"/>
                  </a:moveTo>
                  <a:cubicBezTo>
                    <a:pt x="68" y="266"/>
                    <a:pt x="68" y="266"/>
                    <a:pt x="68" y="266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4" y="100"/>
                    <a:pt x="74" y="100"/>
                    <a:pt x="74" y="100"/>
                  </a:cubicBezTo>
                  <a:lnTo>
                    <a:pt x="74" y="266"/>
                  </a:lnTo>
                  <a:close/>
                  <a:moveTo>
                    <a:pt x="153" y="111"/>
                  </a:moveTo>
                  <a:cubicBezTo>
                    <a:pt x="153" y="112"/>
                    <a:pt x="154" y="112"/>
                    <a:pt x="154" y="113"/>
                  </a:cubicBezTo>
                  <a:cubicBezTo>
                    <a:pt x="125" y="125"/>
                    <a:pt x="125" y="125"/>
                    <a:pt x="125" y="125"/>
                  </a:cubicBezTo>
                  <a:cubicBezTo>
                    <a:pt x="124" y="123"/>
                    <a:pt x="124" y="123"/>
                    <a:pt x="124" y="123"/>
                  </a:cubicBezTo>
                  <a:lnTo>
                    <a:pt x="153" y="111"/>
                  </a:lnTo>
                  <a:close/>
                  <a:moveTo>
                    <a:pt x="122" y="57"/>
                  </a:moveTo>
                  <a:cubicBezTo>
                    <a:pt x="123" y="55"/>
                    <a:pt x="123" y="55"/>
                    <a:pt x="123" y="55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55" y="70"/>
                    <a:pt x="155" y="70"/>
                    <a:pt x="155" y="70"/>
                  </a:cubicBezTo>
                  <a:lnTo>
                    <a:pt x="122" y="57"/>
                  </a:lnTo>
                  <a:close/>
                  <a:moveTo>
                    <a:pt x="166" y="124"/>
                  </a:moveTo>
                  <a:cubicBezTo>
                    <a:pt x="166" y="125"/>
                    <a:pt x="167" y="125"/>
                    <a:pt x="168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6" y="124"/>
                  </a:lnTo>
                  <a:close/>
                  <a:moveTo>
                    <a:pt x="140" y="29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6" y="56"/>
                    <a:pt x="166" y="56"/>
                    <a:pt x="166" y="56"/>
                  </a:cubicBezTo>
                  <a:lnTo>
                    <a:pt x="140" y="29"/>
                  </a:lnTo>
                  <a:close/>
                  <a:moveTo>
                    <a:pt x="181" y="133"/>
                  </a:moveTo>
                  <a:cubicBezTo>
                    <a:pt x="182" y="133"/>
                    <a:pt x="182" y="134"/>
                    <a:pt x="183" y="134"/>
                  </a:cubicBezTo>
                  <a:cubicBezTo>
                    <a:pt x="170" y="166"/>
                    <a:pt x="170" y="166"/>
                    <a:pt x="170" y="166"/>
                  </a:cubicBezTo>
                  <a:cubicBezTo>
                    <a:pt x="168" y="165"/>
                    <a:pt x="168" y="165"/>
                    <a:pt x="168" y="165"/>
                  </a:cubicBezTo>
                  <a:lnTo>
                    <a:pt x="181" y="133"/>
                  </a:lnTo>
                  <a:close/>
                  <a:moveTo>
                    <a:pt x="167" y="10"/>
                  </a:moveTo>
                  <a:cubicBezTo>
                    <a:pt x="171" y="17"/>
                    <a:pt x="171" y="17"/>
                    <a:pt x="171" y="17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4" y="46"/>
                    <a:pt x="183" y="47"/>
                    <a:pt x="182" y="47"/>
                  </a:cubicBezTo>
                  <a:lnTo>
                    <a:pt x="167" y="10"/>
                  </a:lnTo>
                  <a:close/>
                  <a:moveTo>
                    <a:pt x="197" y="323"/>
                  </a:moveTo>
                  <a:cubicBezTo>
                    <a:pt x="197" y="323"/>
                    <a:pt x="197" y="323"/>
                    <a:pt x="197" y="323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7" y="351"/>
                    <a:pt x="197" y="351"/>
                    <a:pt x="197" y="351"/>
                  </a:cubicBezTo>
                  <a:lnTo>
                    <a:pt x="197" y="323"/>
                  </a:lnTo>
                  <a:close/>
                  <a:moveTo>
                    <a:pt x="197" y="282"/>
                  </a:moveTo>
                  <a:cubicBezTo>
                    <a:pt x="197" y="282"/>
                    <a:pt x="197" y="282"/>
                    <a:pt x="197" y="282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7" y="307"/>
                    <a:pt x="197" y="307"/>
                    <a:pt x="197" y="307"/>
                  </a:cubicBezTo>
                  <a:lnTo>
                    <a:pt x="197" y="282"/>
                  </a:lnTo>
                  <a:close/>
                  <a:moveTo>
                    <a:pt x="197" y="171"/>
                  </a:moveTo>
                  <a:cubicBezTo>
                    <a:pt x="199" y="171"/>
                    <a:pt x="199" y="171"/>
                    <a:pt x="199" y="171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00" y="136"/>
                    <a:pt x="201" y="136"/>
                    <a:pt x="201" y="136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7" y="267"/>
                    <a:pt x="197" y="267"/>
                    <a:pt x="197" y="267"/>
                  </a:cubicBezTo>
                  <a:lnTo>
                    <a:pt x="197" y="171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1" y="45"/>
                    <a:pt x="200" y="45"/>
                    <a:pt x="199" y="44"/>
                  </a:cubicBezTo>
                  <a:lnTo>
                    <a:pt x="199" y="5"/>
                  </a:lnTo>
                  <a:close/>
                  <a:moveTo>
                    <a:pt x="212" y="61"/>
                  </a:moveTo>
                  <a:cubicBezTo>
                    <a:pt x="217" y="61"/>
                    <a:pt x="222" y="66"/>
                    <a:pt x="222" y="71"/>
                  </a:cubicBezTo>
                  <a:cubicBezTo>
                    <a:pt x="222" y="77"/>
                    <a:pt x="217" y="81"/>
                    <a:pt x="212" y="81"/>
                  </a:cubicBezTo>
                  <a:cubicBezTo>
                    <a:pt x="206" y="81"/>
                    <a:pt x="202" y="77"/>
                    <a:pt x="202" y="71"/>
                  </a:cubicBezTo>
                  <a:cubicBezTo>
                    <a:pt x="202" y="66"/>
                    <a:pt x="206" y="61"/>
                    <a:pt x="212" y="61"/>
                  </a:cubicBezTo>
                  <a:close/>
                  <a:moveTo>
                    <a:pt x="231" y="164"/>
                  </a:moveTo>
                  <a:cubicBezTo>
                    <a:pt x="230" y="164"/>
                    <a:pt x="230" y="164"/>
                    <a:pt x="230" y="164"/>
                  </a:cubicBezTo>
                  <a:cubicBezTo>
                    <a:pt x="217" y="131"/>
                    <a:pt x="217" y="131"/>
                    <a:pt x="217" y="131"/>
                  </a:cubicBezTo>
                  <a:cubicBezTo>
                    <a:pt x="220" y="130"/>
                    <a:pt x="220" y="130"/>
                    <a:pt x="220" y="130"/>
                  </a:cubicBezTo>
                  <a:lnTo>
                    <a:pt x="231" y="164"/>
                  </a:lnTo>
                  <a:close/>
                  <a:moveTo>
                    <a:pt x="233" y="119"/>
                  </a:moveTo>
                  <a:cubicBezTo>
                    <a:pt x="258" y="143"/>
                    <a:pt x="258" y="143"/>
                    <a:pt x="258" y="143"/>
                  </a:cubicBezTo>
                  <a:cubicBezTo>
                    <a:pt x="256" y="145"/>
                    <a:pt x="256" y="145"/>
                    <a:pt x="256" y="145"/>
                  </a:cubicBezTo>
                  <a:cubicBezTo>
                    <a:pt x="231" y="120"/>
                    <a:pt x="231" y="120"/>
                    <a:pt x="231" y="120"/>
                  </a:cubicBezTo>
                  <a:cubicBezTo>
                    <a:pt x="232" y="120"/>
                    <a:pt x="232" y="119"/>
                    <a:pt x="233" y="119"/>
                  </a:cubicBezTo>
                  <a:close/>
                  <a:moveTo>
                    <a:pt x="241" y="103"/>
                  </a:moveTo>
                  <a:cubicBezTo>
                    <a:pt x="273" y="116"/>
                    <a:pt x="273" y="116"/>
                    <a:pt x="273" y="116"/>
                  </a:cubicBezTo>
                  <a:cubicBezTo>
                    <a:pt x="272" y="118"/>
                    <a:pt x="272" y="118"/>
                    <a:pt x="272" y="118"/>
                  </a:cubicBezTo>
                  <a:cubicBezTo>
                    <a:pt x="240" y="104"/>
                    <a:pt x="240" y="104"/>
                    <a:pt x="240" y="104"/>
                  </a:cubicBezTo>
                  <a:cubicBezTo>
                    <a:pt x="240" y="104"/>
                    <a:pt x="241" y="103"/>
                    <a:pt x="241" y="103"/>
                  </a:cubicBezTo>
                  <a:close/>
                  <a:moveTo>
                    <a:pt x="279" y="84"/>
                  </a:moveTo>
                  <a:cubicBezTo>
                    <a:pt x="375" y="84"/>
                    <a:pt x="375" y="84"/>
                    <a:pt x="375" y="84"/>
                  </a:cubicBezTo>
                  <a:cubicBezTo>
                    <a:pt x="375" y="88"/>
                    <a:pt x="375" y="88"/>
                    <a:pt x="375" y="88"/>
                  </a:cubicBezTo>
                  <a:cubicBezTo>
                    <a:pt x="279" y="88"/>
                    <a:pt x="279" y="88"/>
                    <a:pt x="279" y="88"/>
                  </a:cubicBezTo>
                  <a:lnTo>
                    <a:pt x="279" y="84"/>
                  </a:lnTo>
                  <a:close/>
                  <a:moveTo>
                    <a:pt x="359" y="55"/>
                  </a:moveTo>
                  <a:cubicBezTo>
                    <a:pt x="362" y="80"/>
                    <a:pt x="362" y="80"/>
                    <a:pt x="362" y="80"/>
                  </a:cubicBezTo>
                  <a:cubicBezTo>
                    <a:pt x="360" y="80"/>
                    <a:pt x="360" y="80"/>
                    <a:pt x="360" y="80"/>
                  </a:cubicBezTo>
                  <a:cubicBezTo>
                    <a:pt x="358" y="54"/>
                    <a:pt x="358" y="54"/>
                    <a:pt x="358" y="54"/>
                  </a:cubicBezTo>
                  <a:lnTo>
                    <a:pt x="359" y="55"/>
                  </a:lnTo>
                  <a:close/>
                  <a:moveTo>
                    <a:pt x="370" y="67"/>
                  </a:moveTo>
                  <a:cubicBezTo>
                    <a:pt x="397" y="83"/>
                    <a:pt x="397" y="83"/>
                    <a:pt x="397" y="83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7"/>
                  </a:lnTo>
                  <a:close/>
                  <a:moveTo>
                    <a:pt x="411" y="89"/>
                  </a:moveTo>
                  <a:cubicBezTo>
                    <a:pt x="412" y="93"/>
                    <a:pt x="412" y="93"/>
                    <a:pt x="412" y="93"/>
                  </a:cubicBezTo>
                  <a:cubicBezTo>
                    <a:pt x="382" y="99"/>
                    <a:pt x="382" y="99"/>
                    <a:pt x="382" y="99"/>
                  </a:cubicBezTo>
                  <a:cubicBezTo>
                    <a:pt x="378" y="97"/>
                    <a:pt x="378" y="97"/>
                    <a:pt x="378" y="97"/>
                  </a:cubicBezTo>
                  <a:lnTo>
                    <a:pt x="411" y="89"/>
                  </a:lnTo>
                  <a:close/>
                  <a:moveTo>
                    <a:pt x="431" y="95"/>
                  </a:moveTo>
                  <a:cubicBezTo>
                    <a:pt x="403" y="130"/>
                    <a:pt x="403" y="130"/>
                    <a:pt x="403" y="130"/>
                  </a:cubicBezTo>
                  <a:cubicBezTo>
                    <a:pt x="400" y="127"/>
                    <a:pt x="400" y="127"/>
                    <a:pt x="400" y="127"/>
                  </a:cubicBezTo>
                  <a:cubicBezTo>
                    <a:pt x="428" y="91"/>
                    <a:pt x="428" y="91"/>
                    <a:pt x="428" y="91"/>
                  </a:cubicBezTo>
                  <a:lnTo>
                    <a:pt x="431" y="95"/>
                  </a:lnTo>
                  <a:close/>
                  <a:moveTo>
                    <a:pt x="447" y="98"/>
                  </a:moveTo>
                  <a:cubicBezTo>
                    <a:pt x="432" y="144"/>
                    <a:pt x="432" y="144"/>
                    <a:pt x="432" y="144"/>
                  </a:cubicBezTo>
                  <a:cubicBezTo>
                    <a:pt x="430" y="143"/>
                    <a:pt x="430" y="143"/>
                    <a:pt x="430" y="143"/>
                  </a:cubicBezTo>
                  <a:cubicBezTo>
                    <a:pt x="445" y="96"/>
                    <a:pt x="445" y="96"/>
                    <a:pt x="445" y="96"/>
                  </a:cubicBezTo>
                  <a:lnTo>
                    <a:pt x="447" y="98"/>
                  </a:lnTo>
                  <a:close/>
                  <a:moveTo>
                    <a:pt x="461" y="95"/>
                  </a:moveTo>
                  <a:cubicBezTo>
                    <a:pt x="463" y="95"/>
                    <a:pt x="463" y="95"/>
                    <a:pt x="463" y="95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1" y="155"/>
                    <a:pt x="461" y="155"/>
                    <a:pt x="461" y="155"/>
                  </a:cubicBezTo>
                  <a:lnTo>
                    <a:pt x="461" y="95"/>
                  </a:lnTo>
                  <a:close/>
                  <a:moveTo>
                    <a:pt x="207" y="286"/>
                  </a:moveTo>
                  <a:cubicBezTo>
                    <a:pt x="217" y="286"/>
                    <a:pt x="217" y="286"/>
                    <a:pt x="217" y="286"/>
                  </a:cubicBezTo>
                  <a:cubicBezTo>
                    <a:pt x="217" y="307"/>
                    <a:pt x="217" y="307"/>
                    <a:pt x="217" y="307"/>
                  </a:cubicBezTo>
                  <a:cubicBezTo>
                    <a:pt x="207" y="307"/>
                    <a:pt x="207" y="307"/>
                    <a:pt x="207" y="307"/>
                  </a:cubicBezTo>
                  <a:lnTo>
                    <a:pt x="207" y="286"/>
                  </a:lnTo>
                  <a:close/>
                  <a:moveTo>
                    <a:pt x="222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2" y="309"/>
                    <a:pt x="222" y="309"/>
                    <a:pt x="222" y="309"/>
                  </a:cubicBezTo>
                  <a:lnTo>
                    <a:pt x="222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50" y="257"/>
                    <a:pt x="350" y="257"/>
                    <a:pt x="350" y="257"/>
                  </a:cubicBezTo>
                  <a:cubicBezTo>
                    <a:pt x="365" y="285"/>
                    <a:pt x="365" y="285"/>
                    <a:pt x="365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1" y="182"/>
                    <a:pt x="401" y="182"/>
                    <a:pt x="401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5" y="210"/>
                    <a:pt x="395" y="210"/>
                    <a:pt x="395" y="210"/>
                  </a:cubicBezTo>
                  <a:cubicBezTo>
                    <a:pt x="395" y="203"/>
                    <a:pt x="395" y="203"/>
                    <a:pt x="395" y="203"/>
                  </a:cubicBezTo>
                  <a:cubicBezTo>
                    <a:pt x="400" y="203"/>
                    <a:pt x="400" y="203"/>
                    <a:pt x="400" y="203"/>
                  </a:cubicBezTo>
                  <a:cubicBezTo>
                    <a:pt x="400" y="201"/>
                    <a:pt x="400" y="201"/>
                    <a:pt x="400" y="201"/>
                  </a:cubicBezTo>
                  <a:cubicBezTo>
                    <a:pt x="395" y="201"/>
                    <a:pt x="395" y="201"/>
                    <a:pt x="395" y="201"/>
                  </a:cubicBezTo>
                  <a:cubicBezTo>
                    <a:pt x="395" y="192"/>
                    <a:pt x="395" y="192"/>
                    <a:pt x="395" y="192"/>
                  </a:cubicBezTo>
                  <a:lnTo>
                    <a:pt x="397" y="192"/>
                  </a:lnTo>
                  <a:close/>
                  <a:moveTo>
                    <a:pt x="407" y="219"/>
                  </a:moveTo>
                  <a:cubicBezTo>
                    <a:pt x="401" y="219"/>
                    <a:pt x="401" y="219"/>
                    <a:pt x="401" y="219"/>
                  </a:cubicBezTo>
                  <a:cubicBezTo>
                    <a:pt x="401" y="212"/>
                    <a:pt x="401" y="212"/>
                    <a:pt x="401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7" y="219"/>
                  </a:lnTo>
                  <a:close/>
                  <a:moveTo>
                    <a:pt x="413" y="497"/>
                  </a:moveTo>
                  <a:cubicBezTo>
                    <a:pt x="426" y="428"/>
                    <a:pt x="426" y="428"/>
                    <a:pt x="426" y="428"/>
                  </a:cubicBezTo>
                  <a:cubicBezTo>
                    <a:pt x="423" y="403"/>
                    <a:pt x="423" y="403"/>
                    <a:pt x="423" y="403"/>
                  </a:cubicBezTo>
                  <a:cubicBezTo>
                    <a:pt x="412" y="451"/>
                    <a:pt x="412" y="451"/>
                    <a:pt x="412" y="451"/>
                  </a:cubicBezTo>
                  <a:cubicBezTo>
                    <a:pt x="406" y="451"/>
                    <a:pt x="406" y="451"/>
                    <a:pt x="406" y="451"/>
                  </a:cubicBezTo>
                  <a:cubicBezTo>
                    <a:pt x="406" y="408"/>
                    <a:pt x="406" y="408"/>
                    <a:pt x="406" y="408"/>
                  </a:cubicBezTo>
                  <a:cubicBezTo>
                    <a:pt x="424" y="395"/>
                    <a:pt x="424" y="395"/>
                    <a:pt x="424" y="395"/>
                  </a:cubicBezTo>
                  <a:cubicBezTo>
                    <a:pt x="433" y="320"/>
                    <a:pt x="433" y="320"/>
                    <a:pt x="433" y="320"/>
                  </a:cubicBezTo>
                  <a:cubicBezTo>
                    <a:pt x="398" y="400"/>
                    <a:pt x="398" y="400"/>
                    <a:pt x="398" y="400"/>
                  </a:cubicBezTo>
                  <a:cubicBezTo>
                    <a:pt x="395" y="400"/>
                    <a:pt x="395" y="400"/>
                    <a:pt x="395" y="400"/>
                  </a:cubicBezTo>
                  <a:cubicBezTo>
                    <a:pt x="395" y="351"/>
                    <a:pt x="395" y="351"/>
                    <a:pt x="395" y="351"/>
                  </a:cubicBezTo>
                  <a:cubicBezTo>
                    <a:pt x="406" y="320"/>
                    <a:pt x="406" y="320"/>
                    <a:pt x="406" y="320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6" y="280"/>
                    <a:pt x="406" y="280"/>
                    <a:pt x="406" y="280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04" y="301"/>
                    <a:pt x="404" y="301"/>
                    <a:pt x="404" y="301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6" y="296"/>
                    <a:pt x="456" y="296"/>
                    <a:pt x="456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9" y="184"/>
                    <a:pt x="469" y="184"/>
                    <a:pt x="469" y="184"/>
                  </a:cubicBezTo>
                  <a:cubicBezTo>
                    <a:pt x="482" y="173"/>
                    <a:pt x="482" y="173"/>
                    <a:pt x="482" y="173"/>
                  </a:cubicBezTo>
                  <a:cubicBezTo>
                    <a:pt x="486" y="167"/>
                    <a:pt x="486" y="167"/>
                    <a:pt x="486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62" y="176"/>
                    <a:pt x="462" y="176"/>
                    <a:pt x="462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7" y="228"/>
                    <a:pt x="417" y="228"/>
                    <a:pt x="417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6" y="240"/>
                    <a:pt x="416" y="240"/>
                    <a:pt x="416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3" y="265"/>
                    <a:pt x="413" y="265"/>
                    <a:pt x="413" y="265"/>
                  </a:cubicBezTo>
                  <a:cubicBezTo>
                    <a:pt x="394" y="257"/>
                    <a:pt x="394" y="257"/>
                    <a:pt x="394" y="257"/>
                  </a:cubicBezTo>
                  <a:cubicBezTo>
                    <a:pt x="377" y="266"/>
                    <a:pt x="377" y="266"/>
                    <a:pt x="377" y="266"/>
                  </a:cubicBezTo>
                  <a:cubicBezTo>
                    <a:pt x="368" y="256"/>
                    <a:pt x="368" y="256"/>
                    <a:pt x="368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7" y="251"/>
                    <a:pt x="387" y="251"/>
                    <a:pt x="387" y="251"/>
                  </a:cubicBezTo>
                  <a:cubicBezTo>
                    <a:pt x="394" y="230"/>
                    <a:pt x="394" y="230"/>
                    <a:pt x="394" y="230"/>
                  </a:cubicBezTo>
                  <a:cubicBezTo>
                    <a:pt x="411" y="231"/>
                    <a:pt x="411" y="231"/>
                    <a:pt x="411" y="231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15" y="227"/>
                    <a:pt x="415" y="227"/>
                    <a:pt x="415" y="227"/>
                  </a:cubicBezTo>
                  <a:cubicBezTo>
                    <a:pt x="412" y="220"/>
                    <a:pt x="412" y="220"/>
                    <a:pt x="412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1" y="188"/>
                    <a:pt x="421" y="188"/>
                    <a:pt x="421" y="188"/>
                  </a:cubicBezTo>
                  <a:cubicBezTo>
                    <a:pt x="406" y="175"/>
                    <a:pt x="406" y="175"/>
                    <a:pt x="406" y="175"/>
                  </a:cubicBezTo>
                  <a:cubicBezTo>
                    <a:pt x="394" y="176"/>
                    <a:pt x="394" y="176"/>
                    <a:pt x="394" y="176"/>
                  </a:cubicBezTo>
                  <a:cubicBezTo>
                    <a:pt x="384" y="184"/>
                    <a:pt x="384" y="184"/>
                    <a:pt x="384" y="184"/>
                  </a:cubicBezTo>
                  <a:cubicBezTo>
                    <a:pt x="381" y="122"/>
                    <a:pt x="381" y="122"/>
                    <a:pt x="381" y="122"/>
                  </a:cubicBezTo>
                  <a:cubicBezTo>
                    <a:pt x="378" y="118"/>
                    <a:pt x="378" y="118"/>
                    <a:pt x="378" y="118"/>
                  </a:cubicBezTo>
                  <a:cubicBezTo>
                    <a:pt x="375" y="221"/>
                    <a:pt x="375" y="221"/>
                    <a:pt x="375" y="221"/>
                  </a:cubicBezTo>
                  <a:cubicBezTo>
                    <a:pt x="367" y="233"/>
                    <a:pt x="367" y="233"/>
                    <a:pt x="367" y="233"/>
                  </a:cubicBezTo>
                  <a:cubicBezTo>
                    <a:pt x="367" y="233"/>
                    <a:pt x="366" y="232"/>
                    <a:pt x="364" y="225"/>
                  </a:cubicBezTo>
                  <a:cubicBezTo>
                    <a:pt x="362" y="218"/>
                    <a:pt x="365" y="200"/>
                    <a:pt x="365" y="200"/>
                  </a:cubicBezTo>
                  <a:cubicBezTo>
                    <a:pt x="373" y="120"/>
                    <a:pt x="373" y="120"/>
                    <a:pt x="373" y="120"/>
                  </a:cubicBezTo>
                  <a:cubicBezTo>
                    <a:pt x="367" y="127"/>
                    <a:pt x="367" y="127"/>
                    <a:pt x="367" y="127"/>
                  </a:cubicBezTo>
                  <a:cubicBezTo>
                    <a:pt x="363" y="176"/>
                    <a:pt x="363" y="176"/>
                    <a:pt x="363" y="176"/>
                  </a:cubicBezTo>
                  <a:cubicBezTo>
                    <a:pt x="345" y="189"/>
                    <a:pt x="345" y="189"/>
                    <a:pt x="345" y="189"/>
                  </a:cubicBezTo>
                  <a:cubicBezTo>
                    <a:pt x="340" y="215"/>
                    <a:pt x="340" y="215"/>
                    <a:pt x="340" y="215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1" y="188"/>
                    <a:pt x="361" y="188"/>
                    <a:pt x="361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50" y="207"/>
                    <a:pt x="350" y="207"/>
                    <a:pt x="350" y="207"/>
                  </a:cubicBezTo>
                  <a:cubicBezTo>
                    <a:pt x="332" y="230"/>
                    <a:pt x="332" y="230"/>
                    <a:pt x="332" y="230"/>
                  </a:cubicBezTo>
                  <a:cubicBezTo>
                    <a:pt x="330" y="270"/>
                    <a:pt x="330" y="270"/>
                    <a:pt x="330" y="270"/>
                  </a:cubicBezTo>
                  <a:cubicBezTo>
                    <a:pt x="370" y="304"/>
                    <a:pt x="370" y="304"/>
                    <a:pt x="370" y="304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7" y="356"/>
                    <a:pt x="387" y="356"/>
                    <a:pt x="387" y="356"/>
                  </a:cubicBezTo>
                  <a:cubicBezTo>
                    <a:pt x="350" y="337"/>
                    <a:pt x="350" y="337"/>
                    <a:pt x="350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90" y="318"/>
                    <a:pt x="290" y="318"/>
                    <a:pt x="290" y="318"/>
                  </a:cubicBezTo>
                  <a:cubicBezTo>
                    <a:pt x="253" y="336"/>
                    <a:pt x="253" y="336"/>
                    <a:pt x="253" y="336"/>
                  </a:cubicBezTo>
                  <a:cubicBezTo>
                    <a:pt x="253" y="350"/>
                    <a:pt x="253" y="350"/>
                    <a:pt x="253" y="350"/>
                  </a:cubicBezTo>
                  <a:cubicBezTo>
                    <a:pt x="253" y="367"/>
                    <a:pt x="253" y="367"/>
                    <a:pt x="253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7" y="351"/>
                    <a:pt x="207" y="351"/>
                    <a:pt x="207" y="351"/>
                  </a:cubicBezTo>
                  <a:cubicBezTo>
                    <a:pt x="207" y="326"/>
                    <a:pt x="207" y="326"/>
                    <a:pt x="20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32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75"/>
                    <a:pt x="236" y="275"/>
                    <a:pt x="236" y="275"/>
                  </a:cubicBezTo>
                  <a:cubicBezTo>
                    <a:pt x="236" y="275"/>
                    <a:pt x="236" y="275"/>
                    <a:pt x="236" y="274"/>
                  </a:cubicBezTo>
                  <a:cubicBezTo>
                    <a:pt x="236" y="270"/>
                    <a:pt x="232" y="266"/>
                    <a:pt x="228" y="266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07" y="266"/>
                    <a:pt x="207" y="266"/>
                    <a:pt x="207" y="266"/>
                  </a:cubicBezTo>
                  <a:cubicBezTo>
                    <a:pt x="207" y="171"/>
                    <a:pt x="207" y="171"/>
                    <a:pt x="207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6" y="137"/>
                    <a:pt x="208" y="137"/>
                    <a:pt x="209" y="137"/>
                  </a:cubicBezTo>
                  <a:cubicBezTo>
                    <a:pt x="221" y="168"/>
                    <a:pt x="221" y="168"/>
                    <a:pt x="221" y="168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20" y="173"/>
                    <a:pt x="220" y="173"/>
                    <a:pt x="220" y="17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62"/>
                    <a:pt x="237" y="162"/>
                    <a:pt x="237" y="162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3" y="131"/>
                    <a:pt x="223" y="131"/>
                    <a:pt x="223" y="131"/>
                  </a:cubicBezTo>
                  <a:cubicBezTo>
                    <a:pt x="224" y="130"/>
                    <a:pt x="225" y="129"/>
                    <a:pt x="226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1" y="142"/>
                    <a:pt x="261" y="142"/>
                    <a:pt x="261" y="142"/>
                  </a:cubicBezTo>
                  <a:cubicBezTo>
                    <a:pt x="236" y="118"/>
                    <a:pt x="236" y="118"/>
                    <a:pt x="236" y="118"/>
                  </a:cubicBezTo>
                  <a:cubicBezTo>
                    <a:pt x="237" y="117"/>
                    <a:pt x="237" y="116"/>
                    <a:pt x="238" y="115"/>
                  </a:cubicBezTo>
                  <a:cubicBezTo>
                    <a:pt x="271" y="128"/>
                    <a:pt x="271" y="128"/>
                    <a:pt x="271" y="128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4"/>
                    <a:pt x="277" y="114"/>
                    <a:pt x="277" y="114"/>
                  </a:cubicBezTo>
                  <a:cubicBezTo>
                    <a:pt x="244" y="101"/>
                    <a:pt x="244" y="101"/>
                    <a:pt x="244" y="101"/>
                  </a:cubicBezTo>
                  <a:cubicBezTo>
                    <a:pt x="244" y="100"/>
                    <a:pt x="244" y="99"/>
                    <a:pt x="244" y="98"/>
                  </a:cubicBezTo>
                  <a:cubicBezTo>
                    <a:pt x="279" y="98"/>
                    <a:pt x="279" y="98"/>
                    <a:pt x="279" y="98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9" y="101"/>
                    <a:pt x="369" y="103"/>
                    <a:pt x="370" y="105"/>
                  </a:cubicBezTo>
                  <a:cubicBezTo>
                    <a:pt x="371" y="109"/>
                    <a:pt x="374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6" y="100"/>
                    <a:pt x="416" y="100"/>
                    <a:pt x="416" y="10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3" y="131"/>
                    <a:pt x="395" y="134"/>
                    <a:pt x="399" y="136"/>
                  </a:cubicBezTo>
                  <a:cubicBezTo>
                    <a:pt x="403" y="139"/>
                    <a:pt x="406" y="140"/>
                    <a:pt x="407" y="139"/>
                  </a:cubicBezTo>
                  <a:cubicBezTo>
                    <a:pt x="407" y="139"/>
                    <a:pt x="407" y="139"/>
                    <a:pt x="407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9" y="100"/>
                    <a:pt x="439" y="100"/>
                    <a:pt x="439" y="100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2" y="149"/>
                    <a:pt x="426" y="151"/>
                    <a:pt x="430" y="153"/>
                  </a:cubicBezTo>
                  <a:cubicBezTo>
                    <a:pt x="434" y="154"/>
                    <a:pt x="438" y="155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60"/>
                    <a:pt x="461" y="161"/>
                    <a:pt x="466" y="161"/>
                  </a:cubicBezTo>
                  <a:cubicBezTo>
                    <a:pt x="471" y="161"/>
                    <a:pt x="474" y="160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00"/>
                    <a:pt x="475" y="100"/>
                    <a:pt x="475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6" y="75"/>
                    <a:pt x="374" y="63"/>
                  </a:cubicBezTo>
                  <a:cubicBezTo>
                    <a:pt x="357" y="46"/>
                    <a:pt x="357" y="34"/>
                    <a:pt x="357" y="34"/>
                  </a:cubicBezTo>
                  <a:cubicBezTo>
                    <a:pt x="354" y="34"/>
                    <a:pt x="354" y="34"/>
                    <a:pt x="354" y="34"/>
                  </a:cubicBezTo>
                  <a:cubicBezTo>
                    <a:pt x="354" y="80"/>
                    <a:pt x="354" y="80"/>
                    <a:pt x="354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4" y="34"/>
                    <a:pt x="344" y="34"/>
                    <a:pt x="344" y="34"/>
                  </a:cubicBezTo>
                  <a:cubicBezTo>
                    <a:pt x="344" y="80"/>
                    <a:pt x="344" y="80"/>
                    <a:pt x="344" y="80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279" y="82"/>
                    <a:pt x="279" y="82"/>
                    <a:pt x="279" y="82"/>
                  </a:cubicBezTo>
                  <a:cubicBezTo>
                    <a:pt x="244" y="82"/>
                    <a:pt x="244" y="82"/>
                    <a:pt x="244" y="82"/>
                  </a:cubicBezTo>
                  <a:cubicBezTo>
                    <a:pt x="241" y="62"/>
                    <a:pt x="225" y="46"/>
                    <a:pt x="205" y="43"/>
                  </a:cubicBezTo>
                  <a:cubicBezTo>
                    <a:pt x="205" y="4"/>
                    <a:pt x="205" y="4"/>
                    <a:pt x="205" y="4"/>
                  </a:cubicBezTo>
                  <a:cubicBezTo>
                    <a:pt x="207" y="4"/>
                    <a:pt x="207" y="4"/>
                    <a:pt x="207" y="4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90" y="43"/>
                    <a:pt x="190" y="43"/>
                    <a:pt x="190" y="43"/>
                  </a:cubicBezTo>
                  <a:cubicBezTo>
                    <a:pt x="188" y="43"/>
                    <a:pt x="187" y="43"/>
                    <a:pt x="186" y="43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1" y="49"/>
                    <a:pt x="170" y="50"/>
                    <a:pt x="169" y="51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58" y="61"/>
                    <a:pt x="158" y="61"/>
                    <a:pt x="158" y="61"/>
                  </a:cubicBezTo>
                  <a:cubicBezTo>
                    <a:pt x="157" y="62"/>
                    <a:pt x="157" y="63"/>
                    <a:pt x="156" y="64"/>
                  </a:cubicBezTo>
                  <a:cubicBezTo>
                    <a:pt x="122" y="51"/>
                    <a:pt x="122" y="51"/>
                    <a:pt x="122" y="51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6" y="66"/>
                    <a:pt x="116" y="66"/>
                    <a:pt x="116" y="66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50" y="78"/>
                    <a:pt x="150" y="78"/>
                    <a:pt x="150" y="78"/>
                  </a:cubicBezTo>
                  <a:cubicBezTo>
                    <a:pt x="150" y="79"/>
                    <a:pt x="149" y="81"/>
                    <a:pt x="149" y="82"/>
                  </a:cubicBezTo>
                  <a:cubicBezTo>
                    <a:pt x="110" y="82"/>
                    <a:pt x="110" y="82"/>
                    <a:pt x="110" y="82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7" y="80"/>
                  </a:cubicBezTo>
                  <a:cubicBezTo>
                    <a:pt x="63" y="80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82"/>
                    <a:pt x="63" y="286"/>
                    <a:pt x="67" y="286"/>
                  </a:cubicBezTo>
                  <a:cubicBezTo>
                    <a:pt x="68" y="286"/>
                    <a:pt x="68" y="286"/>
                    <a:pt x="6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48" y="307"/>
                    <a:pt x="145" y="310"/>
                    <a:pt x="145" y="315"/>
                  </a:cubicBezTo>
                  <a:cubicBezTo>
                    <a:pt x="145" y="315"/>
                    <a:pt x="145" y="315"/>
                    <a:pt x="145" y="315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51"/>
                    <a:pt x="145" y="351"/>
                    <a:pt x="145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7" y="400"/>
                    <a:pt x="87" y="400"/>
                    <a:pt x="87" y="400"/>
                  </a:cubicBezTo>
                  <a:cubicBezTo>
                    <a:pt x="103" y="418"/>
                    <a:pt x="103" y="418"/>
                    <a:pt x="103" y="418"/>
                  </a:cubicBezTo>
                  <a:cubicBezTo>
                    <a:pt x="103" y="451"/>
                    <a:pt x="103" y="451"/>
                    <a:pt x="103" y="451"/>
                  </a:cubicBezTo>
                  <a:cubicBezTo>
                    <a:pt x="122" y="459"/>
                    <a:pt x="122" y="459"/>
                    <a:pt x="122" y="459"/>
                  </a:cubicBezTo>
                  <a:cubicBezTo>
                    <a:pt x="122" y="505"/>
                    <a:pt x="122" y="505"/>
                    <a:pt x="122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0"/>
                    <a:pt x="19" y="543"/>
                    <a:pt x="46" y="556"/>
                  </a:cubicBezTo>
                  <a:cubicBezTo>
                    <a:pt x="80" y="572"/>
                    <a:pt x="76" y="581"/>
                    <a:pt x="76" y="581"/>
                  </a:cubicBezTo>
                  <a:cubicBezTo>
                    <a:pt x="76" y="581"/>
                    <a:pt x="135" y="543"/>
                    <a:pt x="263" y="520"/>
                  </a:cubicBezTo>
                  <a:cubicBezTo>
                    <a:pt x="330" y="508"/>
                    <a:pt x="451" y="503"/>
                    <a:pt x="495" y="512"/>
                  </a:cubicBezTo>
                  <a:cubicBezTo>
                    <a:pt x="495" y="512"/>
                    <a:pt x="461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53">
              <a:extLst>
                <a:ext uri="{FF2B5EF4-FFF2-40B4-BE49-F238E27FC236}">
                  <a16:creationId xmlns:a16="http://schemas.microsoft.com/office/drawing/2014/main" id="{2028C96A-498C-4DC3-9A17-28E4317CB0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4858" y="3977648"/>
              <a:ext cx="1793875" cy="1787526"/>
            </a:xfrm>
            <a:custGeom>
              <a:avLst/>
              <a:gdLst>
                <a:gd name="T0" fmla="*/ 484 w 968"/>
                <a:gd name="T1" fmla="*/ 953 h 967"/>
                <a:gd name="T2" fmla="*/ 14 w 968"/>
                <a:gd name="T3" fmla="*/ 482 h 967"/>
                <a:gd name="T4" fmla="*/ 484 w 968"/>
                <a:gd name="T5" fmla="*/ 12 h 967"/>
                <a:gd name="T6" fmla="*/ 954 w 968"/>
                <a:gd name="T7" fmla="*/ 482 h 967"/>
                <a:gd name="T8" fmla="*/ 484 w 968"/>
                <a:gd name="T9" fmla="*/ 953 h 967"/>
                <a:gd name="T10" fmla="*/ 484 w 968"/>
                <a:gd name="T11" fmla="*/ 0 h 967"/>
                <a:gd name="T12" fmla="*/ 0 w 968"/>
                <a:gd name="T13" fmla="*/ 483 h 967"/>
                <a:gd name="T14" fmla="*/ 484 w 968"/>
                <a:gd name="T15" fmla="*/ 967 h 967"/>
                <a:gd name="T16" fmla="*/ 968 w 968"/>
                <a:gd name="T17" fmla="*/ 483 h 967"/>
                <a:gd name="T18" fmla="*/ 484 w 968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8" h="967">
                  <a:moveTo>
                    <a:pt x="484" y="953"/>
                  </a:moveTo>
                  <a:cubicBezTo>
                    <a:pt x="224" y="953"/>
                    <a:pt x="14" y="742"/>
                    <a:pt x="14" y="482"/>
                  </a:cubicBezTo>
                  <a:cubicBezTo>
                    <a:pt x="14" y="223"/>
                    <a:pt x="224" y="12"/>
                    <a:pt x="484" y="12"/>
                  </a:cubicBezTo>
                  <a:cubicBezTo>
                    <a:pt x="744" y="12"/>
                    <a:pt x="954" y="223"/>
                    <a:pt x="954" y="482"/>
                  </a:cubicBezTo>
                  <a:cubicBezTo>
                    <a:pt x="954" y="742"/>
                    <a:pt x="744" y="953"/>
                    <a:pt x="484" y="953"/>
                  </a:cubicBezTo>
                  <a:close/>
                  <a:moveTo>
                    <a:pt x="484" y="0"/>
                  </a:moveTo>
                  <a:cubicBezTo>
                    <a:pt x="217" y="0"/>
                    <a:pt x="0" y="216"/>
                    <a:pt x="0" y="483"/>
                  </a:cubicBezTo>
                  <a:cubicBezTo>
                    <a:pt x="0" y="750"/>
                    <a:pt x="217" y="967"/>
                    <a:pt x="484" y="967"/>
                  </a:cubicBezTo>
                  <a:cubicBezTo>
                    <a:pt x="751" y="967"/>
                    <a:pt x="968" y="750"/>
                    <a:pt x="968" y="483"/>
                  </a:cubicBezTo>
                  <a:cubicBezTo>
                    <a:pt x="968" y="216"/>
                    <a:pt x="751" y="0"/>
                    <a:pt x="4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54">
              <a:extLst>
                <a:ext uri="{FF2B5EF4-FFF2-40B4-BE49-F238E27FC236}">
                  <a16:creationId xmlns:a16="http://schemas.microsoft.com/office/drawing/2014/main" id="{734A2889-6417-4A17-B2CB-D074F35E7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058" y="4552323"/>
              <a:ext cx="65088" cy="60325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1 w 35"/>
                <a:gd name="T7" fmla="*/ 20 h 32"/>
                <a:gd name="T8" fmla="*/ 11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2"/>
                    <a:pt x="3" y="5"/>
                    <a:pt x="2" y="9"/>
                  </a:cubicBezTo>
                  <a:cubicBezTo>
                    <a:pt x="0" y="13"/>
                    <a:pt x="0" y="17"/>
                    <a:pt x="1" y="20"/>
                  </a:cubicBezTo>
                  <a:cubicBezTo>
                    <a:pt x="3" y="24"/>
                    <a:pt x="6" y="27"/>
                    <a:pt x="11" y="29"/>
                  </a:cubicBezTo>
                  <a:cubicBezTo>
                    <a:pt x="16" y="31"/>
                    <a:pt x="21" y="32"/>
                    <a:pt x="25" y="31"/>
                  </a:cubicBezTo>
                  <a:cubicBezTo>
                    <a:pt x="28" y="29"/>
                    <a:pt x="31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55">
              <a:extLst>
                <a:ext uri="{FF2B5EF4-FFF2-40B4-BE49-F238E27FC236}">
                  <a16:creationId xmlns:a16="http://schemas.microsoft.com/office/drawing/2014/main" id="{CE3D9E6B-856B-4ACD-9720-4C8030A12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1145" y="5347661"/>
              <a:ext cx="41275" cy="74613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1 w 22"/>
                <a:gd name="T5" fmla="*/ 40 h 40"/>
                <a:gd name="T6" fmla="*/ 11 w 22"/>
                <a:gd name="T7" fmla="*/ 14 h 40"/>
                <a:gd name="T8" fmla="*/ 6 w 22"/>
                <a:gd name="T9" fmla="*/ 17 h 40"/>
                <a:gd name="T10" fmla="*/ 0 w 22"/>
                <a:gd name="T11" fmla="*/ 19 h 40"/>
                <a:gd name="T12" fmla="*/ 0 w 22"/>
                <a:gd name="T13" fmla="*/ 11 h 40"/>
                <a:gd name="T14" fmla="*/ 8 w 22"/>
                <a:gd name="T15" fmla="*/ 6 h 40"/>
                <a:gd name="T16" fmla="*/ 13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5"/>
                    <a:pt x="8" y="16"/>
                    <a:pt x="6" y="17"/>
                  </a:cubicBezTo>
                  <a:cubicBezTo>
                    <a:pt x="4" y="18"/>
                    <a:pt x="2" y="19"/>
                    <a:pt x="0" y="1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6" y="8"/>
                    <a:pt x="8" y="6"/>
                  </a:cubicBezTo>
                  <a:cubicBezTo>
                    <a:pt x="10" y="5"/>
                    <a:pt x="12" y="3"/>
                    <a:pt x="13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56">
              <a:extLst>
                <a:ext uri="{FF2B5EF4-FFF2-40B4-BE49-F238E27FC236}">
                  <a16:creationId xmlns:a16="http://schemas.microsoft.com/office/drawing/2014/main" id="{1DE7746A-6B89-42A1-AF1B-D2A6E02FE2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9883" y="5347661"/>
              <a:ext cx="60325" cy="74613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5 w 32"/>
                <a:gd name="T5" fmla="*/ 7 h 40"/>
                <a:gd name="T6" fmla="*/ 12 w 32"/>
                <a:gd name="T7" fmla="*/ 9 h 40"/>
                <a:gd name="T8" fmla="*/ 10 w 32"/>
                <a:gd name="T9" fmla="*/ 13 h 40"/>
                <a:gd name="T10" fmla="*/ 12 w 32"/>
                <a:gd name="T11" fmla="*/ 18 h 40"/>
                <a:gd name="T12" fmla="*/ 15 w 32"/>
                <a:gd name="T13" fmla="*/ 20 h 40"/>
                <a:gd name="T14" fmla="*/ 19 w 32"/>
                <a:gd name="T15" fmla="*/ 18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5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7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4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5 h 40"/>
                <a:gd name="T52" fmla="*/ 15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0" y="10"/>
                    <a:pt x="19" y="9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0" y="11"/>
                    <a:pt x="10" y="13"/>
                  </a:cubicBezTo>
                  <a:cubicBezTo>
                    <a:pt x="10" y="16"/>
                    <a:pt x="11" y="17"/>
                    <a:pt x="12" y="18"/>
                  </a:cubicBezTo>
                  <a:cubicBezTo>
                    <a:pt x="13" y="20"/>
                    <a:pt x="14" y="20"/>
                    <a:pt x="15" y="20"/>
                  </a:cubicBezTo>
                  <a:cubicBezTo>
                    <a:pt x="17" y="20"/>
                    <a:pt x="18" y="20"/>
                    <a:pt x="19" y="18"/>
                  </a:cubicBezTo>
                  <a:cubicBezTo>
                    <a:pt x="20" y="17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2"/>
                    <a:pt x="13" y="33"/>
                  </a:cubicBezTo>
                  <a:cubicBezTo>
                    <a:pt x="14" y="33"/>
                    <a:pt x="15" y="34"/>
                    <a:pt x="15" y="34"/>
                  </a:cubicBezTo>
                  <a:cubicBezTo>
                    <a:pt x="17" y="34"/>
                    <a:pt x="19" y="33"/>
                    <a:pt x="20" y="31"/>
                  </a:cubicBezTo>
                  <a:cubicBezTo>
                    <a:pt x="20" y="30"/>
                    <a:pt x="21" y="27"/>
                    <a:pt x="21" y="23"/>
                  </a:cubicBezTo>
                  <a:cubicBezTo>
                    <a:pt x="20" y="24"/>
                    <a:pt x="19" y="25"/>
                    <a:pt x="17" y="26"/>
                  </a:cubicBezTo>
                  <a:cubicBezTo>
                    <a:pt x="16" y="26"/>
                    <a:pt x="14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1" y="21"/>
                    <a:pt x="0" y="17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1" y="11"/>
                    <a:pt x="32" y="15"/>
                    <a:pt x="32" y="20"/>
                  </a:cubicBezTo>
                  <a:cubicBezTo>
                    <a:pt x="32" y="27"/>
                    <a:pt x="31" y="32"/>
                    <a:pt x="28" y="35"/>
                  </a:cubicBezTo>
                  <a:cubicBezTo>
                    <a:pt x="25" y="39"/>
                    <a:pt x="21" y="40"/>
                    <a:pt x="15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5" y="37"/>
                    <a:pt x="4" y="36"/>
                  </a:cubicBezTo>
                  <a:cubicBezTo>
                    <a:pt x="2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57">
              <a:extLst>
                <a:ext uri="{FF2B5EF4-FFF2-40B4-BE49-F238E27FC236}">
                  <a16:creationId xmlns:a16="http://schemas.microsoft.com/office/drawing/2014/main" id="{F790BB2D-DB9B-40EB-9248-310A17DE6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4970" y="5349248"/>
              <a:ext cx="60325" cy="73025"/>
            </a:xfrm>
            <a:custGeom>
              <a:avLst/>
              <a:gdLst>
                <a:gd name="T0" fmla="*/ 4 w 32"/>
                <a:gd name="T1" fmla="*/ 0 h 39"/>
                <a:gd name="T2" fmla="*/ 30 w 32"/>
                <a:gd name="T3" fmla="*/ 0 h 39"/>
                <a:gd name="T4" fmla="*/ 30 w 32"/>
                <a:gd name="T5" fmla="*/ 8 h 39"/>
                <a:gd name="T6" fmla="*/ 13 w 32"/>
                <a:gd name="T7" fmla="*/ 8 h 39"/>
                <a:gd name="T8" fmla="*/ 12 w 32"/>
                <a:gd name="T9" fmla="*/ 14 h 39"/>
                <a:gd name="T10" fmla="*/ 15 w 32"/>
                <a:gd name="T11" fmla="*/ 13 h 39"/>
                <a:gd name="T12" fmla="*/ 19 w 32"/>
                <a:gd name="T13" fmla="*/ 13 h 39"/>
                <a:gd name="T14" fmla="*/ 28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7 h 39"/>
                <a:gd name="T22" fmla="*/ 16 w 32"/>
                <a:gd name="T23" fmla="*/ 39 h 39"/>
                <a:gd name="T24" fmla="*/ 9 w 32"/>
                <a:gd name="T25" fmla="*/ 39 h 39"/>
                <a:gd name="T26" fmla="*/ 5 w 32"/>
                <a:gd name="T27" fmla="*/ 36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7 h 39"/>
                <a:gd name="T34" fmla="*/ 12 w 32"/>
                <a:gd name="T35" fmla="*/ 31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0 w 32"/>
                <a:gd name="T49" fmla="*/ 22 h 39"/>
                <a:gd name="T50" fmla="*/ 1 w 32"/>
                <a:gd name="T51" fmla="*/ 21 h 39"/>
                <a:gd name="T52" fmla="*/ 4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4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5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8" y="16"/>
                  </a:cubicBezTo>
                  <a:cubicBezTo>
                    <a:pt x="31" y="18"/>
                    <a:pt x="32" y="21"/>
                    <a:pt x="32" y="25"/>
                  </a:cubicBezTo>
                  <a:cubicBezTo>
                    <a:pt x="32" y="27"/>
                    <a:pt x="31" y="30"/>
                    <a:pt x="30" y="32"/>
                  </a:cubicBezTo>
                  <a:cubicBezTo>
                    <a:pt x="29" y="35"/>
                    <a:pt x="27" y="36"/>
                    <a:pt x="25" y="37"/>
                  </a:cubicBezTo>
                  <a:cubicBezTo>
                    <a:pt x="22" y="39"/>
                    <a:pt x="20" y="39"/>
                    <a:pt x="16" y="39"/>
                  </a:cubicBezTo>
                  <a:cubicBezTo>
                    <a:pt x="13" y="39"/>
                    <a:pt x="11" y="39"/>
                    <a:pt x="9" y="39"/>
                  </a:cubicBezTo>
                  <a:cubicBezTo>
                    <a:pt x="8" y="38"/>
                    <a:pt x="6" y="37"/>
                    <a:pt x="5" y="36"/>
                  </a:cubicBezTo>
                  <a:cubicBezTo>
                    <a:pt x="4" y="35"/>
                    <a:pt x="2" y="34"/>
                    <a:pt x="2" y="33"/>
                  </a:cubicBezTo>
                  <a:cubicBezTo>
                    <a:pt x="1" y="32"/>
                    <a:pt x="0" y="30"/>
                    <a:pt x="0" y="29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1" y="30"/>
                    <a:pt x="12" y="31"/>
                  </a:cubicBezTo>
                  <a:cubicBezTo>
                    <a:pt x="13" y="32"/>
                    <a:pt x="15" y="33"/>
                    <a:pt x="16" y="33"/>
                  </a:cubicBezTo>
                  <a:cubicBezTo>
                    <a:pt x="17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7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0"/>
                    <a:pt x="11" y="21"/>
                    <a:pt x="10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58">
              <a:extLst>
                <a:ext uri="{FF2B5EF4-FFF2-40B4-BE49-F238E27FC236}">
                  <a16:creationId xmlns:a16="http://schemas.microsoft.com/office/drawing/2014/main" id="{FC881B05-F5FE-4E93-9EE5-329CEA052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0058" y="5347661"/>
              <a:ext cx="57150" cy="74613"/>
            </a:xfrm>
            <a:custGeom>
              <a:avLst/>
              <a:gdLst>
                <a:gd name="T0" fmla="*/ 10 w 31"/>
                <a:gd name="T1" fmla="*/ 12 h 40"/>
                <a:gd name="T2" fmla="*/ 0 w 31"/>
                <a:gd name="T3" fmla="*/ 10 h 40"/>
                <a:gd name="T4" fmla="*/ 5 w 31"/>
                <a:gd name="T5" fmla="*/ 3 h 40"/>
                <a:gd name="T6" fmla="*/ 15 w 31"/>
                <a:gd name="T7" fmla="*/ 0 h 40"/>
                <a:gd name="T8" fmla="*/ 26 w 31"/>
                <a:gd name="T9" fmla="*/ 3 h 40"/>
                <a:gd name="T10" fmla="*/ 30 w 31"/>
                <a:gd name="T11" fmla="*/ 10 h 40"/>
                <a:gd name="T12" fmla="*/ 28 w 31"/>
                <a:gd name="T13" fmla="*/ 15 h 40"/>
                <a:gd name="T14" fmla="*/ 24 w 31"/>
                <a:gd name="T15" fmla="*/ 18 h 40"/>
                <a:gd name="T16" fmla="*/ 27 w 31"/>
                <a:gd name="T17" fmla="*/ 20 h 40"/>
                <a:gd name="T18" fmla="*/ 30 w 31"/>
                <a:gd name="T19" fmla="*/ 23 h 40"/>
                <a:gd name="T20" fmla="*/ 31 w 31"/>
                <a:gd name="T21" fmla="*/ 27 h 40"/>
                <a:gd name="T22" fmla="*/ 30 w 31"/>
                <a:gd name="T23" fmla="*/ 34 h 40"/>
                <a:gd name="T24" fmla="*/ 25 w 31"/>
                <a:gd name="T25" fmla="*/ 39 h 40"/>
                <a:gd name="T26" fmla="*/ 16 w 31"/>
                <a:gd name="T27" fmla="*/ 40 h 40"/>
                <a:gd name="T28" fmla="*/ 8 w 31"/>
                <a:gd name="T29" fmla="*/ 39 h 40"/>
                <a:gd name="T30" fmla="*/ 3 w 31"/>
                <a:gd name="T31" fmla="*/ 35 h 40"/>
                <a:gd name="T32" fmla="*/ 0 w 31"/>
                <a:gd name="T33" fmla="*/ 29 h 40"/>
                <a:gd name="T34" fmla="*/ 10 w 31"/>
                <a:gd name="T35" fmla="*/ 28 h 40"/>
                <a:gd name="T36" fmla="*/ 12 w 31"/>
                <a:gd name="T37" fmla="*/ 32 h 40"/>
                <a:gd name="T38" fmla="*/ 16 w 31"/>
                <a:gd name="T39" fmla="*/ 34 h 40"/>
                <a:gd name="T40" fmla="*/ 19 w 31"/>
                <a:gd name="T41" fmla="*/ 32 h 40"/>
                <a:gd name="T42" fmla="*/ 21 w 31"/>
                <a:gd name="T43" fmla="*/ 28 h 40"/>
                <a:gd name="T44" fmla="*/ 19 w 31"/>
                <a:gd name="T45" fmla="*/ 24 h 40"/>
                <a:gd name="T46" fmla="*/ 15 w 31"/>
                <a:gd name="T47" fmla="*/ 22 h 40"/>
                <a:gd name="T48" fmla="*/ 12 w 31"/>
                <a:gd name="T49" fmla="*/ 23 h 40"/>
                <a:gd name="T50" fmla="*/ 13 w 31"/>
                <a:gd name="T51" fmla="*/ 15 h 40"/>
                <a:gd name="T52" fmla="*/ 14 w 31"/>
                <a:gd name="T53" fmla="*/ 15 h 40"/>
                <a:gd name="T54" fmla="*/ 17 w 31"/>
                <a:gd name="T55" fmla="*/ 14 h 40"/>
                <a:gd name="T56" fmla="*/ 19 w 31"/>
                <a:gd name="T57" fmla="*/ 11 h 40"/>
                <a:gd name="T58" fmla="*/ 18 w 31"/>
                <a:gd name="T59" fmla="*/ 8 h 40"/>
                <a:gd name="T60" fmla="*/ 15 w 31"/>
                <a:gd name="T61" fmla="*/ 7 h 40"/>
                <a:gd name="T62" fmla="*/ 12 w 31"/>
                <a:gd name="T63" fmla="*/ 8 h 40"/>
                <a:gd name="T64" fmla="*/ 10 w 31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10" y="12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7" y="1"/>
                    <a:pt x="11" y="0"/>
                    <a:pt x="15" y="0"/>
                  </a:cubicBezTo>
                  <a:cubicBezTo>
                    <a:pt x="20" y="0"/>
                    <a:pt x="24" y="1"/>
                    <a:pt x="26" y="3"/>
                  </a:cubicBezTo>
                  <a:cubicBezTo>
                    <a:pt x="28" y="5"/>
                    <a:pt x="30" y="7"/>
                    <a:pt x="30" y="10"/>
                  </a:cubicBezTo>
                  <a:cubicBezTo>
                    <a:pt x="30" y="12"/>
                    <a:pt x="29" y="13"/>
                    <a:pt x="28" y="15"/>
                  </a:cubicBezTo>
                  <a:cubicBezTo>
                    <a:pt x="27" y="16"/>
                    <a:pt x="26" y="17"/>
                    <a:pt x="24" y="18"/>
                  </a:cubicBezTo>
                  <a:cubicBezTo>
                    <a:pt x="25" y="19"/>
                    <a:pt x="27" y="19"/>
                    <a:pt x="27" y="20"/>
                  </a:cubicBezTo>
                  <a:cubicBezTo>
                    <a:pt x="29" y="20"/>
                    <a:pt x="30" y="21"/>
                    <a:pt x="30" y="23"/>
                  </a:cubicBezTo>
                  <a:cubicBezTo>
                    <a:pt x="31" y="24"/>
                    <a:pt x="31" y="26"/>
                    <a:pt x="31" y="27"/>
                  </a:cubicBezTo>
                  <a:cubicBezTo>
                    <a:pt x="31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2" y="40"/>
                    <a:pt x="19" y="40"/>
                    <a:pt x="16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4" y="37"/>
                    <a:pt x="3" y="35"/>
                  </a:cubicBezTo>
                  <a:cubicBezTo>
                    <a:pt x="1" y="34"/>
                    <a:pt x="0" y="32"/>
                    <a:pt x="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30"/>
                    <a:pt x="11" y="32"/>
                    <a:pt x="12" y="32"/>
                  </a:cubicBezTo>
                  <a:cubicBezTo>
                    <a:pt x="13" y="33"/>
                    <a:pt x="14" y="34"/>
                    <a:pt x="16" y="34"/>
                  </a:cubicBezTo>
                  <a:cubicBezTo>
                    <a:pt x="17" y="34"/>
                    <a:pt x="18" y="33"/>
                    <a:pt x="19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19" y="24"/>
                  </a:cubicBezTo>
                  <a:cubicBezTo>
                    <a:pt x="18" y="23"/>
                    <a:pt x="17" y="22"/>
                    <a:pt x="15" y="22"/>
                  </a:cubicBezTo>
                  <a:cubicBezTo>
                    <a:pt x="15" y="22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7" y="15"/>
                    <a:pt x="17" y="14"/>
                  </a:cubicBezTo>
                  <a:cubicBezTo>
                    <a:pt x="18" y="13"/>
                    <a:pt x="19" y="12"/>
                    <a:pt x="19" y="11"/>
                  </a:cubicBezTo>
                  <a:cubicBezTo>
                    <a:pt x="19" y="10"/>
                    <a:pt x="18" y="9"/>
                    <a:pt x="18" y="8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4" y="7"/>
                    <a:pt x="13" y="7"/>
                    <a:pt x="12" y="8"/>
                  </a:cubicBezTo>
                  <a:cubicBezTo>
                    <a:pt x="11" y="9"/>
                    <a:pt x="11" y="10"/>
                    <a:pt x="1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59">
              <a:extLst>
                <a:ext uri="{FF2B5EF4-FFF2-40B4-BE49-F238E27FC236}">
                  <a16:creationId xmlns:a16="http://schemas.microsoft.com/office/drawing/2014/main" id="{1F3EE822-4F13-4995-8B88-14F3355DC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7933" y="5415923"/>
              <a:ext cx="17463" cy="9525"/>
            </a:xfrm>
            <a:custGeom>
              <a:avLst/>
              <a:gdLst>
                <a:gd name="T0" fmla="*/ 0 w 11"/>
                <a:gd name="T1" fmla="*/ 6 h 6"/>
                <a:gd name="T2" fmla="*/ 5 w 11"/>
                <a:gd name="T3" fmla="*/ 5 h 6"/>
                <a:gd name="T4" fmla="*/ 11 w 11"/>
                <a:gd name="T5" fmla="*/ 2 h 6"/>
                <a:gd name="T6" fmla="*/ 8 w 11"/>
                <a:gd name="T7" fmla="*/ 1 h 6"/>
                <a:gd name="T8" fmla="*/ 4 w 11"/>
                <a:gd name="T9" fmla="*/ 0 h 6"/>
                <a:gd name="T10" fmla="*/ 0 w 11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lnTo>
                    <a:pt x="5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4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60">
              <a:extLst>
                <a:ext uri="{FF2B5EF4-FFF2-40B4-BE49-F238E27FC236}">
                  <a16:creationId xmlns:a16="http://schemas.microsoft.com/office/drawing/2014/main" id="{6B861C13-21B3-4954-83ED-2A8A0932E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7945" y="4187198"/>
              <a:ext cx="44450" cy="34925"/>
            </a:xfrm>
            <a:custGeom>
              <a:avLst/>
              <a:gdLst>
                <a:gd name="T0" fmla="*/ 22 w 24"/>
                <a:gd name="T1" fmla="*/ 11 h 19"/>
                <a:gd name="T2" fmla="*/ 24 w 24"/>
                <a:gd name="T3" fmla="*/ 8 h 19"/>
                <a:gd name="T4" fmla="*/ 24 w 24"/>
                <a:gd name="T5" fmla="*/ 4 h 19"/>
                <a:gd name="T6" fmla="*/ 21 w 24"/>
                <a:gd name="T7" fmla="*/ 0 h 19"/>
                <a:gd name="T8" fmla="*/ 16 w 24"/>
                <a:gd name="T9" fmla="*/ 0 h 19"/>
                <a:gd name="T10" fmla="*/ 8 w 24"/>
                <a:gd name="T11" fmla="*/ 4 h 19"/>
                <a:gd name="T12" fmla="*/ 0 w 24"/>
                <a:gd name="T13" fmla="*/ 7 h 19"/>
                <a:gd name="T14" fmla="*/ 5 w 24"/>
                <a:gd name="T15" fmla="*/ 19 h 19"/>
                <a:gd name="T16" fmla="*/ 13 w 24"/>
                <a:gd name="T17" fmla="*/ 16 h 19"/>
                <a:gd name="T18" fmla="*/ 22 w 24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4" y="6"/>
                    <a:pt x="24" y="5"/>
                    <a:pt x="24" y="4"/>
                  </a:cubicBezTo>
                  <a:cubicBezTo>
                    <a:pt x="23" y="2"/>
                    <a:pt x="22" y="1"/>
                    <a:pt x="21" y="0"/>
                  </a:cubicBezTo>
                  <a:cubicBezTo>
                    <a:pt x="19" y="0"/>
                    <a:pt x="18" y="0"/>
                    <a:pt x="16" y="0"/>
                  </a:cubicBezTo>
                  <a:cubicBezTo>
                    <a:pt x="15" y="1"/>
                    <a:pt x="12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3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61">
              <a:extLst>
                <a:ext uri="{FF2B5EF4-FFF2-40B4-BE49-F238E27FC236}">
                  <a16:creationId xmlns:a16="http://schemas.microsoft.com/office/drawing/2014/main" id="{F31CE27D-48F1-4F7C-9F65-82597B1E2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7108" y="4461836"/>
              <a:ext cx="36513" cy="46038"/>
            </a:xfrm>
            <a:custGeom>
              <a:avLst/>
              <a:gdLst>
                <a:gd name="T0" fmla="*/ 10 w 20"/>
                <a:gd name="T1" fmla="*/ 23 h 25"/>
                <a:gd name="T2" fmla="*/ 13 w 20"/>
                <a:gd name="T3" fmla="*/ 25 h 25"/>
                <a:gd name="T4" fmla="*/ 17 w 20"/>
                <a:gd name="T5" fmla="*/ 24 h 25"/>
                <a:gd name="T6" fmla="*/ 20 w 20"/>
                <a:gd name="T7" fmla="*/ 20 h 25"/>
                <a:gd name="T8" fmla="*/ 20 w 20"/>
                <a:gd name="T9" fmla="*/ 15 h 25"/>
                <a:gd name="T10" fmla="*/ 15 w 20"/>
                <a:gd name="T11" fmla="*/ 8 h 25"/>
                <a:gd name="T12" fmla="*/ 11 w 20"/>
                <a:gd name="T13" fmla="*/ 0 h 25"/>
                <a:gd name="T14" fmla="*/ 0 w 20"/>
                <a:gd name="T15" fmla="*/ 7 h 25"/>
                <a:gd name="T16" fmla="*/ 4 w 20"/>
                <a:gd name="T17" fmla="*/ 14 h 25"/>
                <a:gd name="T18" fmla="*/ 10 w 20"/>
                <a:gd name="T19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5">
                  <a:moveTo>
                    <a:pt x="10" y="23"/>
                  </a:moveTo>
                  <a:cubicBezTo>
                    <a:pt x="11" y="24"/>
                    <a:pt x="12" y="24"/>
                    <a:pt x="13" y="25"/>
                  </a:cubicBezTo>
                  <a:cubicBezTo>
                    <a:pt x="15" y="25"/>
                    <a:pt x="16" y="24"/>
                    <a:pt x="17" y="24"/>
                  </a:cubicBezTo>
                  <a:cubicBezTo>
                    <a:pt x="19" y="23"/>
                    <a:pt x="20" y="21"/>
                    <a:pt x="20" y="20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19" y="14"/>
                    <a:pt x="18" y="12"/>
                    <a:pt x="15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9"/>
                    <a:pt x="9" y="22"/>
                    <a:pt x="1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62">
              <a:extLst>
                <a:ext uri="{FF2B5EF4-FFF2-40B4-BE49-F238E27FC236}">
                  <a16:creationId xmlns:a16="http://schemas.microsoft.com/office/drawing/2014/main" id="{E749DC76-AF97-475D-9287-67CD09394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358" y="4642811"/>
              <a:ext cx="39688" cy="28575"/>
            </a:xfrm>
            <a:custGeom>
              <a:avLst/>
              <a:gdLst>
                <a:gd name="T0" fmla="*/ 25 w 25"/>
                <a:gd name="T1" fmla="*/ 0 h 18"/>
                <a:gd name="T2" fmla="*/ 0 w 25"/>
                <a:gd name="T3" fmla="*/ 3 h 18"/>
                <a:gd name="T4" fmla="*/ 19 w 25"/>
                <a:gd name="T5" fmla="*/ 18 h 18"/>
                <a:gd name="T6" fmla="*/ 25 w 2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8">
                  <a:moveTo>
                    <a:pt x="25" y="0"/>
                  </a:moveTo>
                  <a:lnTo>
                    <a:pt x="0" y="3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63">
              <a:extLst>
                <a:ext uri="{FF2B5EF4-FFF2-40B4-BE49-F238E27FC236}">
                  <a16:creationId xmlns:a16="http://schemas.microsoft.com/office/drawing/2014/main" id="{D7544BF4-7F78-4262-86C9-07FC6EA0E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4820" y="5565148"/>
              <a:ext cx="38100" cy="61913"/>
            </a:xfrm>
            <a:custGeom>
              <a:avLst/>
              <a:gdLst>
                <a:gd name="T0" fmla="*/ 7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19 h 33"/>
                <a:gd name="T8" fmla="*/ 0 w 21"/>
                <a:gd name="T9" fmla="*/ 23 h 33"/>
                <a:gd name="T10" fmla="*/ 2 w 21"/>
                <a:gd name="T11" fmla="*/ 26 h 33"/>
                <a:gd name="T12" fmla="*/ 9 w 21"/>
                <a:gd name="T13" fmla="*/ 32 h 33"/>
                <a:gd name="T14" fmla="*/ 12 w 21"/>
                <a:gd name="T15" fmla="*/ 33 h 33"/>
                <a:gd name="T16" fmla="*/ 15 w 21"/>
                <a:gd name="T17" fmla="*/ 33 h 33"/>
                <a:gd name="T18" fmla="*/ 19 w 21"/>
                <a:gd name="T19" fmla="*/ 29 h 33"/>
                <a:gd name="T20" fmla="*/ 20 w 21"/>
                <a:gd name="T21" fmla="*/ 26 h 33"/>
                <a:gd name="T22" fmla="*/ 21 w 21"/>
                <a:gd name="T23" fmla="*/ 24 h 33"/>
                <a:gd name="T24" fmla="*/ 20 w 21"/>
                <a:gd name="T25" fmla="*/ 20 h 33"/>
                <a:gd name="T26" fmla="*/ 14 w 21"/>
                <a:gd name="T27" fmla="*/ 16 h 33"/>
                <a:gd name="T28" fmla="*/ 14 w 21"/>
                <a:gd name="T29" fmla="*/ 11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2 h 33"/>
                <a:gd name="T40" fmla="*/ 10 w 21"/>
                <a:gd name="T41" fmla="*/ 8 h 33"/>
                <a:gd name="T42" fmla="*/ 9 w 21"/>
                <a:gd name="T43" fmla="*/ 9 h 33"/>
                <a:gd name="T44" fmla="*/ 7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7" y="10"/>
                  </a:moveTo>
                  <a:cubicBezTo>
                    <a:pt x="5" y="10"/>
                    <a:pt x="4" y="12"/>
                    <a:pt x="4" y="12"/>
                  </a:cubicBezTo>
                  <a:cubicBezTo>
                    <a:pt x="1" y="14"/>
                    <a:pt x="2" y="15"/>
                    <a:pt x="2" y="15"/>
                  </a:cubicBezTo>
                  <a:cubicBezTo>
                    <a:pt x="2" y="16"/>
                    <a:pt x="1" y="19"/>
                    <a:pt x="1" y="19"/>
                  </a:cubicBezTo>
                  <a:cubicBezTo>
                    <a:pt x="0" y="20"/>
                    <a:pt x="0" y="23"/>
                    <a:pt x="0" y="23"/>
                  </a:cubicBezTo>
                  <a:cubicBezTo>
                    <a:pt x="0" y="24"/>
                    <a:pt x="2" y="26"/>
                    <a:pt x="2" y="26"/>
                  </a:cubicBezTo>
                  <a:cubicBezTo>
                    <a:pt x="3" y="29"/>
                    <a:pt x="9" y="32"/>
                    <a:pt x="9" y="32"/>
                  </a:cubicBezTo>
                  <a:cubicBezTo>
                    <a:pt x="10" y="33"/>
                    <a:pt x="11" y="33"/>
                    <a:pt x="12" y="33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9" y="33"/>
                    <a:pt x="19" y="29"/>
                    <a:pt x="19" y="29"/>
                  </a:cubicBezTo>
                  <a:cubicBezTo>
                    <a:pt x="18" y="28"/>
                    <a:pt x="20" y="26"/>
                    <a:pt x="20" y="26"/>
                  </a:cubicBezTo>
                  <a:cubicBezTo>
                    <a:pt x="21" y="25"/>
                    <a:pt x="21" y="24"/>
                    <a:pt x="21" y="24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1" y="12"/>
                    <a:pt x="14" y="11"/>
                    <a:pt x="14" y="11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6" y="0"/>
                    <a:pt x="15" y="2"/>
                    <a:pt x="15" y="2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10"/>
                    <a:pt x="7" y="10"/>
                    <a:pt x="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64">
              <a:extLst>
                <a:ext uri="{FF2B5EF4-FFF2-40B4-BE49-F238E27FC236}">
                  <a16:creationId xmlns:a16="http://schemas.microsoft.com/office/drawing/2014/main" id="{78920277-B1AA-4CF0-AAC7-39542AB82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7633" y="5504823"/>
              <a:ext cx="7938" cy="20638"/>
            </a:xfrm>
            <a:custGeom>
              <a:avLst/>
              <a:gdLst>
                <a:gd name="T0" fmla="*/ 0 w 4"/>
                <a:gd name="T1" fmla="*/ 0 h 11"/>
                <a:gd name="T2" fmla="*/ 2 w 4"/>
                <a:gd name="T3" fmla="*/ 5 h 11"/>
                <a:gd name="T4" fmla="*/ 2 w 4"/>
                <a:gd name="T5" fmla="*/ 7 h 11"/>
                <a:gd name="T6" fmla="*/ 3 w 4"/>
                <a:gd name="T7" fmla="*/ 10 h 11"/>
                <a:gd name="T8" fmla="*/ 4 w 4"/>
                <a:gd name="T9" fmla="*/ 9 h 11"/>
                <a:gd name="T10" fmla="*/ 3 w 4"/>
                <a:gd name="T11" fmla="*/ 3 h 11"/>
                <a:gd name="T12" fmla="*/ 3 w 4"/>
                <a:gd name="T13" fmla="*/ 0 h 11"/>
                <a:gd name="T14" fmla="*/ 0 w 4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4" y="9"/>
                  </a:cubicBezTo>
                  <a:cubicBezTo>
                    <a:pt x="4" y="8"/>
                    <a:pt x="4" y="5"/>
                    <a:pt x="3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65">
              <a:extLst>
                <a:ext uri="{FF2B5EF4-FFF2-40B4-BE49-F238E27FC236}">
                  <a16:creationId xmlns:a16="http://schemas.microsoft.com/office/drawing/2014/main" id="{A54BCB52-20FB-411B-B5C3-5114FD57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4295" y="5517523"/>
              <a:ext cx="33338" cy="12700"/>
            </a:xfrm>
            <a:custGeom>
              <a:avLst/>
              <a:gdLst>
                <a:gd name="T0" fmla="*/ 0 w 18"/>
                <a:gd name="T1" fmla="*/ 7 h 7"/>
                <a:gd name="T2" fmla="*/ 5 w 18"/>
                <a:gd name="T3" fmla="*/ 6 h 7"/>
                <a:gd name="T4" fmla="*/ 17 w 18"/>
                <a:gd name="T5" fmla="*/ 3 h 7"/>
                <a:gd name="T6" fmla="*/ 18 w 18"/>
                <a:gd name="T7" fmla="*/ 2 h 7"/>
                <a:gd name="T8" fmla="*/ 18 w 18"/>
                <a:gd name="T9" fmla="*/ 2 h 7"/>
                <a:gd name="T10" fmla="*/ 17 w 18"/>
                <a:gd name="T11" fmla="*/ 0 h 7"/>
                <a:gd name="T12" fmla="*/ 0 w 18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7">
                  <a:moveTo>
                    <a:pt x="0" y="7"/>
                  </a:moveTo>
                  <a:cubicBezTo>
                    <a:pt x="1" y="7"/>
                    <a:pt x="3" y="6"/>
                    <a:pt x="5" y="6"/>
                  </a:cubicBezTo>
                  <a:cubicBezTo>
                    <a:pt x="9" y="6"/>
                    <a:pt x="15" y="5"/>
                    <a:pt x="17" y="3"/>
                  </a:cubicBezTo>
                  <a:cubicBezTo>
                    <a:pt x="18" y="3"/>
                    <a:pt x="18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1"/>
                    <a:pt x="17" y="0"/>
                  </a:cubicBezTo>
                  <a:cubicBezTo>
                    <a:pt x="12" y="4"/>
                    <a:pt x="3" y="5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66">
              <a:extLst>
                <a:ext uri="{FF2B5EF4-FFF2-40B4-BE49-F238E27FC236}">
                  <a16:creationId xmlns:a16="http://schemas.microsoft.com/office/drawing/2014/main" id="{8C9E9751-5F90-468C-ADA3-17EB4C042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9433" y="4149098"/>
              <a:ext cx="63500" cy="68263"/>
            </a:xfrm>
            <a:custGeom>
              <a:avLst/>
              <a:gdLst>
                <a:gd name="T0" fmla="*/ 12 w 34"/>
                <a:gd name="T1" fmla="*/ 36 h 37"/>
                <a:gd name="T2" fmla="*/ 24 w 34"/>
                <a:gd name="T3" fmla="*/ 35 h 37"/>
                <a:gd name="T4" fmla="*/ 32 w 34"/>
                <a:gd name="T5" fmla="*/ 23 h 37"/>
                <a:gd name="T6" fmla="*/ 32 w 34"/>
                <a:gd name="T7" fmla="*/ 9 h 37"/>
                <a:gd name="T8" fmla="*/ 22 w 34"/>
                <a:gd name="T9" fmla="*/ 2 h 37"/>
                <a:gd name="T10" fmla="*/ 10 w 34"/>
                <a:gd name="T11" fmla="*/ 3 h 37"/>
                <a:gd name="T12" fmla="*/ 2 w 34"/>
                <a:gd name="T13" fmla="*/ 15 h 37"/>
                <a:gd name="T14" fmla="*/ 3 w 34"/>
                <a:gd name="T15" fmla="*/ 29 h 37"/>
                <a:gd name="T16" fmla="*/ 12 w 34"/>
                <a:gd name="T17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12" y="36"/>
                  </a:moveTo>
                  <a:cubicBezTo>
                    <a:pt x="17" y="37"/>
                    <a:pt x="21" y="37"/>
                    <a:pt x="24" y="35"/>
                  </a:cubicBezTo>
                  <a:cubicBezTo>
                    <a:pt x="28" y="33"/>
                    <a:pt x="31" y="29"/>
                    <a:pt x="32" y="23"/>
                  </a:cubicBezTo>
                  <a:cubicBezTo>
                    <a:pt x="34" y="17"/>
                    <a:pt x="34" y="12"/>
                    <a:pt x="32" y="9"/>
                  </a:cubicBezTo>
                  <a:cubicBezTo>
                    <a:pt x="30" y="5"/>
                    <a:pt x="26" y="3"/>
                    <a:pt x="22" y="2"/>
                  </a:cubicBezTo>
                  <a:cubicBezTo>
                    <a:pt x="17" y="0"/>
                    <a:pt x="13" y="1"/>
                    <a:pt x="10" y="3"/>
                  </a:cubicBezTo>
                  <a:cubicBezTo>
                    <a:pt x="6" y="5"/>
                    <a:pt x="3" y="9"/>
                    <a:pt x="2" y="15"/>
                  </a:cubicBezTo>
                  <a:cubicBezTo>
                    <a:pt x="0" y="20"/>
                    <a:pt x="1" y="25"/>
                    <a:pt x="3" y="29"/>
                  </a:cubicBezTo>
                  <a:cubicBezTo>
                    <a:pt x="5" y="33"/>
                    <a:pt x="8" y="35"/>
                    <a:pt x="12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67">
              <a:extLst>
                <a:ext uri="{FF2B5EF4-FFF2-40B4-BE49-F238E27FC236}">
                  <a16:creationId xmlns:a16="http://schemas.microsoft.com/office/drawing/2014/main" id="{3BDF1643-2E89-451C-8DBB-3384B4FDA5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2008" y="4030036"/>
              <a:ext cx="1677988" cy="1673225"/>
            </a:xfrm>
            <a:custGeom>
              <a:avLst/>
              <a:gdLst>
                <a:gd name="T0" fmla="*/ 812 w 905"/>
                <a:gd name="T1" fmla="*/ 404 h 905"/>
                <a:gd name="T2" fmla="*/ 774 w 905"/>
                <a:gd name="T3" fmla="*/ 279 h 905"/>
                <a:gd name="T4" fmla="*/ 779 w 905"/>
                <a:gd name="T5" fmla="*/ 210 h 905"/>
                <a:gd name="T6" fmla="*/ 721 w 905"/>
                <a:gd name="T7" fmla="*/ 187 h 905"/>
                <a:gd name="T8" fmla="*/ 685 w 905"/>
                <a:gd name="T9" fmla="*/ 149 h 905"/>
                <a:gd name="T10" fmla="*/ 617 w 905"/>
                <a:gd name="T11" fmla="*/ 113 h 905"/>
                <a:gd name="T12" fmla="*/ 564 w 905"/>
                <a:gd name="T13" fmla="*/ 108 h 905"/>
                <a:gd name="T14" fmla="*/ 460 w 905"/>
                <a:gd name="T15" fmla="*/ 45 h 905"/>
                <a:gd name="T16" fmla="*/ 375 w 905"/>
                <a:gd name="T17" fmla="*/ 52 h 905"/>
                <a:gd name="T18" fmla="*/ 348 w 905"/>
                <a:gd name="T19" fmla="*/ 78 h 905"/>
                <a:gd name="T20" fmla="*/ 362 w 905"/>
                <a:gd name="T21" fmla="*/ 92 h 905"/>
                <a:gd name="T22" fmla="*/ 312 w 905"/>
                <a:gd name="T23" fmla="*/ 104 h 905"/>
                <a:gd name="T24" fmla="*/ 250 w 905"/>
                <a:gd name="T25" fmla="*/ 96 h 905"/>
                <a:gd name="T26" fmla="*/ 175 w 905"/>
                <a:gd name="T27" fmla="*/ 151 h 905"/>
                <a:gd name="T28" fmla="*/ 121 w 905"/>
                <a:gd name="T29" fmla="*/ 211 h 905"/>
                <a:gd name="T30" fmla="*/ 120 w 905"/>
                <a:gd name="T31" fmla="*/ 281 h 905"/>
                <a:gd name="T32" fmla="*/ 132 w 905"/>
                <a:gd name="T33" fmla="*/ 289 h 905"/>
                <a:gd name="T34" fmla="*/ 95 w 905"/>
                <a:gd name="T35" fmla="*/ 410 h 905"/>
                <a:gd name="T36" fmla="*/ 41 w 905"/>
                <a:gd name="T37" fmla="*/ 453 h 905"/>
                <a:gd name="T38" fmla="*/ 51 w 905"/>
                <a:gd name="T39" fmla="*/ 518 h 905"/>
                <a:gd name="T40" fmla="*/ 101 w 905"/>
                <a:gd name="T41" fmla="*/ 526 h 905"/>
                <a:gd name="T42" fmla="*/ 238 w 905"/>
                <a:gd name="T43" fmla="*/ 764 h 905"/>
                <a:gd name="T44" fmla="*/ 218 w 905"/>
                <a:gd name="T45" fmla="*/ 741 h 905"/>
                <a:gd name="T46" fmla="*/ 196 w 905"/>
                <a:gd name="T47" fmla="*/ 742 h 905"/>
                <a:gd name="T48" fmla="*/ 289 w 905"/>
                <a:gd name="T49" fmla="*/ 829 h 905"/>
                <a:gd name="T50" fmla="*/ 284 w 905"/>
                <a:gd name="T51" fmla="*/ 801 h 905"/>
                <a:gd name="T52" fmla="*/ 309 w 905"/>
                <a:gd name="T53" fmla="*/ 811 h 905"/>
                <a:gd name="T54" fmla="*/ 317 w 905"/>
                <a:gd name="T55" fmla="*/ 787 h 905"/>
                <a:gd name="T56" fmla="*/ 310 w 905"/>
                <a:gd name="T57" fmla="*/ 842 h 905"/>
                <a:gd name="T58" fmla="*/ 352 w 905"/>
                <a:gd name="T59" fmla="*/ 858 h 905"/>
                <a:gd name="T60" fmla="*/ 420 w 905"/>
                <a:gd name="T61" fmla="*/ 807 h 905"/>
                <a:gd name="T62" fmla="*/ 413 w 905"/>
                <a:gd name="T63" fmla="*/ 875 h 905"/>
                <a:gd name="T64" fmla="*/ 399 w 905"/>
                <a:gd name="T65" fmla="*/ 866 h 905"/>
                <a:gd name="T66" fmla="*/ 430 w 905"/>
                <a:gd name="T67" fmla="*/ 858 h 905"/>
                <a:gd name="T68" fmla="*/ 479 w 905"/>
                <a:gd name="T69" fmla="*/ 856 h 905"/>
                <a:gd name="T70" fmla="*/ 477 w 905"/>
                <a:gd name="T71" fmla="*/ 831 h 905"/>
                <a:gd name="T72" fmla="*/ 529 w 905"/>
                <a:gd name="T73" fmla="*/ 866 h 905"/>
                <a:gd name="T74" fmla="*/ 486 w 905"/>
                <a:gd name="T75" fmla="*/ 850 h 905"/>
                <a:gd name="T76" fmla="*/ 516 w 905"/>
                <a:gd name="T77" fmla="*/ 820 h 905"/>
                <a:gd name="T78" fmla="*/ 599 w 905"/>
                <a:gd name="T79" fmla="*/ 840 h 905"/>
                <a:gd name="T80" fmla="*/ 588 w 905"/>
                <a:gd name="T81" fmla="*/ 834 h 905"/>
                <a:gd name="T82" fmla="*/ 584 w 905"/>
                <a:gd name="T83" fmla="*/ 805 h 905"/>
                <a:gd name="T84" fmla="*/ 599 w 905"/>
                <a:gd name="T85" fmla="*/ 796 h 905"/>
                <a:gd name="T86" fmla="*/ 616 w 905"/>
                <a:gd name="T87" fmla="*/ 825 h 905"/>
                <a:gd name="T88" fmla="*/ 655 w 905"/>
                <a:gd name="T89" fmla="*/ 793 h 905"/>
                <a:gd name="T90" fmla="*/ 654 w 905"/>
                <a:gd name="T91" fmla="*/ 760 h 905"/>
                <a:gd name="T92" fmla="*/ 663 w 905"/>
                <a:gd name="T93" fmla="*/ 752 h 905"/>
                <a:gd name="T94" fmla="*/ 668 w 905"/>
                <a:gd name="T95" fmla="*/ 737 h 905"/>
                <a:gd name="T96" fmla="*/ 676 w 905"/>
                <a:gd name="T97" fmla="*/ 737 h 905"/>
                <a:gd name="T98" fmla="*/ 677 w 905"/>
                <a:gd name="T99" fmla="*/ 721 h 905"/>
                <a:gd name="T100" fmla="*/ 691 w 905"/>
                <a:gd name="T101" fmla="*/ 738 h 905"/>
                <a:gd name="T102" fmla="*/ 665 w 905"/>
                <a:gd name="T103" fmla="*/ 771 h 905"/>
                <a:gd name="T104" fmla="*/ 688 w 905"/>
                <a:gd name="T105" fmla="*/ 807 h 905"/>
                <a:gd name="T106" fmla="*/ 679 w 905"/>
                <a:gd name="T107" fmla="*/ 769 h 905"/>
                <a:gd name="T108" fmla="*/ 705 w 905"/>
                <a:gd name="T109" fmla="*/ 766 h 905"/>
                <a:gd name="T110" fmla="*/ 778 w 905"/>
                <a:gd name="T111" fmla="*/ 296 h 905"/>
                <a:gd name="T112" fmla="*/ 810 w 905"/>
                <a:gd name="T113" fmla="*/ 386 h 905"/>
                <a:gd name="T114" fmla="*/ 843 w 905"/>
                <a:gd name="T115" fmla="*/ 516 h 905"/>
                <a:gd name="T116" fmla="*/ 807 w 905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5" h="905">
                  <a:moveTo>
                    <a:pt x="453" y="0"/>
                  </a:moveTo>
                  <a:cubicBezTo>
                    <a:pt x="203" y="0"/>
                    <a:pt x="0" y="203"/>
                    <a:pt x="0" y="453"/>
                  </a:cubicBezTo>
                  <a:cubicBezTo>
                    <a:pt x="0" y="702"/>
                    <a:pt x="203" y="905"/>
                    <a:pt x="453" y="905"/>
                  </a:cubicBezTo>
                  <a:cubicBezTo>
                    <a:pt x="703" y="905"/>
                    <a:pt x="905" y="702"/>
                    <a:pt x="905" y="453"/>
                  </a:cubicBezTo>
                  <a:cubicBezTo>
                    <a:pt x="905" y="203"/>
                    <a:pt x="703" y="0"/>
                    <a:pt x="453" y="0"/>
                  </a:cubicBezTo>
                  <a:close/>
                  <a:moveTo>
                    <a:pt x="858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6" y="400"/>
                    <a:pt x="846" y="400"/>
                    <a:pt x="846" y="400"/>
                  </a:cubicBezTo>
                  <a:cubicBezTo>
                    <a:pt x="835" y="401"/>
                    <a:pt x="835" y="401"/>
                    <a:pt x="835" y="401"/>
                  </a:cubicBezTo>
                  <a:cubicBezTo>
                    <a:pt x="838" y="430"/>
                    <a:pt x="838" y="430"/>
                    <a:pt x="838" y="430"/>
                  </a:cubicBezTo>
                  <a:cubicBezTo>
                    <a:pt x="829" y="431"/>
                    <a:pt x="829" y="431"/>
                    <a:pt x="829" y="431"/>
                  </a:cubicBezTo>
                  <a:cubicBezTo>
                    <a:pt x="826" y="402"/>
                    <a:pt x="826" y="402"/>
                    <a:pt x="826" y="402"/>
                  </a:cubicBezTo>
                  <a:cubicBezTo>
                    <a:pt x="812" y="404"/>
                    <a:pt x="812" y="404"/>
                    <a:pt x="812" y="404"/>
                  </a:cubicBezTo>
                  <a:cubicBezTo>
                    <a:pt x="816" y="435"/>
                    <a:pt x="816" y="435"/>
                    <a:pt x="816" y="435"/>
                  </a:cubicBezTo>
                  <a:cubicBezTo>
                    <a:pt x="807" y="436"/>
                    <a:pt x="807" y="436"/>
                    <a:pt x="807" y="436"/>
                  </a:cubicBezTo>
                  <a:cubicBezTo>
                    <a:pt x="802" y="393"/>
                    <a:pt x="802" y="393"/>
                    <a:pt x="802" y="393"/>
                  </a:cubicBezTo>
                  <a:cubicBezTo>
                    <a:pt x="854" y="388"/>
                    <a:pt x="854" y="388"/>
                    <a:pt x="854" y="388"/>
                  </a:cubicBezTo>
                  <a:lnTo>
                    <a:pt x="858" y="430"/>
                  </a:lnTo>
                  <a:close/>
                  <a:moveTo>
                    <a:pt x="799" y="241"/>
                  </a:moveTo>
                  <a:cubicBezTo>
                    <a:pt x="802" y="246"/>
                    <a:pt x="804" y="250"/>
                    <a:pt x="804" y="253"/>
                  </a:cubicBezTo>
                  <a:cubicBezTo>
                    <a:pt x="805" y="256"/>
                    <a:pt x="805" y="258"/>
                    <a:pt x="804" y="261"/>
                  </a:cubicBezTo>
                  <a:cubicBezTo>
                    <a:pt x="803" y="264"/>
                    <a:pt x="801" y="266"/>
                    <a:pt x="798" y="267"/>
                  </a:cubicBezTo>
                  <a:cubicBezTo>
                    <a:pt x="795" y="269"/>
                    <a:pt x="791" y="270"/>
                    <a:pt x="788" y="269"/>
                  </a:cubicBezTo>
                  <a:cubicBezTo>
                    <a:pt x="784" y="268"/>
                    <a:pt x="781" y="266"/>
                    <a:pt x="778" y="262"/>
                  </a:cubicBezTo>
                  <a:cubicBezTo>
                    <a:pt x="778" y="265"/>
                    <a:pt x="778" y="267"/>
                    <a:pt x="778" y="269"/>
                  </a:cubicBezTo>
                  <a:cubicBezTo>
                    <a:pt x="777" y="272"/>
                    <a:pt x="776" y="275"/>
                    <a:pt x="774" y="279"/>
                  </a:cubicBezTo>
                  <a:cubicBezTo>
                    <a:pt x="769" y="291"/>
                    <a:pt x="769" y="291"/>
                    <a:pt x="769" y="291"/>
                  </a:cubicBezTo>
                  <a:cubicBezTo>
                    <a:pt x="762" y="279"/>
                    <a:pt x="762" y="279"/>
                    <a:pt x="762" y="279"/>
                  </a:cubicBezTo>
                  <a:cubicBezTo>
                    <a:pt x="767" y="266"/>
                    <a:pt x="767" y="266"/>
                    <a:pt x="767" y="266"/>
                  </a:cubicBezTo>
                  <a:cubicBezTo>
                    <a:pt x="769" y="261"/>
                    <a:pt x="770" y="258"/>
                    <a:pt x="770" y="257"/>
                  </a:cubicBezTo>
                  <a:cubicBezTo>
                    <a:pt x="771" y="255"/>
                    <a:pt x="771" y="254"/>
                    <a:pt x="770" y="253"/>
                  </a:cubicBezTo>
                  <a:cubicBezTo>
                    <a:pt x="770" y="252"/>
                    <a:pt x="769" y="250"/>
                    <a:pt x="768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8" y="257"/>
                    <a:pt x="748" y="257"/>
                    <a:pt x="748" y="257"/>
                  </a:cubicBezTo>
                  <a:cubicBezTo>
                    <a:pt x="742" y="247"/>
                    <a:pt x="742" y="247"/>
                    <a:pt x="742" y="247"/>
                  </a:cubicBezTo>
                  <a:cubicBezTo>
                    <a:pt x="786" y="220"/>
                    <a:pt x="786" y="220"/>
                    <a:pt x="786" y="220"/>
                  </a:cubicBezTo>
                  <a:lnTo>
                    <a:pt x="799" y="241"/>
                  </a:lnTo>
                  <a:close/>
                  <a:moveTo>
                    <a:pt x="750" y="176"/>
                  </a:moveTo>
                  <a:cubicBezTo>
                    <a:pt x="779" y="210"/>
                    <a:pt x="779" y="210"/>
                    <a:pt x="779" y="210"/>
                  </a:cubicBezTo>
                  <a:cubicBezTo>
                    <a:pt x="772" y="216"/>
                    <a:pt x="772" y="216"/>
                    <a:pt x="772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1" y="221"/>
                    <a:pt x="721" y="221"/>
                    <a:pt x="721" y="221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4" y="181"/>
                    <a:pt x="744" y="181"/>
                    <a:pt x="744" y="181"/>
                  </a:cubicBezTo>
                  <a:lnTo>
                    <a:pt x="750" y="176"/>
                  </a:lnTo>
                  <a:close/>
                  <a:moveTo>
                    <a:pt x="742" y="167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4" y="153"/>
                    <a:pt x="714" y="153"/>
                    <a:pt x="714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7" y="181"/>
                    <a:pt x="727" y="181"/>
                    <a:pt x="727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1" y="178"/>
                    <a:pt x="691" y="178"/>
                    <a:pt x="691" y="178"/>
                  </a:cubicBezTo>
                  <a:cubicBezTo>
                    <a:pt x="714" y="200"/>
                    <a:pt x="714" y="200"/>
                    <a:pt x="714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7" y="177"/>
                    <a:pt x="677" y="177"/>
                    <a:pt x="677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7"/>
                  </a:lnTo>
                  <a:close/>
                  <a:moveTo>
                    <a:pt x="665" y="105"/>
                  </a:moveTo>
                  <a:cubicBezTo>
                    <a:pt x="680" y="116"/>
                    <a:pt x="680" y="116"/>
                    <a:pt x="680" y="116"/>
                  </a:cubicBezTo>
                  <a:cubicBezTo>
                    <a:pt x="686" y="120"/>
                    <a:pt x="689" y="122"/>
                    <a:pt x="691" y="124"/>
                  </a:cubicBezTo>
                  <a:cubicBezTo>
                    <a:pt x="693" y="127"/>
                    <a:pt x="694" y="130"/>
                    <a:pt x="695" y="133"/>
                  </a:cubicBezTo>
                  <a:cubicBezTo>
                    <a:pt x="695" y="136"/>
                    <a:pt x="694" y="140"/>
                    <a:pt x="692" y="143"/>
                  </a:cubicBezTo>
                  <a:cubicBezTo>
                    <a:pt x="690" y="146"/>
                    <a:pt x="688" y="148"/>
                    <a:pt x="685" y="149"/>
                  </a:cubicBezTo>
                  <a:cubicBezTo>
                    <a:pt x="683" y="150"/>
                    <a:pt x="681" y="150"/>
                    <a:pt x="679" y="150"/>
                  </a:cubicBezTo>
                  <a:cubicBezTo>
                    <a:pt x="676" y="150"/>
                    <a:pt x="674" y="149"/>
                    <a:pt x="672" y="149"/>
                  </a:cubicBezTo>
                  <a:cubicBezTo>
                    <a:pt x="670" y="148"/>
                    <a:pt x="666" y="145"/>
                    <a:pt x="662" y="143"/>
                  </a:cubicBezTo>
                  <a:cubicBezTo>
                    <a:pt x="656" y="138"/>
                    <a:pt x="656" y="138"/>
                    <a:pt x="656" y="138"/>
                  </a:cubicBezTo>
                  <a:cubicBezTo>
                    <a:pt x="645" y="154"/>
                    <a:pt x="645" y="154"/>
                    <a:pt x="645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5" y="105"/>
                  </a:lnTo>
                  <a:close/>
                  <a:moveTo>
                    <a:pt x="632" y="87"/>
                  </a:moveTo>
                  <a:cubicBezTo>
                    <a:pt x="629" y="95"/>
                    <a:pt x="629" y="95"/>
                    <a:pt x="629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7" y="113"/>
                    <a:pt x="617" y="113"/>
                    <a:pt x="617" y="113"/>
                  </a:cubicBezTo>
                  <a:cubicBezTo>
                    <a:pt x="595" y="103"/>
                    <a:pt x="595" y="103"/>
                    <a:pt x="595" y="103"/>
                  </a:cubicBezTo>
                  <a:cubicBezTo>
                    <a:pt x="586" y="123"/>
                    <a:pt x="586" y="123"/>
                    <a:pt x="586" y="123"/>
                  </a:cubicBezTo>
                  <a:cubicBezTo>
                    <a:pt x="576" y="119"/>
                    <a:pt x="576" y="119"/>
                    <a:pt x="576" y="119"/>
                  </a:cubicBezTo>
                  <a:cubicBezTo>
                    <a:pt x="596" y="71"/>
                    <a:pt x="596" y="71"/>
                    <a:pt x="596" y="71"/>
                  </a:cubicBezTo>
                  <a:lnTo>
                    <a:pt x="632" y="87"/>
                  </a:lnTo>
                  <a:close/>
                  <a:moveTo>
                    <a:pt x="523" y="77"/>
                  </a:moveTo>
                  <a:cubicBezTo>
                    <a:pt x="525" y="72"/>
                    <a:pt x="527" y="68"/>
                    <a:pt x="529" y="65"/>
                  </a:cubicBezTo>
                  <a:cubicBezTo>
                    <a:pt x="531" y="63"/>
                    <a:pt x="534" y="61"/>
                    <a:pt x="536" y="59"/>
                  </a:cubicBezTo>
                  <a:cubicBezTo>
                    <a:pt x="539" y="58"/>
                    <a:pt x="542" y="57"/>
                    <a:pt x="545" y="57"/>
                  </a:cubicBezTo>
                  <a:cubicBezTo>
                    <a:pt x="548" y="56"/>
                    <a:pt x="553" y="57"/>
                    <a:pt x="557" y="58"/>
                  </a:cubicBezTo>
                  <a:cubicBezTo>
                    <a:pt x="565" y="60"/>
                    <a:pt x="571" y="64"/>
                    <a:pt x="575" y="70"/>
                  </a:cubicBezTo>
                  <a:cubicBezTo>
                    <a:pt x="578" y="76"/>
                    <a:pt x="579" y="83"/>
                    <a:pt x="577" y="91"/>
                  </a:cubicBezTo>
                  <a:cubicBezTo>
                    <a:pt x="575" y="99"/>
                    <a:pt x="570" y="105"/>
                    <a:pt x="564" y="108"/>
                  </a:cubicBezTo>
                  <a:cubicBezTo>
                    <a:pt x="558" y="111"/>
                    <a:pt x="551" y="112"/>
                    <a:pt x="543" y="110"/>
                  </a:cubicBezTo>
                  <a:cubicBezTo>
                    <a:pt x="535" y="108"/>
                    <a:pt x="529" y="104"/>
                    <a:pt x="526" y="98"/>
                  </a:cubicBezTo>
                  <a:cubicBezTo>
                    <a:pt x="522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3" y="66"/>
                    <a:pt x="473" y="66"/>
                    <a:pt x="473" y="66"/>
                  </a:cubicBezTo>
                  <a:cubicBezTo>
                    <a:pt x="487" y="46"/>
                    <a:pt x="487" y="46"/>
                    <a:pt x="487" y="46"/>
                  </a:cubicBezTo>
                  <a:cubicBezTo>
                    <a:pt x="500" y="47"/>
                    <a:pt x="500" y="47"/>
                    <a:pt x="500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6" y="97"/>
                    <a:pt x="476" y="97"/>
                    <a:pt x="476" y="97"/>
                  </a:cubicBezTo>
                  <a:cubicBezTo>
                    <a:pt x="465" y="97"/>
                    <a:pt x="465" y="97"/>
                    <a:pt x="465" y="97"/>
                  </a:cubicBezTo>
                  <a:cubicBezTo>
                    <a:pt x="466" y="75"/>
                    <a:pt x="466" y="75"/>
                    <a:pt x="466" y="75"/>
                  </a:cubicBezTo>
                  <a:cubicBezTo>
                    <a:pt x="447" y="44"/>
                    <a:pt x="447" y="44"/>
                    <a:pt x="447" y="44"/>
                  </a:cubicBezTo>
                  <a:lnTo>
                    <a:pt x="460" y="45"/>
                  </a:lnTo>
                  <a:close/>
                  <a:moveTo>
                    <a:pt x="441" y="44"/>
                  </a:moveTo>
                  <a:cubicBezTo>
                    <a:pt x="442" y="53"/>
                    <a:pt x="442" y="53"/>
                    <a:pt x="442" y="53"/>
                  </a:cubicBezTo>
                  <a:cubicBezTo>
                    <a:pt x="425" y="54"/>
                    <a:pt x="425" y="54"/>
                    <a:pt x="425" y="54"/>
                  </a:cubicBezTo>
                  <a:cubicBezTo>
                    <a:pt x="428" y="97"/>
                    <a:pt x="428" y="97"/>
                    <a:pt x="428" y="97"/>
                  </a:cubicBezTo>
                  <a:cubicBezTo>
                    <a:pt x="417" y="98"/>
                    <a:pt x="417" y="98"/>
                    <a:pt x="417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7" y="56"/>
                    <a:pt x="397" y="56"/>
                    <a:pt x="397" y="56"/>
                  </a:cubicBezTo>
                  <a:cubicBezTo>
                    <a:pt x="396" y="48"/>
                    <a:pt x="396" y="48"/>
                    <a:pt x="396" y="48"/>
                  </a:cubicBezTo>
                  <a:lnTo>
                    <a:pt x="441" y="44"/>
                  </a:lnTo>
                  <a:close/>
                  <a:moveTo>
                    <a:pt x="386" y="50"/>
                  </a:moveTo>
                  <a:cubicBezTo>
                    <a:pt x="395" y="101"/>
                    <a:pt x="395" y="101"/>
                    <a:pt x="395" y="101"/>
                  </a:cubicBezTo>
                  <a:cubicBezTo>
                    <a:pt x="384" y="103"/>
                    <a:pt x="384" y="103"/>
                    <a:pt x="384" y="103"/>
                  </a:cubicBezTo>
                  <a:cubicBezTo>
                    <a:pt x="375" y="52"/>
                    <a:pt x="375" y="52"/>
                    <a:pt x="375" y="52"/>
                  </a:cubicBezTo>
                  <a:lnTo>
                    <a:pt x="386" y="50"/>
                  </a:lnTo>
                  <a:close/>
                  <a:moveTo>
                    <a:pt x="324" y="70"/>
                  </a:moveTo>
                  <a:cubicBezTo>
                    <a:pt x="325" y="68"/>
                    <a:pt x="327" y="65"/>
                    <a:pt x="330" y="63"/>
                  </a:cubicBezTo>
                  <a:cubicBezTo>
                    <a:pt x="333" y="61"/>
                    <a:pt x="336" y="60"/>
                    <a:pt x="340" y="59"/>
                  </a:cubicBezTo>
                  <a:cubicBezTo>
                    <a:pt x="347" y="57"/>
                    <a:pt x="353" y="57"/>
                    <a:pt x="357" y="59"/>
                  </a:cubicBezTo>
                  <a:cubicBezTo>
                    <a:pt x="361" y="60"/>
                    <a:pt x="364" y="63"/>
                    <a:pt x="365" y="68"/>
                  </a:cubicBezTo>
                  <a:cubicBezTo>
                    <a:pt x="354" y="71"/>
                    <a:pt x="354" y="71"/>
                    <a:pt x="354" y="71"/>
                  </a:cubicBezTo>
                  <a:cubicBezTo>
                    <a:pt x="353" y="69"/>
                    <a:pt x="352" y="67"/>
                    <a:pt x="350" y="67"/>
                  </a:cubicBezTo>
                  <a:cubicBezTo>
                    <a:pt x="348" y="66"/>
                    <a:pt x="345" y="66"/>
                    <a:pt x="342" y="67"/>
                  </a:cubicBezTo>
                  <a:cubicBezTo>
                    <a:pt x="339" y="68"/>
                    <a:pt x="337" y="69"/>
                    <a:pt x="335" y="71"/>
                  </a:cubicBezTo>
                  <a:cubicBezTo>
                    <a:pt x="334" y="72"/>
                    <a:pt x="334" y="73"/>
                    <a:pt x="334" y="74"/>
                  </a:cubicBezTo>
                  <a:cubicBezTo>
                    <a:pt x="335" y="76"/>
                    <a:pt x="336" y="76"/>
                    <a:pt x="337" y="77"/>
                  </a:cubicBezTo>
                  <a:cubicBezTo>
                    <a:pt x="339" y="78"/>
                    <a:pt x="342" y="78"/>
                    <a:pt x="348" y="78"/>
                  </a:cubicBezTo>
                  <a:cubicBezTo>
                    <a:pt x="354" y="77"/>
                    <a:pt x="358" y="77"/>
                    <a:pt x="361" y="78"/>
                  </a:cubicBezTo>
                  <a:cubicBezTo>
                    <a:pt x="364" y="79"/>
                    <a:pt x="366" y="80"/>
                    <a:pt x="368" y="81"/>
                  </a:cubicBezTo>
                  <a:cubicBezTo>
                    <a:pt x="370" y="83"/>
                    <a:pt x="372" y="86"/>
                    <a:pt x="373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1" y="101"/>
                    <a:pt x="369" y="103"/>
                    <a:pt x="366" y="105"/>
                  </a:cubicBezTo>
                  <a:cubicBezTo>
                    <a:pt x="364" y="107"/>
                    <a:pt x="360" y="109"/>
                    <a:pt x="355" y="110"/>
                  </a:cubicBezTo>
                  <a:cubicBezTo>
                    <a:pt x="348" y="112"/>
                    <a:pt x="342" y="112"/>
                    <a:pt x="338" y="110"/>
                  </a:cubicBezTo>
                  <a:cubicBezTo>
                    <a:pt x="333" y="108"/>
                    <a:pt x="330" y="105"/>
                    <a:pt x="328" y="100"/>
                  </a:cubicBezTo>
                  <a:cubicBezTo>
                    <a:pt x="338" y="96"/>
                    <a:pt x="338" y="96"/>
                    <a:pt x="338" y="96"/>
                  </a:cubicBezTo>
                  <a:cubicBezTo>
                    <a:pt x="340" y="99"/>
                    <a:pt x="342" y="101"/>
                    <a:pt x="344" y="102"/>
                  </a:cubicBezTo>
                  <a:cubicBezTo>
                    <a:pt x="346" y="103"/>
                    <a:pt x="349" y="103"/>
                    <a:pt x="353" y="102"/>
                  </a:cubicBezTo>
                  <a:cubicBezTo>
                    <a:pt x="356" y="101"/>
                    <a:pt x="359" y="99"/>
                    <a:pt x="360" y="97"/>
                  </a:cubicBezTo>
                  <a:cubicBezTo>
                    <a:pt x="362" y="96"/>
                    <a:pt x="362" y="94"/>
                    <a:pt x="362" y="92"/>
                  </a:cubicBezTo>
                  <a:cubicBezTo>
                    <a:pt x="361" y="91"/>
                    <a:pt x="361" y="90"/>
                    <a:pt x="360" y="89"/>
                  </a:cubicBezTo>
                  <a:cubicBezTo>
                    <a:pt x="359" y="89"/>
                    <a:pt x="357" y="88"/>
                    <a:pt x="355" y="88"/>
                  </a:cubicBezTo>
                  <a:cubicBezTo>
                    <a:pt x="354" y="88"/>
                    <a:pt x="351" y="88"/>
                    <a:pt x="346" y="88"/>
                  </a:cubicBezTo>
                  <a:cubicBezTo>
                    <a:pt x="339" y="89"/>
                    <a:pt x="335" y="88"/>
                    <a:pt x="332" y="87"/>
                  </a:cubicBezTo>
                  <a:cubicBezTo>
                    <a:pt x="328" y="85"/>
                    <a:pt x="325" y="82"/>
                    <a:pt x="324" y="78"/>
                  </a:cubicBezTo>
                  <a:cubicBezTo>
                    <a:pt x="323" y="76"/>
                    <a:pt x="323" y="73"/>
                    <a:pt x="324" y="70"/>
                  </a:cubicBezTo>
                  <a:close/>
                  <a:moveTo>
                    <a:pt x="286" y="79"/>
                  </a:moveTo>
                  <a:cubicBezTo>
                    <a:pt x="292" y="77"/>
                    <a:pt x="296" y="75"/>
                    <a:pt x="299" y="75"/>
                  </a:cubicBezTo>
                  <a:cubicBezTo>
                    <a:pt x="302" y="75"/>
                    <a:pt x="304" y="75"/>
                    <a:pt x="307" y="77"/>
                  </a:cubicBezTo>
                  <a:cubicBezTo>
                    <a:pt x="309" y="78"/>
                    <a:pt x="311" y="80"/>
                    <a:pt x="312" y="83"/>
                  </a:cubicBezTo>
                  <a:cubicBezTo>
                    <a:pt x="314" y="87"/>
                    <a:pt x="314" y="90"/>
                    <a:pt x="313" y="94"/>
                  </a:cubicBezTo>
                  <a:cubicBezTo>
                    <a:pt x="311" y="97"/>
                    <a:pt x="309" y="100"/>
                    <a:pt x="304" y="102"/>
                  </a:cubicBezTo>
                  <a:cubicBezTo>
                    <a:pt x="307" y="103"/>
                    <a:pt x="310" y="103"/>
                    <a:pt x="312" y="104"/>
                  </a:cubicBezTo>
                  <a:cubicBezTo>
                    <a:pt x="314" y="105"/>
                    <a:pt x="317" y="106"/>
                    <a:pt x="321" y="109"/>
                  </a:cubicBezTo>
                  <a:cubicBezTo>
                    <a:pt x="331" y="115"/>
                    <a:pt x="331" y="115"/>
                    <a:pt x="331" y="115"/>
                  </a:cubicBezTo>
                  <a:cubicBezTo>
                    <a:pt x="319" y="121"/>
                    <a:pt x="319" y="121"/>
                    <a:pt x="319" y="121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2" y="112"/>
                    <a:pt x="300" y="110"/>
                    <a:pt x="298" y="109"/>
                  </a:cubicBezTo>
                  <a:cubicBezTo>
                    <a:pt x="297" y="109"/>
                    <a:pt x="295" y="109"/>
                    <a:pt x="294" y="109"/>
                  </a:cubicBezTo>
                  <a:cubicBezTo>
                    <a:pt x="293" y="109"/>
                    <a:pt x="291" y="110"/>
                    <a:pt x="289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1"/>
                    <a:pt x="295" y="131"/>
                    <a:pt x="295" y="131"/>
                  </a:cubicBezTo>
                  <a:cubicBezTo>
                    <a:pt x="285" y="136"/>
                    <a:pt x="285" y="136"/>
                    <a:pt x="285" y="136"/>
                  </a:cubicBezTo>
                  <a:cubicBezTo>
                    <a:pt x="264" y="89"/>
                    <a:pt x="264" y="89"/>
                    <a:pt x="264" y="89"/>
                  </a:cubicBezTo>
                  <a:lnTo>
                    <a:pt x="286" y="79"/>
                  </a:lnTo>
                  <a:close/>
                  <a:moveTo>
                    <a:pt x="250" y="96"/>
                  </a:moveTo>
                  <a:cubicBezTo>
                    <a:pt x="255" y="104"/>
                    <a:pt x="255" y="104"/>
                    <a:pt x="255" y="104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5" y="130"/>
                    <a:pt x="235" y="130"/>
                    <a:pt x="235" y="130"/>
                  </a:cubicBezTo>
                  <a:cubicBezTo>
                    <a:pt x="259" y="115"/>
                    <a:pt x="259" y="115"/>
                    <a:pt x="259" y="115"/>
                  </a:cubicBezTo>
                  <a:cubicBezTo>
                    <a:pt x="264" y="122"/>
                    <a:pt x="264" y="122"/>
                    <a:pt x="264" y="122"/>
                  </a:cubicBezTo>
                  <a:cubicBezTo>
                    <a:pt x="240" y="137"/>
                    <a:pt x="240" y="137"/>
                    <a:pt x="240" y="137"/>
                  </a:cubicBezTo>
                  <a:cubicBezTo>
                    <a:pt x="247" y="149"/>
                    <a:pt x="247" y="149"/>
                    <a:pt x="247" y="149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78" y="139"/>
                    <a:pt x="278" y="139"/>
                    <a:pt x="278" y="139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50" y="96"/>
                  </a:lnTo>
                  <a:close/>
                  <a:moveTo>
                    <a:pt x="175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23" y="177"/>
                    <a:pt x="223" y="177"/>
                    <a:pt x="223" y="177"/>
                  </a:cubicBezTo>
                  <a:cubicBezTo>
                    <a:pt x="214" y="185"/>
                    <a:pt x="214" y="185"/>
                    <a:pt x="214" y="185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5" y="151"/>
                  </a:lnTo>
                  <a:close/>
                  <a:moveTo>
                    <a:pt x="160" y="165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09"/>
                    <a:pt x="189" y="209"/>
                    <a:pt x="189" y="209"/>
                  </a:cubicBezTo>
                  <a:cubicBezTo>
                    <a:pt x="152" y="174"/>
                    <a:pt x="152" y="174"/>
                    <a:pt x="152" y="174"/>
                  </a:cubicBezTo>
                  <a:lnTo>
                    <a:pt x="160" y="165"/>
                  </a:lnTo>
                  <a:close/>
                  <a:moveTo>
                    <a:pt x="121" y="211"/>
                  </a:moveTo>
                  <a:cubicBezTo>
                    <a:pt x="163" y="214"/>
                    <a:pt x="163" y="214"/>
                    <a:pt x="163" y="214"/>
                  </a:cubicBezTo>
                  <a:cubicBezTo>
                    <a:pt x="135" y="193"/>
                    <a:pt x="135" y="193"/>
                    <a:pt x="135" y="193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2"/>
                    <a:pt x="134" y="222"/>
                    <a:pt x="134" y="222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55" y="252"/>
                    <a:pt x="155" y="252"/>
                    <a:pt x="155" y="252"/>
                  </a:cubicBezTo>
                  <a:cubicBezTo>
                    <a:pt x="114" y="220"/>
                    <a:pt x="114" y="220"/>
                    <a:pt x="114" y="220"/>
                  </a:cubicBezTo>
                  <a:lnTo>
                    <a:pt x="121" y="211"/>
                  </a:lnTo>
                  <a:close/>
                  <a:moveTo>
                    <a:pt x="88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9" y="281"/>
                    <a:pt x="120" y="281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2" y="275"/>
                  </a:cubicBezTo>
                  <a:cubicBezTo>
                    <a:pt x="133" y="272"/>
                    <a:pt x="134" y="270"/>
                    <a:pt x="134" y="268"/>
                  </a:cubicBezTo>
                  <a:cubicBezTo>
                    <a:pt x="134" y="266"/>
                    <a:pt x="133" y="264"/>
                    <a:pt x="131" y="263"/>
                  </a:cubicBezTo>
                  <a:cubicBezTo>
                    <a:pt x="130" y="262"/>
                    <a:pt x="127" y="260"/>
                    <a:pt x="124" y="258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34" y="251"/>
                    <a:pt x="137" y="253"/>
                    <a:pt x="139" y="255"/>
                  </a:cubicBezTo>
                  <a:cubicBezTo>
                    <a:pt x="141" y="257"/>
                    <a:pt x="142" y="259"/>
                    <a:pt x="143" y="261"/>
                  </a:cubicBezTo>
                  <a:cubicBezTo>
                    <a:pt x="144" y="263"/>
                    <a:pt x="144" y="266"/>
                    <a:pt x="144" y="269"/>
                  </a:cubicBezTo>
                  <a:cubicBezTo>
                    <a:pt x="143" y="272"/>
                    <a:pt x="142" y="275"/>
                    <a:pt x="140" y="279"/>
                  </a:cubicBezTo>
                  <a:cubicBezTo>
                    <a:pt x="137" y="284"/>
                    <a:pt x="134" y="287"/>
                    <a:pt x="132" y="289"/>
                  </a:cubicBezTo>
                  <a:cubicBezTo>
                    <a:pt x="130" y="291"/>
                    <a:pt x="127" y="292"/>
                    <a:pt x="125" y="293"/>
                  </a:cubicBezTo>
                  <a:cubicBezTo>
                    <a:pt x="123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8" y="264"/>
                  </a:lnTo>
                  <a:close/>
                  <a:moveTo>
                    <a:pt x="45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8" y="379"/>
                    <a:pt x="48" y="379"/>
                    <a:pt x="48" y="379"/>
                  </a:cubicBezTo>
                  <a:cubicBezTo>
                    <a:pt x="50" y="368"/>
                    <a:pt x="50" y="368"/>
                    <a:pt x="50" y="368"/>
                  </a:cubicBezTo>
                  <a:cubicBezTo>
                    <a:pt x="101" y="376"/>
                    <a:pt x="101" y="376"/>
                    <a:pt x="101" y="376"/>
                  </a:cubicBezTo>
                  <a:cubicBezTo>
                    <a:pt x="99" y="387"/>
                    <a:pt x="99" y="387"/>
                    <a:pt x="99" y="387"/>
                  </a:cubicBezTo>
                  <a:cubicBezTo>
                    <a:pt x="62" y="405"/>
                    <a:pt x="62" y="405"/>
                    <a:pt x="62" y="405"/>
                  </a:cubicBezTo>
                  <a:cubicBezTo>
                    <a:pt x="95" y="410"/>
                    <a:pt x="95" y="410"/>
                    <a:pt x="95" y="410"/>
                  </a:cubicBezTo>
                  <a:cubicBezTo>
                    <a:pt x="94" y="421"/>
                    <a:pt x="94" y="421"/>
                    <a:pt x="94" y="421"/>
                  </a:cubicBezTo>
                  <a:cubicBezTo>
                    <a:pt x="43" y="413"/>
                    <a:pt x="43" y="413"/>
                    <a:pt x="43" y="413"/>
                  </a:cubicBezTo>
                  <a:lnTo>
                    <a:pt x="45" y="402"/>
                  </a:lnTo>
                  <a:close/>
                  <a:moveTo>
                    <a:pt x="42" y="427"/>
                  </a:moveTo>
                  <a:cubicBezTo>
                    <a:pt x="94" y="430"/>
                    <a:pt x="94" y="430"/>
                    <a:pt x="94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2" y="439"/>
                    <a:pt x="42" y="439"/>
                    <a:pt x="42" y="439"/>
                  </a:cubicBezTo>
                  <a:lnTo>
                    <a:pt x="42" y="427"/>
                  </a:lnTo>
                  <a:close/>
                  <a:moveTo>
                    <a:pt x="43" y="487"/>
                  </a:moveTo>
                  <a:cubicBezTo>
                    <a:pt x="63" y="486"/>
                    <a:pt x="63" y="486"/>
                    <a:pt x="63" y="486"/>
                  </a:cubicBezTo>
                  <a:cubicBezTo>
                    <a:pt x="62" y="464"/>
                    <a:pt x="62" y="464"/>
                    <a:pt x="62" y="464"/>
                  </a:cubicBezTo>
                  <a:cubicBezTo>
                    <a:pt x="42" y="465"/>
                    <a:pt x="42" y="465"/>
                    <a:pt x="42" y="465"/>
                  </a:cubicBezTo>
                  <a:cubicBezTo>
                    <a:pt x="41" y="453"/>
                    <a:pt x="41" y="453"/>
                    <a:pt x="41" y="453"/>
                  </a:cubicBezTo>
                  <a:cubicBezTo>
                    <a:pt x="92" y="450"/>
                    <a:pt x="92" y="450"/>
                    <a:pt x="92" y="450"/>
                  </a:cubicBezTo>
                  <a:cubicBezTo>
                    <a:pt x="93" y="462"/>
                    <a:pt x="93" y="462"/>
                    <a:pt x="93" y="462"/>
                  </a:cubicBezTo>
                  <a:cubicBezTo>
                    <a:pt x="71" y="463"/>
                    <a:pt x="71" y="463"/>
                    <a:pt x="71" y="463"/>
                  </a:cubicBezTo>
                  <a:cubicBezTo>
                    <a:pt x="72" y="486"/>
                    <a:pt x="72" y="486"/>
                    <a:pt x="72" y="486"/>
                  </a:cubicBezTo>
                  <a:cubicBezTo>
                    <a:pt x="94" y="484"/>
                    <a:pt x="94" y="484"/>
                    <a:pt x="94" y="484"/>
                  </a:cubicBezTo>
                  <a:cubicBezTo>
                    <a:pt x="95" y="496"/>
                    <a:pt x="95" y="496"/>
                    <a:pt x="95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3" y="487"/>
                  </a:lnTo>
                  <a:close/>
                  <a:moveTo>
                    <a:pt x="98" y="546"/>
                  </a:moveTo>
                  <a:cubicBezTo>
                    <a:pt x="95" y="551"/>
                    <a:pt x="89" y="555"/>
                    <a:pt x="81" y="557"/>
                  </a:cubicBezTo>
                  <a:cubicBezTo>
                    <a:pt x="73" y="559"/>
                    <a:pt x="66" y="558"/>
                    <a:pt x="60" y="554"/>
                  </a:cubicBezTo>
                  <a:cubicBezTo>
                    <a:pt x="54" y="550"/>
                    <a:pt x="51" y="544"/>
                    <a:pt x="49" y="536"/>
                  </a:cubicBezTo>
                  <a:cubicBezTo>
                    <a:pt x="48" y="529"/>
                    <a:pt x="48" y="523"/>
                    <a:pt x="51" y="518"/>
                  </a:cubicBezTo>
                  <a:cubicBezTo>
                    <a:pt x="53" y="515"/>
                    <a:pt x="55" y="513"/>
                    <a:pt x="59" y="511"/>
                  </a:cubicBezTo>
                  <a:cubicBezTo>
                    <a:pt x="64" y="521"/>
                    <a:pt x="64" y="521"/>
                    <a:pt x="64" y="521"/>
                  </a:cubicBezTo>
                  <a:cubicBezTo>
                    <a:pt x="61" y="523"/>
                    <a:pt x="60" y="524"/>
                    <a:pt x="58" y="527"/>
                  </a:cubicBezTo>
                  <a:cubicBezTo>
                    <a:pt x="57" y="529"/>
                    <a:pt x="57" y="532"/>
                    <a:pt x="58" y="535"/>
                  </a:cubicBezTo>
                  <a:cubicBezTo>
                    <a:pt x="59" y="539"/>
                    <a:pt x="61" y="542"/>
                    <a:pt x="64" y="544"/>
                  </a:cubicBezTo>
                  <a:cubicBezTo>
                    <a:pt x="67" y="546"/>
                    <a:pt x="72" y="547"/>
                    <a:pt x="78" y="545"/>
                  </a:cubicBezTo>
                  <a:cubicBezTo>
                    <a:pt x="84" y="544"/>
                    <a:pt x="89" y="542"/>
                    <a:pt x="91" y="539"/>
                  </a:cubicBezTo>
                  <a:cubicBezTo>
                    <a:pt x="93" y="536"/>
                    <a:pt x="94" y="532"/>
                    <a:pt x="93" y="528"/>
                  </a:cubicBezTo>
                  <a:cubicBezTo>
                    <a:pt x="92" y="525"/>
                    <a:pt x="91" y="522"/>
                    <a:pt x="89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6" y="507"/>
                    <a:pt x="91" y="509"/>
                    <a:pt x="94" y="512"/>
                  </a:cubicBezTo>
                  <a:cubicBezTo>
                    <a:pt x="98" y="515"/>
                    <a:pt x="100" y="520"/>
                    <a:pt x="101" y="526"/>
                  </a:cubicBezTo>
                  <a:cubicBezTo>
                    <a:pt x="103" y="533"/>
                    <a:pt x="102" y="540"/>
                    <a:pt x="98" y="546"/>
                  </a:cubicBezTo>
                  <a:close/>
                  <a:moveTo>
                    <a:pt x="115" y="330"/>
                  </a:moveTo>
                  <a:cubicBezTo>
                    <a:pt x="102" y="331"/>
                    <a:pt x="102" y="331"/>
                    <a:pt x="102" y="331"/>
                  </a:cubicBezTo>
                  <a:cubicBezTo>
                    <a:pt x="95" y="353"/>
                    <a:pt x="95" y="353"/>
                    <a:pt x="95" y="353"/>
                  </a:cubicBezTo>
                  <a:cubicBezTo>
                    <a:pt x="105" y="361"/>
                    <a:pt x="105" y="361"/>
                    <a:pt x="105" y="361"/>
                  </a:cubicBezTo>
                  <a:cubicBezTo>
                    <a:pt x="101" y="373"/>
                    <a:pt x="101" y="373"/>
                    <a:pt x="101" y="373"/>
                  </a:cubicBezTo>
                  <a:cubicBezTo>
                    <a:pt x="59" y="336"/>
                    <a:pt x="59" y="336"/>
                    <a:pt x="59" y="336"/>
                  </a:cubicBezTo>
                  <a:cubicBezTo>
                    <a:pt x="62" y="324"/>
                    <a:pt x="62" y="324"/>
                    <a:pt x="62" y="324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5" y="330"/>
                  </a:lnTo>
                  <a:close/>
                  <a:moveTo>
                    <a:pt x="252" y="762"/>
                  </a:moveTo>
                  <a:cubicBezTo>
                    <a:pt x="252" y="763"/>
                    <a:pt x="251" y="764"/>
                    <a:pt x="250" y="764"/>
                  </a:cubicBezTo>
                  <a:cubicBezTo>
                    <a:pt x="248" y="765"/>
                    <a:pt x="239" y="763"/>
                    <a:pt x="238" y="764"/>
                  </a:cubicBezTo>
                  <a:cubicBezTo>
                    <a:pt x="233" y="764"/>
                    <a:pt x="232" y="764"/>
                    <a:pt x="231" y="766"/>
                  </a:cubicBezTo>
                  <a:cubicBezTo>
                    <a:pt x="231" y="767"/>
                    <a:pt x="231" y="770"/>
                    <a:pt x="229" y="770"/>
                  </a:cubicBezTo>
                  <a:cubicBezTo>
                    <a:pt x="227" y="769"/>
                    <a:pt x="222" y="768"/>
                    <a:pt x="219" y="768"/>
                  </a:cubicBezTo>
                  <a:cubicBezTo>
                    <a:pt x="218" y="768"/>
                    <a:pt x="217" y="768"/>
                    <a:pt x="216" y="768"/>
                  </a:cubicBezTo>
                  <a:cubicBezTo>
                    <a:pt x="205" y="781"/>
                    <a:pt x="197" y="792"/>
                    <a:pt x="185" y="804"/>
                  </a:cubicBezTo>
                  <a:cubicBezTo>
                    <a:pt x="185" y="804"/>
                    <a:pt x="183" y="805"/>
                    <a:pt x="183" y="805"/>
                  </a:cubicBezTo>
                  <a:cubicBezTo>
                    <a:pt x="191" y="792"/>
                    <a:pt x="199" y="779"/>
                    <a:pt x="208" y="766"/>
                  </a:cubicBezTo>
                  <a:cubicBezTo>
                    <a:pt x="209" y="764"/>
                    <a:pt x="208" y="763"/>
                    <a:pt x="208" y="763"/>
                  </a:cubicBezTo>
                  <a:cubicBezTo>
                    <a:pt x="207" y="761"/>
                    <a:pt x="210" y="758"/>
                    <a:pt x="212" y="758"/>
                  </a:cubicBezTo>
                  <a:cubicBezTo>
                    <a:pt x="212" y="758"/>
                    <a:pt x="213" y="758"/>
                    <a:pt x="214" y="758"/>
                  </a:cubicBezTo>
                  <a:cubicBezTo>
                    <a:pt x="219" y="750"/>
                    <a:pt x="219" y="750"/>
                    <a:pt x="221" y="747"/>
                  </a:cubicBezTo>
                  <a:cubicBezTo>
                    <a:pt x="219" y="746"/>
                    <a:pt x="211" y="743"/>
                    <a:pt x="213" y="741"/>
                  </a:cubicBezTo>
                  <a:cubicBezTo>
                    <a:pt x="214" y="741"/>
                    <a:pt x="216" y="741"/>
                    <a:pt x="218" y="741"/>
                  </a:cubicBezTo>
                  <a:cubicBezTo>
                    <a:pt x="220" y="742"/>
                    <a:pt x="222" y="742"/>
                    <a:pt x="223" y="743"/>
                  </a:cubicBezTo>
                  <a:cubicBezTo>
                    <a:pt x="227" y="739"/>
                    <a:pt x="229" y="736"/>
                    <a:pt x="231" y="731"/>
                  </a:cubicBezTo>
                  <a:cubicBezTo>
                    <a:pt x="231" y="730"/>
                    <a:pt x="234" y="726"/>
                    <a:pt x="233" y="726"/>
                  </a:cubicBezTo>
                  <a:cubicBezTo>
                    <a:pt x="233" y="724"/>
                    <a:pt x="233" y="724"/>
                    <a:pt x="233" y="723"/>
                  </a:cubicBezTo>
                  <a:cubicBezTo>
                    <a:pt x="237" y="725"/>
                    <a:pt x="239" y="727"/>
                    <a:pt x="239" y="731"/>
                  </a:cubicBezTo>
                  <a:cubicBezTo>
                    <a:pt x="239" y="731"/>
                    <a:pt x="239" y="734"/>
                    <a:pt x="239" y="735"/>
                  </a:cubicBezTo>
                  <a:cubicBezTo>
                    <a:pt x="236" y="738"/>
                    <a:pt x="234" y="742"/>
                    <a:pt x="231" y="745"/>
                  </a:cubicBezTo>
                  <a:cubicBezTo>
                    <a:pt x="232" y="746"/>
                    <a:pt x="233" y="746"/>
                    <a:pt x="234" y="746"/>
                  </a:cubicBezTo>
                  <a:cubicBezTo>
                    <a:pt x="237" y="748"/>
                    <a:pt x="239" y="748"/>
                    <a:pt x="242" y="750"/>
                  </a:cubicBezTo>
                  <a:cubicBezTo>
                    <a:pt x="243" y="749"/>
                    <a:pt x="244" y="750"/>
                    <a:pt x="244" y="749"/>
                  </a:cubicBezTo>
                  <a:cubicBezTo>
                    <a:pt x="252" y="753"/>
                    <a:pt x="253" y="761"/>
                    <a:pt x="252" y="762"/>
                  </a:cubicBezTo>
                  <a:close/>
                  <a:moveTo>
                    <a:pt x="189" y="735"/>
                  </a:moveTo>
                  <a:cubicBezTo>
                    <a:pt x="192" y="737"/>
                    <a:pt x="195" y="739"/>
                    <a:pt x="196" y="742"/>
                  </a:cubicBezTo>
                  <a:cubicBezTo>
                    <a:pt x="197" y="743"/>
                    <a:pt x="201" y="748"/>
                    <a:pt x="203" y="754"/>
                  </a:cubicBezTo>
                  <a:cubicBezTo>
                    <a:pt x="204" y="757"/>
                    <a:pt x="205" y="758"/>
                    <a:pt x="204" y="761"/>
                  </a:cubicBezTo>
                  <a:cubicBezTo>
                    <a:pt x="199" y="758"/>
                    <a:pt x="200" y="757"/>
                    <a:pt x="198" y="752"/>
                  </a:cubicBezTo>
                  <a:cubicBezTo>
                    <a:pt x="198" y="750"/>
                    <a:pt x="197" y="748"/>
                    <a:pt x="193" y="744"/>
                  </a:cubicBezTo>
                  <a:cubicBezTo>
                    <a:pt x="193" y="742"/>
                    <a:pt x="189" y="738"/>
                    <a:pt x="189" y="735"/>
                  </a:cubicBezTo>
                  <a:close/>
                  <a:moveTo>
                    <a:pt x="262" y="820"/>
                  </a:moveTo>
                  <a:cubicBezTo>
                    <a:pt x="262" y="818"/>
                    <a:pt x="260" y="817"/>
                    <a:pt x="260" y="815"/>
                  </a:cubicBezTo>
                  <a:cubicBezTo>
                    <a:pt x="266" y="807"/>
                    <a:pt x="274" y="789"/>
                    <a:pt x="281" y="779"/>
                  </a:cubicBezTo>
                  <a:cubicBezTo>
                    <a:pt x="282" y="777"/>
                    <a:pt x="283" y="776"/>
                    <a:pt x="284" y="776"/>
                  </a:cubicBezTo>
                  <a:cubicBezTo>
                    <a:pt x="284" y="777"/>
                    <a:pt x="285" y="777"/>
                    <a:pt x="283" y="781"/>
                  </a:cubicBezTo>
                  <a:cubicBezTo>
                    <a:pt x="283" y="782"/>
                    <a:pt x="263" y="819"/>
                    <a:pt x="265" y="821"/>
                  </a:cubicBezTo>
                  <a:cubicBezTo>
                    <a:pt x="263" y="821"/>
                    <a:pt x="263" y="821"/>
                    <a:pt x="262" y="820"/>
                  </a:cubicBezTo>
                  <a:close/>
                  <a:moveTo>
                    <a:pt x="289" y="829"/>
                  </a:moveTo>
                  <a:cubicBezTo>
                    <a:pt x="288" y="830"/>
                    <a:pt x="288" y="830"/>
                    <a:pt x="287" y="830"/>
                  </a:cubicBezTo>
                  <a:cubicBezTo>
                    <a:pt x="286" y="830"/>
                    <a:pt x="284" y="829"/>
                    <a:pt x="282" y="828"/>
                  </a:cubicBezTo>
                  <a:cubicBezTo>
                    <a:pt x="280" y="826"/>
                    <a:pt x="275" y="818"/>
                    <a:pt x="276" y="816"/>
                  </a:cubicBezTo>
                  <a:cubicBezTo>
                    <a:pt x="276" y="816"/>
                    <a:pt x="276" y="816"/>
                    <a:pt x="276" y="816"/>
                  </a:cubicBezTo>
                  <a:cubicBezTo>
                    <a:pt x="278" y="822"/>
                    <a:pt x="286" y="820"/>
                    <a:pt x="294" y="818"/>
                  </a:cubicBezTo>
                  <a:cubicBezTo>
                    <a:pt x="300" y="816"/>
                    <a:pt x="305" y="813"/>
                    <a:pt x="305" y="812"/>
                  </a:cubicBezTo>
                  <a:cubicBezTo>
                    <a:pt x="305" y="811"/>
                    <a:pt x="305" y="810"/>
                    <a:pt x="304" y="809"/>
                  </a:cubicBezTo>
                  <a:cubicBezTo>
                    <a:pt x="304" y="810"/>
                    <a:pt x="301" y="811"/>
                    <a:pt x="297" y="812"/>
                  </a:cubicBezTo>
                  <a:cubicBezTo>
                    <a:pt x="288" y="814"/>
                    <a:pt x="275" y="816"/>
                    <a:pt x="273" y="815"/>
                  </a:cubicBezTo>
                  <a:cubicBezTo>
                    <a:pt x="270" y="814"/>
                    <a:pt x="270" y="813"/>
                    <a:pt x="273" y="809"/>
                  </a:cubicBezTo>
                  <a:cubicBezTo>
                    <a:pt x="279" y="807"/>
                    <a:pt x="290" y="805"/>
                    <a:pt x="297" y="802"/>
                  </a:cubicBezTo>
                  <a:cubicBezTo>
                    <a:pt x="297" y="801"/>
                    <a:pt x="299" y="801"/>
                    <a:pt x="298" y="799"/>
                  </a:cubicBezTo>
                  <a:cubicBezTo>
                    <a:pt x="295" y="800"/>
                    <a:pt x="286" y="801"/>
                    <a:pt x="284" y="801"/>
                  </a:cubicBezTo>
                  <a:cubicBezTo>
                    <a:pt x="281" y="798"/>
                    <a:pt x="283" y="795"/>
                    <a:pt x="284" y="792"/>
                  </a:cubicBezTo>
                  <a:cubicBezTo>
                    <a:pt x="285" y="792"/>
                    <a:pt x="284" y="792"/>
                    <a:pt x="285" y="792"/>
                  </a:cubicBezTo>
                  <a:cubicBezTo>
                    <a:pt x="287" y="794"/>
                    <a:pt x="294" y="792"/>
                    <a:pt x="295" y="791"/>
                  </a:cubicBezTo>
                  <a:cubicBezTo>
                    <a:pt x="294" y="789"/>
                    <a:pt x="292" y="784"/>
                    <a:pt x="293" y="785"/>
                  </a:cubicBezTo>
                  <a:cubicBezTo>
                    <a:pt x="295" y="786"/>
                    <a:pt x="295" y="787"/>
                    <a:pt x="298" y="787"/>
                  </a:cubicBezTo>
                  <a:cubicBezTo>
                    <a:pt x="298" y="787"/>
                    <a:pt x="299" y="787"/>
                    <a:pt x="298" y="787"/>
                  </a:cubicBezTo>
                  <a:cubicBezTo>
                    <a:pt x="297" y="786"/>
                    <a:pt x="295" y="785"/>
                    <a:pt x="295" y="784"/>
                  </a:cubicBezTo>
                  <a:cubicBezTo>
                    <a:pt x="296" y="782"/>
                    <a:pt x="298" y="782"/>
                    <a:pt x="299" y="783"/>
                  </a:cubicBezTo>
                  <a:cubicBezTo>
                    <a:pt x="301" y="784"/>
                    <a:pt x="308" y="789"/>
                    <a:pt x="308" y="789"/>
                  </a:cubicBezTo>
                  <a:cubicBezTo>
                    <a:pt x="309" y="790"/>
                    <a:pt x="309" y="790"/>
                    <a:pt x="309" y="790"/>
                  </a:cubicBezTo>
                  <a:cubicBezTo>
                    <a:pt x="310" y="791"/>
                    <a:pt x="310" y="792"/>
                    <a:pt x="310" y="793"/>
                  </a:cubicBezTo>
                  <a:cubicBezTo>
                    <a:pt x="310" y="796"/>
                    <a:pt x="308" y="797"/>
                    <a:pt x="305" y="797"/>
                  </a:cubicBezTo>
                  <a:cubicBezTo>
                    <a:pt x="306" y="802"/>
                    <a:pt x="306" y="806"/>
                    <a:pt x="309" y="811"/>
                  </a:cubicBezTo>
                  <a:cubicBezTo>
                    <a:pt x="311" y="809"/>
                    <a:pt x="313" y="809"/>
                    <a:pt x="313" y="808"/>
                  </a:cubicBezTo>
                  <a:cubicBezTo>
                    <a:pt x="316" y="810"/>
                    <a:pt x="317" y="811"/>
                    <a:pt x="317" y="814"/>
                  </a:cubicBezTo>
                  <a:cubicBezTo>
                    <a:pt x="315" y="818"/>
                    <a:pt x="310" y="817"/>
                    <a:pt x="309" y="819"/>
                  </a:cubicBezTo>
                  <a:cubicBezTo>
                    <a:pt x="308" y="823"/>
                    <a:pt x="309" y="831"/>
                    <a:pt x="307" y="834"/>
                  </a:cubicBezTo>
                  <a:cubicBezTo>
                    <a:pt x="307" y="835"/>
                    <a:pt x="306" y="835"/>
                    <a:pt x="305" y="834"/>
                  </a:cubicBezTo>
                  <a:cubicBezTo>
                    <a:pt x="304" y="831"/>
                    <a:pt x="305" y="824"/>
                    <a:pt x="305" y="820"/>
                  </a:cubicBezTo>
                  <a:cubicBezTo>
                    <a:pt x="303" y="821"/>
                    <a:pt x="299" y="823"/>
                    <a:pt x="295" y="823"/>
                  </a:cubicBezTo>
                  <a:cubicBezTo>
                    <a:pt x="295" y="824"/>
                    <a:pt x="295" y="824"/>
                    <a:pt x="295" y="825"/>
                  </a:cubicBezTo>
                  <a:cubicBezTo>
                    <a:pt x="297" y="826"/>
                    <a:pt x="297" y="827"/>
                    <a:pt x="298" y="828"/>
                  </a:cubicBezTo>
                  <a:cubicBezTo>
                    <a:pt x="298" y="829"/>
                    <a:pt x="296" y="830"/>
                    <a:pt x="296" y="831"/>
                  </a:cubicBezTo>
                  <a:cubicBezTo>
                    <a:pt x="295" y="831"/>
                    <a:pt x="293" y="830"/>
                    <a:pt x="291" y="829"/>
                  </a:cubicBezTo>
                  <a:cubicBezTo>
                    <a:pt x="290" y="829"/>
                    <a:pt x="289" y="829"/>
                    <a:pt x="289" y="829"/>
                  </a:cubicBezTo>
                  <a:close/>
                  <a:moveTo>
                    <a:pt x="317" y="787"/>
                  </a:moveTo>
                  <a:cubicBezTo>
                    <a:pt x="317" y="785"/>
                    <a:pt x="319" y="786"/>
                    <a:pt x="320" y="786"/>
                  </a:cubicBezTo>
                  <a:cubicBezTo>
                    <a:pt x="323" y="788"/>
                    <a:pt x="325" y="789"/>
                    <a:pt x="326" y="794"/>
                  </a:cubicBezTo>
                  <a:cubicBezTo>
                    <a:pt x="326" y="795"/>
                    <a:pt x="326" y="796"/>
                    <a:pt x="325" y="798"/>
                  </a:cubicBezTo>
                  <a:cubicBezTo>
                    <a:pt x="323" y="798"/>
                    <a:pt x="319" y="798"/>
                    <a:pt x="319" y="795"/>
                  </a:cubicBezTo>
                  <a:cubicBezTo>
                    <a:pt x="318" y="793"/>
                    <a:pt x="316" y="788"/>
                    <a:pt x="317" y="787"/>
                  </a:cubicBezTo>
                  <a:close/>
                  <a:moveTo>
                    <a:pt x="341" y="802"/>
                  </a:moveTo>
                  <a:cubicBezTo>
                    <a:pt x="334" y="803"/>
                    <a:pt x="319" y="845"/>
                    <a:pt x="312" y="854"/>
                  </a:cubicBezTo>
                  <a:cubicBezTo>
                    <a:pt x="308" y="861"/>
                    <a:pt x="306" y="861"/>
                    <a:pt x="303" y="858"/>
                  </a:cubicBezTo>
                  <a:cubicBezTo>
                    <a:pt x="299" y="854"/>
                    <a:pt x="294" y="836"/>
                    <a:pt x="295" y="832"/>
                  </a:cubicBezTo>
                  <a:cubicBezTo>
                    <a:pt x="296" y="833"/>
                    <a:pt x="297" y="836"/>
                    <a:pt x="297" y="837"/>
                  </a:cubicBezTo>
                  <a:cubicBezTo>
                    <a:pt x="298" y="836"/>
                    <a:pt x="297" y="836"/>
                    <a:pt x="298" y="835"/>
                  </a:cubicBezTo>
                  <a:cubicBezTo>
                    <a:pt x="299" y="838"/>
                    <a:pt x="303" y="846"/>
                    <a:pt x="304" y="847"/>
                  </a:cubicBezTo>
                  <a:cubicBezTo>
                    <a:pt x="307" y="849"/>
                    <a:pt x="308" y="844"/>
                    <a:pt x="310" y="842"/>
                  </a:cubicBezTo>
                  <a:cubicBezTo>
                    <a:pt x="314" y="834"/>
                    <a:pt x="325" y="807"/>
                    <a:pt x="329" y="799"/>
                  </a:cubicBezTo>
                  <a:cubicBezTo>
                    <a:pt x="332" y="794"/>
                    <a:pt x="334" y="789"/>
                    <a:pt x="331" y="786"/>
                  </a:cubicBezTo>
                  <a:cubicBezTo>
                    <a:pt x="320" y="780"/>
                    <a:pt x="306" y="784"/>
                    <a:pt x="296" y="778"/>
                  </a:cubicBezTo>
                  <a:cubicBezTo>
                    <a:pt x="296" y="778"/>
                    <a:pt x="296" y="778"/>
                    <a:pt x="296" y="778"/>
                  </a:cubicBezTo>
                  <a:cubicBezTo>
                    <a:pt x="302" y="776"/>
                    <a:pt x="328" y="782"/>
                    <a:pt x="328" y="782"/>
                  </a:cubicBezTo>
                  <a:cubicBezTo>
                    <a:pt x="336" y="784"/>
                    <a:pt x="346" y="792"/>
                    <a:pt x="341" y="802"/>
                  </a:cubicBezTo>
                  <a:close/>
                  <a:moveTo>
                    <a:pt x="365" y="858"/>
                  </a:moveTo>
                  <a:cubicBezTo>
                    <a:pt x="365" y="858"/>
                    <a:pt x="363" y="859"/>
                    <a:pt x="362" y="859"/>
                  </a:cubicBezTo>
                  <a:cubicBezTo>
                    <a:pt x="362" y="859"/>
                    <a:pt x="362" y="860"/>
                    <a:pt x="360" y="861"/>
                  </a:cubicBezTo>
                  <a:cubicBezTo>
                    <a:pt x="360" y="861"/>
                    <a:pt x="358" y="862"/>
                    <a:pt x="356" y="861"/>
                  </a:cubicBezTo>
                  <a:cubicBezTo>
                    <a:pt x="356" y="861"/>
                    <a:pt x="355" y="860"/>
                    <a:pt x="354" y="860"/>
                  </a:cubicBezTo>
                  <a:cubicBezTo>
                    <a:pt x="354" y="860"/>
                    <a:pt x="352" y="859"/>
                    <a:pt x="351" y="859"/>
                  </a:cubicBezTo>
                  <a:cubicBezTo>
                    <a:pt x="351" y="859"/>
                    <a:pt x="349" y="859"/>
                    <a:pt x="352" y="858"/>
                  </a:cubicBezTo>
                  <a:cubicBezTo>
                    <a:pt x="352" y="858"/>
                    <a:pt x="352" y="857"/>
                    <a:pt x="353" y="857"/>
                  </a:cubicBezTo>
                  <a:cubicBezTo>
                    <a:pt x="353" y="857"/>
                    <a:pt x="354" y="857"/>
                    <a:pt x="354" y="857"/>
                  </a:cubicBezTo>
                  <a:cubicBezTo>
                    <a:pt x="354" y="857"/>
                    <a:pt x="354" y="856"/>
                    <a:pt x="355" y="857"/>
                  </a:cubicBezTo>
                  <a:cubicBezTo>
                    <a:pt x="355" y="857"/>
                    <a:pt x="356" y="858"/>
                    <a:pt x="357" y="855"/>
                  </a:cubicBezTo>
                  <a:cubicBezTo>
                    <a:pt x="357" y="855"/>
                    <a:pt x="357" y="855"/>
                    <a:pt x="358" y="855"/>
                  </a:cubicBezTo>
                  <a:cubicBezTo>
                    <a:pt x="358" y="855"/>
                    <a:pt x="362" y="853"/>
                    <a:pt x="371" y="847"/>
                  </a:cubicBezTo>
                  <a:cubicBezTo>
                    <a:pt x="371" y="847"/>
                    <a:pt x="379" y="842"/>
                    <a:pt x="384" y="837"/>
                  </a:cubicBezTo>
                  <a:cubicBezTo>
                    <a:pt x="384" y="837"/>
                    <a:pt x="388" y="834"/>
                    <a:pt x="393" y="830"/>
                  </a:cubicBezTo>
                  <a:cubicBezTo>
                    <a:pt x="393" y="830"/>
                    <a:pt x="406" y="820"/>
                    <a:pt x="408" y="817"/>
                  </a:cubicBezTo>
                  <a:cubicBezTo>
                    <a:pt x="408" y="817"/>
                    <a:pt x="399" y="812"/>
                    <a:pt x="400" y="808"/>
                  </a:cubicBezTo>
                  <a:cubicBezTo>
                    <a:pt x="400" y="808"/>
                    <a:pt x="401" y="806"/>
                    <a:pt x="402" y="808"/>
                  </a:cubicBezTo>
                  <a:cubicBezTo>
                    <a:pt x="402" y="808"/>
                    <a:pt x="406" y="811"/>
                    <a:pt x="413" y="810"/>
                  </a:cubicBezTo>
                  <a:cubicBezTo>
                    <a:pt x="413" y="810"/>
                    <a:pt x="416" y="810"/>
                    <a:pt x="420" y="807"/>
                  </a:cubicBezTo>
                  <a:cubicBezTo>
                    <a:pt x="420" y="807"/>
                    <a:pt x="425" y="806"/>
                    <a:pt x="427" y="815"/>
                  </a:cubicBezTo>
                  <a:cubicBezTo>
                    <a:pt x="427" y="815"/>
                    <a:pt x="427" y="819"/>
                    <a:pt x="425" y="818"/>
                  </a:cubicBezTo>
                  <a:cubicBezTo>
                    <a:pt x="425" y="818"/>
                    <a:pt x="422" y="818"/>
                    <a:pt x="419" y="819"/>
                  </a:cubicBezTo>
                  <a:cubicBezTo>
                    <a:pt x="419" y="819"/>
                    <a:pt x="418" y="818"/>
                    <a:pt x="416" y="820"/>
                  </a:cubicBezTo>
                  <a:cubicBezTo>
                    <a:pt x="416" y="820"/>
                    <a:pt x="410" y="826"/>
                    <a:pt x="397" y="834"/>
                  </a:cubicBezTo>
                  <a:cubicBezTo>
                    <a:pt x="397" y="834"/>
                    <a:pt x="390" y="839"/>
                    <a:pt x="381" y="848"/>
                  </a:cubicBezTo>
                  <a:cubicBezTo>
                    <a:pt x="381" y="848"/>
                    <a:pt x="374" y="854"/>
                    <a:pt x="365" y="858"/>
                  </a:cubicBezTo>
                  <a:close/>
                  <a:moveTo>
                    <a:pt x="430" y="858"/>
                  </a:moveTo>
                  <a:cubicBezTo>
                    <a:pt x="430" y="858"/>
                    <a:pt x="430" y="859"/>
                    <a:pt x="430" y="860"/>
                  </a:cubicBezTo>
                  <a:cubicBezTo>
                    <a:pt x="430" y="860"/>
                    <a:pt x="430" y="862"/>
                    <a:pt x="427" y="862"/>
                  </a:cubicBezTo>
                  <a:cubicBezTo>
                    <a:pt x="427" y="862"/>
                    <a:pt x="420" y="864"/>
                    <a:pt x="419" y="866"/>
                  </a:cubicBezTo>
                  <a:cubicBezTo>
                    <a:pt x="419" y="866"/>
                    <a:pt x="415" y="869"/>
                    <a:pt x="416" y="872"/>
                  </a:cubicBezTo>
                  <a:cubicBezTo>
                    <a:pt x="416" y="872"/>
                    <a:pt x="416" y="874"/>
                    <a:pt x="413" y="875"/>
                  </a:cubicBezTo>
                  <a:cubicBezTo>
                    <a:pt x="413" y="875"/>
                    <a:pt x="411" y="875"/>
                    <a:pt x="409" y="875"/>
                  </a:cubicBezTo>
                  <a:cubicBezTo>
                    <a:pt x="409" y="875"/>
                    <a:pt x="407" y="873"/>
                    <a:pt x="404" y="875"/>
                  </a:cubicBezTo>
                  <a:cubicBezTo>
                    <a:pt x="404" y="875"/>
                    <a:pt x="404" y="876"/>
                    <a:pt x="402" y="875"/>
                  </a:cubicBezTo>
                  <a:cubicBezTo>
                    <a:pt x="402" y="875"/>
                    <a:pt x="402" y="874"/>
                    <a:pt x="401" y="874"/>
                  </a:cubicBezTo>
                  <a:cubicBezTo>
                    <a:pt x="401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7" y="867"/>
                  </a:cubicBezTo>
                  <a:cubicBezTo>
                    <a:pt x="397" y="867"/>
                    <a:pt x="396" y="861"/>
                    <a:pt x="395" y="858"/>
                  </a:cubicBezTo>
                  <a:cubicBezTo>
                    <a:pt x="395" y="858"/>
                    <a:pt x="394" y="855"/>
                    <a:pt x="391" y="854"/>
                  </a:cubicBezTo>
                  <a:cubicBezTo>
                    <a:pt x="391" y="854"/>
                    <a:pt x="387" y="848"/>
                    <a:pt x="389" y="848"/>
                  </a:cubicBezTo>
                  <a:cubicBezTo>
                    <a:pt x="389" y="848"/>
                    <a:pt x="393" y="848"/>
                    <a:pt x="396" y="854"/>
                  </a:cubicBezTo>
                  <a:cubicBezTo>
                    <a:pt x="396" y="854"/>
                    <a:pt x="396" y="856"/>
                    <a:pt x="396" y="858"/>
                  </a:cubicBezTo>
                  <a:cubicBezTo>
                    <a:pt x="396" y="858"/>
                    <a:pt x="397" y="859"/>
                    <a:pt x="399" y="866"/>
                  </a:cubicBezTo>
                  <a:cubicBezTo>
                    <a:pt x="399" y="866"/>
                    <a:pt x="400" y="867"/>
                    <a:pt x="400" y="865"/>
                  </a:cubicBezTo>
                  <a:cubicBezTo>
                    <a:pt x="402" y="863"/>
                    <a:pt x="402" y="863"/>
                    <a:pt x="402" y="863"/>
                  </a:cubicBezTo>
                  <a:cubicBezTo>
                    <a:pt x="402" y="863"/>
                    <a:pt x="403" y="861"/>
                    <a:pt x="404" y="862"/>
                  </a:cubicBezTo>
                  <a:cubicBezTo>
                    <a:pt x="404" y="862"/>
                    <a:pt x="404" y="863"/>
                    <a:pt x="405" y="862"/>
                  </a:cubicBezTo>
                  <a:cubicBezTo>
                    <a:pt x="405" y="862"/>
                    <a:pt x="408" y="860"/>
                    <a:pt x="410" y="858"/>
                  </a:cubicBezTo>
                  <a:cubicBezTo>
                    <a:pt x="410" y="858"/>
                    <a:pt x="413" y="856"/>
                    <a:pt x="412" y="855"/>
                  </a:cubicBezTo>
                  <a:cubicBezTo>
                    <a:pt x="412" y="855"/>
                    <a:pt x="409" y="851"/>
                    <a:pt x="408" y="850"/>
                  </a:cubicBezTo>
                  <a:cubicBezTo>
                    <a:pt x="408" y="850"/>
                    <a:pt x="405" y="848"/>
                    <a:pt x="407" y="848"/>
                  </a:cubicBezTo>
                  <a:cubicBezTo>
                    <a:pt x="407" y="848"/>
                    <a:pt x="408" y="848"/>
                    <a:pt x="411" y="849"/>
                  </a:cubicBezTo>
                  <a:cubicBezTo>
                    <a:pt x="411" y="849"/>
                    <a:pt x="417" y="850"/>
                    <a:pt x="419" y="848"/>
                  </a:cubicBezTo>
                  <a:cubicBezTo>
                    <a:pt x="419" y="848"/>
                    <a:pt x="419" y="846"/>
                    <a:pt x="421" y="847"/>
                  </a:cubicBezTo>
                  <a:cubicBezTo>
                    <a:pt x="421" y="847"/>
                    <a:pt x="424" y="850"/>
                    <a:pt x="425" y="850"/>
                  </a:cubicBezTo>
                  <a:cubicBezTo>
                    <a:pt x="425" y="850"/>
                    <a:pt x="431" y="852"/>
                    <a:pt x="430" y="858"/>
                  </a:cubicBezTo>
                  <a:close/>
                  <a:moveTo>
                    <a:pt x="485" y="876"/>
                  </a:moveTo>
                  <a:cubicBezTo>
                    <a:pt x="485" y="876"/>
                    <a:pt x="485" y="878"/>
                    <a:pt x="483" y="877"/>
                  </a:cubicBezTo>
                  <a:cubicBezTo>
                    <a:pt x="483" y="877"/>
                    <a:pt x="477" y="874"/>
                    <a:pt x="475" y="866"/>
                  </a:cubicBezTo>
                  <a:cubicBezTo>
                    <a:pt x="475" y="866"/>
                    <a:pt x="473" y="857"/>
                    <a:pt x="473" y="856"/>
                  </a:cubicBezTo>
                  <a:cubicBezTo>
                    <a:pt x="473" y="856"/>
                    <a:pt x="473" y="856"/>
                    <a:pt x="473" y="854"/>
                  </a:cubicBezTo>
                  <a:cubicBezTo>
                    <a:pt x="472" y="848"/>
                    <a:pt x="472" y="848"/>
                    <a:pt x="472" y="848"/>
                  </a:cubicBezTo>
                  <a:cubicBezTo>
                    <a:pt x="472" y="848"/>
                    <a:pt x="472" y="848"/>
                    <a:pt x="473" y="847"/>
                  </a:cubicBezTo>
                  <a:cubicBezTo>
                    <a:pt x="473" y="847"/>
                    <a:pt x="472" y="846"/>
                    <a:pt x="473" y="845"/>
                  </a:cubicBezTo>
                  <a:cubicBezTo>
                    <a:pt x="473" y="845"/>
                    <a:pt x="473" y="845"/>
                    <a:pt x="473" y="845"/>
                  </a:cubicBezTo>
                  <a:cubicBezTo>
                    <a:pt x="473" y="845"/>
                    <a:pt x="473" y="842"/>
                    <a:pt x="474" y="843"/>
                  </a:cubicBezTo>
                  <a:cubicBezTo>
                    <a:pt x="474" y="843"/>
                    <a:pt x="475" y="844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8" y="856"/>
                    <a:pt x="479" y="856"/>
                  </a:cubicBezTo>
                  <a:cubicBezTo>
                    <a:pt x="479" y="856"/>
                    <a:pt x="480" y="857"/>
                    <a:pt x="481" y="860"/>
                  </a:cubicBezTo>
                  <a:cubicBezTo>
                    <a:pt x="481" y="860"/>
                    <a:pt x="481" y="862"/>
                    <a:pt x="481" y="862"/>
                  </a:cubicBezTo>
                  <a:cubicBezTo>
                    <a:pt x="481" y="862"/>
                    <a:pt x="480" y="864"/>
                    <a:pt x="482" y="863"/>
                  </a:cubicBezTo>
                  <a:cubicBezTo>
                    <a:pt x="482" y="863"/>
                    <a:pt x="483" y="863"/>
                    <a:pt x="483" y="864"/>
                  </a:cubicBezTo>
                  <a:cubicBezTo>
                    <a:pt x="483" y="864"/>
                    <a:pt x="483" y="867"/>
                    <a:pt x="483" y="868"/>
                  </a:cubicBezTo>
                  <a:cubicBezTo>
                    <a:pt x="483" y="868"/>
                    <a:pt x="484" y="869"/>
                    <a:pt x="484" y="870"/>
                  </a:cubicBezTo>
                  <a:cubicBezTo>
                    <a:pt x="484" y="870"/>
                    <a:pt x="484" y="871"/>
                    <a:pt x="484" y="871"/>
                  </a:cubicBezTo>
                  <a:cubicBezTo>
                    <a:pt x="484" y="871"/>
                    <a:pt x="485" y="871"/>
                    <a:pt x="485" y="871"/>
                  </a:cubicBezTo>
                  <a:cubicBezTo>
                    <a:pt x="485" y="871"/>
                    <a:pt x="486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1" y="833"/>
                    <a:pt x="480" y="833"/>
                  </a:cubicBezTo>
                  <a:cubicBezTo>
                    <a:pt x="480" y="833"/>
                    <a:pt x="479" y="833"/>
                    <a:pt x="478" y="833"/>
                  </a:cubicBezTo>
                  <a:cubicBezTo>
                    <a:pt x="478" y="833"/>
                    <a:pt x="476" y="833"/>
                    <a:pt x="477" y="831"/>
                  </a:cubicBezTo>
                  <a:cubicBezTo>
                    <a:pt x="477" y="831"/>
                    <a:pt x="479" y="827"/>
                    <a:pt x="478" y="823"/>
                  </a:cubicBezTo>
                  <a:cubicBezTo>
                    <a:pt x="478" y="823"/>
                    <a:pt x="478" y="822"/>
                    <a:pt x="479" y="821"/>
                  </a:cubicBezTo>
                  <a:cubicBezTo>
                    <a:pt x="479" y="821"/>
                    <a:pt x="479" y="820"/>
                    <a:pt x="480" y="821"/>
                  </a:cubicBezTo>
                  <a:cubicBezTo>
                    <a:pt x="480" y="821"/>
                    <a:pt x="485" y="828"/>
                    <a:pt x="485" y="832"/>
                  </a:cubicBezTo>
                  <a:cubicBezTo>
                    <a:pt x="485" y="832"/>
                    <a:pt x="486" y="835"/>
                    <a:pt x="482" y="834"/>
                  </a:cubicBezTo>
                  <a:close/>
                  <a:moveTo>
                    <a:pt x="540" y="838"/>
                  </a:moveTo>
                  <a:cubicBezTo>
                    <a:pt x="540" y="838"/>
                    <a:pt x="539" y="842"/>
                    <a:pt x="537" y="843"/>
                  </a:cubicBezTo>
                  <a:cubicBezTo>
                    <a:pt x="537" y="843"/>
                    <a:pt x="536" y="844"/>
                    <a:pt x="536" y="846"/>
                  </a:cubicBezTo>
                  <a:cubicBezTo>
                    <a:pt x="536" y="846"/>
                    <a:pt x="533" y="852"/>
                    <a:pt x="531" y="853"/>
                  </a:cubicBezTo>
                  <a:cubicBezTo>
                    <a:pt x="531" y="853"/>
                    <a:pt x="528" y="855"/>
                    <a:pt x="529" y="857"/>
                  </a:cubicBezTo>
                  <a:cubicBezTo>
                    <a:pt x="529" y="857"/>
                    <a:pt x="533" y="860"/>
                    <a:pt x="532" y="864"/>
                  </a:cubicBezTo>
                  <a:cubicBezTo>
                    <a:pt x="532" y="864"/>
                    <a:pt x="532" y="865"/>
                    <a:pt x="531" y="865"/>
                  </a:cubicBezTo>
                  <a:cubicBezTo>
                    <a:pt x="531" y="865"/>
                    <a:pt x="530" y="866"/>
                    <a:pt x="529" y="866"/>
                  </a:cubicBezTo>
                  <a:cubicBezTo>
                    <a:pt x="529" y="866"/>
                    <a:pt x="528" y="866"/>
                    <a:pt x="528" y="866"/>
                  </a:cubicBezTo>
                  <a:cubicBezTo>
                    <a:pt x="528" y="866"/>
                    <a:pt x="524" y="868"/>
                    <a:pt x="522" y="868"/>
                  </a:cubicBezTo>
                  <a:cubicBezTo>
                    <a:pt x="522" y="868"/>
                    <a:pt x="520" y="868"/>
                    <a:pt x="517" y="868"/>
                  </a:cubicBezTo>
                  <a:cubicBezTo>
                    <a:pt x="517" y="868"/>
                    <a:pt x="517" y="867"/>
                    <a:pt x="516" y="868"/>
                  </a:cubicBezTo>
                  <a:cubicBezTo>
                    <a:pt x="516" y="868"/>
                    <a:pt x="512" y="873"/>
                    <a:pt x="507" y="869"/>
                  </a:cubicBezTo>
                  <a:cubicBezTo>
                    <a:pt x="507" y="869"/>
                    <a:pt x="506" y="868"/>
                    <a:pt x="505" y="867"/>
                  </a:cubicBezTo>
                  <a:cubicBezTo>
                    <a:pt x="504" y="867"/>
                    <a:pt x="503" y="866"/>
                    <a:pt x="502" y="866"/>
                  </a:cubicBezTo>
                  <a:cubicBezTo>
                    <a:pt x="502" y="866"/>
                    <a:pt x="496" y="862"/>
                    <a:pt x="494" y="861"/>
                  </a:cubicBezTo>
                  <a:cubicBezTo>
                    <a:pt x="494" y="861"/>
                    <a:pt x="490" y="858"/>
                    <a:pt x="490" y="856"/>
                  </a:cubicBezTo>
                  <a:cubicBezTo>
                    <a:pt x="490" y="856"/>
                    <a:pt x="489" y="853"/>
                    <a:pt x="487" y="853"/>
                  </a:cubicBezTo>
                  <a:cubicBezTo>
                    <a:pt x="487" y="853"/>
                    <a:pt x="486" y="853"/>
                    <a:pt x="486" y="851"/>
                  </a:cubicBezTo>
                  <a:cubicBezTo>
                    <a:pt x="486" y="851"/>
                    <a:pt x="486" y="851"/>
                    <a:pt x="486" y="851"/>
                  </a:cubicBezTo>
                  <a:cubicBezTo>
                    <a:pt x="486" y="851"/>
                    <a:pt x="486" y="851"/>
                    <a:pt x="486" y="850"/>
                  </a:cubicBezTo>
                  <a:cubicBezTo>
                    <a:pt x="486" y="850"/>
                    <a:pt x="485" y="849"/>
                    <a:pt x="487" y="846"/>
                  </a:cubicBezTo>
                  <a:cubicBezTo>
                    <a:pt x="487" y="846"/>
                    <a:pt x="489" y="844"/>
                    <a:pt x="491" y="843"/>
                  </a:cubicBezTo>
                  <a:cubicBezTo>
                    <a:pt x="491" y="843"/>
                    <a:pt x="495" y="839"/>
                    <a:pt x="498" y="837"/>
                  </a:cubicBezTo>
                  <a:cubicBezTo>
                    <a:pt x="498" y="837"/>
                    <a:pt x="499" y="836"/>
                    <a:pt x="500" y="835"/>
                  </a:cubicBezTo>
                  <a:cubicBezTo>
                    <a:pt x="501" y="834"/>
                    <a:pt x="502" y="833"/>
                    <a:pt x="502" y="833"/>
                  </a:cubicBezTo>
                  <a:cubicBezTo>
                    <a:pt x="502" y="833"/>
                    <a:pt x="504" y="831"/>
                    <a:pt x="506" y="830"/>
                  </a:cubicBezTo>
                  <a:cubicBezTo>
                    <a:pt x="506" y="830"/>
                    <a:pt x="509" y="829"/>
                    <a:pt x="509" y="828"/>
                  </a:cubicBezTo>
                  <a:cubicBezTo>
                    <a:pt x="509" y="828"/>
                    <a:pt x="509" y="825"/>
                    <a:pt x="509" y="824"/>
                  </a:cubicBezTo>
                  <a:cubicBezTo>
                    <a:pt x="507" y="809"/>
                    <a:pt x="507" y="809"/>
                    <a:pt x="507" y="809"/>
                  </a:cubicBezTo>
                  <a:cubicBezTo>
                    <a:pt x="507" y="809"/>
                    <a:pt x="507" y="808"/>
                    <a:pt x="508" y="809"/>
                  </a:cubicBezTo>
                  <a:cubicBezTo>
                    <a:pt x="508" y="809"/>
                    <a:pt x="509" y="809"/>
                    <a:pt x="510" y="809"/>
                  </a:cubicBezTo>
                  <a:cubicBezTo>
                    <a:pt x="510" y="809"/>
                    <a:pt x="512" y="808"/>
                    <a:pt x="513" y="812"/>
                  </a:cubicBezTo>
                  <a:cubicBezTo>
                    <a:pt x="513" y="812"/>
                    <a:pt x="515" y="816"/>
                    <a:pt x="516" y="820"/>
                  </a:cubicBezTo>
                  <a:cubicBezTo>
                    <a:pt x="516" y="820"/>
                    <a:pt x="516" y="825"/>
                    <a:pt x="516" y="826"/>
                  </a:cubicBezTo>
                  <a:cubicBezTo>
                    <a:pt x="516" y="826"/>
                    <a:pt x="516" y="828"/>
                    <a:pt x="518" y="828"/>
                  </a:cubicBezTo>
                  <a:cubicBezTo>
                    <a:pt x="518" y="828"/>
                    <a:pt x="520" y="828"/>
                    <a:pt x="523" y="828"/>
                  </a:cubicBezTo>
                  <a:cubicBezTo>
                    <a:pt x="527" y="829"/>
                    <a:pt x="531" y="829"/>
                    <a:pt x="533" y="829"/>
                  </a:cubicBezTo>
                  <a:cubicBezTo>
                    <a:pt x="533" y="829"/>
                    <a:pt x="537" y="830"/>
                    <a:pt x="541" y="835"/>
                  </a:cubicBezTo>
                  <a:cubicBezTo>
                    <a:pt x="541" y="835"/>
                    <a:pt x="542" y="835"/>
                    <a:pt x="540" y="838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09"/>
                    <a:pt x="603" y="811"/>
                  </a:cubicBezTo>
                  <a:cubicBezTo>
                    <a:pt x="603" y="811"/>
                    <a:pt x="602" y="814"/>
                    <a:pt x="603" y="816"/>
                  </a:cubicBezTo>
                  <a:cubicBezTo>
                    <a:pt x="603" y="816"/>
                    <a:pt x="603" y="818"/>
                    <a:pt x="602" y="821"/>
                  </a:cubicBezTo>
                  <a:cubicBezTo>
                    <a:pt x="602" y="821"/>
                    <a:pt x="598" y="826"/>
                    <a:pt x="601" y="831"/>
                  </a:cubicBezTo>
                  <a:cubicBezTo>
                    <a:pt x="601" y="831"/>
                    <a:pt x="604" y="834"/>
                    <a:pt x="601" y="836"/>
                  </a:cubicBezTo>
                  <a:cubicBezTo>
                    <a:pt x="601" y="836"/>
                    <a:pt x="600" y="837"/>
                    <a:pt x="599" y="840"/>
                  </a:cubicBezTo>
                  <a:cubicBezTo>
                    <a:pt x="599" y="840"/>
                    <a:pt x="599" y="842"/>
                    <a:pt x="599" y="842"/>
                  </a:cubicBezTo>
                  <a:cubicBezTo>
                    <a:pt x="599" y="842"/>
                    <a:pt x="598" y="844"/>
                    <a:pt x="598" y="845"/>
                  </a:cubicBezTo>
                  <a:cubicBezTo>
                    <a:pt x="598" y="845"/>
                    <a:pt x="598" y="847"/>
                    <a:pt x="595" y="848"/>
                  </a:cubicBezTo>
                  <a:cubicBezTo>
                    <a:pt x="595" y="848"/>
                    <a:pt x="593" y="850"/>
                    <a:pt x="592" y="851"/>
                  </a:cubicBezTo>
                  <a:cubicBezTo>
                    <a:pt x="592" y="851"/>
                    <a:pt x="591" y="853"/>
                    <a:pt x="590" y="853"/>
                  </a:cubicBezTo>
                  <a:cubicBezTo>
                    <a:pt x="590" y="853"/>
                    <a:pt x="590" y="853"/>
                    <a:pt x="590" y="854"/>
                  </a:cubicBezTo>
                  <a:cubicBezTo>
                    <a:pt x="590" y="854"/>
                    <a:pt x="589" y="856"/>
                    <a:pt x="586" y="857"/>
                  </a:cubicBezTo>
                  <a:cubicBezTo>
                    <a:pt x="586" y="857"/>
                    <a:pt x="586" y="850"/>
                    <a:pt x="586" y="848"/>
                  </a:cubicBezTo>
                  <a:cubicBezTo>
                    <a:pt x="586" y="848"/>
                    <a:pt x="586" y="845"/>
                    <a:pt x="586" y="843"/>
                  </a:cubicBezTo>
                  <a:cubicBezTo>
                    <a:pt x="586" y="843"/>
                    <a:pt x="586" y="840"/>
                    <a:pt x="588" y="840"/>
                  </a:cubicBezTo>
                  <a:cubicBezTo>
                    <a:pt x="588" y="840"/>
                    <a:pt x="588" y="841"/>
                    <a:pt x="588" y="840"/>
                  </a:cubicBezTo>
                  <a:cubicBezTo>
                    <a:pt x="588" y="840"/>
                    <a:pt x="590" y="836"/>
                    <a:pt x="590" y="835"/>
                  </a:cubicBezTo>
                  <a:cubicBezTo>
                    <a:pt x="590" y="835"/>
                    <a:pt x="588" y="834"/>
                    <a:pt x="588" y="834"/>
                  </a:cubicBezTo>
                  <a:cubicBezTo>
                    <a:pt x="588" y="834"/>
                    <a:pt x="587" y="833"/>
                    <a:pt x="587" y="832"/>
                  </a:cubicBezTo>
                  <a:cubicBezTo>
                    <a:pt x="587" y="832"/>
                    <a:pt x="587" y="832"/>
                    <a:pt x="586" y="831"/>
                  </a:cubicBezTo>
                  <a:cubicBezTo>
                    <a:pt x="586" y="831"/>
                    <a:pt x="584" y="830"/>
                    <a:pt x="584" y="831"/>
                  </a:cubicBezTo>
                  <a:cubicBezTo>
                    <a:pt x="584" y="831"/>
                    <a:pt x="584" y="831"/>
                    <a:pt x="582" y="831"/>
                  </a:cubicBezTo>
                  <a:cubicBezTo>
                    <a:pt x="582" y="831"/>
                    <a:pt x="573" y="829"/>
                    <a:pt x="577" y="827"/>
                  </a:cubicBezTo>
                  <a:cubicBezTo>
                    <a:pt x="577" y="827"/>
                    <a:pt x="582" y="827"/>
                    <a:pt x="585" y="822"/>
                  </a:cubicBezTo>
                  <a:cubicBezTo>
                    <a:pt x="585" y="822"/>
                    <a:pt x="586" y="822"/>
                    <a:pt x="587" y="814"/>
                  </a:cubicBezTo>
                  <a:cubicBezTo>
                    <a:pt x="587" y="814"/>
                    <a:pt x="587" y="813"/>
                    <a:pt x="586" y="813"/>
                  </a:cubicBezTo>
                  <a:cubicBezTo>
                    <a:pt x="586" y="813"/>
                    <a:pt x="585" y="812"/>
                    <a:pt x="586" y="812"/>
                  </a:cubicBezTo>
                  <a:cubicBezTo>
                    <a:pt x="586" y="812"/>
                    <a:pt x="586" y="811"/>
                    <a:pt x="585" y="810"/>
                  </a:cubicBezTo>
                  <a:cubicBezTo>
                    <a:pt x="585" y="810"/>
                    <a:pt x="584" y="809"/>
                    <a:pt x="585" y="808"/>
                  </a:cubicBezTo>
                  <a:cubicBezTo>
                    <a:pt x="585" y="808"/>
                    <a:pt x="585" y="807"/>
                    <a:pt x="584" y="806"/>
                  </a:cubicBezTo>
                  <a:cubicBezTo>
                    <a:pt x="584" y="806"/>
                    <a:pt x="584" y="806"/>
                    <a:pt x="584" y="805"/>
                  </a:cubicBezTo>
                  <a:cubicBezTo>
                    <a:pt x="584" y="805"/>
                    <a:pt x="584" y="805"/>
                    <a:pt x="583" y="803"/>
                  </a:cubicBezTo>
                  <a:cubicBezTo>
                    <a:pt x="583" y="803"/>
                    <a:pt x="583" y="803"/>
                    <a:pt x="584" y="802"/>
                  </a:cubicBezTo>
                  <a:cubicBezTo>
                    <a:pt x="584" y="802"/>
                    <a:pt x="585" y="803"/>
                    <a:pt x="584" y="801"/>
                  </a:cubicBezTo>
                  <a:cubicBezTo>
                    <a:pt x="584" y="801"/>
                    <a:pt x="583" y="800"/>
                    <a:pt x="582" y="799"/>
                  </a:cubicBezTo>
                  <a:cubicBezTo>
                    <a:pt x="581" y="798"/>
                    <a:pt x="581" y="798"/>
                    <a:pt x="581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4" y="788"/>
                    <a:pt x="578" y="789"/>
                  </a:cubicBezTo>
                  <a:cubicBezTo>
                    <a:pt x="578" y="789"/>
                    <a:pt x="581" y="788"/>
                    <a:pt x="584" y="789"/>
                  </a:cubicBezTo>
                  <a:cubicBezTo>
                    <a:pt x="584" y="789"/>
                    <a:pt x="587" y="789"/>
                    <a:pt x="589" y="789"/>
                  </a:cubicBezTo>
                  <a:cubicBezTo>
                    <a:pt x="589" y="789"/>
                    <a:pt x="590" y="788"/>
                    <a:pt x="591" y="792"/>
                  </a:cubicBezTo>
                  <a:cubicBezTo>
                    <a:pt x="591" y="792"/>
                    <a:pt x="593" y="795"/>
                    <a:pt x="593" y="795"/>
                  </a:cubicBezTo>
                  <a:cubicBezTo>
                    <a:pt x="593" y="795"/>
                    <a:pt x="598" y="796"/>
                    <a:pt x="599" y="797"/>
                  </a:cubicBezTo>
                  <a:cubicBezTo>
                    <a:pt x="599" y="797"/>
                    <a:pt x="599" y="797"/>
                    <a:pt x="599" y="796"/>
                  </a:cubicBezTo>
                  <a:cubicBezTo>
                    <a:pt x="599" y="796"/>
                    <a:pt x="601" y="796"/>
                    <a:pt x="603" y="798"/>
                  </a:cubicBezTo>
                  <a:cubicBezTo>
                    <a:pt x="603" y="798"/>
                    <a:pt x="602" y="800"/>
                    <a:pt x="604" y="799"/>
                  </a:cubicBezTo>
                  <a:cubicBezTo>
                    <a:pt x="604" y="799"/>
                    <a:pt x="606" y="799"/>
                    <a:pt x="606" y="802"/>
                  </a:cubicBezTo>
                  <a:cubicBezTo>
                    <a:pt x="606" y="802"/>
                    <a:pt x="607" y="806"/>
                    <a:pt x="604" y="809"/>
                  </a:cubicBezTo>
                  <a:close/>
                  <a:moveTo>
                    <a:pt x="632" y="834"/>
                  </a:moveTo>
                  <a:cubicBezTo>
                    <a:pt x="632" y="834"/>
                    <a:pt x="631" y="837"/>
                    <a:pt x="628" y="838"/>
                  </a:cubicBezTo>
                  <a:cubicBezTo>
                    <a:pt x="628" y="838"/>
                    <a:pt x="626" y="839"/>
                    <a:pt x="624" y="839"/>
                  </a:cubicBezTo>
                  <a:cubicBezTo>
                    <a:pt x="624" y="839"/>
                    <a:pt x="622" y="839"/>
                    <a:pt x="622" y="838"/>
                  </a:cubicBezTo>
                  <a:cubicBezTo>
                    <a:pt x="622" y="838"/>
                    <a:pt x="621" y="838"/>
                    <a:pt x="620" y="839"/>
                  </a:cubicBezTo>
                  <a:cubicBezTo>
                    <a:pt x="620" y="839"/>
                    <a:pt x="619" y="839"/>
                    <a:pt x="618" y="837"/>
                  </a:cubicBezTo>
                  <a:cubicBezTo>
                    <a:pt x="618" y="837"/>
                    <a:pt x="616" y="836"/>
                    <a:pt x="616" y="834"/>
                  </a:cubicBezTo>
                  <a:cubicBezTo>
                    <a:pt x="616" y="834"/>
                    <a:pt x="616" y="831"/>
                    <a:pt x="615" y="829"/>
                  </a:cubicBezTo>
                  <a:cubicBezTo>
                    <a:pt x="615" y="829"/>
                    <a:pt x="613" y="824"/>
                    <a:pt x="616" y="825"/>
                  </a:cubicBezTo>
                  <a:cubicBezTo>
                    <a:pt x="616" y="825"/>
                    <a:pt x="617" y="825"/>
                    <a:pt x="619" y="824"/>
                  </a:cubicBezTo>
                  <a:cubicBezTo>
                    <a:pt x="619" y="824"/>
                    <a:pt x="622" y="825"/>
                    <a:pt x="626" y="826"/>
                  </a:cubicBezTo>
                  <a:cubicBezTo>
                    <a:pt x="626" y="826"/>
                    <a:pt x="629" y="828"/>
                    <a:pt x="630" y="828"/>
                  </a:cubicBezTo>
                  <a:cubicBezTo>
                    <a:pt x="630" y="828"/>
                    <a:pt x="632" y="828"/>
                    <a:pt x="632" y="831"/>
                  </a:cubicBezTo>
                  <a:cubicBezTo>
                    <a:pt x="632" y="831"/>
                    <a:pt x="632" y="832"/>
                    <a:pt x="632" y="833"/>
                  </a:cubicBezTo>
                  <a:cubicBezTo>
                    <a:pt x="632" y="833"/>
                    <a:pt x="632" y="834"/>
                    <a:pt x="632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5" y="772"/>
                    <a:pt x="664" y="772"/>
                  </a:cubicBezTo>
                  <a:cubicBezTo>
                    <a:pt x="664" y="772"/>
                    <a:pt x="662" y="770"/>
                    <a:pt x="662" y="773"/>
                  </a:cubicBezTo>
                  <a:cubicBezTo>
                    <a:pt x="662" y="773"/>
                    <a:pt x="656" y="778"/>
                    <a:pt x="656" y="783"/>
                  </a:cubicBezTo>
                  <a:cubicBezTo>
                    <a:pt x="656" y="783"/>
                    <a:pt x="656" y="784"/>
                    <a:pt x="657" y="785"/>
                  </a:cubicBezTo>
                  <a:cubicBezTo>
                    <a:pt x="657" y="785"/>
                    <a:pt x="657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4" y="793"/>
                    <a:pt x="653" y="794"/>
                  </a:cubicBezTo>
                  <a:cubicBezTo>
                    <a:pt x="653" y="794"/>
                    <a:pt x="653" y="794"/>
                    <a:pt x="652" y="794"/>
                  </a:cubicBezTo>
                  <a:cubicBezTo>
                    <a:pt x="652" y="794"/>
                    <a:pt x="647" y="794"/>
                    <a:pt x="648" y="791"/>
                  </a:cubicBezTo>
                  <a:cubicBezTo>
                    <a:pt x="648" y="791"/>
                    <a:pt x="648" y="787"/>
                    <a:pt x="648" y="785"/>
                  </a:cubicBezTo>
                  <a:cubicBezTo>
                    <a:pt x="648" y="785"/>
                    <a:pt x="646" y="782"/>
                    <a:pt x="649" y="781"/>
                  </a:cubicBezTo>
                  <a:cubicBezTo>
                    <a:pt x="649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4" y="779"/>
                  </a:cubicBezTo>
                  <a:cubicBezTo>
                    <a:pt x="654" y="779"/>
                    <a:pt x="659" y="773"/>
                    <a:pt x="661" y="770"/>
                  </a:cubicBezTo>
                  <a:cubicBezTo>
                    <a:pt x="661" y="770"/>
                    <a:pt x="662" y="769"/>
                    <a:pt x="660" y="767"/>
                  </a:cubicBezTo>
                  <a:cubicBezTo>
                    <a:pt x="660" y="767"/>
                    <a:pt x="654" y="762"/>
                    <a:pt x="650" y="760"/>
                  </a:cubicBezTo>
                  <a:cubicBezTo>
                    <a:pt x="650" y="760"/>
                    <a:pt x="645" y="758"/>
                    <a:pt x="642" y="759"/>
                  </a:cubicBezTo>
                  <a:cubicBezTo>
                    <a:pt x="642" y="759"/>
                    <a:pt x="634" y="758"/>
                    <a:pt x="640" y="756"/>
                  </a:cubicBezTo>
                  <a:cubicBezTo>
                    <a:pt x="640" y="756"/>
                    <a:pt x="645" y="754"/>
                    <a:pt x="654" y="760"/>
                  </a:cubicBezTo>
                  <a:cubicBezTo>
                    <a:pt x="654" y="760"/>
                    <a:pt x="660" y="764"/>
                    <a:pt x="661" y="767"/>
                  </a:cubicBezTo>
                  <a:cubicBezTo>
                    <a:pt x="661" y="767"/>
                    <a:pt x="662" y="768"/>
                    <a:pt x="663" y="767"/>
                  </a:cubicBezTo>
                  <a:cubicBezTo>
                    <a:pt x="663" y="767"/>
                    <a:pt x="666" y="765"/>
                    <a:pt x="664" y="763"/>
                  </a:cubicBezTo>
                  <a:cubicBezTo>
                    <a:pt x="664" y="763"/>
                    <a:pt x="661" y="757"/>
                    <a:pt x="650" y="750"/>
                  </a:cubicBezTo>
                  <a:cubicBezTo>
                    <a:pt x="650" y="750"/>
                    <a:pt x="646" y="747"/>
                    <a:pt x="644" y="748"/>
                  </a:cubicBezTo>
                  <a:cubicBezTo>
                    <a:pt x="644" y="748"/>
                    <a:pt x="642" y="747"/>
                    <a:pt x="644" y="747"/>
                  </a:cubicBezTo>
                  <a:cubicBezTo>
                    <a:pt x="644" y="747"/>
                    <a:pt x="649" y="745"/>
                    <a:pt x="656" y="750"/>
                  </a:cubicBezTo>
                  <a:cubicBezTo>
                    <a:pt x="656" y="750"/>
                    <a:pt x="661" y="754"/>
                    <a:pt x="664" y="758"/>
                  </a:cubicBezTo>
                  <a:cubicBezTo>
                    <a:pt x="664" y="758"/>
                    <a:pt x="666" y="760"/>
                    <a:pt x="665" y="758"/>
                  </a:cubicBezTo>
                  <a:cubicBezTo>
                    <a:pt x="665" y="758"/>
                    <a:pt x="664" y="756"/>
                    <a:pt x="665" y="755"/>
                  </a:cubicBezTo>
                  <a:cubicBezTo>
                    <a:pt x="665" y="755"/>
                    <a:pt x="665" y="755"/>
                    <a:pt x="665" y="754"/>
                  </a:cubicBezTo>
                  <a:cubicBezTo>
                    <a:pt x="665" y="754"/>
                    <a:pt x="664" y="753"/>
                    <a:pt x="664" y="752"/>
                  </a:cubicBezTo>
                  <a:cubicBezTo>
                    <a:pt x="664" y="752"/>
                    <a:pt x="665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60" y="750"/>
                  </a:cubicBezTo>
                  <a:cubicBezTo>
                    <a:pt x="660" y="750"/>
                    <a:pt x="661" y="750"/>
                    <a:pt x="663" y="750"/>
                  </a:cubicBezTo>
                  <a:cubicBezTo>
                    <a:pt x="663" y="750"/>
                    <a:pt x="664" y="750"/>
                    <a:pt x="663" y="749"/>
                  </a:cubicBezTo>
                  <a:cubicBezTo>
                    <a:pt x="663" y="749"/>
                    <a:pt x="661" y="745"/>
                    <a:pt x="661" y="744"/>
                  </a:cubicBezTo>
                  <a:cubicBezTo>
                    <a:pt x="661" y="744"/>
                    <a:pt x="660" y="742"/>
                    <a:pt x="660" y="744"/>
                  </a:cubicBezTo>
                  <a:cubicBezTo>
                    <a:pt x="660" y="744"/>
                    <a:pt x="659" y="746"/>
                    <a:pt x="656" y="744"/>
                  </a:cubicBezTo>
                  <a:cubicBezTo>
                    <a:pt x="656" y="744"/>
                    <a:pt x="651" y="744"/>
                    <a:pt x="651" y="741"/>
                  </a:cubicBezTo>
                  <a:cubicBezTo>
                    <a:pt x="651" y="741"/>
                    <a:pt x="652" y="737"/>
                    <a:pt x="649" y="737"/>
                  </a:cubicBezTo>
                  <a:cubicBezTo>
                    <a:pt x="649" y="737"/>
                    <a:pt x="646" y="736"/>
                    <a:pt x="649" y="735"/>
                  </a:cubicBezTo>
                  <a:cubicBezTo>
                    <a:pt x="649" y="735"/>
                    <a:pt x="652" y="734"/>
                    <a:pt x="656" y="735"/>
                  </a:cubicBezTo>
                  <a:cubicBezTo>
                    <a:pt x="656" y="735"/>
                    <a:pt x="656" y="736"/>
                    <a:pt x="658" y="735"/>
                  </a:cubicBezTo>
                  <a:cubicBezTo>
                    <a:pt x="658" y="735"/>
                    <a:pt x="667" y="731"/>
                    <a:pt x="668" y="737"/>
                  </a:cubicBezTo>
                  <a:cubicBezTo>
                    <a:pt x="668" y="737"/>
                    <a:pt x="667" y="741"/>
                    <a:pt x="669" y="744"/>
                  </a:cubicBezTo>
                  <a:cubicBezTo>
                    <a:pt x="669" y="744"/>
                    <a:pt x="669" y="746"/>
                    <a:pt x="669" y="747"/>
                  </a:cubicBezTo>
                  <a:cubicBezTo>
                    <a:pt x="669" y="747"/>
                    <a:pt x="669" y="748"/>
                    <a:pt x="670" y="750"/>
                  </a:cubicBezTo>
                  <a:cubicBezTo>
                    <a:pt x="670" y="750"/>
                    <a:pt x="671" y="750"/>
                    <a:pt x="670" y="751"/>
                  </a:cubicBezTo>
                  <a:cubicBezTo>
                    <a:pt x="670" y="751"/>
                    <a:pt x="670" y="753"/>
                    <a:pt x="670" y="755"/>
                  </a:cubicBezTo>
                  <a:cubicBezTo>
                    <a:pt x="670" y="755"/>
                    <a:pt x="669" y="758"/>
                    <a:pt x="671" y="756"/>
                  </a:cubicBezTo>
                  <a:cubicBezTo>
                    <a:pt x="671" y="756"/>
                    <a:pt x="676" y="749"/>
                    <a:pt x="678" y="746"/>
                  </a:cubicBezTo>
                  <a:cubicBezTo>
                    <a:pt x="678" y="746"/>
                    <a:pt x="680" y="744"/>
                    <a:pt x="677" y="744"/>
                  </a:cubicBezTo>
                  <a:cubicBezTo>
                    <a:pt x="677" y="744"/>
                    <a:pt x="674" y="743"/>
                    <a:pt x="672" y="742"/>
                  </a:cubicBezTo>
                  <a:cubicBezTo>
                    <a:pt x="672" y="742"/>
                    <a:pt x="670" y="741"/>
                    <a:pt x="672" y="740"/>
                  </a:cubicBezTo>
                  <a:cubicBezTo>
                    <a:pt x="672" y="740"/>
                    <a:pt x="674" y="741"/>
                    <a:pt x="674" y="740"/>
                  </a:cubicBezTo>
                  <a:cubicBezTo>
                    <a:pt x="674" y="740"/>
                    <a:pt x="673" y="739"/>
                    <a:pt x="674" y="739"/>
                  </a:cubicBezTo>
                  <a:cubicBezTo>
                    <a:pt x="674" y="739"/>
                    <a:pt x="676" y="739"/>
                    <a:pt x="676" y="737"/>
                  </a:cubicBezTo>
                  <a:cubicBezTo>
                    <a:pt x="676" y="737"/>
                    <a:pt x="675" y="734"/>
                    <a:pt x="674" y="735"/>
                  </a:cubicBezTo>
                  <a:cubicBezTo>
                    <a:pt x="674" y="735"/>
                    <a:pt x="670" y="735"/>
                    <a:pt x="669" y="733"/>
                  </a:cubicBezTo>
                  <a:cubicBezTo>
                    <a:pt x="669" y="733"/>
                    <a:pt x="667" y="732"/>
                    <a:pt x="667" y="731"/>
                  </a:cubicBezTo>
                  <a:cubicBezTo>
                    <a:pt x="667" y="731"/>
                    <a:pt x="667" y="730"/>
                    <a:pt x="669" y="731"/>
                  </a:cubicBezTo>
                  <a:cubicBezTo>
                    <a:pt x="669" y="731"/>
                    <a:pt x="673" y="733"/>
                    <a:pt x="671" y="730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9" y="726"/>
                    <a:pt x="666" y="728"/>
                  </a:cubicBezTo>
                  <a:cubicBezTo>
                    <a:pt x="666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3" y="724"/>
                    <a:pt x="665" y="723"/>
                  </a:cubicBezTo>
                  <a:cubicBezTo>
                    <a:pt x="665" y="723"/>
                    <a:pt x="666" y="722"/>
                    <a:pt x="665" y="721"/>
                  </a:cubicBezTo>
                  <a:cubicBezTo>
                    <a:pt x="665" y="721"/>
                    <a:pt x="665" y="721"/>
                    <a:pt x="668" y="720"/>
                  </a:cubicBezTo>
                  <a:cubicBezTo>
                    <a:pt x="668" y="720"/>
                    <a:pt x="676" y="717"/>
                    <a:pt x="677" y="721"/>
                  </a:cubicBezTo>
                  <a:cubicBezTo>
                    <a:pt x="677" y="721"/>
                    <a:pt x="678" y="723"/>
                    <a:pt x="677" y="725"/>
                  </a:cubicBezTo>
                  <a:cubicBezTo>
                    <a:pt x="677" y="725"/>
                    <a:pt x="676" y="725"/>
                    <a:pt x="677" y="729"/>
                  </a:cubicBezTo>
                  <a:cubicBezTo>
                    <a:pt x="677" y="729"/>
                    <a:pt x="677" y="731"/>
                    <a:pt x="679" y="732"/>
                  </a:cubicBezTo>
                  <a:cubicBezTo>
                    <a:pt x="679" y="732"/>
                    <a:pt x="680" y="734"/>
                    <a:pt x="681" y="736"/>
                  </a:cubicBezTo>
                  <a:cubicBezTo>
                    <a:pt x="681" y="736"/>
                    <a:pt x="683" y="739"/>
                    <a:pt x="683" y="740"/>
                  </a:cubicBezTo>
                  <a:cubicBezTo>
                    <a:pt x="683" y="740"/>
                    <a:pt x="683" y="742"/>
                    <a:pt x="684" y="741"/>
                  </a:cubicBezTo>
                  <a:cubicBezTo>
                    <a:pt x="684" y="741"/>
                    <a:pt x="692" y="731"/>
                    <a:pt x="698" y="734"/>
                  </a:cubicBezTo>
                  <a:cubicBezTo>
                    <a:pt x="698" y="734"/>
                    <a:pt x="701" y="733"/>
                    <a:pt x="697" y="738"/>
                  </a:cubicBezTo>
                  <a:cubicBezTo>
                    <a:pt x="697" y="738"/>
                    <a:pt x="696" y="740"/>
                    <a:pt x="695" y="740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9" y="742"/>
                  </a:cubicBezTo>
                  <a:cubicBezTo>
                    <a:pt x="689" y="742"/>
                    <a:pt x="692" y="739"/>
                    <a:pt x="692" y="738"/>
                  </a:cubicBezTo>
                  <a:cubicBezTo>
                    <a:pt x="692" y="738"/>
                    <a:pt x="692" y="736"/>
                    <a:pt x="691" y="738"/>
                  </a:cubicBezTo>
                  <a:cubicBezTo>
                    <a:pt x="691" y="738"/>
                    <a:pt x="687" y="741"/>
                    <a:pt x="686" y="742"/>
                  </a:cubicBezTo>
                  <a:cubicBezTo>
                    <a:pt x="686" y="742"/>
                    <a:pt x="684" y="743"/>
                    <a:pt x="685" y="745"/>
                  </a:cubicBezTo>
                  <a:cubicBezTo>
                    <a:pt x="685" y="745"/>
                    <a:pt x="685" y="746"/>
                    <a:pt x="685" y="746"/>
                  </a:cubicBezTo>
                  <a:cubicBezTo>
                    <a:pt x="685" y="746"/>
                    <a:pt x="685" y="747"/>
                    <a:pt x="685" y="747"/>
                  </a:cubicBezTo>
                  <a:cubicBezTo>
                    <a:pt x="685" y="747"/>
                    <a:pt x="687" y="751"/>
                    <a:pt x="684" y="751"/>
                  </a:cubicBezTo>
                  <a:cubicBezTo>
                    <a:pt x="684" y="751"/>
                    <a:pt x="681" y="751"/>
                    <a:pt x="680" y="749"/>
                  </a:cubicBezTo>
                  <a:cubicBezTo>
                    <a:pt x="680" y="749"/>
                    <a:pt x="679" y="747"/>
                    <a:pt x="678" y="750"/>
                  </a:cubicBezTo>
                  <a:cubicBezTo>
                    <a:pt x="678" y="750"/>
                    <a:pt x="675" y="755"/>
                    <a:pt x="673" y="757"/>
                  </a:cubicBezTo>
                  <a:cubicBezTo>
                    <a:pt x="673" y="757"/>
                    <a:pt x="668" y="762"/>
                    <a:pt x="669" y="763"/>
                  </a:cubicBezTo>
                  <a:cubicBezTo>
                    <a:pt x="669" y="763"/>
                    <a:pt x="671" y="765"/>
                    <a:pt x="670" y="765"/>
                  </a:cubicBezTo>
                  <a:cubicBezTo>
                    <a:pt x="670" y="765"/>
                    <a:pt x="669" y="766"/>
                    <a:pt x="667" y="765"/>
                  </a:cubicBezTo>
                  <a:cubicBezTo>
                    <a:pt x="667" y="765"/>
                    <a:pt x="667" y="765"/>
                    <a:pt x="666" y="767"/>
                  </a:cubicBezTo>
                  <a:cubicBezTo>
                    <a:pt x="666" y="767"/>
                    <a:pt x="663" y="770"/>
                    <a:pt x="665" y="771"/>
                  </a:cubicBezTo>
                  <a:cubicBezTo>
                    <a:pt x="665" y="771"/>
                    <a:pt x="666" y="771"/>
                    <a:pt x="667" y="772"/>
                  </a:cubicBezTo>
                  <a:cubicBezTo>
                    <a:pt x="667" y="772"/>
                    <a:pt x="669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6" y="797"/>
                    <a:pt x="706" y="799"/>
                  </a:cubicBezTo>
                  <a:cubicBezTo>
                    <a:pt x="706" y="799"/>
                    <a:pt x="706" y="800"/>
                    <a:pt x="705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3" y="808"/>
                    <a:pt x="692" y="808"/>
                  </a:cubicBezTo>
                  <a:cubicBezTo>
                    <a:pt x="692" y="808"/>
                    <a:pt x="692" y="808"/>
                    <a:pt x="692" y="809"/>
                  </a:cubicBezTo>
                  <a:cubicBezTo>
                    <a:pt x="692" y="809"/>
                    <a:pt x="690" y="808"/>
                    <a:pt x="690" y="809"/>
                  </a:cubicBezTo>
                  <a:cubicBezTo>
                    <a:pt x="684" y="810"/>
                    <a:pt x="684" y="810"/>
                    <a:pt x="684" y="810"/>
                  </a:cubicBezTo>
                  <a:cubicBezTo>
                    <a:pt x="684" y="810"/>
                    <a:pt x="682" y="810"/>
                    <a:pt x="685" y="809"/>
                  </a:cubicBezTo>
                  <a:cubicBezTo>
                    <a:pt x="685" y="809"/>
                    <a:pt x="692" y="807"/>
                    <a:pt x="688" y="807"/>
                  </a:cubicBezTo>
                  <a:cubicBezTo>
                    <a:pt x="688" y="807"/>
                    <a:pt x="686" y="806"/>
                    <a:pt x="688" y="806"/>
                  </a:cubicBezTo>
                  <a:cubicBezTo>
                    <a:pt x="688" y="806"/>
                    <a:pt x="695" y="801"/>
                    <a:pt x="697" y="796"/>
                  </a:cubicBezTo>
                  <a:cubicBezTo>
                    <a:pt x="697" y="796"/>
                    <a:pt x="704" y="785"/>
                    <a:pt x="695" y="779"/>
                  </a:cubicBezTo>
                  <a:cubicBezTo>
                    <a:pt x="695" y="779"/>
                    <a:pt x="691" y="779"/>
                    <a:pt x="688" y="784"/>
                  </a:cubicBezTo>
                  <a:cubicBezTo>
                    <a:pt x="688" y="784"/>
                    <a:pt x="686" y="789"/>
                    <a:pt x="683" y="790"/>
                  </a:cubicBezTo>
                  <a:cubicBezTo>
                    <a:pt x="683" y="790"/>
                    <a:pt x="678" y="789"/>
                    <a:pt x="675" y="787"/>
                  </a:cubicBezTo>
                  <a:cubicBezTo>
                    <a:pt x="675" y="787"/>
                    <a:pt x="672" y="786"/>
                    <a:pt x="675" y="786"/>
                  </a:cubicBezTo>
                  <a:cubicBezTo>
                    <a:pt x="675" y="786"/>
                    <a:pt x="676" y="786"/>
                    <a:pt x="678" y="784"/>
                  </a:cubicBezTo>
                  <a:cubicBezTo>
                    <a:pt x="678" y="784"/>
                    <a:pt x="681" y="783"/>
                    <a:pt x="681" y="782"/>
                  </a:cubicBezTo>
                  <a:cubicBezTo>
                    <a:pt x="681" y="782"/>
                    <a:pt x="683" y="779"/>
                    <a:pt x="685" y="777"/>
                  </a:cubicBezTo>
                  <a:cubicBezTo>
                    <a:pt x="685" y="777"/>
                    <a:pt x="688" y="775"/>
                    <a:pt x="689" y="773"/>
                  </a:cubicBezTo>
                  <a:cubicBezTo>
                    <a:pt x="689" y="773"/>
                    <a:pt x="689" y="771"/>
                    <a:pt x="687" y="772"/>
                  </a:cubicBezTo>
                  <a:cubicBezTo>
                    <a:pt x="687" y="772"/>
                    <a:pt x="683" y="776"/>
                    <a:pt x="679" y="769"/>
                  </a:cubicBezTo>
                  <a:cubicBezTo>
                    <a:pt x="679" y="769"/>
                    <a:pt x="679" y="761"/>
                    <a:pt x="678" y="764"/>
                  </a:cubicBezTo>
                  <a:cubicBezTo>
                    <a:pt x="678" y="764"/>
                    <a:pt x="676" y="769"/>
                    <a:pt x="673" y="770"/>
                  </a:cubicBezTo>
                  <a:cubicBezTo>
                    <a:pt x="673" y="770"/>
                    <a:pt x="671" y="771"/>
                    <a:pt x="669" y="770"/>
                  </a:cubicBezTo>
                  <a:cubicBezTo>
                    <a:pt x="669" y="770"/>
                    <a:pt x="666" y="769"/>
                    <a:pt x="669" y="769"/>
                  </a:cubicBezTo>
                  <a:cubicBezTo>
                    <a:pt x="669" y="769"/>
                    <a:pt x="672" y="768"/>
                    <a:pt x="674" y="764"/>
                  </a:cubicBezTo>
                  <a:cubicBezTo>
                    <a:pt x="674" y="764"/>
                    <a:pt x="676" y="761"/>
                    <a:pt x="676" y="759"/>
                  </a:cubicBezTo>
                  <a:cubicBezTo>
                    <a:pt x="676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8" y="755"/>
                  </a:cubicBezTo>
                  <a:cubicBezTo>
                    <a:pt x="688" y="755"/>
                    <a:pt x="689" y="757"/>
                    <a:pt x="688" y="760"/>
                  </a:cubicBezTo>
                  <a:cubicBezTo>
                    <a:pt x="688" y="760"/>
                    <a:pt x="687" y="762"/>
                    <a:pt x="690" y="765"/>
                  </a:cubicBezTo>
                  <a:cubicBezTo>
                    <a:pt x="690" y="765"/>
                    <a:pt x="694" y="767"/>
                    <a:pt x="695" y="766"/>
                  </a:cubicBezTo>
                  <a:cubicBezTo>
                    <a:pt x="695" y="766"/>
                    <a:pt x="700" y="762"/>
                    <a:pt x="702" y="763"/>
                  </a:cubicBezTo>
                  <a:cubicBezTo>
                    <a:pt x="702" y="763"/>
                    <a:pt x="706" y="763"/>
                    <a:pt x="705" y="766"/>
                  </a:cubicBezTo>
                  <a:cubicBezTo>
                    <a:pt x="705" y="766"/>
                    <a:pt x="704" y="768"/>
                    <a:pt x="704" y="769"/>
                  </a:cubicBezTo>
                  <a:cubicBezTo>
                    <a:pt x="704" y="769"/>
                    <a:pt x="704" y="769"/>
                    <a:pt x="702" y="770"/>
                  </a:cubicBezTo>
                  <a:cubicBezTo>
                    <a:pt x="702" y="770"/>
                    <a:pt x="699" y="772"/>
                    <a:pt x="702" y="775"/>
                  </a:cubicBezTo>
                  <a:cubicBezTo>
                    <a:pt x="707" y="782"/>
                    <a:pt x="707" y="782"/>
                    <a:pt x="707" y="782"/>
                  </a:cubicBezTo>
                  <a:cubicBezTo>
                    <a:pt x="707" y="782"/>
                    <a:pt x="709" y="788"/>
                    <a:pt x="708" y="793"/>
                  </a:cubicBezTo>
                  <a:cubicBezTo>
                    <a:pt x="708" y="793"/>
                    <a:pt x="707" y="795"/>
                    <a:pt x="706" y="796"/>
                  </a:cubicBezTo>
                  <a:close/>
                  <a:moveTo>
                    <a:pt x="452" y="787"/>
                  </a:moveTo>
                  <a:cubicBezTo>
                    <a:pt x="268" y="787"/>
                    <a:pt x="119" y="638"/>
                    <a:pt x="119" y="454"/>
                  </a:cubicBezTo>
                  <a:cubicBezTo>
                    <a:pt x="119" y="270"/>
                    <a:pt x="268" y="121"/>
                    <a:pt x="452" y="121"/>
                  </a:cubicBezTo>
                  <a:cubicBezTo>
                    <a:pt x="636" y="121"/>
                    <a:pt x="785" y="270"/>
                    <a:pt x="785" y="454"/>
                  </a:cubicBezTo>
                  <a:cubicBezTo>
                    <a:pt x="785" y="638"/>
                    <a:pt x="636" y="787"/>
                    <a:pt x="452" y="787"/>
                  </a:cubicBezTo>
                  <a:close/>
                  <a:moveTo>
                    <a:pt x="779" y="318"/>
                  </a:moveTo>
                  <a:cubicBezTo>
                    <a:pt x="776" y="310"/>
                    <a:pt x="775" y="303"/>
                    <a:pt x="778" y="296"/>
                  </a:cubicBezTo>
                  <a:cubicBezTo>
                    <a:pt x="780" y="290"/>
                    <a:pt x="785" y="285"/>
                    <a:pt x="793" y="282"/>
                  </a:cubicBezTo>
                  <a:cubicBezTo>
                    <a:pt x="798" y="280"/>
                    <a:pt x="802" y="279"/>
                    <a:pt x="806" y="279"/>
                  </a:cubicBezTo>
                  <a:cubicBezTo>
                    <a:pt x="809" y="279"/>
                    <a:pt x="812" y="280"/>
                    <a:pt x="815" y="281"/>
                  </a:cubicBezTo>
                  <a:cubicBezTo>
                    <a:pt x="817" y="283"/>
                    <a:pt x="820" y="284"/>
                    <a:pt x="822" y="286"/>
                  </a:cubicBezTo>
                  <a:cubicBezTo>
                    <a:pt x="824" y="289"/>
                    <a:pt x="827" y="293"/>
                    <a:pt x="828" y="297"/>
                  </a:cubicBezTo>
                  <a:cubicBezTo>
                    <a:pt x="832" y="305"/>
                    <a:pt x="832" y="312"/>
                    <a:pt x="829" y="318"/>
                  </a:cubicBezTo>
                  <a:cubicBezTo>
                    <a:pt x="827" y="325"/>
                    <a:pt x="822" y="330"/>
                    <a:pt x="814" y="333"/>
                  </a:cubicBezTo>
                  <a:cubicBezTo>
                    <a:pt x="806" y="336"/>
                    <a:pt x="799" y="336"/>
                    <a:pt x="793" y="333"/>
                  </a:cubicBezTo>
                  <a:cubicBezTo>
                    <a:pt x="787" y="331"/>
                    <a:pt x="782" y="325"/>
                    <a:pt x="779" y="318"/>
                  </a:cubicBezTo>
                  <a:close/>
                  <a:moveTo>
                    <a:pt x="841" y="337"/>
                  </a:moveTo>
                  <a:cubicBezTo>
                    <a:pt x="844" y="348"/>
                    <a:pt x="844" y="348"/>
                    <a:pt x="844" y="348"/>
                  </a:cubicBezTo>
                  <a:cubicBezTo>
                    <a:pt x="803" y="358"/>
                    <a:pt x="803" y="358"/>
                    <a:pt x="803" y="358"/>
                  </a:cubicBezTo>
                  <a:cubicBezTo>
                    <a:pt x="810" y="386"/>
                    <a:pt x="810" y="386"/>
                    <a:pt x="810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2" y="349"/>
                    <a:pt x="792" y="349"/>
                    <a:pt x="792" y="349"/>
                  </a:cubicBezTo>
                  <a:lnTo>
                    <a:pt x="841" y="337"/>
                  </a:lnTo>
                  <a:close/>
                  <a:moveTo>
                    <a:pt x="852" y="525"/>
                  </a:moveTo>
                  <a:cubicBezTo>
                    <a:pt x="816" y="528"/>
                    <a:pt x="816" y="528"/>
                    <a:pt x="816" y="528"/>
                  </a:cubicBezTo>
                  <a:cubicBezTo>
                    <a:pt x="848" y="545"/>
                    <a:pt x="848" y="545"/>
                    <a:pt x="848" y="545"/>
                  </a:cubicBezTo>
                  <a:cubicBezTo>
                    <a:pt x="845" y="562"/>
                    <a:pt x="845" y="562"/>
                    <a:pt x="845" y="562"/>
                  </a:cubicBezTo>
                  <a:cubicBezTo>
                    <a:pt x="794" y="552"/>
                    <a:pt x="794" y="552"/>
                    <a:pt x="794" y="552"/>
                  </a:cubicBezTo>
                  <a:cubicBezTo>
                    <a:pt x="796" y="541"/>
                    <a:pt x="796" y="541"/>
                    <a:pt x="796" y="541"/>
                  </a:cubicBezTo>
                  <a:cubicBezTo>
                    <a:pt x="836" y="549"/>
                    <a:pt x="836" y="549"/>
                    <a:pt x="836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1" y="519"/>
                    <a:pt x="801" y="519"/>
                    <a:pt x="801" y="519"/>
                  </a:cubicBezTo>
                  <a:cubicBezTo>
                    <a:pt x="843" y="516"/>
                    <a:pt x="843" y="516"/>
                    <a:pt x="843" y="516"/>
                  </a:cubicBezTo>
                  <a:cubicBezTo>
                    <a:pt x="803" y="508"/>
                    <a:pt x="803" y="508"/>
                    <a:pt x="803" y="508"/>
                  </a:cubicBezTo>
                  <a:cubicBezTo>
                    <a:pt x="805" y="498"/>
                    <a:pt x="805" y="498"/>
                    <a:pt x="805" y="498"/>
                  </a:cubicBezTo>
                  <a:cubicBezTo>
                    <a:pt x="856" y="508"/>
                    <a:pt x="856" y="508"/>
                    <a:pt x="856" y="508"/>
                  </a:cubicBezTo>
                  <a:lnTo>
                    <a:pt x="852" y="525"/>
                  </a:lnTo>
                  <a:close/>
                  <a:moveTo>
                    <a:pt x="816" y="474"/>
                  </a:moveTo>
                  <a:cubicBezTo>
                    <a:pt x="817" y="476"/>
                    <a:pt x="818" y="477"/>
                    <a:pt x="820" y="477"/>
                  </a:cubicBezTo>
                  <a:cubicBezTo>
                    <a:pt x="822" y="478"/>
                    <a:pt x="825" y="478"/>
                    <a:pt x="829" y="478"/>
                  </a:cubicBezTo>
                  <a:cubicBezTo>
                    <a:pt x="858" y="479"/>
                    <a:pt x="858" y="479"/>
                    <a:pt x="858" y="479"/>
                  </a:cubicBezTo>
                  <a:cubicBezTo>
                    <a:pt x="857" y="491"/>
                    <a:pt x="857" y="491"/>
                    <a:pt x="857" y="491"/>
                  </a:cubicBezTo>
                  <a:cubicBezTo>
                    <a:pt x="830" y="490"/>
                    <a:pt x="830" y="490"/>
                    <a:pt x="830" y="490"/>
                  </a:cubicBezTo>
                  <a:cubicBezTo>
                    <a:pt x="824" y="490"/>
                    <a:pt x="819" y="489"/>
                    <a:pt x="817" y="488"/>
                  </a:cubicBezTo>
                  <a:cubicBezTo>
                    <a:pt x="814" y="488"/>
                    <a:pt x="812" y="486"/>
                    <a:pt x="811" y="485"/>
                  </a:cubicBezTo>
                  <a:cubicBezTo>
                    <a:pt x="809" y="483"/>
                    <a:pt x="808" y="481"/>
                    <a:pt x="807" y="478"/>
                  </a:cubicBezTo>
                  <a:cubicBezTo>
                    <a:pt x="806" y="475"/>
                    <a:pt x="805" y="471"/>
                    <a:pt x="805" y="467"/>
                  </a:cubicBezTo>
                  <a:cubicBezTo>
                    <a:pt x="806" y="461"/>
                    <a:pt x="806" y="457"/>
                    <a:pt x="808" y="455"/>
                  </a:cubicBezTo>
                  <a:cubicBezTo>
                    <a:pt x="809" y="452"/>
                    <a:pt x="810" y="450"/>
                    <a:pt x="812" y="448"/>
                  </a:cubicBezTo>
                  <a:cubicBezTo>
                    <a:pt x="814" y="447"/>
                    <a:pt x="816" y="446"/>
                    <a:pt x="818" y="445"/>
                  </a:cubicBezTo>
                  <a:cubicBezTo>
                    <a:pt x="821" y="444"/>
                    <a:pt x="825" y="444"/>
                    <a:pt x="831" y="444"/>
                  </a:cubicBezTo>
                  <a:cubicBezTo>
                    <a:pt x="859" y="445"/>
                    <a:pt x="859" y="445"/>
                    <a:pt x="859" y="445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6" y="456"/>
                    <a:pt x="823" y="456"/>
                    <a:pt x="822" y="456"/>
                  </a:cubicBezTo>
                  <a:cubicBezTo>
                    <a:pt x="819" y="456"/>
                    <a:pt x="818" y="457"/>
                    <a:pt x="816" y="459"/>
                  </a:cubicBezTo>
                  <a:cubicBezTo>
                    <a:pt x="815" y="461"/>
                    <a:pt x="814" y="464"/>
                    <a:pt x="814" y="467"/>
                  </a:cubicBezTo>
                  <a:cubicBezTo>
                    <a:pt x="814" y="470"/>
                    <a:pt x="815" y="473"/>
                    <a:pt x="816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68">
              <a:extLst>
                <a:ext uri="{FF2B5EF4-FFF2-40B4-BE49-F238E27FC236}">
                  <a16:creationId xmlns:a16="http://schemas.microsoft.com/office/drawing/2014/main" id="{015BF771-E8FB-492E-9FB3-3B6694E64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7558" y="4249111"/>
              <a:ext cx="41275" cy="39688"/>
            </a:xfrm>
            <a:custGeom>
              <a:avLst/>
              <a:gdLst>
                <a:gd name="T0" fmla="*/ 13 w 22"/>
                <a:gd name="T1" fmla="*/ 20 h 21"/>
                <a:gd name="T2" fmla="*/ 17 w 22"/>
                <a:gd name="T3" fmla="*/ 20 h 21"/>
                <a:gd name="T4" fmla="*/ 21 w 22"/>
                <a:gd name="T5" fmla="*/ 17 h 21"/>
                <a:gd name="T6" fmla="*/ 22 w 22"/>
                <a:gd name="T7" fmla="*/ 13 h 21"/>
                <a:gd name="T8" fmla="*/ 19 w 22"/>
                <a:gd name="T9" fmla="*/ 8 h 21"/>
                <a:gd name="T10" fmla="*/ 13 w 22"/>
                <a:gd name="T11" fmla="*/ 3 h 21"/>
                <a:gd name="T12" fmla="*/ 8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4" y="21"/>
                    <a:pt x="16" y="21"/>
                    <a:pt x="17" y="20"/>
                  </a:cubicBezTo>
                  <a:cubicBezTo>
                    <a:pt x="19" y="20"/>
                    <a:pt x="20" y="19"/>
                    <a:pt x="21" y="17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9"/>
                    <a:pt x="19" y="8"/>
                  </a:cubicBezTo>
                  <a:cubicBezTo>
                    <a:pt x="18" y="7"/>
                    <a:pt x="16" y="5"/>
                    <a:pt x="13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1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69">
              <a:extLst>
                <a:ext uri="{FF2B5EF4-FFF2-40B4-BE49-F238E27FC236}">
                  <a16:creationId xmlns:a16="http://schemas.microsoft.com/office/drawing/2014/main" id="{D1FAA13E-7209-4451-89BD-CA978A6CA0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270" y="5563561"/>
              <a:ext cx="33338" cy="52388"/>
            </a:xfrm>
            <a:custGeom>
              <a:avLst/>
              <a:gdLst>
                <a:gd name="T0" fmla="*/ 3 w 18"/>
                <a:gd name="T1" fmla="*/ 3 h 28"/>
                <a:gd name="T2" fmla="*/ 5 w 18"/>
                <a:gd name="T3" fmla="*/ 6 h 28"/>
                <a:gd name="T4" fmla="*/ 7 w 18"/>
                <a:gd name="T5" fmla="*/ 8 h 28"/>
                <a:gd name="T6" fmla="*/ 7 w 18"/>
                <a:gd name="T7" fmla="*/ 11 h 28"/>
                <a:gd name="T8" fmla="*/ 6 w 18"/>
                <a:gd name="T9" fmla="*/ 13 h 28"/>
                <a:gd name="T10" fmla="*/ 2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9 w 18"/>
                <a:gd name="T17" fmla="*/ 21 h 28"/>
                <a:gd name="T18" fmla="*/ 10 w 18"/>
                <a:gd name="T19" fmla="*/ 19 h 28"/>
                <a:gd name="T20" fmla="*/ 14 w 18"/>
                <a:gd name="T21" fmla="*/ 13 h 28"/>
                <a:gd name="T22" fmla="*/ 17 w 18"/>
                <a:gd name="T23" fmla="*/ 6 h 28"/>
                <a:gd name="T24" fmla="*/ 17 w 18"/>
                <a:gd name="T25" fmla="*/ 4 h 28"/>
                <a:gd name="T26" fmla="*/ 12 w 18"/>
                <a:gd name="T27" fmla="*/ 1 h 28"/>
                <a:gd name="T28" fmla="*/ 7 w 18"/>
                <a:gd name="T29" fmla="*/ 0 h 28"/>
                <a:gd name="T30" fmla="*/ 4 w 18"/>
                <a:gd name="T31" fmla="*/ 0 h 28"/>
                <a:gd name="T32" fmla="*/ 3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3" y="3"/>
                  </a:moveTo>
                  <a:cubicBezTo>
                    <a:pt x="4" y="4"/>
                    <a:pt x="5" y="6"/>
                    <a:pt x="5" y="6"/>
                  </a:cubicBezTo>
                  <a:cubicBezTo>
                    <a:pt x="6" y="8"/>
                    <a:pt x="7" y="8"/>
                    <a:pt x="7" y="8"/>
                  </a:cubicBezTo>
                  <a:cubicBezTo>
                    <a:pt x="8" y="9"/>
                    <a:pt x="7" y="11"/>
                    <a:pt x="7" y="11"/>
                  </a:cubicBezTo>
                  <a:cubicBezTo>
                    <a:pt x="6" y="12"/>
                    <a:pt x="6" y="13"/>
                    <a:pt x="6" y="13"/>
                  </a:cubicBezTo>
                  <a:cubicBezTo>
                    <a:pt x="5" y="16"/>
                    <a:pt x="2" y="19"/>
                    <a:pt x="2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2" y="16"/>
                    <a:pt x="14" y="13"/>
                    <a:pt x="14" y="13"/>
                  </a:cubicBezTo>
                  <a:cubicBezTo>
                    <a:pt x="15" y="12"/>
                    <a:pt x="17" y="6"/>
                    <a:pt x="17" y="6"/>
                  </a:cubicBezTo>
                  <a:cubicBezTo>
                    <a:pt x="18" y="6"/>
                    <a:pt x="17" y="4"/>
                    <a:pt x="17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1" y="1"/>
                    <a:pt x="9" y="0"/>
                    <a:pt x="7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3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70">
              <a:extLst>
                <a:ext uri="{FF2B5EF4-FFF2-40B4-BE49-F238E27FC236}">
                  <a16:creationId xmlns:a16="http://schemas.microsoft.com/office/drawing/2014/main" id="{8E2E4C7D-FFF9-4617-8DFA-F21FDED36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7745" y="4565023"/>
              <a:ext cx="68263" cy="63500"/>
            </a:xfrm>
            <a:custGeom>
              <a:avLst/>
              <a:gdLst>
                <a:gd name="T0" fmla="*/ 25 w 37"/>
                <a:gd name="T1" fmla="*/ 32 h 34"/>
                <a:gd name="T2" fmla="*/ 35 w 37"/>
                <a:gd name="T3" fmla="*/ 23 h 34"/>
                <a:gd name="T4" fmla="*/ 35 w 37"/>
                <a:gd name="T5" fmla="*/ 10 h 34"/>
                <a:gd name="T6" fmla="*/ 27 w 37"/>
                <a:gd name="T7" fmla="*/ 2 h 34"/>
                <a:gd name="T8" fmla="*/ 13 w 37"/>
                <a:gd name="T9" fmla="*/ 3 h 34"/>
                <a:gd name="T10" fmla="*/ 2 w 37"/>
                <a:gd name="T11" fmla="*/ 12 h 34"/>
                <a:gd name="T12" fmla="*/ 2 w 37"/>
                <a:gd name="T13" fmla="*/ 24 h 34"/>
                <a:gd name="T14" fmla="*/ 11 w 37"/>
                <a:gd name="T15" fmla="*/ 33 h 34"/>
                <a:gd name="T16" fmla="*/ 25 w 37"/>
                <a:gd name="T17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34">
                  <a:moveTo>
                    <a:pt x="25" y="32"/>
                  </a:moveTo>
                  <a:cubicBezTo>
                    <a:pt x="30" y="29"/>
                    <a:pt x="34" y="26"/>
                    <a:pt x="35" y="23"/>
                  </a:cubicBezTo>
                  <a:cubicBezTo>
                    <a:pt x="37" y="19"/>
                    <a:pt x="37" y="15"/>
                    <a:pt x="35" y="10"/>
                  </a:cubicBezTo>
                  <a:cubicBezTo>
                    <a:pt x="33" y="6"/>
                    <a:pt x="31" y="3"/>
                    <a:pt x="27" y="2"/>
                  </a:cubicBezTo>
                  <a:cubicBezTo>
                    <a:pt x="23" y="0"/>
                    <a:pt x="18" y="0"/>
                    <a:pt x="13" y="3"/>
                  </a:cubicBezTo>
                  <a:cubicBezTo>
                    <a:pt x="7" y="5"/>
                    <a:pt x="4" y="8"/>
                    <a:pt x="2" y="12"/>
                  </a:cubicBezTo>
                  <a:cubicBezTo>
                    <a:pt x="0" y="16"/>
                    <a:pt x="0" y="20"/>
                    <a:pt x="2" y="24"/>
                  </a:cubicBezTo>
                  <a:cubicBezTo>
                    <a:pt x="4" y="28"/>
                    <a:pt x="7" y="31"/>
                    <a:pt x="11" y="33"/>
                  </a:cubicBezTo>
                  <a:cubicBezTo>
                    <a:pt x="14" y="34"/>
                    <a:pt x="19" y="34"/>
                    <a:pt x="25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6ADBFEBD-5E77-4378-BA2D-B0541D3F26E0}"/>
              </a:ext>
            </a:extLst>
          </p:cNvPr>
          <p:cNvGrpSpPr/>
          <p:nvPr userDrawn="1"/>
        </p:nvGrpSpPr>
        <p:grpSpPr>
          <a:xfrm>
            <a:off x="-3520096" y="0"/>
            <a:ext cx="6882359" cy="6858000"/>
            <a:chOff x="4804858" y="3977648"/>
            <a:chExt cx="1793875" cy="1787526"/>
          </a:xfrm>
          <a:solidFill>
            <a:schemeClr val="bg1">
              <a:lumMod val="85000"/>
              <a:alpha val="40000"/>
            </a:schemeClr>
          </a:solidFill>
        </p:grpSpPr>
        <p:sp>
          <p:nvSpPr>
            <p:cNvPr id="63" name="Rectangle 51">
              <a:extLst>
                <a:ext uri="{FF2B5EF4-FFF2-40B4-BE49-F238E27FC236}">
                  <a16:creationId xmlns:a16="http://schemas.microsoft.com/office/drawing/2014/main" id="{6B7E4719-139E-4E9A-A3D6-93F5E30A9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383" y="4693611"/>
              <a:ext cx="793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52">
              <a:extLst>
                <a:ext uri="{FF2B5EF4-FFF2-40B4-BE49-F238E27FC236}">
                  <a16:creationId xmlns:a16="http://schemas.microsoft.com/office/drawing/2014/main" id="{68F124EC-6F9B-4B28-9F3F-4F9963C512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608" y="4339598"/>
              <a:ext cx="917575" cy="1074738"/>
            </a:xfrm>
            <a:custGeom>
              <a:avLst/>
              <a:gdLst>
                <a:gd name="T0" fmla="*/ 342 w 495"/>
                <a:gd name="T1" fmla="*/ 490 h 581"/>
                <a:gd name="T2" fmla="*/ 267 w 495"/>
                <a:gd name="T3" fmla="*/ 393 h 581"/>
                <a:gd name="T4" fmla="*/ 155 w 495"/>
                <a:gd name="T5" fmla="*/ 426 h 581"/>
                <a:gd name="T6" fmla="*/ 159 w 495"/>
                <a:gd name="T7" fmla="*/ 351 h 581"/>
                <a:gd name="T8" fmla="*/ 108 w 495"/>
                <a:gd name="T9" fmla="*/ 266 h 581"/>
                <a:gd name="T10" fmla="*/ 118 w 495"/>
                <a:gd name="T11" fmla="*/ 114 h 581"/>
                <a:gd name="T12" fmla="*/ 157 w 495"/>
                <a:gd name="T13" fmla="*/ 118 h 581"/>
                <a:gd name="T14" fmla="*/ 168 w 495"/>
                <a:gd name="T15" fmla="*/ 129 h 581"/>
                <a:gd name="T16" fmla="*/ 173 w 495"/>
                <a:gd name="T17" fmla="*/ 168 h 581"/>
                <a:gd name="T18" fmla="*/ 68 w 495"/>
                <a:gd name="T19" fmla="*/ 266 h 581"/>
                <a:gd name="T20" fmla="*/ 153 w 495"/>
                <a:gd name="T21" fmla="*/ 111 h 581"/>
                <a:gd name="T22" fmla="*/ 142 w 495"/>
                <a:gd name="T23" fmla="*/ 149 h 581"/>
                <a:gd name="T24" fmla="*/ 181 w 495"/>
                <a:gd name="T25" fmla="*/ 133 h 581"/>
                <a:gd name="T26" fmla="*/ 182 w 495"/>
                <a:gd name="T27" fmla="*/ 47 h 581"/>
                <a:gd name="T28" fmla="*/ 197 w 495"/>
                <a:gd name="T29" fmla="*/ 282 h 581"/>
                <a:gd name="T30" fmla="*/ 199 w 495"/>
                <a:gd name="T31" fmla="*/ 136 h 581"/>
                <a:gd name="T32" fmla="*/ 201 w 495"/>
                <a:gd name="T33" fmla="*/ 5 h 581"/>
                <a:gd name="T34" fmla="*/ 212 w 495"/>
                <a:gd name="T35" fmla="*/ 61 h 581"/>
                <a:gd name="T36" fmla="*/ 256 w 495"/>
                <a:gd name="T37" fmla="*/ 145 h 581"/>
                <a:gd name="T38" fmla="*/ 279 w 495"/>
                <a:gd name="T39" fmla="*/ 84 h 581"/>
                <a:gd name="T40" fmla="*/ 358 w 495"/>
                <a:gd name="T41" fmla="*/ 54 h 581"/>
                <a:gd name="T42" fmla="*/ 412 w 495"/>
                <a:gd name="T43" fmla="*/ 93 h 581"/>
                <a:gd name="T44" fmla="*/ 431 w 495"/>
                <a:gd name="T45" fmla="*/ 95 h 581"/>
                <a:gd name="T46" fmla="*/ 463 w 495"/>
                <a:gd name="T47" fmla="*/ 155 h 581"/>
                <a:gd name="T48" fmla="*/ 222 w 495"/>
                <a:gd name="T49" fmla="*/ 279 h 581"/>
                <a:gd name="T50" fmla="*/ 350 w 495"/>
                <a:gd name="T51" fmla="*/ 257 h 581"/>
                <a:gd name="T52" fmla="*/ 398 w 495"/>
                <a:gd name="T53" fmla="*/ 210 h 581"/>
                <a:gd name="T54" fmla="*/ 407 w 495"/>
                <a:gd name="T55" fmla="*/ 219 h 581"/>
                <a:gd name="T56" fmla="*/ 412 w 495"/>
                <a:gd name="T57" fmla="*/ 451 h 581"/>
                <a:gd name="T58" fmla="*/ 406 w 495"/>
                <a:gd name="T59" fmla="*/ 320 h 581"/>
                <a:gd name="T60" fmla="*/ 469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1 w 495"/>
                <a:gd name="T67" fmla="*/ 188 h 581"/>
                <a:gd name="T68" fmla="*/ 364 w 495"/>
                <a:gd name="T69" fmla="*/ 225 h 581"/>
                <a:gd name="T70" fmla="*/ 361 w 495"/>
                <a:gd name="T71" fmla="*/ 188 h 581"/>
                <a:gd name="T72" fmla="*/ 387 w 495"/>
                <a:gd name="T73" fmla="*/ 356 h 581"/>
                <a:gd name="T74" fmla="*/ 220 w 495"/>
                <a:gd name="T75" fmla="*/ 351 h 581"/>
                <a:gd name="T76" fmla="*/ 236 w 495"/>
                <a:gd name="T77" fmla="*/ 315 h 581"/>
                <a:gd name="T78" fmla="*/ 207 w 495"/>
                <a:gd name="T79" fmla="*/ 171 h 581"/>
                <a:gd name="T80" fmla="*/ 239 w 495"/>
                <a:gd name="T81" fmla="*/ 166 h 581"/>
                <a:gd name="T82" fmla="*/ 252 w 495"/>
                <a:gd name="T83" fmla="*/ 158 h 581"/>
                <a:gd name="T84" fmla="*/ 270 w 495"/>
                <a:gd name="T85" fmla="*/ 130 h 581"/>
                <a:gd name="T86" fmla="*/ 279 w 495"/>
                <a:gd name="T87" fmla="*/ 100 h 581"/>
                <a:gd name="T88" fmla="*/ 394 w 495"/>
                <a:gd name="T89" fmla="*/ 130 h 581"/>
                <a:gd name="T90" fmla="*/ 438 w 495"/>
                <a:gd name="T91" fmla="*/ 100 h 581"/>
                <a:gd name="T92" fmla="*/ 439 w 495"/>
                <a:gd name="T93" fmla="*/ 153 h 581"/>
                <a:gd name="T94" fmla="*/ 457 w 495"/>
                <a:gd name="T95" fmla="*/ 159 h 581"/>
                <a:gd name="T96" fmla="*/ 475 w 495"/>
                <a:gd name="T97" fmla="*/ 100 h 581"/>
                <a:gd name="T98" fmla="*/ 456 w 495"/>
                <a:gd name="T99" fmla="*/ 80 h 581"/>
                <a:gd name="T100" fmla="*/ 344 w 495"/>
                <a:gd name="T101" fmla="*/ 34 h 581"/>
                <a:gd name="T102" fmla="*/ 207 w 495"/>
                <a:gd name="T103" fmla="*/ 0 h 581"/>
                <a:gd name="T104" fmla="*/ 173 w 495"/>
                <a:gd name="T105" fmla="*/ 7 h 581"/>
                <a:gd name="T106" fmla="*/ 144 w 495"/>
                <a:gd name="T107" fmla="*/ 23 h 581"/>
                <a:gd name="T108" fmla="*/ 122 w 495"/>
                <a:gd name="T109" fmla="*/ 51 h 581"/>
                <a:gd name="T110" fmla="*/ 149 w 495"/>
                <a:gd name="T111" fmla="*/ 82 h 581"/>
                <a:gd name="T112" fmla="*/ 59 w 495"/>
                <a:gd name="T113" fmla="*/ 98 h 581"/>
                <a:gd name="T114" fmla="*/ 108 w 495"/>
                <a:gd name="T115" fmla="*/ 286 h 581"/>
                <a:gd name="T116" fmla="*/ 153 w 495"/>
                <a:gd name="T117" fmla="*/ 307 h 581"/>
                <a:gd name="T118" fmla="*/ 103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70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90" y="370"/>
                    <a:pt x="290" y="370"/>
                    <a:pt x="290" y="370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338" y="349"/>
                    <a:pt x="338" y="349"/>
                    <a:pt x="338" y="349"/>
                  </a:cubicBezTo>
                  <a:cubicBezTo>
                    <a:pt x="377" y="362"/>
                    <a:pt x="377" y="362"/>
                    <a:pt x="377" y="362"/>
                  </a:cubicBezTo>
                  <a:lnTo>
                    <a:pt x="370" y="368"/>
                  </a:lnTo>
                  <a:close/>
                  <a:moveTo>
                    <a:pt x="342" y="490"/>
                  </a:moveTo>
                  <a:cubicBezTo>
                    <a:pt x="338" y="469"/>
                    <a:pt x="338" y="469"/>
                    <a:pt x="338" y="469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5" y="420"/>
                    <a:pt x="365" y="420"/>
                    <a:pt x="365" y="420"/>
                  </a:cubicBezTo>
                  <a:cubicBezTo>
                    <a:pt x="376" y="493"/>
                    <a:pt x="376" y="493"/>
                    <a:pt x="376" y="493"/>
                  </a:cubicBezTo>
                  <a:cubicBezTo>
                    <a:pt x="365" y="492"/>
                    <a:pt x="354" y="491"/>
                    <a:pt x="342" y="490"/>
                  </a:cubicBezTo>
                  <a:close/>
                  <a:moveTo>
                    <a:pt x="267" y="393"/>
                  </a:moveTo>
                  <a:cubicBezTo>
                    <a:pt x="300" y="401"/>
                    <a:pt x="300" y="401"/>
                    <a:pt x="300" y="401"/>
                  </a:cubicBezTo>
                  <a:cubicBezTo>
                    <a:pt x="345" y="384"/>
                    <a:pt x="345" y="384"/>
                    <a:pt x="345" y="384"/>
                  </a:cubicBezTo>
                  <a:cubicBezTo>
                    <a:pt x="370" y="396"/>
                    <a:pt x="370" y="396"/>
                    <a:pt x="370" y="396"/>
                  </a:cubicBezTo>
                  <a:cubicBezTo>
                    <a:pt x="345" y="392"/>
                    <a:pt x="345" y="392"/>
                    <a:pt x="345" y="392"/>
                  </a:cubicBezTo>
                  <a:cubicBezTo>
                    <a:pt x="299" y="409"/>
                    <a:pt x="299" y="409"/>
                    <a:pt x="299" y="409"/>
                  </a:cubicBezTo>
                  <a:lnTo>
                    <a:pt x="267" y="393"/>
                  </a:lnTo>
                  <a:close/>
                  <a:moveTo>
                    <a:pt x="172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1" y="407"/>
                    <a:pt x="171" y="407"/>
                    <a:pt x="171" y="407"/>
                  </a:cubicBezTo>
                  <a:cubicBezTo>
                    <a:pt x="186" y="457"/>
                    <a:pt x="186" y="457"/>
                    <a:pt x="186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2" y="472"/>
                  </a:lnTo>
                  <a:close/>
                  <a:moveTo>
                    <a:pt x="155" y="326"/>
                  </a:moveTo>
                  <a:cubicBezTo>
                    <a:pt x="159" y="326"/>
                    <a:pt x="159" y="326"/>
                    <a:pt x="159" y="326"/>
                  </a:cubicBezTo>
                  <a:cubicBezTo>
                    <a:pt x="159" y="351"/>
                    <a:pt x="159" y="351"/>
                    <a:pt x="159" y="351"/>
                  </a:cubicBezTo>
                  <a:cubicBezTo>
                    <a:pt x="155" y="351"/>
                    <a:pt x="155" y="351"/>
                    <a:pt x="155" y="351"/>
                  </a:cubicBezTo>
                  <a:lnTo>
                    <a:pt x="155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9" y="266"/>
                    <a:pt x="79" y="266"/>
                    <a:pt x="79" y="26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98"/>
                    <a:pt x="110" y="98"/>
                    <a:pt x="110" y="98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9" y="99"/>
                    <a:pt x="149" y="100"/>
                    <a:pt x="150" y="101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0"/>
                    <a:pt x="124" y="130"/>
                    <a:pt x="124" y="130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6" y="116"/>
                    <a:pt x="157" y="117"/>
                    <a:pt x="157" y="118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9" y="144"/>
                    <a:pt x="129" y="144"/>
                    <a:pt x="129" y="144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8" y="129"/>
                    <a:pt x="168" y="129"/>
                    <a:pt x="168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5" y="166"/>
                    <a:pt x="155" y="166"/>
                    <a:pt x="155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3" y="168"/>
                    <a:pt x="173" y="168"/>
                    <a:pt x="173" y="168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7" y="137"/>
                    <a:pt x="188" y="138"/>
                    <a:pt x="190" y="138"/>
                  </a:cubicBezTo>
                  <a:cubicBezTo>
                    <a:pt x="190" y="171"/>
                    <a:pt x="190" y="171"/>
                    <a:pt x="190" y="171"/>
                  </a:cubicBezTo>
                  <a:cubicBezTo>
                    <a:pt x="187" y="171"/>
                    <a:pt x="187" y="171"/>
                    <a:pt x="187" y="171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4" y="266"/>
                  </a:moveTo>
                  <a:cubicBezTo>
                    <a:pt x="68" y="266"/>
                    <a:pt x="68" y="266"/>
                    <a:pt x="68" y="266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4" y="100"/>
                    <a:pt x="74" y="100"/>
                    <a:pt x="74" y="100"/>
                  </a:cubicBezTo>
                  <a:lnTo>
                    <a:pt x="74" y="266"/>
                  </a:lnTo>
                  <a:close/>
                  <a:moveTo>
                    <a:pt x="153" y="111"/>
                  </a:moveTo>
                  <a:cubicBezTo>
                    <a:pt x="153" y="112"/>
                    <a:pt x="154" y="112"/>
                    <a:pt x="154" y="113"/>
                  </a:cubicBezTo>
                  <a:cubicBezTo>
                    <a:pt x="125" y="125"/>
                    <a:pt x="125" y="125"/>
                    <a:pt x="125" y="125"/>
                  </a:cubicBezTo>
                  <a:cubicBezTo>
                    <a:pt x="124" y="123"/>
                    <a:pt x="124" y="123"/>
                    <a:pt x="124" y="123"/>
                  </a:cubicBezTo>
                  <a:lnTo>
                    <a:pt x="153" y="111"/>
                  </a:lnTo>
                  <a:close/>
                  <a:moveTo>
                    <a:pt x="122" y="57"/>
                  </a:moveTo>
                  <a:cubicBezTo>
                    <a:pt x="123" y="55"/>
                    <a:pt x="123" y="55"/>
                    <a:pt x="123" y="55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55" y="70"/>
                    <a:pt x="155" y="70"/>
                    <a:pt x="155" y="70"/>
                  </a:cubicBezTo>
                  <a:lnTo>
                    <a:pt x="122" y="57"/>
                  </a:lnTo>
                  <a:close/>
                  <a:moveTo>
                    <a:pt x="166" y="124"/>
                  </a:moveTo>
                  <a:cubicBezTo>
                    <a:pt x="166" y="125"/>
                    <a:pt x="167" y="125"/>
                    <a:pt x="168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6" y="124"/>
                  </a:lnTo>
                  <a:close/>
                  <a:moveTo>
                    <a:pt x="140" y="29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6" y="56"/>
                    <a:pt x="166" y="56"/>
                    <a:pt x="166" y="56"/>
                  </a:cubicBezTo>
                  <a:lnTo>
                    <a:pt x="140" y="29"/>
                  </a:lnTo>
                  <a:close/>
                  <a:moveTo>
                    <a:pt x="181" y="133"/>
                  </a:moveTo>
                  <a:cubicBezTo>
                    <a:pt x="182" y="133"/>
                    <a:pt x="182" y="134"/>
                    <a:pt x="183" y="134"/>
                  </a:cubicBezTo>
                  <a:cubicBezTo>
                    <a:pt x="170" y="166"/>
                    <a:pt x="170" y="166"/>
                    <a:pt x="170" y="166"/>
                  </a:cubicBezTo>
                  <a:cubicBezTo>
                    <a:pt x="168" y="165"/>
                    <a:pt x="168" y="165"/>
                    <a:pt x="168" y="165"/>
                  </a:cubicBezTo>
                  <a:lnTo>
                    <a:pt x="181" y="133"/>
                  </a:lnTo>
                  <a:close/>
                  <a:moveTo>
                    <a:pt x="167" y="10"/>
                  </a:moveTo>
                  <a:cubicBezTo>
                    <a:pt x="171" y="17"/>
                    <a:pt x="171" y="17"/>
                    <a:pt x="171" y="17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4" y="46"/>
                    <a:pt x="183" y="47"/>
                    <a:pt x="182" y="47"/>
                  </a:cubicBezTo>
                  <a:lnTo>
                    <a:pt x="167" y="10"/>
                  </a:lnTo>
                  <a:close/>
                  <a:moveTo>
                    <a:pt x="197" y="323"/>
                  </a:moveTo>
                  <a:cubicBezTo>
                    <a:pt x="197" y="323"/>
                    <a:pt x="197" y="323"/>
                    <a:pt x="197" y="323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7" y="351"/>
                    <a:pt x="197" y="351"/>
                    <a:pt x="197" y="351"/>
                  </a:cubicBezTo>
                  <a:lnTo>
                    <a:pt x="197" y="323"/>
                  </a:lnTo>
                  <a:close/>
                  <a:moveTo>
                    <a:pt x="197" y="282"/>
                  </a:moveTo>
                  <a:cubicBezTo>
                    <a:pt x="197" y="282"/>
                    <a:pt x="197" y="282"/>
                    <a:pt x="197" y="282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7" y="307"/>
                    <a:pt x="197" y="307"/>
                    <a:pt x="197" y="307"/>
                  </a:cubicBezTo>
                  <a:lnTo>
                    <a:pt x="197" y="282"/>
                  </a:lnTo>
                  <a:close/>
                  <a:moveTo>
                    <a:pt x="197" y="171"/>
                  </a:moveTo>
                  <a:cubicBezTo>
                    <a:pt x="199" y="171"/>
                    <a:pt x="199" y="171"/>
                    <a:pt x="199" y="171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00" y="136"/>
                    <a:pt x="201" y="136"/>
                    <a:pt x="201" y="136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7" y="267"/>
                    <a:pt x="197" y="267"/>
                    <a:pt x="197" y="267"/>
                  </a:cubicBezTo>
                  <a:lnTo>
                    <a:pt x="197" y="171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1" y="45"/>
                    <a:pt x="200" y="45"/>
                    <a:pt x="199" y="44"/>
                  </a:cubicBezTo>
                  <a:lnTo>
                    <a:pt x="199" y="5"/>
                  </a:lnTo>
                  <a:close/>
                  <a:moveTo>
                    <a:pt x="212" y="61"/>
                  </a:moveTo>
                  <a:cubicBezTo>
                    <a:pt x="217" y="61"/>
                    <a:pt x="222" y="66"/>
                    <a:pt x="222" y="71"/>
                  </a:cubicBezTo>
                  <a:cubicBezTo>
                    <a:pt x="222" y="77"/>
                    <a:pt x="217" y="81"/>
                    <a:pt x="212" y="81"/>
                  </a:cubicBezTo>
                  <a:cubicBezTo>
                    <a:pt x="206" y="81"/>
                    <a:pt x="202" y="77"/>
                    <a:pt x="202" y="71"/>
                  </a:cubicBezTo>
                  <a:cubicBezTo>
                    <a:pt x="202" y="66"/>
                    <a:pt x="206" y="61"/>
                    <a:pt x="212" y="61"/>
                  </a:cubicBezTo>
                  <a:close/>
                  <a:moveTo>
                    <a:pt x="231" y="164"/>
                  </a:moveTo>
                  <a:cubicBezTo>
                    <a:pt x="230" y="164"/>
                    <a:pt x="230" y="164"/>
                    <a:pt x="230" y="164"/>
                  </a:cubicBezTo>
                  <a:cubicBezTo>
                    <a:pt x="217" y="131"/>
                    <a:pt x="217" y="131"/>
                    <a:pt x="217" y="131"/>
                  </a:cubicBezTo>
                  <a:cubicBezTo>
                    <a:pt x="220" y="130"/>
                    <a:pt x="220" y="130"/>
                    <a:pt x="220" y="130"/>
                  </a:cubicBezTo>
                  <a:lnTo>
                    <a:pt x="231" y="164"/>
                  </a:lnTo>
                  <a:close/>
                  <a:moveTo>
                    <a:pt x="233" y="119"/>
                  </a:moveTo>
                  <a:cubicBezTo>
                    <a:pt x="258" y="143"/>
                    <a:pt x="258" y="143"/>
                    <a:pt x="258" y="143"/>
                  </a:cubicBezTo>
                  <a:cubicBezTo>
                    <a:pt x="256" y="145"/>
                    <a:pt x="256" y="145"/>
                    <a:pt x="256" y="145"/>
                  </a:cubicBezTo>
                  <a:cubicBezTo>
                    <a:pt x="231" y="120"/>
                    <a:pt x="231" y="120"/>
                    <a:pt x="231" y="120"/>
                  </a:cubicBezTo>
                  <a:cubicBezTo>
                    <a:pt x="232" y="120"/>
                    <a:pt x="232" y="119"/>
                    <a:pt x="233" y="119"/>
                  </a:cubicBezTo>
                  <a:close/>
                  <a:moveTo>
                    <a:pt x="241" y="103"/>
                  </a:moveTo>
                  <a:cubicBezTo>
                    <a:pt x="273" y="116"/>
                    <a:pt x="273" y="116"/>
                    <a:pt x="273" y="116"/>
                  </a:cubicBezTo>
                  <a:cubicBezTo>
                    <a:pt x="272" y="118"/>
                    <a:pt x="272" y="118"/>
                    <a:pt x="272" y="118"/>
                  </a:cubicBezTo>
                  <a:cubicBezTo>
                    <a:pt x="240" y="104"/>
                    <a:pt x="240" y="104"/>
                    <a:pt x="240" y="104"/>
                  </a:cubicBezTo>
                  <a:cubicBezTo>
                    <a:pt x="240" y="104"/>
                    <a:pt x="241" y="103"/>
                    <a:pt x="241" y="103"/>
                  </a:cubicBezTo>
                  <a:close/>
                  <a:moveTo>
                    <a:pt x="279" y="84"/>
                  </a:moveTo>
                  <a:cubicBezTo>
                    <a:pt x="375" y="84"/>
                    <a:pt x="375" y="84"/>
                    <a:pt x="375" y="84"/>
                  </a:cubicBezTo>
                  <a:cubicBezTo>
                    <a:pt x="375" y="88"/>
                    <a:pt x="375" y="88"/>
                    <a:pt x="375" y="88"/>
                  </a:cubicBezTo>
                  <a:cubicBezTo>
                    <a:pt x="279" y="88"/>
                    <a:pt x="279" y="88"/>
                    <a:pt x="279" y="88"/>
                  </a:cubicBezTo>
                  <a:lnTo>
                    <a:pt x="279" y="84"/>
                  </a:lnTo>
                  <a:close/>
                  <a:moveTo>
                    <a:pt x="359" y="55"/>
                  </a:moveTo>
                  <a:cubicBezTo>
                    <a:pt x="362" y="80"/>
                    <a:pt x="362" y="80"/>
                    <a:pt x="362" y="80"/>
                  </a:cubicBezTo>
                  <a:cubicBezTo>
                    <a:pt x="360" y="80"/>
                    <a:pt x="360" y="80"/>
                    <a:pt x="360" y="80"/>
                  </a:cubicBezTo>
                  <a:cubicBezTo>
                    <a:pt x="358" y="54"/>
                    <a:pt x="358" y="54"/>
                    <a:pt x="358" y="54"/>
                  </a:cubicBezTo>
                  <a:lnTo>
                    <a:pt x="359" y="55"/>
                  </a:lnTo>
                  <a:close/>
                  <a:moveTo>
                    <a:pt x="370" y="67"/>
                  </a:moveTo>
                  <a:cubicBezTo>
                    <a:pt x="397" y="83"/>
                    <a:pt x="397" y="83"/>
                    <a:pt x="397" y="83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7"/>
                  </a:lnTo>
                  <a:close/>
                  <a:moveTo>
                    <a:pt x="411" y="89"/>
                  </a:moveTo>
                  <a:cubicBezTo>
                    <a:pt x="412" y="93"/>
                    <a:pt x="412" y="93"/>
                    <a:pt x="412" y="93"/>
                  </a:cubicBezTo>
                  <a:cubicBezTo>
                    <a:pt x="382" y="99"/>
                    <a:pt x="382" y="99"/>
                    <a:pt x="382" y="99"/>
                  </a:cubicBezTo>
                  <a:cubicBezTo>
                    <a:pt x="378" y="97"/>
                    <a:pt x="378" y="97"/>
                    <a:pt x="378" y="97"/>
                  </a:cubicBezTo>
                  <a:lnTo>
                    <a:pt x="411" y="89"/>
                  </a:lnTo>
                  <a:close/>
                  <a:moveTo>
                    <a:pt x="431" y="95"/>
                  </a:moveTo>
                  <a:cubicBezTo>
                    <a:pt x="403" y="130"/>
                    <a:pt x="403" y="130"/>
                    <a:pt x="403" y="130"/>
                  </a:cubicBezTo>
                  <a:cubicBezTo>
                    <a:pt x="400" y="127"/>
                    <a:pt x="400" y="127"/>
                    <a:pt x="400" y="127"/>
                  </a:cubicBezTo>
                  <a:cubicBezTo>
                    <a:pt x="428" y="91"/>
                    <a:pt x="428" y="91"/>
                    <a:pt x="428" y="91"/>
                  </a:cubicBezTo>
                  <a:lnTo>
                    <a:pt x="431" y="95"/>
                  </a:lnTo>
                  <a:close/>
                  <a:moveTo>
                    <a:pt x="447" y="98"/>
                  </a:moveTo>
                  <a:cubicBezTo>
                    <a:pt x="432" y="144"/>
                    <a:pt x="432" y="144"/>
                    <a:pt x="432" y="144"/>
                  </a:cubicBezTo>
                  <a:cubicBezTo>
                    <a:pt x="430" y="143"/>
                    <a:pt x="430" y="143"/>
                    <a:pt x="430" y="143"/>
                  </a:cubicBezTo>
                  <a:cubicBezTo>
                    <a:pt x="445" y="96"/>
                    <a:pt x="445" y="96"/>
                    <a:pt x="445" y="96"/>
                  </a:cubicBezTo>
                  <a:lnTo>
                    <a:pt x="447" y="98"/>
                  </a:lnTo>
                  <a:close/>
                  <a:moveTo>
                    <a:pt x="461" y="95"/>
                  </a:moveTo>
                  <a:cubicBezTo>
                    <a:pt x="463" y="95"/>
                    <a:pt x="463" y="95"/>
                    <a:pt x="463" y="95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1" y="155"/>
                    <a:pt x="461" y="155"/>
                    <a:pt x="461" y="155"/>
                  </a:cubicBezTo>
                  <a:lnTo>
                    <a:pt x="461" y="95"/>
                  </a:lnTo>
                  <a:close/>
                  <a:moveTo>
                    <a:pt x="207" y="286"/>
                  </a:moveTo>
                  <a:cubicBezTo>
                    <a:pt x="217" y="286"/>
                    <a:pt x="217" y="286"/>
                    <a:pt x="217" y="286"/>
                  </a:cubicBezTo>
                  <a:cubicBezTo>
                    <a:pt x="217" y="307"/>
                    <a:pt x="217" y="307"/>
                    <a:pt x="217" y="307"/>
                  </a:cubicBezTo>
                  <a:cubicBezTo>
                    <a:pt x="207" y="307"/>
                    <a:pt x="207" y="307"/>
                    <a:pt x="207" y="307"/>
                  </a:cubicBezTo>
                  <a:lnTo>
                    <a:pt x="207" y="286"/>
                  </a:lnTo>
                  <a:close/>
                  <a:moveTo>
                    <a:pt x="222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2" y="309"/>
                    <a:pt x="222" y="309"/>
                    <a:pt x="222" y="309"/>
                  </a:cubicBezTo>
                  <a:lnTo>
                    <a:pt x="222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50" y="257"/>
                    <a:pt x="350" y="257"/>
                    <a:pt x="350" y="257"/>
                  </a:cubicBezTo>
                  <a:cubicBezTo>
                    <a:pt x="365" y="285"/>
                    <a:pt x="365" y="285"/>
                    <a:pt x="365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1" y="182"/>
                    <a:pt x="401" y="182"/>
                    <a:pt x="401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5" y="210"/>
                    <a:pt x="395" y="210"/>
                    <a:pt x="395" y="210"/>
                  </a:cubicBezTo>
                  <a:cubicBezTo>
                    <a:pt x="395" y="203"/>
                    <a:pt x="395" y="203"/>
                    <a:pt x="395" y="203"/>
                  </a:cubicBezTo>
                  <a:cubicBezTo>
                    <a:pt x="400" y="203"/>
                    <a:pt x="400" y="203"/>
                    <a:pt x="400" y="203"/>
                  </a:cubicBezTo>
                  <a:cubicBezTo>
                    <a:pt x="400" y="201"/>
                    <a:pt x="400" y="201"/>
                    <a:pt x="400" y="201"/>
                  </a:cubicBezTo>
                  <a:cubicBezTo>
                    <a:pt x="395" y="201"/>
                    <a:pt x="395" y="201"/>
                    <a:pt x="395" y="201"/>
                  </a:cubicBezTo>
                  <a:cubicBezTo>
                    <a:pt x="395" y="192"/>
                    <a:pt x="395" y="192"/>
                    <a:pt x="395" y="192"/>
                  </a:cubicBezTo>
                  <a:lnTo>
                    <a:pt x="397" y="192"/>
                  </a:lnTo>
                  <a:close/>
                  <a:moveTo>
                    <a:pt x="407" y="219"/>
                  </a:moveTo>
                  <a:cubicBezTo>
                    <a:pt x="401" y="219"/>
                    <a:pt x="401" y="219"/>
                    <a:pt x="401" y="219"/>
                  </a:cubicBezTo>
                  <a:cubicBezTo>
                    <a:pt x="401" y="212"/>
                    <a:pt x="401" y="212"/>
                    <a:pt x="401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7" y="219"/>
                  </a:lnTo>
                  <a:close/>
                  <a:moveTo>
                    <a:pt x="413" y="497"/>
                  </a:moveTo>
                  <a:cubicBezTo>
                    <a:pt x="426" y="428"/>
                    <a:pt x="426" y="428"/>
                    <a:pt x="426" y="428"/>
                  </a:cubicBezTo>
                  <a:cubicBezTo>
                    <a:pt x="423" y="403"/>
                    <a:pt x="423" y="403"/>
                    <a:pt x="423" y="403"/>
                  </a:cubicBezTo>
                  <a:cubicBezTo>
                    <a:pt x="412" y="451"/>
                    <a:pt x="412" y="451"/>
                    <a:pt x="412" y="451"/>
                  </a:cubicBezTo>
                  <a:cubicBezTo>
                    <a:pt x="406" y="451"/>
                    <a:pt x="406" y="451"/>
                    <a:pt x="406" y="451"/>
                  </a:cubicBezTo>
                  <a:cubicBezTo>
                    <a:pt x="406" y="408"/>
                    <a:pt x="406" y="408"/>
                    <a:pt x="406" y="408"/>
                  </a:cubicBezTo>
                  <a:cubicBezTo>
                    <a:pt x="424" y="395"/>
                    <a:pt x="424" y="395"/>
                    <a:pt x="424" y="395"/>
                  </a:cubicBezTo>
                  <a:cubicBezTo>
                    <a:pt x="433" y="320"/>
                    <a:pt x="433" y="320"/>
                    <a:pt x="433" y="320"/>
                  </a:cubicBezTo>
                  <a:cubicBezTo>
                    <a:pt x="398" y="400"/>
                    <a:pt x="398" y="400"/>
                    <a:pt x="398" y="400"/>
                  </a:cubicBezTo>
                  <a:cubicBezTo>
                    <a:pt x="395" y="400"/>
                    <a:pt x="395" y="400"/>
                    <a:pt x="395" y="400"/>
                  </a:cubicBezTo>
                  <a:cubicBezTo>
                    <a:pt x="395" y="351"/>
                    <a:pt x="395" y="351"/>
                    <a:pt x="395" y="351"/>
                  </a:cubicBezTo>
                  <a:cubicBezTo>
                    <a:pt x="406" y="320"/>
                    <a:pt x="406" y="320"/>
                    <a:pt x="406" y="320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6" y="280"/>
                    <a:pt x="406" y="280"/>
                    <a:pt x="406" y="280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04" y="301"/>
                    <a:pt x="404" y="301"/>
                    <a:pt x="404" y="301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6" y="296"/>
                    <a:pt x="456" y="296"/>
                    <a:pt x="456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9" y="184"/>
                    <a:pt x="469" y="184"/>
                    <a:pt x="469" y="184"/>
                  </a:cubicBezTo>
                  <a:cubicBezTo>
                    <a:pt x="482" y="173"/>
                    <a:pt x="482" y="173"/>
                    <a:pt x="482" y="173"/>
                  </a:cubicBezTo>
                  <a:cubicBezTo>
                    <a:pt x="486" y="167"/>
                    <a:pt x="486" y="167"/>
                    <a:pt x="486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62" y="176"/>
                    <a:pt x="462" y="176"/>
                    <a:pt x="462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7" y="228"/>
                    <a:pt x="417" y="228"/>
                    <a:pt x="417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6" y="240"/>
                    <a:pt x="416" y="240"/>
                    <a:pt x="416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3" y="265"/>
                    <a:pt x="413" y="265"/>
                    <a:pt x="413" y="265"/>
                  </a:cubicBezTo>
                  <a:cubicBezTo>
                    <a:pt x="394" y="257"/>
                    <a:pt x="394" y="257"/>
                    <a:pt x="394" y="257"/>
                  </a:cubicBezTo>
                  <a:cubicBezTo>
                    <a:pt x="377" y="266"/>
                    <a:pt x="377" y="266"/>
                    <a:pt x="377" y="266"/>
                  </a:cubicBezTo>
                  <a:cubicBezTo>
                    <a:pt x="368" y="256"/>
                    <a:pt x="368" y="256"/>
                    <a:pt x="368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7" y="251"/>
                    <a:pt x="387" y="251"/>
                    <a:pt x="387" y="251"/>
                  </a:cubicBezTo>
                  <a:cubicBezTo>
                    <a:pt x="394" y="230"/>
                    <a:pt x="394" y="230"/>
                    <a:pt x="394" y="230"/>
                  </a:cubicBezTo>
                  <a:cubicBezTo>
                    <a:pt x="411" y="231"/>
                    <a:pt x="411" y="231"/>
                    <a:pt x="411" y="231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15" y="227"/>
                    <a:pt x="415" y="227"/>
                    <a:pt x="415" y="227"/>
                  </a:cubicBezTo>
                  <a:cubicBezTo>
                    <a:pt x="412" y="220"/>
                    <a:pt x="412" y="220"/>
                    <a:pt x="412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1" y="188"/>
                    <a:pt x="421" y="188"/>
                    <a:pt x="421" y="188"/>
                  </a:cubicBezTo>
                  <a:cubicBezTo>
                    <a:pt x="406" y="175"/>
                    <a:pt x="406" y="175"/>
                    <a:pt x="406" y="175"/>
                  </a:cubicBezTo>
                  <a:cubicBezTo>
                    <a:pt x="394" y="176"/>
                    <a:pt x="394" y="176"/>
                    <a:pt x="394" y="176"/>
                  </a:cubicBezTo>
                  <a:cubicBezTo>
                    <a:pt x="384" y="184"/>
                    <a:pt x="384" y="184"/>
                    <a:pt x="384" y="184"/>
                  </a:cubicBezTo>
                  <a:cubicBezTo>
                    <a:pt x="381" y="122"/>
                    <a:pt x="381" y="122"/>
                    <a:pt x="381" y="122"/>
                  </a:cubicBezTo>
                  <a:cubicBezTo>
                    <a:pt x="378" y="118"/>
                    <a:pt x="378" y="118"/>
                    <a:pt x="378" y="118"/>
                  </a:cubicBezTo>
                  <a:cubicBezTo>
                    <a:pt x="375" y="221"/>
                    <a:pt x="375" y="221"/>
                    <a:pt x="375" y="221"/>
                  </a:cubicBezTo>
                  <a:cubicBezTo>
                    <a:pt x="367" y="233"/>
                    <a:pt x="367" y="233"/>
                    <a:pt x="367" y="233"/>
                  </a:cubicBezTo>
                  <a:cubicBezTo>
                    <a:pt x="367" y="233"/>
                    <a:pt x="366" y="232"/>
                    <a:pt x="364" y="225"/>
                  </a:cubicBezTo>
                  <a:cubicBezTo>
                    <a:pt x="362" y="218"/>
                    <a:pt x="365" y="200"/>
                    <a:pt x="365" y="200"/>
                  </a:cubicBezTo>
                  <a:cubicBezTo>
                    <a:pt x="373" y="120"/>
                    <a:pt x="373" y="120"/>
                    <a:pt x="373" y="120"/>
                  </a:cubicBezTo>
                  <a:cubicBezTo>
                    <a:pt x="367" y="127"/>
                    <a:pt x="367" y="127"/>
                    <a:pt x="367" y="127"/>
                  </a:cubicBezTo>
                  <a:cubicBezTo>
                    <a:pt x="363" y="176"/>
                    <a:pt x="363" y="176"/>
                    <a:pt x="363" y="176"/>
                  </a:cubicBezTo>
                  <a:cubicBezTo>
                    <a:pt x="345" y="189"/>
                    <a:pt x="345" y="189"/>
                    <a:pt x="345" y="189"/>
                  </a:cubicBezTo>
                  <a:cubicBezTo>
                    <a:pt x="340" y="215"/>
                    <a:pt x="340" y="215"/>
                    <a:pt x="340" y="215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1" y="188"/>
                    <a:pt x="361" y="188"/>
                    <a:pt x="361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50" y="207"/>
                    <a:pt x="350" y="207"/>
                    <a:pt x="350" y="207"/>
                  </a:cubicBezTo>
                  <a:cubicBezTo>
                    <a:pt x="332" y="230"/>
                    <a:pt x="332" y="230"/>
                    <a:pt x="332" y="230"/>
                  </a:cubicBezTo>
                  <a:cubicBezTo>
                    <a:pt x="330" y="270"/>
                    <a:pt x="330" y="270"/>
                    <a:pt x="330" y="270"/>
                  </a:cubicBezTo>
                  <a:cubicBezTo>
                    <a:pt x="370" y="304"/>
                    <a:pt x="370" y="304"/>
                    <a:pt x="370" y="304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7" y="356"/>
                    <a:pt x="387" y="356"/>
                    <a:pt x="387" y="356"/>
                  </a:cubicBezTo>
                  <a:cubicBezTo>
                    <a:pt x="350" y="337"/>
                    <a:pt x="350" y="337"/>
                    <a:pt x="350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90" y="318"/>
                    <a:pt x="290" y="318"/>
                    <a:pt x="290" y="318"/>
                  </a:cubicBezTo>
                  <a:cubicBezTo>
                    <a:pt x="253" y="336"/>
                    <a:pt x="253" y="336"/>
                    <a:pt x="253" y="336"/>
                  </a:cubicBezTo>
                  <a:cubicBezTo>
                    <a:pt x="253" y="350"/>
                    <a:pt x="253" y="350"/>
                    <a:pt x="253" y="350"/>
                  </a:cubicBezTo>
                  <a:cubicBezTo>
                    <a:pt x="253" y="367"/>
                    <a:pt x="253" y="367"/>
                    <a:pt x="253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7" y="351"/>
                    <a:pt x="207" y="351"/>
                    <a:pt x="207" y="351"/>
                  </a:cubicBezTo>
                  <a:cubicBezTo>
                    <a:pt x="207" y="326"/>
                    <a:pt x="207" y="326"/>
                    <a:pt x="20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32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75"/>
                    <a:pt x="236" y="275"/>
                    <a:pt x="236" y="275"/>
                  </a:cubicBezTo>
                  <a:cubicBezTo>
                    <a:pt x="236" y="275"/>
                    <a:pt x="236" y="275"/>
                    <a:pt x="236" y="274"/>
                  </a:cubicBezTo>
                  <a:cubicBezTo>
                    <a:pt x="236" y="270"/>
                    <a:pt x="232" y="266"/>
                    <a:pt x="228" y="266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07" y="266"/>
                    <a:pt x="207" y="266"/>
                    <a:pt x="207" y="266"/>
                  </a:cubicBezTo>
                  <a:cubicBezTo>
                    <a:pt x="207" y="171"/>
                    <a:pt x="207" y="171"/>
                    <a:pt x="207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6" y="137"/>
                    <a:pt x="208" y="137"/>
                    <a:pt x="209" y="137"/>
                  </a:cubicBezTo>
                  <a:cubicBezTo>
                    <a:pt x="221" y="168"/>
                    <a:pt x="221" y="168"/>
                    <a:pt x="221" y="168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20" y="173"/>
                    <a:pt x="220" y="173"/>
                    <a:pt x="220" y="17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62"/>
                    <a:pt x="237" y="162"/>
                    <a:pt x="237" y="162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3" y="131"/>
                    <a:pt x="223" y="131"/>
                    <a:pt x="223" y="131"/>
                  </a:cubicBezTo>
                  <a:cubicBezTo>
                    <a:pt x="224" y="130"/>
                    <a:pt x="225" y="129"/>
                    <a:pt x="226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1" y="142"/>
                    <a:pt x="261" y="142"/>
                    <a:pt x="261" y="142"/>
                  </a:cubicBezTo>
                  <a:cubicBezTo>
                    <a:pt x="236" y="118"/>
                    <a:pt x="236" y="118"/>
                    <a:pt x="236" y="118"/>
                  </a:cubicBezTo>
                  <a:cubicBezTo>
                    <a:pt x="237" y="117"/>
                    <a:pt x="237" y="116"/>
                    <a:pt x="238" y="115"/>
                  </a:cubicBezTo>
                  <a:cubicBezTo>
                    <a:pt x="271" y="128"/>
                    <a:pt x="271" y="128"/>
                    <a:pt x="271" y="128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4"/>
                    <a:pt x="277" y="114"/>
                    <a:pt x="277" y="114"/>
                  </a:cubicBezTo>
                  <a:cubicBezTo>
                    <a:pt x="244" y="101"/>
                    <a:pt x="244" y="101"/>
                    <a:pt x="244" y="101"/>
                  </a:cubicBezTo>
                  <a:cubicBezTo>
                    <a:pt x="244" y="100"/>
                    <a:pt x="244" y="99"/>
                    <a:pt x="244" y="98"/>
                  </a:cubicBezTo>
                  <a:cubicBezTo>
                    <a:pt x="279" y="98"/>
                    <a:pt x="279" y="98"/>
                    <a:pt x="279" y="98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9" y="101"/>
                    <a:pt x="369" y="103"/>
                    <a:pt x="370" y="105"/>
                  </a:cubicBezTo>
                  <a:cubicBezTo>
                    <a:pt x="371" y="109"/>
                    <a:pt x="374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6" y="100"/>
                    <a:pt x="416" y="100"/>
                    <a:pt x="416" y="10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3" y="131"/>
                    <a:pt x="395" y="134"/>
                    <a:pt x="399" y="136"/>
                  </a:cubicBezTo>
                  <a:cubicBezTo>
                    <a:pt x="403" y="139"/>
                    <a:pt x="406" y="140"/>
                    <a:pt x="407" y="139"/>
                  </a:cubicBezTo>
                  <a:cubicBezTo>
                    <a:pt x="407" y="139"/>
                    <a:pt x="407" y="139"/>
                    <a:pt x="407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9" y="100"/>
                    <a:pt x="439" y="100"/>
                    <a:pt x="439" y="100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2" y="149"/>
                    <a:pt x="426" y="151"/>
                    <a:pt x="430" y="153"/>
                  </a:cubicBezTo>
                  <a:cubicBezTo>
                    <a:pt x="434" y="154"/>
                    <a:pt x="438" y="155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60"/>
                    <a:pt x="461" y="161"/>
                    <a:pt x="466" y="161"/>
                  </a:cubicBezTo>
                  <a:cubicBezTo>
                    <a:pt x="471" y="161"/>
                    <a:pt x="474" y="160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00"/>
                    <a:pt x="475" y="100"/>
                    <a:pt x="475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6" y="75"/>
                    <a:pt x="374" y="63"/>
                  </a:cubicBezTo>
                  <a:cubicBezTo>
                    <a:pt x="357" y="46"/>
                    <a:pt x="357" y="34"/>
                    <a:pt x="357" y="34"/>
                  </a:cubicBezTo>
                  <a:cubicBezTo>
                    <a:pt x="354" y="34"/>
                    <a:pt x="354" y="34"/>
                    <a:pt x="354" y="34"/>
                  </a:cubicBezTo>
                  <a:cubicBezTo>
                    <a:pt x="354" y="80"/>
                    <a:pt x="354" y="80"/>
                    <a:pt x="354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4" y="34"/>
                    <a:pt x="344" y="34"/>
                    <a:pt x="344" y="34"/>
                  </a:cubicBezTo>
                  <a:cubicBezTo>
                    <a:pt x="344" y="80"/>
                    <a:pt x="344" y="80"/>
                    <a:pt x="344" y="80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279" y="82"/>
                    <a:pt x="279" y="82"/>
                    <a:pt x="279" y="82"/>
                  </a:cubicBezTo>
                  <a:cubicBezTo>
                    <a:pt x="244" y="82"/>
                    <a:pt x="244" y="82"/>
                    <a:pt x="244" y="82"/>
                  </a:cubicBezTo>
                  <a:cubicBezTo>
                    <a:pt x="241" y="62"/>
                    <a:pt x="225" y="46"/>
                    <a:pt x="205" y="43"/>
                  </a:cubicBezTo>
                  <a:cubicBezTo>
                    <a:pt x="205" y="4"/>
                    <a:pt x="205" y="4"/>
                    <a:pt x="205" y="4"/>
                  </a:cubicBezTo>
                  <a:cubicBezTo>
                    <a:pt x="207" y="4"/>
                    <a:pt x="207" y="4"/>
                    <a:pt x="207" y="4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90" y="43"/>
                    <a:pt x="190" y="43"/>
                    <a:pt x="190" y="43"/>
                  </a:cubicBezTo>
                  <a:cubicBezTo>
                    <a:pt x="188" y="43"/>
                    <a:pt x="187" y="43"/>
                    <a:pt x="186" y="43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1" y="49"/>
                    <a:pt x="170" y="50"/>
                    <a:pt x="169" y="51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58" y="61"/>
                    <a:pt x="158" y="61"/>
                    <a:pt x="158" y="61"/>
                  </a:cubicBezTo>
                  <a:cubicBezTo>
                    <a:pt x="157" y="62"/>
                    <a:pt x="157" y="63"/>
                    <a:pt x="156" y="64"/>
                  </a:cubicBezTo>
                  <a:cubicBezTo>
                    <a:pt x="122" y="51"/>
                    <a:pt x="122" y="51"/>
                    <a:pt x="122" y="51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6" y="66"/>
                    <a:pt x="116" y="66"/>
                    <a:pt x="116" y="66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50" y="78"/>
                    <a:pt x="150" y="78"/>
                    <a:pt x="150" y="78"/>
                  </a:cubicBezTo>
                  <a:cubicBezTo>
                    <a:pt x="150" y="79"/>
                    <a:pt x="149" y="81"/>
                    <a:pt x="149" y="82"/>
                  </a:cubicBezTo>
                  <a:cubicBezTo>
                    <a:pt x="110" y="82"/>
                    <a:pt x="110" y="82"/>
                    <a:pt x="110" y="82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7" y="80"/>
                  </a:cubicBezTo>
                  <a:cubicBezTo>
                    <a:pt x="63" y="80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82"/>
                    <a:pt x="63" y="286"/>
                    <a:pt x="67" y="286"/>
                  </a:cubicBezTo>
                  <a:cubicBezTo>
                    <a:pt x="68" y="286"/>
                    <a:pt x="68" y="286"/>
                    <a:pt x="6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48" y="307"/>
                    <a:pt x="145" y="310"/>
                    <a:pt x="145" y="315"/>
                  </a:cubicBezTo>
                  <a:cubicBezTo>
                    <a:pt x="145" y="315"/>
                    <a:pt x="145" y="315"/>
                    <a:pt x="145" y="315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51"/>
                    <a:pt x="145" y="351"/>
                    <a:pt x="145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7" y="400"/>
                    <a:pt x="87" y="400"/>
                    <a:pt x="87" y="400"/>
                  </a:cubicBezTo>
                  <a:cubicBezTo>
                    <a:pt x="103" y="418"/>
                    <a:pt x="103" y="418"/>
                    <a:pt x="103" y="418"/>
                  </a:cubicBezTo>
                  <a:cubicBezTo>
                    <a:pt x="103" y="451"/>
                    <a:pt x="103" y="451"/>
                    <a:pt x="103" y="451"/>
                  </a:cubicBezTo>
                  <a:cubicBezTo>
                    <a:pt x="122" y="459"/>
                    <a:pt x="122" y="459"/>
                    <a:pt x="122" y="459"/>
                  </a:cubicBezTo>
                  <a:cubicBezTo>
                    <a:pt x="122" y="505"/>
                    <a:pt x="122" y="505"/>
                    <a:pt x="122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0"/>
                    <a:pt x="19" y="543"/>
                    <a:pt x="46" y="556"/>
                  </a:cubicBezTo>
                  <a:cubicBezTo>
                    <a:pt x="80" y="572"/>
                    <a:pt x="76" y="581"/>
                    <a:pt x="76" y="581"/>
                  </a:cubicBezTo>
                  <a:cubicBezTo>
                    <a:pt x="76" y="581"/>
                    <a:pt x="135" y="543"/>
                    <a:pt x="263" y="520"/>
                  </a:cubicBezTo>
                  <a:cubicBezTo>
                    <a:pt x="330" y="508"/>
                    <a:pt x="451" y="503"/>
                    <a:pt x="495" y="512"/>
                  </a:cubicBezTo>
                  <a:cubicBezTo>
                    <a:pt x="495" y="512"/>
                    <a:pt x="461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53">
              <a:extLst>
                <a:ext uri="{FF2B5EF4-FFF2-40B4-BE49-F238E27FC236}">
                  <a16:creationId xmlns:a16="http://schemas.microsoft.com/office/drawing/2014/main" id="{45425EF7-6385-4D0B-A112-1C196F41AF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4858" y="3977648"/>
              <a:ext cx="1793875" cy="1787526"/>
            </a:xfrm>
            <a:custGeom>
              <a:avLst/>
              <a:gdLst>
                <a:gd name="T0" fmla="*/ 484 w 968"/>
                <a:gd name="T1" fmla="*/ 953 h 967"/>
                <a:gd name="T2" fmla="*/ 14 w 968"/>
                <a:gd name="T3" fmla="*/ 482 h 967"/>
                <a:gd name="T4" fmla="*/ 484 w 968"/>
                <a:gd name="T5" fmla="*/ 12 h 967"/>
                <a:gd name="T6" fmla="*/ 954 w 968"/>
                <a:gd name="T7" fmla="*/ 482 h 967"/>
                <a:gd name="T8" fmla="*/ 484 w 968"/>
                <a:gd name="T9" fmla="*/ 953 h 967"/>
                <a:gd name="T10" fmla="*/ 484 w 968"/>
                <a:gd name="T11" fmla="*/ 0 h 967"/>
                <a:gd name="T12" fmla="*/ 0 w 968"/>
                <a:gd name="T13" fmla="*/ 483 h 967"/>
                <a:gd name="T14" fmla="*/ 484 w 968"/>
                <a:gd name="T15" fmla="*/ 967 h 967"/>
                <a:gd name="T16" fmla="*/ 968 w 968"/>
                <a:gd name="T17" fmla="*/ 483 h 967"/>
                <a:gd name="T18" fmla="*/ 484 w 968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8" h="967">
                  <a:moveTo>
                    <a:pt x="484" y="953"/>
                  </a:moveTo>
                  <a:cubicBezTo>
                    <a:pt x="224" y="953"/>
                    <a:pt x="14" y="742"/>
                    <a:pt x="14" y="482"/>
                  </a:cubicBezTo>
                  <a:cubicBezTo>
                    <a:pt x="14" y="223"/>
                    <a:pt x="224" y="12"/>
                    <a:pt x="484" y="12"/>
                  </a:cubicBezTo>
                  <a:cubicBezTo>
                    <a:pt x="744" y="12"/>
                    <a:pt x="954" y="223"/>
                    <a:pt x="954" y="482"/>
                  </a:cubicBezTo>
                  <a:cubicBezTo>
                    <a:pt x="954" y="742"/>
                    <a:pt x="744" y="953"/>
                    <a:pt x="484" y="953"/>
                  </a:cubicBezTo>
                  <a:close/>
                  <a:moveTo>
                    <a:pt x="484" y="0"/>
                  </a:moveTo>
                  <a:cubicBezTo>
                    <a:pt x="217" y="0"/>
                    <a:pt x="0" y="216"/>
                    <a:pt x="0" y="483"/>
                  </a:cubicBezTo>
                  <a:cubicBezTo>
                    <a:pt x="0" y="750"/>
                    <a:pt x="217" y="967"/>
                    <a:pt x="484" y="967"/>
                  </a:cubicBezTo>
                  <a:cubicBezTo>
                    <a:pt x="751" y="967"/>
                    <a:pt x="968" y="750"/>
                    <a:pt x="968" y="483"/>
                  </a:cubicBezTo>
                  <a:cubicBezTo>
                    <a:pt x="968" y="216"/>
                    <a:pt x="751" y="0"/>
                    <a:pt x="4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54">
              <a:extLst>
                <a:ext uri="{FF2B5EF4-FFF2-40B4-BE49-F238E27FC236}">
                  <a16:creationId xmlns:a16="http://schemas.microsoft.com/office/drawing/2014/main" id="{055993F8-9DEA-46BA-A6E9-1748D4063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058" y="4552323"/>
              <a:ext cx="65088" cy="60325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1 w 35"/>
                <a:gd name="T7" fmla="*/ 20 h 32"/>
                <a:gd name="T8" fmla="*/ 11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2"/>
                    <a:pt x="3" y="5"/>
                    <a:pt x="2" y="9"/>
                  </a:cubicBezTo>
                  <a:cubicBezTo>
                    <a:pt x="0" y="13"/>
                    <a:pt x="0" y="17"/>
                    <a:pt x="1" y="20"/>
                  </a:cubicBezTo>
                  <a:cubicBezTo>
                    <a:pt x="3" y="24"/>
                    <a:pt x="6" y="27"/>
                    <a:pt x="11" y="29"/>
                  </a:cubicBezTo>
                  <a:cubicBezTo>
                    <a:pt x="16" y="31"/>
                    <a:pt x="21" y="32"/>
                    <a:pt x="25" y="31"/>
                  </a:cubicBezTo>
                  <a:cubicBezTo>
                    <a:pt x="28" y="29"/>
                    <a:pt x="31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55">
              <a:extLst>
                <a:ext uri="{FF2B5EF4-FFF2-40B4-BE49-F238E27FC236}">
                  <a16:creationId xmlns:a16="http://schemas.microsoft.com/office/drawing/2014/main" id="{121C4019-58B2-4336-A5C8-41A1D3EEC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1145" y="5347661"/>
              <a:ext cx="41275" cy="74613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1 w 22"/>
                <a:gd name="T5" fmla="*/ 40 h 40"/>
                <a:gd name="T6" fmla="*/ 11 w 22"/>
                <a:gd name="T7" fmla="*/ 14 h 40"/>
                <a:gd name="T8" fmla="*/ 6 w 22"/>
                <a:gd name="T9" fmla="*/ 17 h 40"/>
                <a:gd name="T10" fmla="*/ 0 w 22"/>
                <a:gd name="T11" fmla="*/ 19 h 40"/>
                <a:gd name="T12" fmla="*/ 0 w 22"/>
                <a:gd name="T13" fmla="*/ 11 h 40"/>
                <a:gd name="T14" fmla="*/ 8 w 22"/>
                <a:gd name="T15" fmla="*/ 6 h 40"/>
                <a:gd name="T16" fmla="*/ 13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5"/>
                    <a:pt x="8" y="16"/>
                    <a:pt x="6" y="17"/>
                  </a:cubicBezTo>
                  <a:cubicBezTo>
                    <a:pt x="4" y="18"/>
                    <a:pt x="2" y="19"/>
                    <a:pt x="0" y="1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6" y="8"/>
                    <a:pt x="8" y="6"/>
                  </a:cubicBezTo>
                  <a:cubicBezTo>
                    <a:pt x="10" y="5"/>
                    <a:pt x="12" y="3"/>
                    <a:pt x="13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56">
              <a:extLst>
                <a:ext uri="{FF2B5EF4-FFF2-40B4-BE49-F238E27FC236}">
                  <a16:creationId xmlns:a16="http://schemas.microsoft.com/office/drawing/2014/main" id="{4E1BFDFE-14F3-43F3-96A9-4983249295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9883" y="5347661"/>
              <a:ext cx="60325" cy="74613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5 w 32"/>
                <a:gd name="T5" fmla="*/ 7 h 40"/>
                <a:gd name="T6" fmla="*/ 12 w 32"/>
                <a:gd name="T7" fmla="*/ 9 h 40"/>
                <a:gd name="T8" fmla="*/ 10 w 32"/>
                <a:gd name="T9" fmla="*/ 13 h 40"/>
                <a:gd name="T10" fmla="*/ 12 w 32"/>
                <a:gd name="T11" fmla="*/ 18 h 40"/>
                <a:gd name="T12" fmla="*/ 15 w 32"/>
                <a:gd name="T13" fmla="*/ 20 h 40"/>
                <a:gd name="T14" fmla="*/ 19 w 32"/>
                <a:gd name="T15" fmla="*/ 18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5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7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4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5 h 40"/>
                <a:gd name="T52" fmla="*/ 15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0" y="10"/>
                    <a:pt x="19" y="9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0" y="11"/>
                    <a:pt x="10" y="13"/>
                  </a:cubicBezTo>
                  <a:cubicBezTo>
                    <a:pt x="10" y="16"/>
                    <a:pt x="11" y="17"/>
                    <a:pt x="12" y="18"/>
                  </a:cubicBezTo>
                  <a:cubicBezTo>
                    <a:pt x="13" y="20"/>
                    <a:pt x="14" y="20"/>
                    <a:pt x="15" y="20"/>
                  </a:cubicBezTo>
                  <a:cubicBezTo>
                    <a:pt x="17" y="20"/>
                    <a:pt x="18" y="20"/>
                    <a:pt x="19" y="18"/>
                  </a:cubicBezTo>
                  <a:cubicBezTo>
                    <a:pt x="20" y="17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2"/>
                    <a:pt x="13" y="33"/>
                  </a:cubicBezTo>
                  <a:cubicBezTo>
                    <a:pt x="14" y="33"/>
                    <a:pt x="15" y="34"/>
                    <a:pt x="15" y="34"/>
                  </a:cubicBezTo>
                  <a:cubicBezTo>
                    <a:pt x="17" y="34"/>
                    <a:pt x="19" y="33"/>
                    <a:pt x="20" y="31"/>
                  </a:cubicBezTo>
                  <a:cubicBezTo>
                    <a:pt x="20" y="30"/>
                    <a:pt x="21" y="27"/>
                    <a:pt x="21" y="23"/>
                  </a:cubicBezTo>
                  <a:cubicBezTo>
                    <a:pt x="20" y="24"/>
                    <a:pt x="19" y="25"/>
                    <a:pt x="17" y="26"/>
                  </a:cubicBezTo>
                  <a:cubicBezTo>
                    <a:pt x="16" y="26"/>
                    <a:pt x="14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1" y="21"/>
                    <a:pt x="0" y="17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1" y="11"/>
                    <a:pt x="32" y="15"/>
                    <a:pt x="32" y="20"/>
                  </a:cubicBezTo>
                  <a:cubicBezTo>
                    <a:pt x="32" y="27"/>
                    <a:pt x="31" y="32"/>
                    <a:pt x="28" y="35"/>
                  </a:cubicBezTo>
                  <a:cubicBezTo>
                    <a:pt x="25" y="39"/>
                    <a:pt x="21" y="40"/>
                    <a:pt x="15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5" y="37"/>
                    <a:pt x="4" y="36"/>
                  </a:cubicBezTo>
                  <a:cubicBezTo>
                    <a:pt x="2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57">
              <a:extLst>
                <a:ext uri="{FF2B5EF4-FFF2-40B4-BE49-F238E27FC236}">
                  <a16:creationId xmlns:a16="http://schemas.microsoft.com/office/drawing/2014/main" id="{DB8CF6AA-A277-4BB3-9468-1EB39BFE9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4970" y="5349248"/>
              <a:ext cx="60325" cy="73025"/>
            </a:xfrm>
            <a:custGeom>
              <a:avLst/>
              <a:gdLst>
                <a:gd name="T0" fmla="*/ 4 w 32"/>
                <a:gd name="T1" fmla="*/ 0 h 39"/>
                <a:gd name="T2" fmla="*/ 30 w 32"/>
                <a:gd name="T3" fmla="*/ 0 h 39"/>
                <a:gd name="T4" fmla="*/ 30 w 32"/>
                <a:gd name="T5" fmla="*/ 8 h 39"/>
                <a:gd name="T6" fmla="*/ 13 w 32"/>
                <a:gd name="T7" fmla="*/ 8 h 39"/>
                <a:gd name="T8" fmla="*/ 12 w 32"/>
                <a:gd name="T9" fmla="*/ 14 h 39"/>
                <a:gd name="T10" fmla="*/ 15 w 32"/>
                <a:gd name="T11" fmla="*/ 13 h 39"/>
                <a:gd name="T12" fmla="*/ 19 w 32"/>
                <a:gd name="T13" fmla="*/ 13 h 39"/>
                <a:gd name="T14" fmla="*/ 28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7 h 39"/>
                <a:gd name="T22" fmla="*/ 16 w 32"/>
                <a:gd name="T23" fmla="*/ 39 h 39"/>
                <a:gd name="T24" fmla="*/ 9 w 32"/>
                <a:gd name="T25" fmla="*/ 39 h 39"/>
                <a:gd name="T26" fmla="*/ 5 w 32"/>
                <a:gd name="T27" fmla="*/ 36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7 h 39"/>
                <a:gd name="T34" fmla="*/ 12 w 32"/>
                <a:gd name="T35" fmla="*/ 31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0 w 32"/>
                <a:gd name="T49" fmla="*/ 22 h 39"/>
                <a:gd name="T50" fmla="*/ 1 w 32"/>
                <a:gd name="T51" fmla="*/ 21 h 39"/>
                <a:gd name="T52" fmla="*/ 4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4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5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8" y="16"/>
                  </a:cubicBezTo>
                  <a:cubicBezTo>
                    <a:pt x="31" y="18"/>
                    <a:pt x="32" y="21"/>
                    <a:pt x="32" y="25"/>
                  </a:cubicBezTo>
                  <a:cubicBezTo>
                    <a:pt x="32" y="27"/>
                    <a:pt x="31" y="30"/>
                    <a:pt x="30" y="32"/>
                  </a:cubicBezTo>
                  <a:cubicBezTo>
                    <a:pt x="29" y="35"/>
                    <a:pt x="27" y="36"/>
                    <a:pt x="25" y="37"/>
                  </a:cubicBezTo>
                  <a:cubicBezTo>
                    <a:pt x="22" y="39"/>
                    <a:pt x="20" y="39"/>
                    <a:pt x="16" y="39"/>
                  </a:cubicBezTo>
                  <a:cubicBezTo>
                    <a:pt x="13" y="39"/>
                    <a:pt x="11" y="39"/>
                    <a:pt x="9" y="39"/>
                  </a:cubicBezTo>
                  <a:cubicBezTo>
                    <a:pt x="8" y="38"/>
                    <a:pt x="6" y="37"/>
                    <a:pt x="5" y="36"/>
                  </a:cubicBezTo>
                  <a:cubicBezTo>
                    <a:pt x="4" y="35"/>
                    <a:pt x="2" y="34"/>
                    <a:pt x="2" y="33"/>
                  </a:cubicBezTo>
                  <a:cubicBezTo>
                    <a:pt x="1" y="32"/>
                    <a:pt x="0" y="30"/>
                    <a:pt x="0" y="29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1" y="30"/>
                    <a:pt x="12" y="31"/>
                  </a:cubicBezTo>
                  <a:cubicBezTo>
                    <a:pt x="13" y="32"/>
                    <a:pt x="15" y="33"/>
                    <a:pt x="16" y="33"/>
                  </a:cubicBezTo>
                  <a:cubicBezTo>
                    <a:pt x="17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7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0"/>
                    <a:pt x="11" y="21"/>
                    <a:pt x="10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58">
              <a:extLst>
                <a:ext uri="{FF2B5EF4-FFF2-40B4-BE49-F238E27FC236}">
                  <a16:creationId xmlns:a16="http://schemas.microsoft.com/office/drawing/2014/main" id="{78D65A36-0655-44D3-8E49-7457D01C8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0058" y="5347661"/>
              <a:ext cx="57150" cy="74613"/>
            </a:xfrm>
            <a:custGeom>
              <a:avLst/>
              <a:gdLst>
                <a:gd name="T0" fmla="*/ 10 w 31"/>
                <a:gd name="T1" fmla="*/ 12 h 40"/>
                <a:gd name="T2" fmla="*/ 0 w 31"/>
                <a:gd name="T3" fmla="*/ 10 h 40"/>
                <a:gd name="T4" fmla="*/ 5 w 31"/>
                <a:gd name="T5" fmla="*/ 3 h 40"/>
                <a:gd name="T6" fmla="*/ 15 w 31"/>
                <a:gd name="T7" fmla="*/ 0 h 40"/>
                <a:gd name="T8" fmla="*/ 26 w 31"/>
                <a:gd name="T9" fmla="*/ 3 h 40"/>
                <a:gd name="T10" fmla="*/ 30 w 31"/>
                <a:gd name="T11" fmla="*/ 10 h 40"/>
                <a:gd name="T12" fmla="*/ 28 w 31"/>
                <a:gd name="T13" fmla="*/ 15 h 40"/>
                <a:gd name="T14" fmla="*/ 24 w 31"/>
                <a:gd name="T15" fmla="*/ 18 h 40"/>
                <a:gd name="T16" fmla="*/ 27 w 31"/>
                <a:gd name="T17" fmla="*/ 20 h 40"/>
                <a:gd name="T18" fmla="*/ 30 w 31"/>
                <a:gd name="T19" fmla="*/ 23 h 40"/>
                <a:gd name="T20" fmla="*/ 31 w 31"/>
                <a:gd name="T21" fmla="*/ 27 h 40"/>
                <a:gd name="T22" fmla="*/ 30 w 31"/>
                <a:gd name="T23" fmla="*/ 34 h 40"/>
                <a:gd name="T24" fmla="*/ 25 w 31"/>
                <a:gd name="T25" fmla="*/ 39 h 40"/>
                <a:gd name="T26" fmla="*/ 16 w 31"/>
                <a:gd name="T27" fmla="*/ 40 h 40"/>
                <a:gd name="T28" fmla="*/ 8 w 31"/>
                <a:gd name="T29" fmla="*/ 39 h 40"/>
                <a:gd name="T30" fmla="*/ 3 w 31"/>
                <a:gd name="T31" fmla="*/ 35 h 40"/>
                <a:gd name="T32" fmla="*/ 0 w 31"/>
                <a:gd name="T33" fmla="*/ 29 h 40"/>
                <a:gd name="T34" fmla="*/ 10 w 31"/>
                <a:gd name="T35" fmla="*/ 28 h 40"/>
                <a:gd name="T36" fmla="*/ 12 w 31"/>
                <a:gd name="T37" fmla="*/ 32 h 40"/>
                <a:gd name="T38" fmla="*/ 16 w 31"/>
                <a:gd name="T39" fmla="*/ 34 h 40"/>
                <a:gd name="T40" fmla="*/ 19 w 31"/>
                <a:gd name="T41" fmla="*/ 32 h 40"/>
                <a:gd name="T42" fmla="*/ 21 w 31"/>
                <a:gd name="T43" fmla="*/ 28 h 40"/>
                <a:gd name="T44" fmla="*/ 19 w 31"/>
                <a:gd name="T45" fmla="*/ 24 h 40"/>
                <a:gd name="T46" fmla="*/ 15 w 31"/>
                <a:gd name="T47" fmla="*/ 22 h 40"/>
                <a:gd name="T48" fmla="*/ 12 w 31"/>
                <a:gd name="T49" fmla="*/ 23 h 40"/>
                <a:gd name="T50" fmla="*/ 13 w 31"/>
                <a:gd name="T51" fmla="*/ 15 h 40"/>
                <a:gd name="T52" fmla="*/ 14 w 31"/>
                <a:gd name="T53" fmla="*/ 15 h 40"/>
                <a:gd name="T54" fmla="*/ 17 w 31"/>
                <a:gd name="T55" fmla="*/ 14 h 40"/>
                <a:gd name="T56" fmla="*/ 19 w 31"/>
                <a:gd name="T57" fmla="*/ 11 h 40"/>
                <a:gd name="T58" fmla="*/ 18 w 31"/>
                <a:gd name="T59" fmla="*/ 8 h 40"/>
                <a:gd name="T60" fmla="*/ 15 w 31"/>
                <a:gd name="T61" fmla="*/ 7 h 40"/>
                <a:gd name="T62" fmla="*/ 12 w 31"/>
                <a:gd name="T63" fmla="*/ 8 h 40"/>
                <a:gd name="T64" fmla="*/ 10 w 31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10" y="12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7" y="1"/>
                    <a:pt x="11" y="0"/>
                    <a:pt x="15" y="0"/>
                  </a:cubicBezTo>
                  <a:cubicBezTo>
                    <a:pt x="20" y="0"/>
                    <a:pt x="24" y="1"/>
                    <a:pt x="26" y="3"/>
                  </a:cubicBezTo>
                  <a:cubicBezTo>
                    <a:pt x="28" y="5"/>
                    <a:pt x="30" y="7"/>
                    <a:pt x="30" y="10"/>
                  </a:cubicBezTo>
                  <a:cubicBezTo>
                    <a:pt x="30" y="12"/>
                    <a:pt x="29" y="13"/>
                    <a:pt x="28" y="15"/>
                  </a:cubicBezTo>
                  <a:cubicBezTo>
                    <a:pt x="27" y="16"/>
                    <a:pt x="26" y="17"/>
                    <a:pt x="24" y="18"/>
                  </a:cubicBezTo>
                  <a:cubicBezTo>
                    <a:pt x="25" y="19"/>
                    <a:pt x="27" y="19"/>
                    <a:pt x="27" y="20"/>
                  </a:cubicBezTo>
                  <a:cubicBezTo>
                    <a:pt x="29" y="20"/>
                    <a:pt x="30" y="21"/>
                    <a:pt x="30" y="23"/>
                  </a:cubicBezTo>
                  <a:cubicBezTo>
                    <a:pt x="31" y="24"/>
                    <a:pt x="31" y="26"/>
                    <a:pt x="31" y="27"/>
                  </a:cubicBezTo>
                  <a:cubicBezTo>
                    <a:pt x="31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2" y="40"/>
                    <a:pt x="19" y="40"/>
                    <a:pt x="16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4" y="37"/>
                    <a:pt x="3" y="35"/>
                  </a:cubicBezTo>
                  <a:cubicBezTo>
                    <a:pt x="1" y="34"/>
                    <a:pt x="0" y="32"/>
                    <a:pt x="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30"/>
                    <a:pt x="11" y="32"/>
                    <a:pt x="12" y="32"/>
                  </a:cubicBezTo>
                  <a:cubicBezTo>
                    <a:pt x="13" y="33"/>
                    <a:pt x="14" y="34"/>
                    <a:pt x="16" y="34"/>
                  </a:cubicBezTo>
                  <a:cubicBezTo>
                    <a:pt x="17" y="34"/>
                    <a:pt x="18" y="33"/>
                    <a:pt x="19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19" y="24"/>
                  </a:cubicBezTo>
                  <a:cubicBezTo>
                    <a:pt x="18" y="23"/>
                    <a:pt x="17" y="22"/>
                    <a:pt x="15" y="22"/>
                  </a:cubicBezTo>
                  <a:cubicBezTo>
                    <a:pt x="15" y="22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7" y="15"/>
                    <a:pt x="17" y="14"/>
                  </a:cubicBezTo>
                  <a:cubicBezTo>
                    <a:pt x="18" y="13"/>
                    <a:pt x="19" y="12"/>
                    <a:pt x="19" y="11"/>
                  </a:cubicBezTo>
                  <a:cubicBezTo>
                    <a:pt x="19" y="10"/>
                    <a:pt x="18" y="9"/>
                    <a:pt x="18" y="8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4" y="7"/>
                    <a:pt x="13" y="7"/>
                    <a:pt x="12" y="8"/>
                  </a:cubicBezTo>
                  <a:cubicBezTo>
                    <a:pt x="11" y="9"/>
                    <a:pt x="11" y="10"/>
                    <a:pt x="1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59">
              <a:extLst>
                <a:ext uri="{FF2B5EF4-FFF2-40B4-BE49-F238E27FC236}">
                  <a16:creationId xmlns:a16="http://schemas.microsoft.com/office/drawing/2014/main" id="{133CAF8F-2240-48FB-A5D0-092D16179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7933" y="5415923"/>
              <a:ext cx="17463" cy="9525"/>
            </a:xfrm>
            <a:custGeom>
              <a:avLst/>
              <a:gdLst>
                <a:gd name="T0" fmla="*/ 0 w 11"/>
                <a:gd name="T1" fmla="*/ 6 h 6"/>
                <a:gd name="T2" fmla="*/ 5 w 11"/>
                <a:gd name="T3" fmla="*/ 5 h 6"/>
                <a:gd name="T4" fmla="*/ 11 w 11"/>
                <a:gd name="T5" fmla="*/ 2 h 6"/>
                <a:gd name="T6" fmla="*/ 8 w 11"/>
                <a:gd name="T7" fmla="*/ 1 h 6"/>
                <a:gd name="T8" fmla="*/ 4 w 11"/>
                <a:gd name="T9" fmla="*/ 0 h 6"/>
                <a:gd name="T10" fmla="*/ 0 w 11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lnTo>
                    <a:pt x="5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4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60">
              <a:extLst>
                <a:ext uri="{FF2B5EF4-FFF2-40B4-BE49-F238E27FC236}">
                  <a16:creationId xmlns:a16="http://schemas.microsoft.com/office/drawing/2014/main" id="{EF673BFB-5245-4EA1-B1F4-12DD2C4A2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7945" y="4187198"/>
              <a:ext cx="44450" cy="34925"/>
            </a:xfrm>
            <a:custGeom>
              <a:avLst/>
              <a:gdLst>
                <a:gd name="T0" fmla="*/ 22 w 24"/>
                <a:gd name="T1" fmla="*/ 11 h 19"/>
                <a:gd name="T2" fmla="*/ 24 w 24"/>
                <a:gd name="T3" fmla="*/ 8 h 19"/>
                <a:gd name="T4" fmla="*/ 24 w 24"/>
                <a:gd name="T5" fmla="*/ 4 h 19"/>
                <a:gd name="T6" fmla="*/ 21 w 24"/>
                <a:gd name="T7" fmla="*/ 0 h 19"/>
                <a:gd name="T8" fmla="*/ 16 w 24"/>
                <a:gd name="T9" fmla="*/ 0 h 19"/>
                <a:gd name="T10" fmla="*/ 8 w 24"/>
                <a:gd name="T11" fmla="*/ 4 h 19"/>
                <a:gd name="T12" fmla="*/ 0 w 24"/>
                <a:gd name="T13" fmla="*/ 7 h 19"/>
                <a:gd name="T14" fmla="*/ 5 w 24"/>
                <a:gd name="T15" fmla="*/ 19 h 19"/>
                <a:gd name="T16" fmla="*/ 13 w 24"/>
                <a:gd name="T17" fmla="*/ 16 h 19"/>
                <a:gd name="T18" fmla="*/ 22 w 24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4" y="6"/>
                    <a:pt x="24" y="5"/>
                    <a:pt x="24" y="4"/>
                  </a:cubicBezTo>
                  <a:cubicBezTo>
                    <a:pt x="23" y="2"/>
                    <a:pt x="22" y="1"/>
                    <a:pt x="21" y="0"/>
                  </a:cubicBezTo>
                  <a:cubicBezTo>
                    <a:pt x="19" y="0"/>
                    <a:pt x="18" y="0"/>
                    <a:pt x="16" y="0"/>
                  </a:cubicBezTo>
                  <a:cubicBezTo>
                    <a:pt x="15" y="1"/>
                    <a:pt x="12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3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61">
              <a:extLst>
                <a:ext uri="{FF2B5EF4-FFF2-40B4-BE49-F238E27FC236}">
                  <a16:creationId xmlns:a16="http://schemas.microsoft.com/office/drawing/2014/main" id="{887C566D-5AAE-4C01-992E-34CC7BAC8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7108" y="4461836"/>
              <a:ext cx="36513" cy="46038"/>
            </a:xfrm>
            <a:custGeom>
              <a:avLst/>
              <a:gdLst>
                <a:gd name="T0" fmla="*/ 10 w 20"/>
                <a:gd name="T1" fmla="*/ 23 h 25"/>
                <a:gd name="T2" fmla="*/ 13 w 20"/>
                <a:gd name="T3" fmla="*/ 25 h 25"/>
                <a:gd name="T4" fmla="*/ 17 w 20"/>
                <a:gd name="T5" fmla="*/ 24 h 25"/>
                <a:gd name="T6" fmla="*/ 20 w 20"/>
                <a:gd name="T7" fmla="*/ 20 h 25"/>
                <a:gd name="T8" fmla="*/ 20 w 20"/>
                <a:gd name="T9" fmla="*/ 15 h 25"/>
                <a:gd name="T10" fmla="*/ 15 w 20"/>
                <a:gd name="T11" fmla="*/ 8 h 25"/>
                <a:gd name="T12" fmla="*/ 11 w 20"/>
                <a:gd name="T13" fmla="*/ 0 h 25"/>
                <a:gd name="T14" fmla="*/ 0 w 20"/>
                <a:gd name="T15" fmla="*/ 7 h 25"/>
                <a:gd name="T16" fmla="*/ 4 w 20"/>
                <a:gd name="T17" fmla="*/ 14 h 25"/>
                <a:gd name="T18" fmla="*/ 10 w 20"/>
                <a:gd name="T19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5">
                  <a:moveTo>
                    <a:pt x="10" y="23"/>
                  </a:moveTo>
                  <a:cubicBezTo>
                    <a:pt x="11" y="24"/>
                    <a:pt x="12" y="24"/>
                    <a:pt x="13" y="25"/>
                  </a:cubicBezTo>
                  <a:cubicBezTo>
                    <a:pt x="15" y="25"/>
                    <a:pt x="16" y="24"/>
                    <a:pt x="17" y="24"/>
                  </a:cubicBezTo>
                  <a:cubicBezTo>
                    <a:pt x="19" y="23"/>
                    <a:pt x="20" y="21"/>
                    <a:pt x="20" y="20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19" y="14"/>
                    <a:pt x="18" y="12"/>
                    <a:pt x="15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9"/>
                    <a:pt x="9" y="22"/>
                    <a:pt x="1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62">
              <a:extLst>
                <a:ext uri="{FF2B5EF4-FFF2-40B4-BE49-F238E27FC236}">
                  <a16:creationId xmlns:a16="http://schemas.microsoft.com/office/drawing/2014/main" id="{3D7121C0-EFD3-4D2C-967A-CD5B1AF05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358" y="4642811"/>
              <a:ext cx="39688" cy="28575"/>
            </a:xfrm>
            <a:custGeom>
              <a:avLst/>
              <a:gdLst>
                <a:gd name="T0" fmla="*/ 25 w 25"/>
                <a:gd name="T1" fmla="*/ 0 h 18"/>
                <a:gd name="T2" fmla="*/ 0 w 25"/>
                <a:gd name="T3" fmla="*/ 3 h 18"/>
                <a:gd name="T4" fmla="*/ 19 w 25"/>
                <a:gd name="T5" fmla="*/ 18 h 18"/>
                <a:gd name="T6" fmla="*/ 25 w 2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8">
                  <a:moveTo>
                    <a:pt x="25" y="0"/>
                  </a:moveTo>
                  <a:lnTo>
                    <a:pt x="0" y="3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63">
              <a:extLst>
                <a:ext uri="{FF2B5EF4-FFF2-40B4-BE49-F238E27FC236}">
                  <a16:creationId xmlns:a16="http://schemas.microsoft.com/office/drawing/2014/main" id="{45839955-055F-49A5-B3BA-6D552FD17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4820" y="5565148"/>
              <a:ext cx="38100" cy="61913"/>
            </a:xfrm>
            <a:custGeom>
              <a:avLst/>
              <a:gdLst>
                <a:gd name="T0" fmla="*/ 7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19 h 33"/>
                <a:gd name="T8" fmla="*/ 0 w 21"/>
                <a:gd name="T9" fmla="*/ 23 h 33"/>
                <a:gd name="T10" fmla="*/ 2 w 21"/>
                <a:gd name="T11" fmla="*/ 26 h 33"/>
                <a:gd name="T12" fmla="*/ 9 w 21"/>
                <a:gd name="T13" fmla="*/ 32 h 33"/>
                <a:gd name="T14" fmla="*/ 12 w 21"/>
                <a:gd name="T15" fmla="*/ 33 h 33"/>
                <a:gd name="T16" fmla="*/ 15 w 21"/>
                <a:gd name="T17" fmla="*/ 33 h 33"/>
                <a:gd name="T18" fmla="*/ 19 w 21"/>
                <a:gd name="T19" fmla="*/ 29 h 33"/>
                <a:gd name="T20" fmla="*/ 20 w 21"/>
                <a:gd name="T21" fmla="*/ 26 h 33"/>
                <a:gd name="T22" fmla="*/ 21 w 21"/>
                <a:gd name="T23" fmla="*/ 24 h 33"/>
                <a:gd name="T24" fmla="*/ 20 w 21"/>
                <a:gd name="T25" fmla="*/ 20 h 33"/>
                <a:gd name="T26" fmla="*/ 14 w 21"/>
                <a:gd name="T27" fmla="*/ 16 h 33"/>
                <a:gd name="T28" fmla="*/ 14 w 21"/>
                <a:gd name="T29" fmla="*/ 11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2 h 33"/>
                <a:gd name="T40" fmla="*/ 10 w 21"/>
                <a:gd name="T41" fmla="*/ 8 h 33"/>
                <a:gd name="T42" fmla="*/ 9 w 21"/>
                <a:gd name="T43" fmla="*/ 9 h 33"/>
                <a:gd name="T44" fmla="*/ 7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7" y="10"/>
                  </a:moveTo>
                  <a:cubicBezTo>
                    <a:pt x="5" y="10"/>
                    <a:pt x="4" y="12"/>
                    <a:pt x="4" y="12"/>
                  </a:cubicBezTo>
                  <a:cubicBezTo>
                    <a:pt x="1" y="14"/>
                    <a:pt x="2" y="15"/>
                    <a:pt x="2" y="15"/>
                  </a:cubicBezTo>
                  <a:cubicBezTo>
                    <a:pt x="2" y="16"/>
                    <a:pt x="1" y="19"/>
                    <a:pt x="1" y="19"/>
                  </a:cubicBezTo>
                  <a:cubicBezTo>
                    <a:pt x="0" y="20"/>
                    <a:pt x="0" y="23"/>
                    <a:pt x="0" y="23"/>
                  </a:cubicBezTo>
                  <a:cubicBezTo>
                    <a:pt x="0" y="24"/>
                    <a:pt x="2" y="26"/>
                    <a:pt x="2" y="26"/>
                  </a:cubicBezTo>
                  <a:cubicBezTo>
                    <a:pt x="3" y="29"/>
                    <a:pt x="9" y="32"/>
                    <a:pt x="9" y="32"/>
                  </a:cubicBezTo>
                  <a:cubicBezTo>
                    <a:pt x="10" y="33"/>
                    <a:pt x="11" y="33"/>
                    <a:pt x="12" y="33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9" y="33"/>
                    <a:pt x="19" y="29"/>
                    <a:pt x="19" y="29"/>
                  </a:cubicBezTo>
                  <a:cubicBezTo>
                    <a:pt x="18" y="28"/>
                    <a:pt x="20" y="26"/>
                    <a:pt x="20" y="26"/>
                  </a:cubicBezTo>
                  <a:cubicBezTo>
                    <a:pt x="21" y="25"/>
                    <a:pt x="21" y="24"/>
                    <a:pt x="21" y="24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1" y="12"/>
                    <a:pt x="14" y="11"/>
                    <a:pt x="14" y="11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6" y="0"/>
                    <a:pt x="15" y="2"/>
                    <a:pt x="15" y="2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10"/>
                    <a:pt x="7" y="10"/>
                    <a:pt x="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64">
              <a:extLst>
                <a:ext uri="{FF2B5EF4-FFF2-40B4-BE49-F238E27FC236}">
                  <a16:creationId xmlns:a16="http://schemas.microsoft.com/office/drawing/2014/main" id="{B6C6CCCB-35EE-46EE-B908-A1DE910CA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7633" y="5504823"/>
              <a:ext cx="7938" cy="20638"/>
            </a:xfrm>
            <a:custGeom>
              <a:avLst/>
              <a:gdLst>
                <a:gd name="T0" fmla="*/ 0 w 4"/>
                <a:gd name="T1" fmla="*/ 0 h 11"/>
                <a:gd name="T2" fmla="*/ 2 w 4"/>
                <a:gd name="T3" fmla="*/ 5 h 11"/>
                <a:gd name="T4" fmla="*/ 2 w 4"/>
                <a:gd name="T5" fmla="*/ 7 h 11"/>
                <a:gd name="T6" fmla="*/ 3 w 4"/>
                <a:gd name="T7" fmla="*/ 10 h 11"/>
                <a:gd name="T8" fmla="*/ 4 w 4"/>
                <a:gd name="T9" fmla="*/ 9 h 11"/>
                <a:gd name="T10" fmla="*/ 3 w 4"/>
                <a:gd name="T11" fmla="*/ 3 h 11"/>
                <a:gd name="T12" fmla="*/ 3 w 4"/>
                <a:gd name="T13" fmla="*/ 0 h 11"/>
                <a:gd name="T14" fmla="*/ 0 w 4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4" y="9"/>
                  </a:cubicBezTo>
                  <a:cubicBezTo>
                    <a:pt x="4" y="8"/>
                    <a:pt x="4" y="5"/>
                    <a:pt x="3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65">
              <a:extLst>
                <a:ext uri="{FF2B5EF4-FFF2-40B4-BE49-F238E27FC236}">
                  <a16:creationId xmlns:a16="http://schemas.microsoft.com/office/drawing/2014/main" id="{92D8A39E-B4DB-4A16-A95E-084DD8166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4295" y="5517523"/>
              <a:ext cx="33338" cy="12700"/>
            </a:xfrm>
            <a:custGeom>
              <a:avLst/>
              <a:gdLst>
                <a:gd name="T0" fmla="*/ 0 w 18"/>
                <a:gd name="T1" fmla="*/ 7 h 7"/>
                <a:gd name="T2" fmla="*/ 5 w 18"/>
                <a:gd name="T3" fmla="*/ 6 h 7"/>
                <a:gd name="T4" fmla="*/ 17 w 18"/>
                <a:gd name="T5" fmla="*/ 3 h 7"/>
                <a:gd name="T6" fmla="*/ 18 w 18"/>
                <a:gd name="T7" fmla="*/ 2 h 7"/>
                <a:gd name="T8" fmla="*/ 18 w 18"/>
                <a:gd name="T9" fmla="*/ 2 h 7"/>
                <a:gd name="T10" fmla="*/ 17 w 18"/>
                <a:gd name="T11" fmla="*/ 0 h 7"/>
                <a:gd name="T12" fmla="*/ 0 w 18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7">
                  <a:moveTo>
                    <a:pt x="0" y="7"/>
                  </a:moveTo>
                  <a:cubicBezTo>
                    <a:pt x="1" y="7"/>
                    <a:pt x="3" y="6"/>
                    <a:pt x="5" y="6"/>
                  </a:cubicBezTo>
                  <a:cubicBezTo>
                    <a:pt x="9" y="6"/>
                    <a:pt x="15" y="5"/>
                    <a:pt x="17" y="3"/>
                  </a:cubicBezTo>
                  <a:cubicBezTo>
                    <a:pt x="18" y="3"/>
                    <a:pt x="18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1"/>
                    <a:pt x="17" y="0"/>
                  </a:cubicBezTo>
                  <a:cubicBezTo>
                    <a:pt x="12" y="4"/>
                    <a:pt x="3" y="5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66">
              <a:extLst>
                <a:ext uri="{FF2B5EF4-FFF2-40B4-BE49-F238E27FC236}">
                  <a16:creationId xmlns:a16="http://schemas.microsoft.com/office/drawing/2014/main" id="{304C3957-ED5B-4A8C-A6F0-EE36192EF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9433" y="4149098"/>
              <a:ext cx="63500" cy="68263"/>
            </a:xfrm>
            <a:custGeom>
              <a:avLst/>
              <a:gdLst>
                <a:gd name="T0" fmla="*/ 12 w 34"/>
                <a:gd name="T1" fmla="*/ 36 h 37"/>
                <a:gd name="T2" fmla="*/ 24 w 34"/>
                <a:gd name="T3" fmla="*/ 35 h 37"/>
                <a:gd name="T4" fmla="*/ 32 w 34"/>
                <a:gd name="T5" fmla="*/ 23 h 37"/>
                <a:gd name="T6" fmla="*/ 32 w 34"/>
                <a:gd name="T7" fmla="*/ 9 h 37"/>
                <a:gd name="T8" fmla="*/ 22 w 34"/>
                <a:gd name="T9" fmla="*/ 2 h 37"/>
                <a:gd name="T10" fmla="*/ 10 w 34"/>
                <a:gd name="T11" fmla="*/ 3 h 37"/>
                <a:gd name="T12" fmla="*/ 2 w 34"/>
                <a:gd name="T13" fmla="*/ 15 h 37"/>
                <a:gd name="T14" fmla="*/ 3 w 34"/>
                <a:gd name="T15" fmla="*/ 29 h 37"/>
                <a:gd name="T16" fmla="*/ 12 w 34"/>
                <a:gd name="T17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12" y="36"/>
                  </a:moveTo>
                  <a:cubicBezTo>
                    <a:pt x="17" y="37"/>
                    <a:pt x="21" y="37"/>
                    <a:pt x="24" y="35"/>
                  </a:cubicBezTo>
                  <a:cubicBezTo>
                    <a:pt x="28" y="33"/>
                    <a:pt x="31" y="29"/>
                    <a:pt x="32" y="23"/>
                  </a:cubicBezTo>
                  <a:cubicBezTo>
                    <a:pt x="34" y="17"/>
                    <a:pt x="34" y="12"/>
                    <a:pt x="32" y="9"/>
                  </a:cubicBezTo>
                  <a:cubicBezTo>
                    <a:pt x="30" y="5"/>
                    <a:pt x="26" y="3"/>
                    <a:pt x="22" y="2"/>
                  </a:cubicBezTo>
                  <a:cubicBezTo>
                    <a:pt x="17" y="0"/>
                    <a:pt x="13" y="1"/>
                    <a:pt x="10" y="3"/>
                  </a:cubicBezTo>
                  <a:cubicBezTo>
                    <a:pt x="6" y="5"/>
                    <a:pt x="3" y="9"/>
                    <a:pt x="2" y="15"/>
                  </a:cubicBezTo>
                  <a:cubicBezTo>
                    <a:pt x="0" y="20"/>
                    <a:pt x="1" y="25"/>
                    <a:pt x="3" y="29"/>
                  </a:cubicBezTo>
                  <a:cubicBezTo>
                    <a:pt x="5" y="33"/>
                    <a:pt x="8" y="35"/>
                    <a:pt x="12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67">
              <a:extLst>
                <a:ext uri="{FF2B5EF4-FFF2-40B4-BE49-F238E27FC236}">
                  <a16:creationId xmlns:a16="http://schemas.microsoft.com/office/drawing/2014/main" id="{8E6FBDE8-DC43-44EF-B9D9-E9BF8A211F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2008" y="4030036"/>
              <a:ext cx="1677988" cy="1673225"/>
            </a:xfrm>
            <a:custGeom>
              <a:avLst/>
              <a:gdLst>
                <a:gd name="T0" fmla="*/ 812 w 905"/>
                <a:gd name="T1" fmla="*/ 404 h 905"/>
                <a:gd name="T2" fmla="*/ 774 w 905"/>
                <a:gd name="T3" fmla="*/ 279 h 905"/>
                <a:gd name="T4" fmla="*/ 779 w 905"/>
                <a:gd name="T5" fmla="*/ 210 h 905"/>
                <a:gd name="T6" fmla="*/ 721 w 905"/>
                <a:gd name="T7" fmla="*/ 187 h 905"/>
                <a:gd name="T8" fmla="*/ 685 w 905"/>
                <a:gd name="T9" fmla="*/ 149 h 905"/>
                <a:gd name="T10" fmla="*/ 617 w 905"/>
                <a:gd name="T11" fmla="*/ 113 h 905"/>
                <a:gd name="T12" fmla="*/ 564 w 905"/>
                <a:gd name="T13" fmla="*/ 108 h 905"/>
                <a:gd name="T14" fmla="*/ 460 w 905"/>
                <a:gd name="T15" fmla="*/ 45 h 905"/>
                <a:gd name="T16" fmla="*/ 375 w 905"/>
                <a:gd name="T17" fmla="*/ 52 h 905"/>
                <a:gd name="T18" fmla="*/ 348 w 905"/>
                <a:gd name="T19" fmla="*/ 78 h 905"/>
                <a:gd name="T20" fmla="*/ 362 w 905"/>
                <a:gd name="T21" fmla="*/ 92 h 905"/>
                <a:gd name="T22" fmla="*/ 312 w 905"/>
                <a:gd name="T23" fmla="*/ 104 h 905"/>
                <a:gd name="T24" fmla="*/ 250 w 905"/>
                <a:gd name="T25" fmla="*/ 96 h 905"/>
                <a:gd name="T26" fmla="*/ 175 w 905"/>
                <a:gd name="T27" fmla="*/ 151 h 905"/>
                <a:gd name="T28" fmla="*/ 121 w 905"/>
                <a:gd name="T29" fmla="*/ 211 h 905"/>
                <a:gd name="T30" fmla="*/ 120 w 905"/>
                <a:gd name="T31" fmla="*/ 281 h 905"/>
                <a:gd name="T32" fmla="*/ 132 w 905"/>
                <a:gd name="T33" fmla="*/ 289 h 905"/>
                <a:gd name="T34" fmla="*/ 95 w 905"/>
                <a:gd name="T35" fmla="*/ 410 h 905"/>
                <a:gd name="T36" fmla="*/ 41 w 905"/>
                <a:gd name="T37" fmla="*/ 453 h 905"/>
                <a:gd name="T38" fmla="*/ 51 w 905"/>
                <a:gd name="T39" fmla="*/ 518 h 905"/>
                <a:gd name="T40" fmla="*/ 101 w 905"/>
                <a:gd name="T41" fmla="*/ 526 h 905"/>
                <a:gd name="T42" fmla="*/ 238 w 905"/>
                <a:gd name="T43" fmla="*/ 764 h 905"/>
                <a:gd name="T44" fmla="*/ 218 w 905"/>
                <a:gd name="T45" fmla="*/ 741 h 905"/>
                <a:gd name="T46" fmla="*/ 196 w 905"/>
                <a:gd name="T47" fmla="*/ 742 h 905"/>
                <a:gd name="T48" fmla="*/ 289 w 905"/>
                <a:gd name="T49" fmla="*/ 829 h 905"/>
                <a:gd name="T50" fmla="*/ 284 w 905"/>
                <a:gd name="T51" fmla="*/ 801 h 905"/>
                <a:gd name="T52" fmla="*/ 309 w 905"/>
                <a:gd name="T53" fmla="*/ 811 h 905"/>
                <a:gd name="T54" fmla="*/ 317 w 905"/>
                <a:gd name="T55" fmla="*/ 787 h 905"/>
                <a:gd name="T56" fmla="*/ 310 w 905"/>
                <a:gd name="T57" fmla="*/ 842 h 905"/>
                <a:gd name="T58" fmla="*/ 352 w 905"/>
                <a:gd name="T59" fmla="*/ 858 h 905"/>
                <a:gd name="T60" fmla="*/ 420 w 905"/>
                <a:gd name="T61" fmla="*/ 807 h 905"/>
                <a:gd name="T62" fmla="*/ 413 w 905"/>
                <a:gd name="T63" fmla="*/ 875 h 905"/>
                <a:gd name="T64" fmla="*/ 399 w 905"/>
                <a:gd name="T65" fmla="*/ 866 h 905"/>
                <a:gd name="T66" fmla="*/ 430 w 905"/>
                <a:gd name="T67" fmla="*/ 858 h 905"/>
                <a:gd name="T68" fmla="*/ 479 w 905"/>
                <a:gd name="T69" fmla="*/ 856 h 905"/>
                <a:gd name="T70" fmla="*/ 477 w 905"/>
                <a:gd name="T71" fmla="*/ 831 h 905"/>
                <a:gd name="T72" fmla="*/ 529 w 905"/>
                <a:gd name="T73" fmla="*/ 866 h 905"/>
                <a:gd name="T74" fmla="*/ 486 w 905"/>
                <a:gd name="T75" fmla="*/ 850 h 905"/>
                <a:gd name="T76" fmla="*/ 516 w 905"/>
                <a:gd name="T77" fmla="*/ 820 h 905"/>
                <a:gd name="T78" fmla="*/ 599 w 905"/>
                <a:gd name="T79" fmla="*/ 840 h 905"/>
                <a:gd name="T80" fmla="*/ 588 w 905"/>
                <a:gd name="T81" fmla="*/ 834 h 905"/>
                <a:gd name="T82" fmla="*/ 584 w 905"/>
                <a:gd name="T83" fmla="*/ 805 h 905"/>
                <a:gd name="T84" fmla="*/ 599 w 905"/>
                <a:gd name="T85" fmla="*/ 796 h 905"/>
                <a:gd name="T86" fmla="*/ 616 w 905"/>
                <a:gd name="T87" fmla="*/ 825 h 905"/>
                <a:gd name="T88" fmla="*/ 655 w 905"/>
                <a:gd name="T89" fmla="*/ 793 h 905"/>
                <a:gd name="T90" fmla="*/ 654 w 905"/>
                <a:gd name="T91" fmla="*/ 760 h 905"/>
                <a:gd name="T92" fmla="*/ 663 w 905"/>
                <a:gd name="T93" fmla="*/ 752 h 905"/>
                <a:gd name="T94" fmla="*/ 668 w 905"/>
                <a:gd name="T95" fmla="*/ 737 h 905"/>
                <a:gd name="T96" fmla="*/ 676 w 905"/>
                <a:gd name="T97" fmla="*/ 737 h 905"/>
                <a:gd name="T98" fmla="*/ 677 w 905"/>
                <a:gd name="T99" fmla="*/ 721 h 905"/>
                <a:gd name="T100" fmla="*/ 691 w 905"/>
                <a:gd name="T101" fmla="*/ 738 h 905"/>
                <a:gd name="T102" fmla="*/ 665 w 905"/>
                <a:gd name="T103" fmla="*/ 771 h 905"/>
                <a:gd name="T104" fmla="*/ 688 w 905"/>
                <a:gd name="T105" fmla="*/ 807 h 905"/>
                <a:gd name="T106" fmla="*/ 679 w 905"/>
                <a:gd name="T107" fmla="*/ 769 h 905"/>
                <a:gd name="T108" fmla="*/ 705 w 905"/>
                <a:gd name="T109" fmla="*/ 766 h 905"/>
                <a:gd name="T110" fmla="*/ 778 w 905"/>
                <a:gd name="T111" fmla="*/ 296 h 905"/>
                <a:gd name="T112" fmla="*/ 810 w 905"/>
                <a:gd name="T113" fmla="*/ 386 h 905"/>
                <a:gd name="T114" fmla="*/ 843 w 905"/>
                <a:gd name="T115" fmla="*/ 516 h 905"/>
                <a:gd name="T116" fmla="*/ 807 w 905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5" h="905">
                  <a:moveTo>
                    <a:pt x="453" y="0"/>
                  </a:moveTo>
                  <a:cubicBezTo>
                    <a:pt x="203" y="0"/>
                    <a:pt x="0" y="203"/>
                    <a:pt x="0" y="453"/>
                  </a:cubicBezTo>
                  <a:cubicBezTo>
                    <a:pt x="0" y="702"/>
                    <a:pt x="203" y="905"/>
                    <a:pt x="453" y="905"/>
                  </a:cubicBezTo>
                  <a:cubicBezTo>
                    <a:pt x="703" y="905"/>
                    <a:pt x="905" y="702"/>
                    <a:pt x="905" y="453"/>
                  </a:cubicBezTo>
                  <a:cubicBezTo>
                    <a:pt x="905" y="203"/>
                    <a:pt x="703" y="0"/>
                    <a:pt x="453" y="0"/>
                  </a:cubicBezTo>
                  <a:close/>
                  <a:moveTo>
                    <a:pt x="858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6" y="400"/>
                    <a:pt x="846" y="400"/>
                    <a:pt x="846" y="400"/>
                  </a:cubicBezTo>
                  <a:cubicBezTo>
                    <a:pt x="835" y="401"/>
                    <a:pt x="835" y="401"/>
                    <a:pt x="835" y="401"/>
                  </a:cubicBezTo>
                  <a:cubicBezTo>
                    <a:pt x="838" y="430"/>
                    <a:pt x="838" y="430"/>
                    <a:pt x="838" y="430"/>
                  </a:cubicBezTo>
                  <a:cubicBezTo>
                    <a:pt x="829" y="431"/>
                    <a:pt x="829" y="431"/>
                    <a:pt x="829" y="431"/>
                  </a:cubicBezTo>
                  <a:cubicBezTo>
                    <a:pt x="826" y="402"/>
                    <a:pt x="826" y="402"/>
                    <a:pt x="826" y="402"/>
                  </a:cubicBezTo>
                  <a:cubicBezTo>
                    <a:pt x="812" y="404"/>
                    <a:pt x="812" y="404"/>
                    <a:pt x="812" y="404"/>
                  </a:cubicBezTo>
                  <a:cubicBezTo>
                    <a:pt x="816" y="435"/>
                    <a:pt x="816" y="435"/>
                    <a:pt x="816" y="435"/>
                  </a:cubicBezTo>
                  <a:cubicBezTo>
                    <a:pt x="807" y="436"/>
                    <a:pt x="807" y="436"/>
                    <a:pt x="807" y="436"/>
                  </a:cubicBezTo>
                  <a:cubicBezTo>
                    <a:pt x="802" y="393"/>
                    <a:pt x="802" y="393"/>
                    <a:pt x="802" y="393"/>
                  </a:cubicBezTo>
                  <a:cubicBezTo>
                    <a:pt x="854" y="388"/>
                    <a:pt x="854" y="388"/>
                    <a:pt x="854" y="388"/>
                  </a:cubicBezTo>
                  <a:lnTo>
                    <a:pt x="858" y="430"/>
                  </a:lnTo>
                  <a:close/>
                  <a:moveTo>
                    <a:pt x="799" y="241"/>
                  </a:moveTo>
                  <a:cubicBezTo>
                    <a:pt x="802" y="246"/>
                    <a:pt x="804" y="250"/>
                    <a:pt x="804" y="253"/>
                  </a:cubicBezTo>
                  <a:cubicBezTo>
                    <a:pt x="805" y="256"/>
                    <a:pt x="805" y="258"/>
                    <a:pt x="804" y="261"/>
                  </a:cubicBezTo>
                  <a:cubicBezTo>
                    <a:pt x="803" y="264"/>
                    <a:pt x="801" y="266"/>
                    <a:pt x="798" y="267"/>
                  </a:cubicBezTo>
                  <a:cubicBezTo>
                    <a:pt x="795" y="269"/>
                    <a:pt x="791" y="270"/>
                    <a:pt x="788" y="269"/>
                  </a:cubicBezTo>
                  <a:cubicBezTo>
                    <a:pt x="784" y="268"/>
                    <a:pt x="781" y="266"/>
                    <a:pt x="778" y="262"/>
                  </a:cubicBezTo>
                  <a:cubicBezTo>
                    <a:pt x="778" y="265"/>
                    <a:pt x="778" y="267"/>
                    <a:pt x="778" y="269"/>
                  </a:cubicBezTo>
                  <a:cubicBezTo>
                    <a:pt x="777" y="272"/>
                    <a:pt x="776" y="275"/>
                    <a:pt x="774" y="279"/>
                  </a:cubicBezTo>
                  <a:cubicBezTo>
                    <a:pt x="769" y="291"/>
                    <a:pt x="769" y="291"/>
                    <a:pt x="769" y="291"/>
                  </a:cubicBezTo>
                  <a:cubicBezTo>
                    <a:pt x="762" y="279"/>
                    <a:pt x="762" y="279"/>
                    <a:pt x="762" y="279"/>
                  </a:cubicBezTo>
                  <a:cubicBezTo>
                    <a:pt x="767" y="266"/>
                    <a:pt x="767" y="266"/>
                    <a:pt x="767" y="266"/>
                  </a:cubicBezTo>
                  <a:cubicBezTo>
                    <a:pt x="769" y="261"/>
                    <a:pt x="770" y="258"/>
                    <a:pt x="770" y="257"/>
                  </a:cubicBezTo>
                  <a:cubicBezTo>
                    <a:pt x="771" y="255"/>
                    <a:pt x="771" y="254"/>
                    <a:pt x="770" y="253"/>
                  </a:cubicBezTo>
                  <a:cubicBezTo>
                    <a:pt x="770" y="252"/>
                    <a:pt x="769" y="250"/>
                    <a:pt x="768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8" y="257"/>
                    <a:pt x="748" y="257"/>
                    <a:pt x="748" y="257"/>
                  </a:cubicBezTo>
                  <a:cubicBezTo>
                    <a:pt x="742" y="247"/>
                    <a:pt x="742" y="247"/>
                    <a:pt x="742" y="247"/>
                  </a:cubicBezTo>
                  <a:cubicBezTo>
                    <a:pt x="786" y="220"/>
                    <a:pt x="786" y="220"/>
                    <a:pt x="786" y="220"/>
                  </a:cubicBezTo>
                  <a:lnTo>
                    <a:pt x="799" y="241"/>
                  </a:lnTo>
                  <a:close/>
                  <a:moveTo>
                    <a:pt x="750" y="176"/>
                  </a:moveTo>
                  <a:cubicBezTo>
                    <a:pt x="779" y="210"/>
                    <a:pt x="779" y="210"/>
                    <a:pt x="779" y="210"/>
                  </a:cubicBezTo>
                  <a:cubicBezTo>
                    <a:pt x="772" y="216"/>
                    <a:pt x="772" y="216"/>
                    <a:pt x="772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1" y="221"/>
                    <a:pt x="721" y="221"/>
                    <a:pt x="721" y="221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4" y="181"/>
                    <a:pt x="744" y="181"/>
                    <a:pt x="744" y="181"/>
                  </a:cubicBezTo>
                  <a:lnTo>
                    <a:pt x="750" y="176"/>
                  </a:lnTo>
                  <a:close/>
                  <a:moveTo>
                    <a:pt x="742" y="167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4" y="153"/>
                    <a:pt x="714" y="153"/>
                    <a:pt x="714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7" y="181"/>
                    <a:pt x="727" y="181"/>
                    <a:pt x="727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1" y="178"/>
                    <a:pt x="691" y="178"/>
                    <a:pt x="691" y="178"/>
                  </a:cubicBezTo>
                  <a:cubicBezTo>
                    <a:pt x="714" y="200"/>
                    <a:pt x="714" y="200"/>
                    <a:pt x="714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7" y="177"/>
                    <a:pt x="677" y="177"/>
                    <a:pt x="677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7"/>
                  </a:lnTo>
                  <a:close/>
                  <a:moveTo>
                    <a:pt x="665" y="105"/>
                  </a:moveTo>
                  <a:cubicBezTo>
                    <a:pt x="680" y="116"/>
                    <a:pt x="680" y="116"/>
                    <a:pt x="680" y="116"/>
                  </a:cubicBezTo>
                  <a:cubicBezTo>
                    <a:pt x="686" y="120"/>
                    <a:pt x="689" y="122"/>
                    <a:pt x="691" y="124"/>
                  </a:cubicBezTo>
                  <a:cubicBezTo>
                    <a:pt x="693" y="127"/>
                    <a:pt x="694" y="130"/>
                    <a:pt x="695" y="133"/>
                  </a:cubicBezTo>
                  <a:cubicBezTo>
                    <a:pt x="695" y="136"/>
                    <a:pt x="694" y="140"/>
                    <a:pt x="692" y="143"/>
                  </a:cubicBezTo>
                  <a:cubicBezTo>
                    <a:pt x="690" y="146"/>
                    <a:pt x="688" y="148"/>
                    <a:pt x="685" y="149"/>
                  </a:cubicBezTo>
                  <a:cubicBezTo>
                    <a:pt x="683" y="150"/>
                    <a:pt x="681" y="150"/>
                    <a:pt x="679" y="150"/>
                  </a:cubicBezTo>
                  <a:cubicBezTo>
                    <a:pt x="676" y="150"/>
                    <a:pt x="674" y="149"/>
                    <a:pt x="672" y="149"/>
                  </a:cubicBezTo>
                  <a:cubicBezTo>
                    <a:pt x="670" y="148"/>
                    <a:pt x="666" y="145"/>
                    <a:pt x="662" y="143"/>
                  </a:cubicBezTo>
                  <a:cubicBezTo>
                    <a:pt x="656" y="138"/>
                    <a:pt x="656" y="138"/>
                    <a:pt x="656" y="138"/>
                  </a:cubicBezTo>
                  <a:cubicBezTo>
                    <a:pt x="645" y="154"/>
                    <a:pt x="645" y="154"/>
                    <a:pt x="645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5" y="105"/>
                  </a:lnTo>
                  <a:close/>
                  <a:moveTo>
                    <a:pt x="632" y="87"/>
                  </a:moveTo>
                  <a:cubicBezTo>
                    <a:pt x="629" y="95"/>
                    <a:pt x="629" y="95"/>
                    <a:pt x="629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7" y="113"/>
                    <a:pt x="617" y="113"/>
                    <a:pt x="617" y="113"/>
                  </a:cubicBezTo>
                  <a:cubicBezTo>
                    <a:pt x="595" y="103"/>
                    <a:pt x="595" y="103"/>
                    <a:pt x="595" y="103"/>
                  </a:cubicBezTo>
                  <a:cubicBezTo>
                    <a:pt x="586" y="123"/>
                    <a:pt x="586" y="123"/>
                    <a:pt x="586" y="123"/>
                  </a:cubicBezTo>
                  <a:cubicBezTo>
                    <a:pt x="576" y="119"/>
                    <a:pt x="576" y="119"/>
                    <a:pt x="576" y="119"/>
                  </a:cubicBezTo>
                  <a:cubicBezTo>
                    <a:pt x="596" y="71"/>
                    <a:pt x="596" y="71"/>
                    <a:pt x="596" y="71"/>
                  </a:cubicBezTo>
                  <a:lnTo>
                    <a:pt x="632" y="87"/>
                  </a:lnTo>
                  <a:close/>
                  <a:moveTo>
                    <a:pt x="523" y="77"/>
                  </a:moveTo>
                  <a:cubicBezTo>
                    <a:pt x="525" y="72"/>
                    <a:pt x="527" y="68"/>
                    <a:pt x="529" y="65"/>
                  </a:cubicBezTo>
                  <a:cubicBezTo>
                    <a:pt x="531" y="63"/>
                    <a:pt x="534" y="61"/>
                    <a:pt x="536" y="59"/>
                  </a:cubicBezTo>
                  <a:cubicBezTo>
                    <a:pt x="539" y="58"/>
                    <a:pt x="542" y="57"/>
                    <a:pt x="545" y="57"/>
                  </a:cubicBezTo>
                  <a:cubicBezTo>
                    <a:pt x="548" y="56"/>
                    <a:pt x="553" y="57"/>
                    <a:pt x="557" y="58"/>
                  </a:cubicBezTo>
                  <a:cubicBezTo>
                    <a:pt x="565" y="60"/>
                    <a:pt x="571" y="64"/>
                    <a:pt x="575" y="70"/>
                  </a:cubicBezTo>
                  <a:cubicBezTo>
                    <a:pt x="578" y="76"/>
                    <a:pt x="579" y="83"/>
                    <a:pt x="577" y="91"/>
                  </a:cubicBezTo>
                  <a:cubicBezTo>
                    <a:pt x="575" y="99"/>
                    <a:pt x="570" y="105"/>
                    <a:pt x="564" y="108"/>
                  </a:cubicBezTo>
                  <a:cubicBezTo>
                    <a:pt x="558" y="111"/>
                    <a:pt x="551" y="112"/>
                    <a:pt x="543" y="110"/>
                  </a:cubicBezTo>
                  <a:cubicBezTo>
                    <a:pt x="535" y="108"/>
                    <a:pt x="529" y="104"/>
                    <a:pt x="526" y="98"/>
                  </a:cubicBezTo>
                  <a:cubicBezTo>
                    <a:pt x="522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3" y="66"/>
                    <a:pt x="473" y="66"/>
                    <a:pt x="473" y="66"/>
                  </a:cubicBezTo>
                  <a:cubicBezTo>
                    <a:pt x="487" y="46"/>
                    <a:pt x="487" y="46"/>
                    <a:pt x="487" y="46"/>
                  </a:cubicBezTo>
                  <a:cubicBezTo>
                    <a:pt x="500" y="47"/>
                    <a:pt x="500" y="47"/>
                    <a:pt x="500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6" y="97"/>
                    <a:pt x="476" y="97"/>
                    <a:pt x="476" y="97"/>
                  </a:cubicBezTo>
                  <a:cubicBezTo>
                    <a:pt x="465" y="97"/>
                    <a:pt x="465" y="97"/>
                    <a:pt x="465" y="97"/>
                  </a:cubicBezTo>
                  <a:cubicBezTo>
                    <a:pt x="466" y="75"/>
                    <a:pt x="466" y="75"/>
                    <a:pt x="466" y="75"/>
                  </a:cubicBezTo>
                  <a:cubicBezTo>
                    <a:pt x="447" y="44"/>
                    <a:pt x="447" y="44"/>
                    <a:pt x="447" y="44"/>
                  </a:cubicBezTo>
                  <a:lnTo>
                    <a:pt x="460" y="45"/>
                  </a:lnTo>
                  <a:close/>
                  <a:moveTo>
                    <a:pt x="441" y="44"/>
                  </a:moveTo>
                  <a:cubicBezTo>
                    <a:pt x="442" y="53"/>
                    <a:pt x="442" y="53"/>
                    <a:pt x="442" y="53"/>
                  </a:cubicBezTo>
                  <a:cubicBezTo>
                    <a:pt x="425" y="54"/>
                    <a:pt x="425" y="54"/>
                    <a:pt x="425" y="54"/>
                  </a:cubicBezTo>
                  <a:cubicBezTo>
                    <a:pt x="428" y="97"/>
                    <a:pt x="428" y="97"/>
                    <a:pt x="428" y="97"/>
                  </a:cubicBezTo>
                  <a:cubicBezTo>
                    <a:pt x="417" y="98"/>
                    <a:pt x="417" y="98"/>
                    <a:pt x="417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7" y="56"/>
                    <a:pt x="397" y="56"/>
                    <a:pt x="397" y="56"/>
                  </a:cubicBezTo>
                  <a:cubicBezTo>
                    <a:pt x="396" y="48"/>
                    <a:pt x="396" y="48"/>
                    <a:pt x="396" y="48"/>
                  </a:cubicBezTo>
                  <a:lnTo>
                    <a:pt x="441" y="44"/>
                  </a:lnTo>
                  <a:close/>
                  <a:moveTo>
                    <a:pt x="386" y="50"/>
                  </a:moveTo>
                  <a:cubicBezTo>
                    <a:pt x="395" y="101"/>
                    <a:pt x="395" y="101"/>
                    <a:pt x="395" y="101"/>
                  </a:cubicBezTo>
                  <a:cubicBezTo>
                    <a:pt x="384" y="103"/>
                    <a:pt x="384" y="103"/>
                    <a:pt x="384" y="103"/>
                  </a:cubicBezTo>
                  <a:cubicBezTo>
                    <a:pt x="375" y="52"/>
                    <a:pt x="375" y="52"/>
                    <a:pt x="375" y="52"/>
                  </a:cubicBezTo>
                  <a:lnTo>
                    <a:pt x="386" y="50"/>
                  </a:lnTo>
                  <a:close/>
                  <a:moveTo>
                    <a:pt x="324" y="70"/>
                  </a:moveTo>
                  <a:cubicBezTo>
                    <a:pt x="325" y="68"/>
                    <a:pt x="327" y="65"/>
                    <a:pt x="330" y="63"/>
                  </a:cubicBezTo>
                  <a:cubicBezTo>
                    <a:pt x="333" y="61"/>
                    <a:pt x="336" y="60"/>
                    <a:pt x="340" y="59"/>
                  </a:cubicBezTo>
                  <a:cubicBezTo>
                    <a:pt x="347" y="57"/>
                    <a:pt x="353" y="57"/>
                    <a:pt x="357" y="59"/>
                  </a:cubicBezTo>
                  <a:cubicBezTo>
                    <a:pt x="361" y="60"/>
                    <a:pt x="364" y="63"/>
                    <a:pt x="365" y="68"/>
                  </a:cubicBezTo>
                  <a:cubicBezTo>
                    <a:pt x="354" y="71"/>
                    <a:pt x="354" y="71"/>
                    <a:pt x="354" y="71"/>
                  </a:cubicBezTo>
                  <a:cubicBezTo>
                    <a:pt x="353" y="69"/>
                    <a:pt x="352" y="67"/>
                    <a:pt x="350" y="67"/>
                  </a:cubicBezTo>
                  <a:cubicBezTo>
                    <a:pt x="348" y="66"/>
                    <a:pt x="345" y="66"/>
                    <a:pt x="342" y="67"/>
                  </a:cubicBezTo>
                  <a:cubicBezTo>
                    <a:pt x="339" y="68"/>
                    <a:pt x="337" y="69"/>
                    <a:pt x="335" y="71"/>
                  </a:cubicBezTo>
                  <a:cubicBezTo>
                    <a:pt x="334" y="72"/>
                    <a:pt x="334" y="73"/>
                    <a:pt x="334" y="74"/>
                  </a:cubicBezTo>
                  <a:cubicBezTo>
                    <a:pt x="335" y="76"/>
                    <a:pt x="336" y="76"/>
                    <a:pt x="337" y="77"/>
                  </a:cubicBezTo>
                  <a:cubicBezTo>
                    <a:pt x="339" y="78"/>
                    <a:pt x="342" y="78"/>
                    <a:pt x="348" y="78"/>
                  </a:cubicBezTo>
                  <a:cubicBezTo>
                    <a:pt x="354" y="77"/>
                    <a:pt x="358" y="77"/>
                    <a:pt x="361" y="78"/>
                  </a:cubicBezTo>
                  <a:cubicBezTo>
                    <a:pt x="364" y="79"/>
                    <a:pt x="366" y="80"/>
                    <a:pt x="368" y="81"/>
                  </a:cubicBezTo>
                  <a:cubicBezTo>
                    <a:pt x="370" y="83"/>
                    <a:pt x="372" y="86"/>
                    <a:pt x="373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1" y="101"/>
                    <a:pt x="369" y="103"/>
                    <a:pt x="366" y="105"/>
                  </a:cubicBezTo>
                  <a:cubicBezTo>
                    <a:pt x="364" y="107"/>
                    <a:pt x="360" y="109"/>
                    <a:pt x="355" y="110"/>
                  </a:cubicBezTo>
                  <a:cubicBezTo>
                    <a:pt x="348" y="112"/>
                    <a:pt x="342" y="112"/>
                    <a:pt x="338" y="110"/>
                  </a:cubicBezTo>
                  <a:cubicBezTo>
                    <a:pt x="333" y="108"/>
                    <a:pt x="330" y="105"/>
                    <a:pt x="328" y="100"/>
                  </a:cubicBezTo>
                  <a:cubicBezTo>
                    <a:pt x="338" y="96"/>
                    <a:pt x="338" y="96"/>
                    <a:pt x="338" y="96"/>
                  </a:cubicBezTo>
                  <a:cubicBezTo>
                    <a:pt x="340" y="99"/>
                    <a:pt x="342" y="101"/>
                    <a:pt x="344" y="102"/>
                  </a:cubicBezTo>
                  <a:cubicBezTo>
                    <a:pt x="346" y="103"/>
                    <a:pt x="349" y="103"/>
                    <a:pt x="353" y="102"/>
                  </a:cubicBezTo>
                  <a:cubicBezTo>
                    <a:pt x="356" y="101"/>
                    <a:pt x="359" y="99"/>
                    <a:pt x="360" y="97"/>
                  </a:cubicBezTo>
                  <a:cubicBezTo>
                    <a:pt x="362" y="96"/>
                    <a:pt x="362" y="94"/>
                    <a:pt x="362" y="92"/>
                  </a:cubicBezTo>
                  <a:cubicBezTo>
                    <a:pt x="361" y="91"/>
                    <a:pt x="361" y="90"/>
                    <a:pt x="360" y="89"/>
                  </a:cubicBezTo>
                  <a:cubicBezTo>
                    <a:pt x="359" y="89"/>
                    <a:pt x="357" y="88"/>
                    <a:pt x="355" y="88"/>
                  </a:cubicBezTo>
                  <a:cubicBezTo>
                    <a:pt x="354" y="88"/>
                    <a:pt x="351" y="88"/>
                    <a:pt x="346" y="88"/>
                  </a:cubicBezTo>
                  <a:cubicBezTo>
                    <a:pt x="339" y="89"/>
                    <a:pt x="335" y="88"/>
                    <a:pt x="332" y="87"/>
                  </a:cubicBezTo>
                  <a:cubicBezTo>
                    <a:pt x="328" y="85"/>
                    <a:pt x="325" y="82"/>
                    <a:pt x="324" y="78"/>
                  </a:cubicBezTo>
                  <a:cubicBezTo>
                    <a:pt x="323" y="76"/>
                    <a:pt x="323" y="73"/>
                    <a:pt x="324" y="70"/>
                  </a:cubicBezTo>
                  <a:close/>
                  <a:moveTo>
                    <a:pt x="286" y="79"/>
                  </a:moveTo>
                  <a:cubicBezTo>
                    <a:pt x="292" y="77"/>
                    <a:pt x="296" y="75"/>
                    <a:pt x="299" y="75"/>
                  </a:cubicBezTo>
                  <a:cubicBezTo>
                    <a:pt x="302" y="75"/>
                    <a:pt x="304" y="75"/>
                    <a:pt x="307" y="77"/>
                  </a:cubicBezTo>
                  <a:cubicBezTo>
                    <a:pt x="309" y="78"/>
                    <a:pt x="311" y="80"/>
                    <a:pt x="312" y="83"/>
                  </a:cubicBezTo>
                  <a:cubicBezTo>
                    <a:pt x="314" y="87"/>
                    <a:pt x="314" y="90"/>
                    <a:pt x="313" y="94"/>
                  </a:cubicBezTo>
                  <a:cubicBezTo>
                    <a:pt x="311" y="97"/>
                    <a:pt x="309" y="100"/>
                    <a:pt x="304" y="102"/>
                  </a:cubicBezTo>
                  <a:cubicBezTo>
                    <a:pt x="307" y="103"/>
                    <a:pt x="310" y="103"/>
                    <a:pt x="312" y="104"/>
                  </a:cubicBezTo>
                  <a:cubicBezTo>
                    <a:pt x="314" y="105"/>
                    <a:pt x="317" y="106"/>
                    <a:pt x="321" y="109"/>
                  </a:cubicBezTo>
                  <a:cubicBezTo>
                    <a:pt x="331" y="115"/>
                    <a:pt x="331" y="115"/>
                    <a:pt x="331" y="115"/>
                  </a:cubicBezTo>
                  <a:cubicBezTo>
                    <a:pt x="319" y="121"/>
                    <a:pt x="319" y="121"/>
                    <a:pt x="319" y="121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2" y="112"/>
                    <a:pt x="300" y="110"/>
                    <a:pt x="298" y="109"/>
                  </a:cubicBezTo>
                  <a:cubicBezTo>
                    <a:pt x="297" y="109"/>
                    <a:pt x="295" y="109"/>
                    <a:pt x="294" y="109"/>
                  </a:cubicBezTo>
                  <a:cubicBezTo>
                    <a:pt x="293" y="109"/>
                    <a:pt x="291" y="110"/>
                    <a:pt x="289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1"/>
                    <a:pt x="295" y="131"/>
                    <a:pt x="295" y="131"/>
                  </a:cubicBezTo>
                  <a:cubicBezTo>
                    <a:pt x="285" y="136"/>
                    <a:pt x="285" y="136"/>
                    <a:pt x="285" y="136"/>
                  </a:cubicBezTo>
                  <a:cubicBezTo>
                    <a:pt x="264" y="89"/>
                    <a:pt x="264" y="89"/>
                    <a:pt x="264" y="89"/>
                  </a:cubicBezTo>
                  <a:lnTo>
                    <a:pt x="286" y="79"/>
                  </a:lnTo>
                  <a:close/>
                  <a:moveTo>
                    <a:pt x="250" y="96"/>
                  </a:moveTo>
                  <a:cubicBezTo>
                    <a:pt x="255" y="104"/>
                    <a:pt x="255" y="104"/>
                    <a:pt x="255" y="104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5" y="130"/>
                    <a:pt x="235" y="130"/>
                    <a:pt x="235" y="130"/>
                  </a:cubicBezTo>
                  <a:cubicBezTo>
                    <a:pt x="259" y="115"/>
                    <a:pt x="259" y="115"/>
                    <a:pt x="259" y="115"/>
                  </a:cubicBezTo>
                  <a:cubicBezTo>
                    <a:pt x="264" y="122"/>
                    <a:pt x="264" y="122"/>
                    <a:pt x="264" y="122"/>
                  </a:cubicBezTo>
                  <a:cubicBezTo>
                    <a:pt x="240" y="137"/>
                    <a:pt x="240" y="137"/>
                    <a:pt x="240" y="137"/>
                  </a:cubicBezTo>
                  <a:cubicBezTo>
                    <a:pt x="247" y="149"/>
                    <a:pt x="247" y="149"/>
                    <a:pt x="247" y="149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78" y="139"/>
                    <a:pt x="278" y="139"/>
                    <a:pt x="278" y="139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50" y="96"/>
                  </a:lnTo>
                  <a:close/>
                  <a:moveTo>
                    <a:pt x="175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23" y="177"/>
                    <a:pt x="223" y="177"/>
                    <a:pt x="223" y="177"/>
                  </a:cubicBezTo>
                  <a:cubicBezTo>
                    <a:pt x="214" y="185"/>
                    <a:pt x="214" y="185"/>
                    <a:pt x="214" y="185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5" y="151"/>
                  </a:lnTo>
                  <a:close/>
                  <a:moveTo>
                    <a:pt x="160" y="165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09"/>
                    <a:pt x="189" y="209"/>
                    <a:pt x="189" y="209"/>
                  </a:cubicBezTo>
                  <a:cubicBezTo>
                    <a:pt x="152" y="174"/>
                    <a:pt x="152" y="174"/>
                    <a:pt x="152" y="174"/>
                  </a:cubicBezTo>
                  <a:lnTo>
                    <a:pt x="160" y="165"/>
                  </a:lnTo>
                  <a:close/>
                  <a:moveTo>
                    <a:pt x="121" y="211"/>
                  </a:moveTo>
                  <a:cubicBezTo>
                    <a:pt x="163" y="214"/>
                    <a:pt x="163" y="214"/>
                    <a:pt x="163" y="214"/>
                  </a:cubicBezTo>
                  <a:cubicBezTo>
                    <a:pt x="135" y="193"/>
                    <a:pt x="135" y="193"/>
                    <a:pt x="135" y="193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2"/>
                    <a:pt x="134" y="222"/>
                    <a:pt x="134" y="222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55" y="252"/>
                    <a:pt x="155" y="252"/>
                    <a:pt x="155" y="252"/>
                  </a:cubicBezTo>
                  <a:cubicBezTo>
                    <a:pt x="114" y="220"/>
                    <a:pt x="114" y="220"/>
                    <a:pt x="114" y="220"/>
                  </a:cubicBezTo>
                  <a:lnTo>
                    <a:pt x="121" y="211"/>
                  </a:lnTo>
                  <a:close/>
                  <a:moveTo>
                    <a:pt x="88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9" y="281"/>
                    <a:pt x="120" y="281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2" y="275"/>
                  </a:cubicBezTo>
                  <a:cubicBezTo>
                    <a:pt x="133" y="272"/>
                    <a:pt x="134" y="270"/>
                    <a:pt x="134" y="268"/>
                  </a:cubicBezTo>
                  <a:cubicBezTo>
                    <a:pt x="134" y="266"/>
                    <a:pt x="133" y="264"/>
                    <a:pt x="131" y="263"/>
                  </a:cubicBezTo>
                  <a:cubicBezTo>
                    <a:pt x="130" y="262"/>
                    <a:pt x="127" y="260"/>
                    <a:pt x="124" y="258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34" y="251"/>
                    <a:pt x="137" y="253"/>
                    <a:pt x="139" y="255"/>
                  </a:cubicBezTo>
                  <a:cubicBezTo>
                    <a:pt x="141" y="257"/>
                    <a:pt x="142" y="259"/>
                    <a:pt x="143" y="261"/>
                  </a:cubicBezTo>
                  <a:cubicBezTo>
                    <a:pt x="144" y="263"/>
                    <a:pt x="144" y="266"/>
                    <a:pt x="144" y="269"/>
                  </a:cubicBezTo>
                  <a:cubicBezTo>
                    <a:pt x="143" y="272"/>
                    <a:pt x="142" y="275"/>
                    <a:pt x="140" y="279"/>
                  </a:cubicBezTo>
                  <a:cubicBezTo>
                    <a:pt x="137" y="284"/>
                    <a:pt x="134" y="287"/>
                    <a:pt x="132" y="289"/>
                  </a:cubicBezTo>
                  <a:cubicBezTo>
                    <a:pt x="130" y="291"/>
                    <a:pt x="127" y="292"/>
                    <a:pt x="125" y="293"/>
                  </a:cubicBezTo>
                  <a:cubicBezTo>
                    <a:pt x="123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8" y="264"/>
                  </a:lnTo>
                  <a:close/>
                  <a:moveTo>
                    <a:pt x="45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8" y="379"/>
                    <a:pt x="48" y="379"/>
                    <a:pt x="48" y="379"/>
                  </a:cubicBezTo>
                  <a:cubicBezTo>
                    <a:pt x="50" y="368"/>
                    <a:pt x="50" y="368"/>
                    <a:pt x="50" y="368"/>
                  </a:cubicBezTo>
                  <a:cubicBezTo>
                    <a:pt x="101" y="376"/>
                    <a:pt x="101" y="376"/>
                    <a:pt x="101" y="376"/>
                  </a:cubicBezTo>
                  <a:cubicBezTo>
                    <a:pt x="99" y="387"/>
                    <a:pt x="99" y="387"/>
                    <a:pt x="99" y="387"/>
                  </a:cubicBezTo>
                  <a:cubicBezTo>
                    <a:pt x="62" y="405"/>
                    <a:pt x="62" y="405"/>
                    <a:pt x="62" y="405"/>
                  </a:cubicBezTo>
                  <a:cubicBezTo>
                    <a:pt x="95" y="410"/>
                    <a:pt x="95" y="410"/>
                    <a:pt x="95" y="410"/>
                  </a:cubicBezTo>
                  <a:cubicBezTo>
                    <a:pt x="94" y="421"/>
                    <a:pt x="94" y="421"/>
                    <a:pt x="94" y="421"/>
                  </a:cubicBezTo>
                  <a:cubicBezTo>
                    <a:pt x="43" y="413"/>
                    <a:pt x="43" y="413"/>
                    <a:pt x="43" y="413"/>
                  </a:cubicBezTo>
                  <a:lnTo>
                    <a:pt x="45" y="402"/>
                  </a:lnTo>
                  <a:close/>
                  <a:moveTo>
                    <a:pt x="42" y="427"/>
                  </a:moveTo>
                  <a:cubicBezTo>
                    <a:pt x="94" y="430"/>
                    <a:pt x="94" y="430"/>
                    <a:pt x="94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2" y="439"/>
                    <a:pt x="42" y="439"/>
                    <a:pt x="42" y="439"/>
                  </a:cubicBezTo>
                  <a:lnTo>
                    <a:pt x="42" y="427"/>
                  </a:lnTo>
                  <a:close/>
                  <a:moveTo>
                    <a:pt x="43" y="487"/>
                  </a:moveTo>
                  <a:cubicBezTo>
                    <a:pt x="63" y="486"/>
                    <a:pt x="63" y="486"/>
                    <a:pt x="63" y="486"/>
                  </a:cubicBezTo>
                  <a:cubicBezTo>
                    <a:pt x="62" y="464"/>
                    <a:pt x="62" y="464"/>
                    <a:pt x="62" y="464"/>
                  </a:cubicBezTo>
                  <a:cubicBezTo>
                    <a:pt x="42" y="465"/>
                    <a:pt x="42" y="465"/>
                    <a:pt x="42" y="465"/>
                  </a:cubicBezTo>
                  <a:cubicBezTo>
                    <a:pt x="41" y="453"/>
                    <a:pt x="41" y="453"/>
                    <a:pt x="41" y="453"/>
                  </a:cubicBezTo>
                  <a:cubicBezTo>
                    <a:pt x="92" y="450"/>
                    <a:pt x="92" y="450"/>
                    <a:pt x="92" y="450"/>
                  </a:cubicBezTo>
                  <a:cubicBezTo>
                    <a:pt x="93" y="462"/>
                    <a:pt x="93" y="462"/>
                    <a:pt x="93" y="462"/>
                  </a:cubicBezTo>
                  <a:cubicBezTo>
                    <a:pt x="71" y="463"/>
                    <a:pt x="71" y="463"/>
                    <a:pt x="71" y="463"/>
                  </a:cubicBezTo>
                  <a:cubicBezTo>
                    <a:pt x="72" y="486"/>
                    <a:pt x="72" y="486"/>
                    <a:pt x="72" y="486"/>
                  </a:cubicBezTo>
                  <a:cubicBezTo>
                    <a:pt x="94" y="484"/>
                    <a:pt x="94" y="484"/>
                    <a:pt x="94" y="484"/>
                  </a:cubicBezTo>
                  <a:cubicBezTo>
                    <a:pt x="95" y="496"/>
                    <a:pt x="95" y="496"/>
                    <a:pt x="95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3" y="487"/>
                  </a:lnTo>
                  <a:close/>
                  <a:moveTo>
                    <a:pt x="98" y="546"/>
                  </a:moveTo>
                  <a:cubicBezTo>
                    <a:pt x="95" y="551"/>
                    <a:pt x="89" y="555"/>
                    <a:pt x="81" y="557"/>
                  </a:cubicBezTo>
                  <a:cubicBezTo>
                    <a:pt x="73" y="559"/>
                    <a:pt x="66" y="558"/>
                    <a:pt x="60" y="554"/>
                  </a:cubicBezTo>
                  <a:cubicBezTo>
                    <a:pt x="54" y="550"/>
                    <a:pt x="51" y="544"/>
                    <a:pt x="49" y="536"/>
                  </a:cubicBezTo>
                  <a:cubicBezTo>
                    <a:pt x="48" y="529"/>
                    <a:pt x="48" y="523"/>
                    <a:pt x="51" y="518"/>
                  </a:cubicBezTo>
                  <a:cubicBezTo>
                    <a:pt x="53" y="515"/>
                    <a:pt x="55" y="513"/>
                    <a:pt x="59" y="511"/>
                  </a:cubicBezTo>
                  <a:cubicBezTo>
                    <a:pt x="64" y="521"/>
                    <a:pt x="64" y="521"/>
                    <a:pt x="64" y="521"/>
                  </a:cubicBezTo>
                  <a:cubicBezTo>
                    <a:pt x="61" y="523"/>
                    <a:pt x="60" y="524"/>
                    <a:pt x="58" y="527"/>
                  </a:cubicBezTo>
                  <a:cubicBezTo>
                    <a:pt x="57" y="529"/>
                    <a:pt x="57" y="532"/>
                    <a:pt x="58" y="535"/>
                  </a:cubicBezTo>
                  <a:cubicBezTo>
                    <a:pt x="59" y="539"/>
                    <a:pt x="61" y="542"/>
                    <a:pt x="64" y="544"/>
                  </a:cubicBezTo>
                  <a:cubicBezTo>
                    <a:pt x="67" y="546"/>
                    <a:pt x="72" y="547"/>
                    <a:pt x="78" y="545"/>
                  </a:cubicBezTo>
                  <a:cubicBezTo>
                    <a:pt x="84" y="544"/>
                    <a:pt x="89" y="542"/>
                    <a:pt x="91" y="539"/>
                  </a:cubicBezTo>
                  <a:cubicBezTo>
                    <a:pt x="93" y="536"/>
                    <a:pt x="94" y="532"/>
                    <a:pt x="93" y="528"/>
                  </a:cubicBezTo>
                  <a:cubicBezTo>
                    <a:pt x="92" y="525"/>
                    <a:pt x="91" y="522"/>
                    <a:pt x="89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6" y="507"/>
                    <a:pt x="91" y="509"/>
                    <a:pt x="94" y="512"/>
                  </a:cubicBezTo>
                  <a:cubicBezTo>
                    <a:pt x="98" y="515"/>
                    <a:pt x="100" y="520"/>
                    <a:pt x="101" y="526"/>
                  </a:cubicBezTo>
                  <a:cubicBezTo>
                    <a:pt x="103" y="533"/>
                    <a:pt x="102" y="540"/>
                    <a:pt x="98" y="546"/>
                  </a:cubicBezTo>
                  <a:close/>
                  <a:moveTo>
                    <a:pt x="115" y="330"/>
                  </a:moveTo>
                  <a:cubicBezTo>
                    <a:pt x="102" y="331"/>
                    <a:pt x="102" y="331"/>
                    <a:pt x="102" y="331"/>
                  </a:cubicBezTo>
                  <a:cubicBezTo>
                    <a:pt x="95" y="353"/>
                    <a:pt x="95" y="353"/>
                    <a:pt x="95" y="353"/>
                  </a:cubicBezTo>
                  <a:cubicBezTo>
                    <a:pt x="105" y="361"/>
                    <a:pt x="105" y="361"/>
                    <a:pt x="105" y="361"/>
                  </a:cubicBezTo>
                  <a:cubicBezTo>
                    <a:pt x="101" y="373"/>
                    <a:pt x="101" y="373"/>
                    <a:pt x="101" y="373"/>
                  </a:cubicBezTo>
                  <a:cubicBezTo>
                    <a:pt x="59" y="336"/>
                    <a:pt x="59" y="336"/>
                    <a:pt x="59" y="336"/>
                  </a:cubicBezTo>
                  <a:cubicBezTo>
                    <a:pt x="62" y="324"/>
                    <a:pt x="62" y="324"/>
                    <a:pt x="62" y="324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5" y="330"/>
                  </a:lnTo>
                  <a:close/>
                  <a:moveTo>
                    <a:pt x="252" y="762"/>
                  </a:moveTo>
                  <a:cubicBezTo>
                    <a:pt x="252" y="763"/>
                    <a:pt x="251" y="764"/>
                    <a:pt x="250" y="764"/>
                  </a:cubicBezTo>
                  <a:cubicBezTo>
                    <a:pt x="248" y="765"/>
                    <a:pt x="239" y="763"/>
                    <a:pt x="238" y="764"/>
                  </a:cubicBezTo>
                  <a:cubicBezTo>
                    <a:pt x="233" y="764"/>
                    <a:pt x="232" y="764"/>
                    <a:pt x="231" y="766"/>
                  </a:cubicBezTo>
                  <a:cubicBezTo>
                    <a:pt x="231" y="767"/>
                    <a:pt x="231" y="770"/>
                    <a:pt x="229" y="770"/>
                  </a:cubicBezTo>
                  <a:cubicBezTo>
                    <a:pt x="227" y="769"/>
                    <a:pt x="222" y="768"/>
                    <a:pt x="219" y="768"/>
                  </a:cubicBezTo>
                  <a:cubicBezTo>
                    <a:pt x="218" y="768"/>
                    <a:pt x="217" y="768"/>
                    <a:pt x="216" y="768"/>
                  </a:cubicBezTo>
                  <a:cubicBezTo>
                    <a:pt x="205" y="781"/>
                    <a:pt x="197" y="792"/>
                    <a:pt x="185" y="804"/>
                  </a:cubicBezTo>
                  <a:cubicBezTo>
                    <a:pt x="185" y="804"/>
                    <a:pt x="183" y="805"/>
                    <a:pt x="183" y="805"/>
                  </a:cubicBezTo>
                  <a:cubicBezTo>
                    <a:pt x="191" y="792"/>
                    <a:pt x="199" y="779"/>
                    <a:pt x="208" y="766"/>
                  </a:cubicBezTo>
                  <a:cubicBezTo>
                    <a:pt x="209" y="764"/>
                    <a:pt x="208" y="763"/>
                    <a:pt x="208" y="763"/>
                  </a:cubicBezTo>
                  <a:cubicBezTo>
                    <a:pt x="207" y="761"/>
                    <a:pt x="210" y="758"/>
                    <a:pt x="212" y="758"/>
                  </a:cubicBezTo>
                  <a:cubicBezTo>
                    <a:pt x="212" y="758"/>
                    <a:pt x="213" y="758"/>
                    <a:pt x="214" y="758"/>
                  </a:cubicBezTo>
                  <a:cubicBezTo>
                    <a:pt x="219" y="750"/>
                    <a:pt x="219" y="750"/>
                    <a:pt x="221" y="747"/>
                  </a:cubicBezTo>
                  <a:cubicBezTo>
                    <a:pt x="219" y="746"/>
                    <a:pt x="211" y="743"/>
                    <a:pt x="213" y="741"/>
                  </a:cubicBezTo>
                  <a:cubicBezTo>
                    <a:pt x="214" y="741"/>
                    <a:pt x="216" y="741"/>
                    <a:pt x="218" y="741"/>
                  </a:cubicBezTo>
                  <a:cubicBezTo>
                    <a:pt x="220" y="742"/>
                    <a:pt x="222" y="742"/>
                    <a:pt x="223" y="743"/>
                  </a:cubicBezTo>
                  <a:cubicBezTo>
                    <a:pt x="227" y="739"/>
                    <a:pt x="229" y="736"/>
                    <a:pt x="231" y="731"/>
                  </a:cubicBezTo>
                  <a:cubicBezTo>
                    <a:pt x="231" y="730"/>
                    <a:pt x="234" y="726"/>
                    <a:pt x="233" y="726"/>
                  </a:cubicBezTo>
                  <a:cubicBezTo>
                    <a:pt x="233" y="724"/>
                    <a:pt x="233" y="724"/>
                    <a:pt x="233" y="723"/>
                  </a:cubicBezTo>
                  <a:cubicBezTo>
                    <a:pt x="237" y="725"/>
                    <a:pt x="239" y="727"/>
                    <a:pt x="239" y="731"/>
                  </a:cubicBezTo>
                  <a:cubicBezTo>
                    <a:pt x="239" y="731"/>
                    <a:pt x="239" y="734"/>
                    <a:pt x="239" y="735"/>
                  </a:cubicBezTo>
                  <a:cubicBezTo>
                    <a:pt x="236" y="738"/>
                    <a:pt x="234" y="742"/>
                    <a:pt x="231" y="745"/>
                  </a:cubicBezTo>
                  <a:cubicBezTo>
                    <a:pt x="232" y="746"/>
                    <a:pt x="233" y="746"/>
                    <a:pt x="234" y="746"/>
                  </a:cubicBezTo>
                  <a:cubicBezTo>
                    <a:pt x="237" y="748"/>
                    <a:pt x="239" y="748"/>
                    <a:pt x="242" y="750"/>
                  </a:cubicBezTo>
                  <a:cubicBezTo>
                    <a:pt x="243" y="749"/>
                    <a:pt x="244" y="750"/>
                    <a:pt x="244" y="749"/>
                  </a:cubicBezTo>
                  <a:cubicBezTo>
                    <a:pt x="252" y="753"/>
                    <a:pt x="253" y="761"/>
                    <a:pt x="252" y="762"/>
                  </a:cubicBezTo>
                  <a:close/>
                  <a:moveTo>
                    <a:pt x="189" y="735"/>
                  </a:moveTo>
                  <a:cubicBezTo>
                    <a:pt x="192" y="737"/>
                    <a:pt x="195" y="739"/>
                    <a:pt x="196" y="742"/>
                  </a:cubicBezTo>
                  <a:cubicBezTo>
                    <a:pt x="197" y="743"/>
                    <a:pt x="201" y="748"/>
                    <a:pt x="203" y="754"/>
                  </a:cubicBezTo>
                  <a:cubicBezTo>
                    <a:pt x="204" y="757"/>
                    <a:pt x="205" y="758"/>
                    <a:pt x="204" y="761"/>
                  </a:cubicBezTo>
                  <a:cubicBezTo>
                    <a:pt x="199" y="758"/>
                    <a:pt x="200" y="757"/>
                    <a:pt x="198" y="752"/>
                  </a:cubicBezTo>
                  <a:cubicBezTo>
                    <a:pt x="198" y="750"/>
                    <a:pt x="197" y="748"/>
                    <a:pt x="193" y="744"/>
                  </a:cubicBezTo>
                  <a:cubicBezTo>
                    <a:pt x="193" y="742"/>
                    <a:pt x="189" y="738"/>
                    <a:pt x="189" y="735"/>
                  </a:cubicBezTo>
                  <a:close/>
                  <a:moveTo>
                    <a:pt x="262" y="820"/>
                  </a:moveTo>
                  <a:cubicBezTo>
                    <a:pt x="262" y="818"/>
                    <a:pt x="260" y="817"/>
                    <a:pt x="260" y="815"/>
                  </a:cubicBezTo>
                  <a:cubicBezTo>
                    <a:pt x="266" y="807"/>
                    <a:pt x="274" y="789"/>
                    <a:pt x="281" y="779"/>
                  </a:cubicBezTo>
                  <a:cubicBezTo>
                    <a:pt x="282" y="777"/>
                    <a:pt x="283" y="776"/>
                    <a:pt x="284" y="776"/>
                  </a:cubicBezTo>
                  <a:cubicBezTo>
                    <a:pt x="284" y="777"/>
                    <a:pt x="285" y="777"/>
                    <a:pt x="283" y="781"/>
                  </a:cubicBezTo>
                  <a:cubicBezTo>
                    <a:pt x="283" y="782"/>
                    <a:pt x="263" y="819"/>
                    <a:pt x="265" y="821"/>
                  </a:cubicBezTo>
                  <a:cubicBezTo>
                    <a:pt x="263" y="821"/>
                    <a:pt x="263" y="821"/>
                    <a:pt x="262" y="820"/>
                  </a:cubicBezTo>
                  <a:close/>
                  <a:moveTo>
                    <a:pt x="289" y="829"/>
                  </a:moveTo>
                  <a:cubicBezTo>
                    <a:pt x="288" y="830"/>
                    <a:pt x="288" y="830"/>
                    <a:pt x="287" y="830"/>
                  </a:cubicBezTo>
                  <a:cubicBezTo>
                    <a:pt x="286" y="830"/>
                    <a:pt x="284" y="829"/>
                    <a:pt x="282" y="828"/>
                  </a:cubicBezTo>
                  <a:cubicBezTo>
                    <a:pt x="280" y="826"/>
                    <a:pt x="275" y="818"/>
                    <a:pt x="276" y="816"/>
                  </a:cubicBezTo>
                  <a:cubicBezTo>
                    <a:pt x="276" y="816"/>
                    <a:pt x="276" y="816"/>
                    <a:pt x="276" y="816"/>
                  </a:cubicBezTo>
                  <a:cubicBezTo>
                    <a:pt x="278" y="822"/>
                    <a:pt x="286" y="820"/>
                    <a:pt x="294" y="818"/>
                  </a:cubicBezTo>
                  <a:cubicBezTo>
                    <a:pt x="300" y="816"/>
                    <a:pt x="305" y="813"/>
                    <a:pt x="305" y="812"/>
                  </a:cubicBezTo>
                  <a:cubicBezTo>
                    <a:pt x="305" y="811"/>
                    <a:pt x="305" y="810"/>
                    <a:pt x="304" y="809"/>
                  </a:cubicBezTo>
                  <a:cubicBezTo>
                    <a:pt x="304" y="810"/>
                    <a:pt x="301" y="811"/>
                    <a:pt x="297" y="812"/>
                  </a:cubicBezTo>
                  <a:cubicBezTo>
                    <a:pt x="288" y="814"/>
                    <a:pt x="275" y="816"/>
                    <a:pt x="273" y="815"/>
                  </a:cubicBezTo>
                  <a:cubicBezTo>
                    <a:pt x="270" y="814"/>
                    <a:pt x="270" y="813"/>
                    <a:pt x="273" y="809"/>
                  </a:cubicBezTo>
                  <a:cubicBezTo>
                    <a:pt x="279" y="807"/>
                    <a:pt x="290" y="805"/>
                    <a:pt x="297" y="802"/>
                  </a:cubicBezTo>
                  <a:cubicBezTo>
                    <a:pt x="297" y="801"/>
                    <a:pt x="299" y="801"/>
                    <a:pt x="298" y="799"/>
                  </a:cubicBezTo>
                  <a:cubicBezTo>
                    <a:pt x="295" y="800"/>
                    <a:pt x="286" y="801"/>
                    <a:pt x="284" y="801"/>
                  </a:cubicBezTo>
                  <a:cubicBezTo>
                    <a:pt x="281" y="798"/>
                    <a:pt x="283" y="795"/>
                    <a:pt x="284" y="792"/>
                  </a:cubicBezTo>
                  <a:cubicBezTo>
                    <a:pt x="285" y="792"/>
                    <a:pt x="284" y="792"/>
                    <a:pt x="285" y="792"/>
                  </a:cubicBezTo>
                  <a:cubicBezTo>
                    <a:pt x="287" y="794"/>
                    <a:pt x="294" y="792"/>
                    <a:pt x="295" y="791"/>
                  </a:cubicBezTo>
                  <a:cubicBezTo>
                    <a:pt x="294" y="789"/>
                    <a:pt x="292" y="784"/>
                    <a:pt x="293" y="785"/>
                  </a:cubicBezTo>
                  <a:cubicBezTo>
                    <a:pt x="295" y="786"/>
                    <a:pt x="295" y="787"/>
                    <a:pt x="298" y="787"/>
                  </a:cubicBezTo>
                  <a:cubicBezTo>
                    <a:pt x="298" y="787"/>
                    <a:pt x="299" y="787"/>
                    <a:pt x="298" y="787"/>
                  </a:cubicBezTo>
                  <a:cubicBezTo>
                    <a:pt x="297" y="786"/>
                    <a:pt x="295" y="785"/>
                    <a:pt x="295" y="784"/>
                  </a:cubicBezTo>
                  <a:cubicBezTo>
                    <a:pt x="296" y="782"/>
                    <a:pt x="298" y="782"/>
                    <a:pt x="299" y="783"/>
                  </a:cubicBezTo>
                  <a:cubicBezTo>
                    <a:pt x="301" y="784"/>
                    <a:pt x="308" y="789"/>
                    <a:pt x="308" y="789"/>
                  </a:cubicBezTo>
                  <a:cubicBezTo>
                    <a:pt x="309" y="790"/>
                    <a:pt x="309" y="790"/>
                    <a:pt x="309" y="790"/>
                  </a:cubicBezTo>
                  <a:cubicBezTo>
                    <a:pt x="310" y="791"/>
                    <a:pt x="310" y="792"/>
                    <a:pt x="310" y="793"/>
                  </a:cubicBezTo>
                  <a:cubicBezTo>
                    <a:pt x="310" y="796"/>
                    <a:pt x="308" y="797"/>
                    <a:pt x="305" y="797"/>
                  </a:cubicBezTo>
                  <a:cubicBezTo>
                    <a:pt x="306" y="802"/>
                    <a:pt x="306" y="806"/>
                    <a:pt x="309" y="811"/>
                  </a:cubicBezTo>
                  <a:cubicBezTo>
                    <a:pt x="311" y="809"/>
                    <a:pt x="313" y="809"/>
                    <a:pt x="313" y="808"/>
                  </a:cubicBezTo>
                  <a:cubicBezTo>
                    <a:pt x="316" y="810"/>
                    <a:pt x="317" y="811"/>
                    <a:pt x="317" y="814"/>
                  </a:cubicBezTo>
                  <a:cubicBezTo>
                    <a:pt x="315" y="818"/>
                    <a:pt x="310" y="817"/>
                    <a:pt x="309" y="819"/>
                  </a:cubicBezTo>
                  <a:cubicBezTo>
                    <a:pt x="308" y="823"/>
                    <a:pt x="309" y="831"/>
                    <a:pt x="307" y="834"/>
                  </a:cubicBezTo>
                  <a:cubicBezTo>
                    <a:pt x="307" y="835"/>
                    <a:pt x="306" y="835"/>
                    <a:pt x="305" y="834"/>
                  </a:cubicBezTo>
                  <a:cubicBezTo>
                    <a:pt x="304" y="831"/>
                    <a:pt x="305" y="824"/>
                    <a:pt x="305" y="820"/>
                  </a:cubicBezTo>
                  <a:cubicBezTo>
                    <a:pt x="303" y="821"/>
                    <a:pt x="299" y="823"/>
                    <a:pt x="295" y="823"/>
                  </a:cubicBezTo>
                  <a:cubicBezTo>
                    <a:pt x="295" y="824"/>
                    <a:pt x="295" y="824"/>
                    <a:pt x="295" y="825"/>
                  </a:cubicBezTo>
                  <a:cubicBezTo>
                    <a:pt x="297" y="826"/>
                    <a:pt x="297" y="827"/>
                    <a:pt x="298" y="828"/>
                  </a:cubicBezTo>
                  <a:cubicBezTo>
                    <a:pt x="298" y="829"/>
                    <a:pt x="296" y="830"/>
                    <a:pt x="296" y="831"/>
                  </a:cubicBezTo>
                  <a:cubicBezTo>
                    <a:pt x="295" y="831"/>
                    <a:pt x="293" y="830"/>
                    <a:pt x="291" y="829"/>
                  </a:cubicBezTo>
                  <a:cubicBezTo>
                    <a:pt x="290" y="829"/>
                    <a:pt x="289" y="829"/>
                    <a:pt x="289" y="829"/>
                  </a:cubicBezTo>
                  <a:close/>
                  <a:moveTo>
                    <a:pt x="317" y="787"/>
                  </a:moveTo>
                  <a:cubicBezTo>
                    <a:pt x="317" y="785"/>
                    <a:pt x="319" y="786"/>
                    <a:pt x="320" y="786"/>
                  </a:cubicBezTo>
                  <a:cubicBezTo>
                    <a:pt x="323" y="788"/>
                    <a:pt x="325" y="789"/>
                    <a:pt x="326" y="794"/>
                  </a:cubicBezTo>
                  <a:cubicBezTo>
                    <a:pt x="326" y="795"/>
                    <a:pt x="326" y="796"/>
                    <a:pt x="325" y="798"/>
                  </a:cubicBezTo>
                  <a:cubicBezTo>
                    <a:pt x="323" y="798"/>
                    <a:pt x="319" y="798"/>
                    <a:pt x="319" y="795"/>
                  </a:cubicBezTo>
                  <a:cubicBezTo>
                    <a:pt x="318" y="793"/>
                    <a:pt x="316" y="788"/>
                    <a:pt x="317" y="787"/>
                  </a:cubicBezTo>
                  <a:close/>
                  <a:moveTo>
                    <a:pt x="341" y="802"/>
                  </a:moveTo>
                  <a:cubicBezTo>
                    <a:pt x="334" y="803"/>
                    <a:pt x="319" y="845"/>
                    <a:pt x="312" y="854"/>
                  </a:cubicBezTo>
                  <a:cubicBezTo>
                    <a:pt x="308" y="861"/>
                    <a:pt x="306" y="861"/>
                    <a:pt x="303" y="858"/>
                  </a:cubicBezTo>
                  <a:cubicBezTo>
                    <a:pt x="299" y="854"/>
                    <a:pt x="294" y="836"/>
                    <a:pt x="295" y="832"/>
                  </a:cubicBezTo>
                  <a:cubicBezTo>
                    <a:pt x="296" y="833"/>
                    <a:pt x="297" y="836"/>
                    <a:pt x="297" y="837"/>
                  </a:cubicBezTo>
                  <a:cubicBezTo>
                    <a:pt x="298" y="836"/>
                    <a:pt x="297" y="836"/>
                    <a:pt x="298" y="835"/>
                  </a:cubicBezTo>
                  <a:cubicBezTo>
                    <a:pt x="299" y="838"/>
                    <a:pt x="303" y="846"/>
                    <a:pt x="304" y="847"/>
                  </a:cubicBezTo>
                  <a:cubicBezTo>
                    <a:pt x="307" y="849"/>
                    <a:pt x="308" y="844"/>
                    <a:pt x="310" y="842"/>
                  </a:cubicBezTo>
                  <a:cubicBezTo>
                    <a:pt x="314" y="834"/>
                    <a:pt x="325" y="807"/>
                    <a:pt x="329" y="799"/>
                  </a:cubicBezTo>
                  <a:cubicBezTo>
                    <a:pt x="332" y="794"/>
                    <a:pt x="334" y="789"/>
                    <a:pt x="331" y="786"/>
                  </a:cubicBezTo>
                  <a:cubicBezTo>
                    <a:pt x="320" y="780"/>
                    <a:pt x="306" y="784"/>
                    <a:pt x="296" y="778"/>
                  </a:cubicBezTo>
                  <a:cubicBezTo>
                    <a:pt x="296" y="778"/>
                    <a:pt x="296" y="778"/>
                    <a:pt x="296" y="778"/>
                  </a:cubicBezTo>
                  <a:cubicBezTo>
                    <a:pt x="302" y="776"/>
                    <a:pt x="328" y="782"/>
                    <a:pt x="328" y="782"/>
                  </a:cubicBezTo>
                  <a:cubicBezTo>
                    <a:pt x="336" y="784"/>
                    <a:pt x="346" y="792"/>
                    <a:pt x="341" y="802"/>
                  </a:cubicBezTo>
                  <a:close/>
                  <a:moveTo>
                    <a:pt x="365" y="858"/>
                  </a:moveTo>
                  <a:cubicBezTo>
                    <a:pt x="365" y="858"/>
                    <a:pt x="363" y="859"/>
                    <a:pt x="362" y="859"/>
                  </a:cubicBezTo>
                  <a:cubicBezTo>
                    <a:pt x="362" y="859"/>
                    <a:pt x="362" y="860"/>
                    <a:pt x="360" y="861"/>
                  </a:cubicBezTo>
                  <a:cubicBezTo>
                    <a:pt x="360" y="861"/>
                    <a:pt x="358" y="862"/>
                    <a:pt x="356" y="861"/>
                  </a:cubicBezTo>
                  <a:cubicBezTo>
                    <a:pt x="356" y="861"/>
                    <a:pt x="355" y="860"/>
                    <a:pt x="354" y="860"/>
                  </a:cubicBezTo>
                  <a:cubicBezTo>
                    <a:pt x="354" y="860"/>
                    <a:pt x="352" y="859"/>
                    <a:pt x="351" y="859"/>
                  </a:cubicBezTo>
                  <a:cubicBezTo>
                    <a:pt x="351" y="859"/>
                    <a:pt x="349" y="859"/>
                    <a:pt x="352" y="858"/>
                  </a:cubicBezTo>
                  <a:cubicBezTo>
                    <a:pt x="352" y="858"/>
                    <a:pt x="352" y="857"/>
                    <a:pt x="353" y="857"/>
                  </a:cubicBezTo>
                  <a:cubicBezTo>
                    <a:pt x="353" y="857"/>
                    <a:pt x="354" y="857"/>
                    <a:pt x="354" y="857"/>
                  </a:cubicBezTo>
                  <a:cubicBezTo>
                    <a:pt x="354" y="857"/>
                    <a:pt x="354" y="856"/>
                    <a:pt x="355" y="857"/>
                  </a:cubicBezTo>
                  <a:cubicBezTo>
                    <a:pt x="355" y="857"/>
                    <a:pt x="356" y="858"/>
                    <a:pt x="357" y="855"/>
                  </a:cubicBezTo>
                  <a:cubicBezTo>
                    <a:pt x="357" y="855"/>
                    <a:pt x="357" y="855"/>
                    <a:pt x="358" y="855"/>
                  </a:cubicBezTo>
                  <a:cubicBezTo>
                    <a:pt x="358" y="855"/>
                    <a:pt x="362" y="853"/>
                    <a:pt x="371" y="847"/>
                  </a:cubicBezTo>
                  <a:cubicBezTo>
                    <a:pt x="371" y="847"/>
                    <a:pt x="379" y="842"/>
                    <a:pt x="384" y="837"/>
                  </a:cubicBezTo>
                  <a:cubicBezTo>
                    <a:pt x="384" y="837"/>
                    <a:pt x="388" y="834"/>
                    <a:pt x="393" y="830"/>
                  </a:cubicBezTo>
                  <a:cubicBezTo>
                    <a:pt x="393" y="830"/>
                    <a:pt x="406" y="820"/>
                    <a:pt x="408" y="817"/>
                  </a:cubicBezTo>
                  <a:cubicBezTo>
                    <a:pt x="408" y="817"/>
                    <a:pt x="399" y="812"/>
                    <a:pt x="400" y="808"/>
                  </a:cubicBezTo>
                  <a:cubicBezTo>
                    <a:pt x="400" y="808"/>
                    <a:pt x="401" y="806"/>
                    <a:pt x="402" y="808"/>
                  </a:cubicBezTo>
                  <a:cubicBezTo>
                    <a:pt x="402" y="808"/>
                    <a:pt x="406" y="811"/>
                    <a:pt x="413" y="810"/>
                  </a:cubicBezTo>
                  <a:cubicBezTo>
                    <a:pt x="413" y="810"/>
                    <a:pt x="416" y="810"/>
                    <a:pt x="420" y="807"/>
                  </a:cubicBezTo>
                  <a:cubicBezTo>
                    <a:pt x="420" y="807"/>
                    <a:pt x="425" y="806"/>
                    <a:pt x="427" y="815"/>
                  </a:cubicBezTo>
                  <a:cubicBezTo>
                    <a:pt x="427" y="815"/>
                    <a:pt x="427" y="819"/>
                    <a:pt x="425" y="818"/>
                  </a:cubicBezTo>
                  <a:cubicBezTo>
                    <a:pt x="425" y="818"/>
                    <a:pt x="422" y="818"/>
                    <a:pt x="419" y="819"/>
                  </a:cubicBezTo>
                  <a:cubicBezTo>
                    <a:pt x="419" y="819"/>
                    <a:pt x="418" y="818"/>
                    <a:pt x="416" y="820"/>
                  </a:cubicBezTo>
                  <a:cubicBezTo>
                    <a:pt x="416" y="820"/>
                    <a:pt x="410" y="826"/>
                    <a:pt x="397" y="834"/>
                  </a:cubicBezTo>
                  <a:cubicBezTo>
                    <a:pt x="397" y="834"/>
                    <a:pt x="390" y="839"/>
                    <a:pt x="381" y="848"/>
                  </a:cubicBezTo>
                  <a:cubicBezTo>
                    <a:pt x="381" y="848"/>
                    <a:pt x="374" y="854"/>
                    <a:pt x="365" y="858"/>
                  </a:cubicBezTo>
                  <a:close/>
                  <a:moveTo>
                    <a:pt x="430" y="858"/>
                  </a:moveTo>
                  <a:cubicBezTo>
                    <a:pt x="430" y="858"/>
                    <a:pt x="430" y="859"/>
                    <a:pt x="430" y="860"/>
                  </a:cubicBezTo>
                  <a:cubicBezTo>
                    <a:pt x="430" y="860"/>
                    <a:pt x="430" y="862"/>
                    <a:pt x="427" y="862"/>
                  </a:cubicBezTo>
                  <a:cubicBezTo>
                    <a:pt x="427" y="862"/>
                    <a:pt x="420" y="864"/>
                    <a:pt x="419" y="866"/>
                  </a:cubicBezTo>
                  <a:cubicBezTo>
                    <a:pt x="419" y="866"/>
                    <a:pt x="415" y="869"/>
                    <a:pt x="416" y="872"/>
                  </a:cubicBezTo>
                  <a:cubicBezTo>
                    <a:pt x="416" y="872"/>
                    <a:pt x="416" y="874"/>
                    <a:pt x="413" y="875"/>
                  </a:cubicBezTo>
                  <a:cubicBezTo>
                    <a:pt x="413" y="875"/>
                    <a:pt x="411" y="875"/>
                    <a:pt x="409" y="875"/>
                  </a:cubicBezTo>
                  <a:cubicBezTo>
                    <a:pt x="409" y="875"/>
                    <a:pt x="407" y="873"/>
                    <a:pt x="404" y="875"/>
                  </a:cubicBezTo>
                  <a:cubicBezTo>
                    <a:pt x="404" y="875"/>
                    <a:pt x="404" y="876"/>
                    <a:pt x="402" y="875"/>
                  </a:cubicBezTo>
                  <a:cubicBezTo>
                    <a:pt x="402" y="875"/>
                    <a:pt x="402" y="874"/>
                    <a:pt x="401" y="874"/>
                  </a:cubicBezTo>
                  <a:cubicBezTo>
                    <a:pt x="401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7" y="867"/>
                  </a:cubicBezTo>
                  <a:cubicBezTo>
                    <a:pt x="397" y="867"/>
                    <a:pt x="396" y="861"/>
                    <a:pt x="395" y="858"/>
                  </a:cubicBezTo>
                  <a:cubicBezTo>
                    <a:pt x="395" y="858"/>
                    <a:pt x="394" y="855"/>
                    <a:pt x="391" y="854"/>
                  </a:cubicBezTo>
                  <a:cubicBezTo>
                    <a:pt x="391" y="854"/>
                    <a:pt x="387" y="848"/>
                    <a:pt x="389" y="848"/>
                  </a:cubicBezTo>
                  <a:cubicBezTo>
                    <a:pt x="389" y="848"/>
                    <a:pt x="393" y="848"/>
                    <a:pt x="396" y="854"/>
                  </a:cubicBezTo>
                  <a:cubicBezTo>
                    <a:pt x="396" y="854"/>
                    <a:pt x="396" y="856"/>
                    <a:pt x="396" y="858"/>
                  </a:cubicBezTo>
                  <a:cubicBezTo>
                    <a:pt x="396" y="858"/>
                    <a:pt x="397" y="859"/>
                    <a:pt x="399" y="866"/>
                  </a:cubicBezTo>
                  <a:cubicBezTo>
                    <a:pt x="399" y="866"/>
                    <a:pt x="400" y="867"/>
                    <a:pt x="400" y="865"/>
                  </a:cubicBezTo>
                  <a:cubicBezTo>
                    <a:pt x="402" y="863"/>
                    <a:pt x="402" y="863"/>
                    <a:pt x="402" y="863"/>
                  </a:cubicBezTo>
                  <a:cubicBezTo>
                    <a:pt x="402" y="863"/>
                    <a:pt x="403" y="861"/>
                    <a:pt x="404" y="862"/>
                  </a:cubicBezTo>
                  <a:cubicBezTo>
                    <a:pt x="404" y="862"/>
                    <a:pt x="404" y="863"/>
                    <a:pt x="405" y="862"/>
                  </a:cubicBezTo>
                  <a:cubicBezTo>
                    <a:pt x="405" y="862"/>
                    <a:pt x="408" y="860"/>
                    <a:pt x="410" y="858"/>
                  </a:cubicBezTo>
                  <a:cubicBezTo>
                    <a:pt x="410" y="858"/>
                    <a:pt x="413" y="856"/>
                    <a:pt x="412" y="855"/>
                  </a:cubicBezTo>
                  <a:cubicBezTo>
                    <a:pt x="412" y="855"/>
                    <a:pt x="409" y="851"/>
                    <a:pt x="408" y="850"/>
                  </a:cubicBezTo>
                  <a:cubicBezTo>
                    <a:pt x="408" y="850"/>
                    <a:pt x="405" y="848"/>
                    <a:pt x="407" y="848"/>
                  </a:cubicBezTo>
                  <a:cubicBezTo>
                    <a:pt x="407" y="848"/>
                    <a:pt x="408" y="848"/>
                    <a:pt x="411" y="849"/>
                  </a:cubicBezTo>
                  <a:cubicBezTo>
                    <a:pt x="411" y="849"/>
                    <a:pt x="417" y="850"/>
                    <a:pt x="419" y="848"/>
                  </a:cubicBezTo>
                  <a:cubicBezTo>
                    <a:pt x="419" y="848"/>
                    <a:pt x="419" y="846"/>
                    <a:pt x="421" y="847"/>
                  </a:cubicBezTo>
                  <a:cubicBezTo>
                    <a:pt x="421" y="847"/>
                    <a:pt x="424" y="850"/>
                    <a:pt x="425" y="850"/>
                  </a:cubicBezTo>
                  <a:cubicBezTo>
                    <a:pt x="425" y="850"/>
                    <a:pt x="431" y="852"/>
                    <a:pt x="430" y="858"/>
                  </a:cubicBezTo>
                  <a:close/>
                  <a:moveTo>
                    <a:pt x="485" y="876"/>
                  </a:moveTo>
                  <a:cubicBezTo>
                    <a:pt x="485" y="876"/>
                    <a:pt x="485" y="878"/>
                    <a:pt x="483" y="877"/>
                  </a:cubicBezTo>
                  <a:cubicBezTo>
                    <a:pt x="483" y="877"/>
                    <a:pt x="477" y="874"/>
                    <a:pt x="475" y="866"/>
                  </a:cubicBezTo>
                  <a:cubicBezTo>
                    <a:pt x="475" y="866"/>
                    <a:pt x="473" y="857"/>
                    <a:pt x="473" y="856"/>
                  </a:cubicBezTo>
                  <a:cubicBezTo>
                    <a:pt x="473" y="856"/>
                    <a:pt x="473" y="856"/>
                    <a:pt x="473" y="854"/>
                  </a:cubicBezTo>
                  <a:cubicBezTo>
                    <a:pt x="472" y="848"/>
                    <a:pt x="472" y="848"/>
                    <a:pt x="472" y="848"/>
                  </a:cubicBezTo>
                  <a:cubicBezTo>
                    <a:pt x="472" y="848"/>
                    <a:pt x="472" y="848"/>
                    <a:pt x="473" y="847"/>
                  </a:cubicBezTo>
                  <a:cubicBezTo>
                    <a:pt x="473" y="847"/>
                    <a:pt x="472" y="846"/>
                    <a:pt x="473" y="845"/>
                  </a:cubicBezTo>
                  <a:cubicBezTo>
                    <a:pt x="473" y="845"/>
                    <a:pt x="473" y="845"/>
                    <a:pt x="473" y="845"/>
                  </a:cubicBezTo>
                  <a:cubicBezTo>
                    <a:pt x="473" y="845"/>
                    <a:pt x="473" y="842"/>
                    <a:pt x="474" y="843"/>
                  </a:cubicBezTo>
                  <a:cubicBezTo>
                    <a:pt x="474" y="843"/>
                    <a:pt x="475" y="844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8" y="856"/>
                    <a:pt x="479" y="856"/>
                  </a:cubicBezTo>
                  <a:cubicBezTo>
                    <a:pt x="479" y="856"/>
                    <a:pt x="480" y="857"/>
                    <a:pt x="481" y="860"/>
                  </a:cubicBezTo>
                  <a:cubicBezTo>
                    <a:pt x="481" y="860"/>
                    <a:pt x="481" y="862"/>
                    <a:pt x="481" y="862"/>
                  </a:cubicBezTo>
                  <a:cubicBezTo>
                    <a:pt x="481" y="862"/>
                    <a:pt x="480" y="864"/>
                    <a:pt x="482" y="863"/>
                  </a:cubicBezTo>
                  <a:cubicBezTo>
                    <a:pt x="482" y="863"/>
                    <a:pt x="483" y="863"/>
                    <a:pt x="483" y="864"/>
                  </a:cubicBezTo>
                  <a:cubicBezTo>
                    <a:pt x="483" y="864"/>
                    <a:pt x="483" y="867"/>
                    <a:pt x="483" y="868"/>
                  </a:cubicBezTo>
                  <a:cubicBezTo>
                    <a:pt x="483" y="868"/>
                    <a:pt x="484" y="869"/>
                    <a:pt x="484" y="870"/>
                  </a:cubicBezTo>
                  <a:cubicBezTo>
                    <a:pt x="484" y="870"/>
                    <a:pt x="484" y="871"/>
                    <a:pt x="484" y="871"/>
                  </a:cubicBezTo>
                  <a:cubicBezTo>
                    <a:pt x="484" y="871"/>
                    <a:pt x="485" y="871"/>
                    <a:pt x="485" y="871"/>
                  </a:cubicBezTo>
                  <a:cubicBezTo>
                    <a:pt x="485" y="871"/>
                    <a:pt x="486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1" y="833"/>
                    <a:pt x="480" y="833"/>
                  </a:cubicBezTo>
                  <a:cubicBezTo>
                    <a:pt x="480" y="833"/>
                    <a:pt x="479" y="833"/>
                    <a:pt x="478" y="833"/>
                  </a:cubicBezTo>
                  <a:cubicBezTo>
                    <a:pt x="478" y="833"/>
                    <a:pt x="476" y="833"/>
                    <a:pt x="477" y="831"/>
                  </a:cubicBezTo>
                  <a:cubicBezTo>
                    <a:pt x="477" y="831"/>
                    <a:pt x="479" y="827"/>
                    <a:pt x="478" y="823"/>
                  </a:cubicBezTo>
                  <a:cubicBezTo>
                    <a:pt x="478" y="823"/>
                    <a:pt x="478" y="822"/>
                    <a:pt x="479" y="821"/>
                  </a:cubicBezTo>
                  <a:cubicBezTo>
                    <a:pt x="479" y="821"/>
                    <a:pt x="479" y="820"/>
                    <a:pt x="480" y="821"/>
                  </a:cubicBezTo>
                  <a:cubicBezTo>
                    <a:pt x="480" y="821"/>
                    <a:pt x="485" y="828"/>
                    <a:pt x="485" y="832"/>
                  </a:cubicBezTo>
                  <a:cubicBezTo>
                    <a:pt x="485" y="832"/>
                    <a:pt x="486" y="835"/>
                    <a:pt x="482" y="834"/>
                  </a:cubicBezTo>
                  <a:close/>
                  <a:moveTo>
                    <a:pt x="540" y="838"/>
                  </a:moveTo>
                  <a:cubicBezTo>
                    <a:pt x="540" y="838"/>
                    <a:pt x="539" y="842"/>
                    <a:pt x="537" y="843"/>
                  </a:cubicBezTo>
                  <a:cubicBezTo>
                    <a:pt x="537" y="843"/>
                    <a:pt x="536" y="844"/>
                    <a:pt x="536" y="846"/>
                  </a:cubicBezTo>
                  <a:cubicBezTo>
                    <a:pt x="536" y="846"/>
                    <a:pt x="533" y="852"/>
                    <a:pt x="531" y="853"/>
                  </a:cubicBezTo>
                  <a:cubicBezTo>
                    <a:pt x="531" y="853"/>
                    <a:pt x="528" y="855"/>
                    <a:pt x="529" y="857"/>
                  </a:cubicBezTo>
                  <a:cubicBezTo>
                    <a:pt x="529" y="857"/>
                    <a:pt x="533" y="860"/>
                    <a:pt x="532" y="864"/>
                  </a:cubicBezTo>
                  <a:cubicBezTo>
                    <a:pt x="532" y="864"/>
                    <a:pt x="532" y="865"/>
                    <a:pt x="531" y="865"/>
                  </a:cubicBezTo>
                  <a:cubicBezTo>
                    <a:pt x="531" y="865"/>
                    <a:pt x="530" y="866"/>
                    <a:pt x="529" y="866"/>
                  </a:cubicBezTo>
                  <a:cubicBezTo>
                    <a:pt x="529" y="866"/>
                    <a:pt x="528" y="866"/>
                    <a:pt x="528" y="866"/>
                  </a:cubicBezTo>
                  <a:cubicBezTo>
                    <a:pt x="528" y="866"/>
                    <a:pt x="524" y="868"/>
                    <a:pt x="522" y="868"/>
                  </a:cubicBezTo>
                  <a:cubicBezTo>
                    <a:pt x="522" y="868"/>
                    <a:pt x="520" y="868"/>
                    <a:pt x="517" y="868"/>
                  </a:cubicBezTo>
                  <a:cubicBezTo>
                    <a:pt x="517" y="868"/>
                    <a:pt x="517" y="867"/>
                    <a:pt x="516" y="868"/>
                  </a:cubicBezTo>
                  <a:cubicBezTo>
                    <a:pt x="516" y="868"/>
                    <a:pt x="512" y="873"/>
                    <a:pt x="507" y="869"/>
                  </a:cubicBezTo>
                  <a:cubicBezTo>
                    <a:pt x="507" y="869"/>
                    <a:pt x="506" y="868"/>
                    <a:pt x="505" y="867"/>
                  </a:cubicBezTo>
                  <a:cubicBezTo>
                    <a:pt x="504" y="867"/>
                    <a:pt x="503" y="866"/>
                    <a:pt x="502" y="866"/>
                  </a:cubicBezTo>
                  <a:cubicBezTo>
                    <a:pt x="502" y="866"/>
                    <a:pt x="496" y="862"/>
                    <a:pt x="494" y="861"/>
                  </a:cubicBezTo>
                  <a:cubicBezTo>
                    <a:pt x="494" y="861"/>
                    <a:pt x="490" y="858"/>
                    <a:pt x="490" y="856"/>
                  </a:cubicBezTo>
                  <a:cubicBezTo>
                    <a:pt x="490" y="856"/>
                    <a:pt x="489" y="853"/>
                    <a:pt x="487" y="853"/>
                  </a:cubicBezTo>
                  <a:cubicBezTo>
                    <a:pt x="487" y="853"/>
                    <a:pt x="486" y="853"/>
                    <a:pt x="486" y="851"/>
                  </a:cubicBezTo>
                  <a:cubicBezTo>
                    <a:pt x="486" y="851"/>
                    <a:pt x="486" y="851"/>
                    <a:pt x="486" y="851"/>
                  </a:cubicBezTo>
                  <a:cubicBezTo>
                    <a:pt x="486" y="851"/>
                    <a:pt x="486" y="851"/>
                    <a:pt x="486" y="850"/>
                  </a:cubicBezTo>
                  <a:cubicBezTo>
                    <a:pt x="486" y="850"/>
                    <a:pt x="485" y="849"/>
                    <a:pt x="487" y="846"/>
                  </a:cubicBezTo>
                  <a:cubicBezTo>
                    <a:pt x="487" y="846"/>
                    <a:pt x="489" y="844"/>
                    <a:pt x="491" y="843"/>
                  </a:cubicBezTo>
                  <a:cubicBezTo>
                    <a:pt x="491" y="843"/>
                    <a:pt x="495" y="839"/>
                    <a:pt x="498" y="837"/>
                  </a:cubicBezTo>
                  <a:cubicBezTo>
                    <a:pt x="498" y="837"/>
                    <a:pt x="499" y="836"/>
                    <a:pt x="500" y="835"/>
                  </a:cubicBezTo>
                  <a:cubicBezTo>
                    <a:pt x="501" y="834"/>
                    <a:pt x="502" y="833"/>
                    <a:pt x="502" y="833"/>
                  </a:cubicBezTo>
                  <a:cubicBezTo>
                    <a:pt x="502" y="833"/>
                    <a:pt x="504" y="831"/>
                    <a:pt x="506" y="830"/>
                  </a:cubicBezTo>
                  <a:cubicBezTo>
                    <a:pt x="506" y="830"/>
                    <a:pt x="509" y="829"/>
                    <a:pt x="509" y="828"/>
                  </a:cubicBezTo>
                  <a:cubicBezTo>
                    <a:pt x="509" y="828"/>
                    <a:pt x="509" y="825"/>
                    <a:pt x="509" y="824"/>
                  </a:cubicBezTo>
                  <a:cubicBezTo>
                    <a:pt x="507" y="809"/>
                    <a:pt x="507" y="809"/>
                    <a:pt x="507" y="809"/>
                  </a:cubicBezTo>
                  <a:cubicBezTo>
                    <a:pt x="507" y="809"/>
                    <a:pt x="507" y="808"/>
                    <a:pt x="508" y="809"/>
                  </a:cubicBezTo>
                  <a:cubicBezTo>
                    <a:pt x="508" y="809"/>
                    <a:pt x="509" y="809"/>
                    <a:pt x="510" y="809"/>
                  </a:cubicBezTo>
                  <a:cubicBezTo>
                    <a:pt x="510" y="809"/>
                    <a:pt x="512" y="808"/>
                    <a:pt x="513" y="812"/>
                  </a:cubicBezTo>
                  <a:cubicBezTo>
                    <a:pt x="513" y="812"/>
                    <a:pt x="515" y="816"/>
                    <a:pt x="516" y="820"/>
                  </a:cubicBezTo>
                  <a:cubicBezTo>
                    <a:pt x="516" y="820"/>
                    <a:pt x="516" y="825"/>
                    <a:pt x="516" y="826"/>
                  </a:cubicBezTo>
                  <a:cubicBezTo>
                    <a:pt x="516" y="826"/>
                    <a:pt x="516" y="828"/>
                    <a:pt x="518" y="828"/>
                  </a:cubicBezTo>
                  <a:cubicBezTo>
                    <a:pt x="518" y="828"/>
                    <a:pt x="520" y="828"/>
                    <a:pt x="523" y="828"/>
                  </a:cubicBezTo>
                  <a:cubicBezTo>
                    <a:pt x="527" y="829"/>
                    <a:pt x="531" y="829"/>
                    <a:pt x="533" y="829"/>
                  </a:cubicBezTo>
                  <a:cubicBezTo>
                    <a:pt x="533" y="829"/>
                    <a:pt x="537" y="830"/>
                    <a:pt x="541" y="835"/>
                  </a:cubicBezTo>
                  <a:cubicBezTo>
                    <a:pt x="541" y="835"/>
                    <a:pt x="542" y="835"/>
                    <a:pt x="540" y="838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09"/>
                    <a:pt x="603" y="811"/>
                  </a:cubicBezTo>
                  <a:cubicBezTo>
                    <a:pt x="603" y="811"/>
                    <a:pt x="602" y="814"/>
                    <a:pt x="603" y="816"/>
                  </a:cubicBezTo>
                  <a:cubicBezTo>
                    <a:pt x="603" y="816"/>
                    <a:pt x="603" y="818"/>
                    <a:pt x="602" y="821"/>
                  </a:cubicBezTo>
                  <a:cubicBezTo>
                    <a:pt x="602" y="821"/>
                    <a:pt x="598" y="826"/>
                    <a:pt x="601" y="831"/>
                  </a:cubicBezTo>
                  <a:cubicBezTo>
                    <a:pt x="601" y="831"/>
                    <a:pt x="604" y="834"/>
                    <a:pt x="601" y="836"/>
                  </a:cubicBezTo>
                  <a:cubicBezTo>
                    <a:pt x="601" y="836"/>
                    <a:pt x="600" y="837"/>
                    <a:pt x="599" y="840"/>
                  </a:cubicBezTo>
                  <a:cubicBezTo>
                    <a:pt x="599" y="840"/>
                    <a:pt x="599" y="842"/>
                    <a:pt x="599" y="842"/>
                  </a:cubicBezTo>
                  <a:cubicBezTo>
                    <a:pt x="599" y="842"/>
                    <a:pt x="598" y="844"/>
                    <a:pt x="598" y="845"/>
                  </a:cubicBezTo>
                  <a:cubicBezTo>
                    <a:pt x="598" y="845"/>
                    <a:pt x="598" y="847"/>
                    <a:pt x="595" y="848"/>
                  </a:cubicBezTo>
                  <a:cubicBezTo>
                    <a:pt x="595" y="848"/>
                    <a:pt x="593" y="850"/>
                    <a:pt x="592" y="851"/>
                  </a:cubicBezTo>
                  <a:cubicBezTo>
                    <a:pt x="592" y="851"/>
                    <a:pt x="591" y="853"/>
                    <a:pt x="590" y="853"/>
                  </a:cubicBezTo>
                  <a:cubicBezTo>
                    <a:pt x="590" y="853"/>
                    <a:pt x="590" y="853"/>
                    <a:pt x="590" y="854"/>
                  </a:cubicBezTo>
                  <a:cubicBezTo>
                    <a:pt x="590" y="854"/>
                    <a:pt x="589" y="856"/>
                    <a:pt x="586" y="857"/>
                  </a:cubicBezTo>
                  <a:cubicBezTo>
                    <a:pt x="586" y="857"/>
                    <a:pt x="586" y="850"/>
                    <a:pt x="586" y="848"/>
                  </a:cubicBezTo>
                  <a:cubicBezTo>
                    <a:pt x="586" y="848"/>
                    <a:pt x="586" y="845"/>
                    <a:pt x="586" y="843"/>
                  </a:cubicBezTo>
                  <a:cubicBezTo>
                    <a:pt x="586" y="843"/>
                    <a:pt x="586" y="840"/>
                    <a:pt x="588" y="840"/>
                  </a:cubicBezTo>
                  <a:cubicBezTo>
                    <a:pt x="588" y="840"/>
                    <a:pt x="588" y="841"/>
                    <a:pt x="588" y="840"/>
                  </a:cubicBezTo>
                  <a:cubicBezTo>
                    <a:pt x="588" y="840"/>
                    <a:pt x="590" y="836"/>
                    <a:pt x="590" y="835"/>
                  </a:cubicBezTo>
                  <a:cubicBezTo>
                    <a:pt x="590" y="835"/>
                    <a:pt x="588" y="834"/>
                    <a:pt x="588" y="834"/>
                  </a:cubicBezTo>
                  <a:cubicBezTo>
                    <a:pt x="588" y="834"/>
                    <a:pt x="587" y="833"/>
                    <a:pt x="587" y="832"/>
                  </a:cubicBezTo>
                  <a:cubicBezTo>
                    <a:pt x="587" y="832"/>
                    <a:pt x="587" y="832"/>
                    <a:pt x="586" y="831"/>
                  </a:cubicBezTo>
                  <a:cubicBezTo>
                    <a:pt x="586" y="831"/>
                    <a:pt x="584" y="830"/>
                    <a:pt x="584" y="831"/>
                  </a:cubicBezTo>
                  <a:cubicBezTo>
                    <a:pt x="584" y="831"/>
                    <a:pt x="584" y="831"/>
                    <a:pt x="582" y="831"/>
                  </a:cubicBezTo>
                  <a:cubicBezTo>
                    <a:pt x="582" y="831"/>
                    <a:pt x="573" y="829"/>
                    <a:pt x="577" y="827"/>
                  </a:cubicBezTo>
                  <a:cubicBezTo>
                    <a:pt x="577" y="827"/>
                    <a:pt x="582" y="827"/>
                    <a:pt x="585" y="822"/>
                  </a:cubicBezTo>
                  <a:cubicBezTo>
                    <a:pt x="585" y="822"/>
                    <a:pt x="586" y="822"/>
                    <a:pt x="587" y="814"/>
                  </a:cubicBezTo>
                  <a:cubicBezTo>
                    <a:pt x="587" y="814"/>
                    <a:pt x="587" y="813"/>
                    <a:pt x="586" y="813"/>
                  </a:cubicBezTo>
                  <a:cubicBezTo>
                    <a:pt x="586" y="813"/>
                    <a:pt x="585" y="812"/>
                    <a:pt x="586" y="812"/>
                  </a:cubicBezTo>
                  <a:cubicBezTo>
                    <a:pt x="586" y="812"/>
                    <a:pt x="586" y="811"/>
                    <a:pt x="585" y="810"/>
                  </a:cubicBezTo>
                  <a:cubicBezTo>
                    <a:pt x="585" y="810"/>
                    <a:pt x="584" y="809"/>
                    <a:pt x="585" y="808"/>
                  </a:cubicBezTo>
                  <a:cubicBezTo>
                    <a:pt x="585" y="808"/>
                    <a:pt x="585" y="807"/>
                    <a:pt x="584" y="806"/>
                  </a:cubicBezTo>
                  <a:cubicBezTo>
                    <a:pt x="584" y="806"/>
                    <a:pt x="584" y="806"/>
                    <a:pt x="584" y="805"/>
                  </a:cubicBezTo>
                  <a:cubicBezTo>
                    <a:pt x="584" y="805"/>
                    <a:pt x="584" y="805"/>
                    <a:pt x="583" y="803"/>
                  </a:cubicBezTo>
                  <a:cubicBezTo>
                    <a:pt x="583" y="803"/>
                    <a:pt x="583" y="803"/>
                    <a:pt x="584" y="802"/>
                  </a:cubicBezTo>
                  <a:cubicBezTo>
                    <a:pt x="584" y="802"/>
                    <a:pt x="585" y="803"/>
                    <a:pt x="584" y="801"/>
                  </a:cubicBezTo>
                  <a:cubicBezTo>
                    <a:pt x="584" y="801"/>
                    <a:pt x="583" y="800"/>
                    <a:pt x="582" y="799"/>
                  </a:cubicBezTo>
                  <a:cubicBezTo>
                    <a:pt x="581" y="798"/>
                    <a:pt x="581" y="798"/>
                    <a:pt x="581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4" y="788"/>
                    <a:pt x="578" y="789"/>
                  </a:cubicBezTo>
                  <a:cubicBezTo>
                    <a:pt x="578" y="789"/>
                    <a:pt x="581" y="788"/>
                    <a:pt x="584" y="789"/>
                  </a:cubicBezTo>
                  <a:cubicBezTo>
                    <a:pt x="584" y="789"/>
                    <a:pt x="587" y="789"/>
                    <a:pt x="589" y="789"/>
                  </a:cubicBezTo>
                  <a:cubicBezTo>
                    <a:pt x="589" y="789"/>
                    <a:pt x="590" y="788"/>
                    <a:pt x="591" y="792"/>
                  </a:cubicBezTo>
                  <a:cubicBezTo>
                    <a:pt x="591" y="792"/>
                    <a:pt x="593" y="795"/>
                    <a:pt x="593" y="795"/>
                  </a:cubicBezTo>
                  <a:cubicBezTo>
                    <a:pt x="593" y="795"/>
                    <a:pt x="598" y="796"/>
                    <a:pt x="599" y="797"/>
                  </a:cubicBezTo>
                  <a:cubicBezTo>
                    <a:pt x="599" y="797"/>
                    <a:pt x="599" y="797"/>
                    <a:pt x="599" y="796"/>
                  </a:cubicBezTo>
                  <a:cubicBezTo>
                    <a:pt x="599" y="796"/>
                    <a:pt x="601" y="796"/>
                    <a:pt x="603" y="798"/>
                  </a:cubicBezTo>
                  <a:cubicBezTo>
                    <a:pt x="603" y="798"/>
                    <a:pt x="602" y="800"/>
                    <a:pt x="604" y="799"/>
                  </a:cubicBezTo>
                  <a:cubicBezTo>
                    <a:pt x="604" y="799"/>
                    <a:pt x="606" y="799"/>
                    <a:pt x="606" y="802"/>
                  </a:cubicBezTo>
                  <a:cubicBezTo>
                    <a:pt x="606" y="802"/>
                    <a:pt x="607" y="806"/>
                    <a:pt x="604" y="809"/>
                  </a:cubicBezTo>
                  <a:close/>
                  <a:moveTo>
                    <a:pt x="632" y="834"/>
                  </a:moveTo>
                  <a:cubicBezTo>
                    <a:pt x="632" y="834"/>
                    <a:pt x="631" y="837"/>
                    <a:pt x="628" y="838"/>
                  </a:cubicBezTo>
                  <a:cubicBezTo>
                    <a:pt x="628" y="838"/>
                    <a:pt x="626" y="839"/>
                    <a:pt x="624" y="839"/>
                  </a:cubicBezTo>
                  <a:cubicBezTo>
                    <a:pt x="624" y="839"/>
                    <a:pt x="622" y="839"/>
                    <a:pt x="622" y="838"/>
                  </a:cubicBezTo>
                  <a:cubicBezTo>
                    <a:pt x="622" y="838"/>
                    <a:pt x="621" y="838"/>
                    <a:pt x="620" y="839"/>
                  </a:cubicBezTo>
                  <a:cubicBezTo>
                    <a:pt x="620" y="839"/>
                    <a:pt x="619" y="839"/>
                    <a:pt x="618" y="837"/>
                  </a:cubicBezTo>
                  <a:cubicBezTo>
                    <a:pt x="618" y="837"/>
                    <a:pt x="616" y="836"/>
                    <a:pt x="616" y="834"/>
                  </a:cubicBezTo>
                  <a:cubicBezTo>
                    <a:pt x="616" y="834"/>
                    <a:pt x="616" y="831"/>
                    <a:pt x="615" y="829"/>
                  </a:cubicBezTo>
                  <a:cubicBezTo>
                    <a:pt x="615" y="829"/>
                    <a:pt x="613" y="824"/>
                    <a:pt x="616" y="825"/>
                  </a:cubicBezTo>
                  <a:cubicBezTo>
                    <a:pt x="616" y="825"/>
                    <a:pt x="617" y="825"/>
                    <a:pt x="619" y="824"/>
                  </a:cubicBezTo>
                  <a:cubicBezTo>
                    <a:pt x="619" y="824"/>
                    <a:pt x="622" y="825"/>
                    <a:pt x="626" y="826"/>
                  </a:cubicBezTo>
                  <a:cubicBezTo>
                    <a:pt x="626" y="826"/>
                    <a:pt x="629" y="828"/>
                    <a:pt x="630" y="828"/>
                  </a:cubicBezTo>
                  <a:cubicBezTo>
                    <a:pt x="630" y="828"/>
                    <a:pt x="632" y="828"/>
                    <a:pt x="632" y="831"/>
                  </a:cubicBezTo>
                  <a:cubicBezTo>
                    <a:pt x="632" y="831"/>
                    <a:pt x="632" y="832"/>
                    <a:pt x="632" y="833"/>
                  </a:cubicBezTo>
                  <a:cubicBezTo>
                    <a:pt x="632" y="833"/>
                    <a:pt x="632" y="834"/>
                    <a:pt x="632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5" y="772"/>
                    <a:pt x="664" y="772"/>
                  </a:cubicBezTo>
                  <a:cubicBezTo>
                    <a:pt x="664" y="772"/>
                    <a:pt x="662" y="770"/>
                    <a:pt x="662" y="773"/>
                  </a:cubicBezTo>
                  <a:cubicBezTo>
                    <a:pt x="662" y="773"/>
                    <a:pt x="656" y="778"/>
                    <a:pt x="656" y="783"/>
                  </a:cubicBezTo>
                  <a:cubicBezTo>
                    <a:pt x="656" y="783"/>
                    <a:pt x="656" y="784"/>
                    <a:pt x="657" y="785"/>
                  </a:cubicBezTo>
                  <a:cubicBezTo>
                    <a:pt x="657" y="785"/>
                    <a:pt x="657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4" y="793"/>
                    <a:pt x="653" y="794"/>
                  </a:cubicBezTo>
                  <a:cubicBezTo>
                    <a:pt x="653" y="794"/>
                    <a:pt x="653" y="794"/>
                    <a:pt x="652" y="794"/>
                  </a:cubicBezTo>
                  <a:cubicBezTo>
                    <a:pt x="652" y="794"/>
                    <a:pt x="647" y="794"/>
                    <a:pt x="648" y="791"/>
                  </a:cubicBezTo>
                  <a:cubicBezTo>
                    <a:pt x="648" y="791"/>
                    <a:pt x="648" y="787"/>
                    <a:pt x="648" y="785"/>
                  </a:cubicBezTo>
                  <a:cubicBezTo>
                    <a:pt x="648" y="785"/>
                    <a:pt x="646" y="782"/>
                    <a:pt x="649" y="781"/>
                  </a:cubicBezTo>
                  <a:cubicBezTo>
                    <a:pt x="649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4" y="779"/>
                  </a:cubicBezTo>
                  <a:cubicBezTo>
                    <a:pt x="654" y="779"/>
                    <a:pt x="659" y="773"/>
                    <a:pt x="661" y="770"/>
                  </a:cubicBezTo>
                  <a:cubicBezTo>
                    <a:pt x="661" y="770"/>
                    <a:pt x="662" y="769"/>
                    <a:pt x="660" y="767"/>
                  </a:cubicBezTo>
                  <a:cubicBezTo>
                    <a:pt x="660" y="767"/>
                    <a:pt x="654" y="762"/>
                    <a:pt x="650" y="760"/>
                  </a:cubicBezTo>
                  <a:cubicBezTo>
                    <a:pt x="650" y="760"/>
                    <a:pt x="645" y="758"/>
                    <a:pt x="642" y="759"/>
                  </a:cubicBezTo>
                  <a:cubicBezTo>
                    <a:pt x="642" y="759"/>
                    <a:pt x="634" y="758"/>
                    <a:pt x="640" y="756"/>
                  </a:cubicBezTo>
                  <a:cubicBezTo>
                    <a:pt x="640" y="756"/>
                    <a:pt x="645" y="754"/>
                    <a:pt x="654" y="760"/>
                  </a:cubicBezTo>
                  <a:cubicBezTo>
                    <a:pt x="654" y="760"/>
                    <a:pt x="660" y="764"/>
                    <a:pt x="661" y="767"/>
                  </a:cubicBezTo>
                  <a:cubicBezTo>
                    <a:pt x="661" y="767"/>
                    <a:pt x="662" y="768"/>
                    <a:pt x="663" y="767"/>
                  </a:cubicBezTo>
                  <a:cubicBezTo>
                    <a:pt x="663" y="767"/>
                    <a:pt x="666" y="765"/>
                    <a:pt x="664" y="763"/>
                  </a:cubicBezTo>
                  <a:cubicBezTo>
                    <a:pt x="664" y="763"/>
                    <a:pt x="661" y="757"/>
                    <a:pt x="650" y="750"/>
                  </a:cubicBezTo>
                  <a:cubicBezTo>
                    <a:pt x="650" y="750"/>
                    <a:pt x="646" y="747"/>
                    <a:pt x="644" y="748"/>
                  </a:cubicBezTo>
                  <a:cubicBezTo>
                    <a:pt x="644" y="748"/>
                    <a:pt x="642" y="747"/>
                    <a:pt x="644" y="747"/>
                  </a:cubicBezTo>
                  <a:cubicBezTo>
                    <a:pt x="644" y="747"/>
                    <a:pt x="649" y="745"/>
                    <a:pt x="656" y="750"/>
                  </a:cubicBezTo>
                  <a:cubicBezTo>
                    <a:pt x="656" y="750"/>
                    <a:pt x="661" y="754"/>
                    <a:pt x="664" y="758"/>
                  </a:cubicBezTo>
                  <a:cubicBezTo>
                    <a:pt x="664" y="758"/>
                    <a:pt x="666" y="760"/>
                    <a:pt x="665" y="758"/>
                  </a:cubicBezTo>
                  <a:cubicBezTo>
                    <a:pt x="665" y="758"/>
                    <a:pt x="664" y="756"/>
                    <a:pt x="665" y="755"/>
                  </a:cubicBezTo>
                  <a:cubicBezTo>
                    <a:pt x="665" y="755"/>
                    <a:pt x="665" y="755"/>
                    <a:pt x="665" y="754"/>
                  </a:cubicBezTo>
                  <a:cubicBezTo>
                    <a:pt x="665" y="754"/>
                    <a:pt x="664" y="753"/>
                    <a:pt x="664" y="752"/>
                  </a:cubicBezTo>
                  <a:cubicBezTo>
                    <a:pt x="664" y="752"/>
                    <a:pt x="665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60" y="750"/>
                  </a:cubicBezTo>
                  <a:cubicBezTo>
                    <a:pt x="660" y="750"/>
                    <a:pt x="661" y="750"/>
                    <a:pt x="663" y="750"/>
                  </a:cubicBezTo>
                  <a:cubicBezTo>
                    <a:pt x="663" y="750"/>
                    <a:pt x="664" y="750"/>
                    <a:pt x="663" y="749"/>
                  </a:cubicBezTo>
                  <a:cubicBezTo>
                    <a:pt x="663" y="749"/>
                    <a:pt x="661" y="745"/>
                    <a:pt x="661" y="744"/>
                  </a:cubicBezTo>
                  <a:cubicBezTo>
                    <a:pt x="661" y="744"/>
                    <a:pt x="660" y="742"/>
                    <a:pt x="660" y="744"/>
                  </a:cubicBezTo>
                  <a:cubicBezTo>
                    <a:pt x="660" y="744"/>
                    <a:pt x="659" y="746"/>
                    <a:pt x="656" y="744"/>
                  </a:cubicBezTo>
                  <a:cubicBezTo>
                    <a:pt x="656" y="744"/>
                    <a:pt x="651" y="744"/>
                    <a:pt x="651" y="741"/>
                  </a:cubicBezTo>
                  <a:cubicBezTo>
                    <a:pt x="651" y="741"/>
                    <a:pt x="652" y="737"/>
                    <a:pt x="649" y="737"/>
                  </a:cubicBezTo>
                  <a:cubicBezTo>
                    <a:pt x="649" y="737"/>
                    <a:pt x="646" y="736"/>
                    <a:pt x="649" y="735"/>
                  </a:cubicBezTo>
                  <a:cubicBezTo>
                    <a:pt x="649" y="735"/>
                    <a:pt x="652" y="734"/>
                    <a:pt x="656" y="735"/>
                  </a:cubicBezTo>
                  <a:cubicBezTo>
                    <a:pt x="656" y="735"/>
                    <a:pt x="656" y="736"/>
                    <a:pt x="658" y="735"/>
                  </a:cubicBezTo>
                  <a:cubicBezTo>
                    <a:pt x="658" y="735"/>
                    <a:pt x="667" y="731"/>
                    <a:pt x="668" y="737"/>
                  </a:cubicBezTo>
                  <a:cubicBezTo>
                    <a:pt x="668" y="737"/>
                    <a:pt x="667" y="741"/>
                    <a:pt x="669" y="744"/>
                  </a:cubicBezTo>
                  <a:cubicBezTo>
                    <a:pt x="669" y="744"/>
                    <a:pt x="669" y="746"/>
                    <a:pt x="669" y="747"/>
                  </a:cubicBezTo>
                  <a:cubicBezTo>
                    <a:pt x="669" y="747"/>
                    <a:pt x="669" y="748"/>
                    <a:pt x="670" y="750"/>
                  </a:cubicBezTo>
                  <a:cubicBezTo>
                    <a:pt x="670" y="750"/>
                    <a:pt x="671" y="750"/>
                    <a:pt x="670" y="751"/>
                  </a:cubicBezTo>
                  <a:cubicBezTo>
                    <a:pt x="670" y="751"/>
                    <a:pt x="670" y="753"/>
                    <a:pt x="670" y="755"/>
                  </a:cubicBezTo>
                  <a:cubicBezTo>
                    <a:pt x="670" y="755"/>
                    <a:pt x="669" y="758"/>
                    <a:pt x="671" y="756"/>
                  </a:cubicBezTo>
                  <a:cubicBezTo>
                    <a:pt x="671" y="756"/>
                    <a:pt x="676" y="749"/>
                    <a:pt x="678" y="746"/>
                  </a:cubicBezTo>
                  <a:cubicBezTo>
                    <a:pt x="678" y="746"/>
                    <a:pt x="680" y="744"/>
                    <a:pt x="677" y="744"/>
                  </a:cubicBezTo>
                  <a:cubicBezTo>
                    <a:pt x="677" y="744"/>
                    <a:pt x="674" y="743"/>
                    <a:pt x="672" y="742"/>
                  </a:cubicBezTo>
                  <a:cubicBezTo>
                    <a:pt x="672" y="742"/>
                    <a:pt x="670" y="741"/>
                    <a:pt x="672" y="740"/>
                  </a:cubicBezTo>
                  <a:cubicBezTo>
                    <a:pt x="672" y="740"/>
                    <a:pt x="674" y="741"/>
                    <a:pt x="674" y="740"/>
                  </a:cubicBezTo>
                  <a:cubicBezTo>
                    <a:pt x="674" y="740"/>
                    <a:pt x="673" y="739"/>
                    <a:pt x="674" y="739"/>
                  </a:cubicBezTo>
                  <a:cubicBezTo>
                    <a:pt x="674" y="739"/>
                    <a:pt x="676" y="739"/>
                    <a:pt x="676" y="737"/>
                  </a:cubicBezTo>
                  <a:cubicBezTo>
                    <a:pt x="676" y="737"/>
                    <a:pt x="675" y="734"/>
                    <a:pt x="674" y="735"/>
                  </a:cubicBezTo>
                  <a:cubicBezTo>
                    <a:pt x="674" y="735"/>
                    <a:pt x="670" y="735"/>
                    <a:pt x="669" y="733"/>
                  </a:cubicBezTo>
                  <a:cubicBezTo>
                    <a:pt x="669" y="733"/>
                    <a:pt x="667" y="732"/>
                    <a:pt x="667" y="731"/>
                  </a:cubicBezTo>
                  <a:cubicBezTo>
                    <a:pt x="667" y="731"/>
                    <a:pt x="667" y="730"/>
                    <a:pt x="669" y="731"/>
                  </a:cubicBezTo>
                  <a:cubicBezTo>
                    <a:pt x="669" y="731"/>
                    <a:pt x="673" y="733"/>
                    <a:pt x="671" y="730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9" y="726"/>
                    <a:pt x="666" y="728"/>
                  </a:cubicBezTo>
                  <a:cubicBezTo>
                    <a:pt x="666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3" y="724"/>
                    <a:pt x="665" y="723"/>
                  </a:cubicBezTo>
                  <a:cubicBezTo>
                    <a:pt x="665" y="723"/>
                    <a:pt x="666" y="722"/>
                    <a:pt x="665" y="721"/>
                  </a:cubicBezTo>
                  <a:cubicBezTo>
                    <a:pt x="665" y="721"/>
                    <a:pt x="665" y="721"/>
                    <a:pt x="668" y="720"/>
                  </a:cubicBezTo>
                  <a:cubicBezTo>
                    <a:pt x="668" y="720"/>
                    <a:pt x="676" y="717"/>
                    <a:pt x="677" y="721"/>
                  </a:cubicBezTo>
                  <a:cubicBezTo>
                    <a:pt x="677" y="721"/>
                    <a:pt x="678" y="723"/>
                    <a:pt x="677" y="725"/>
                  </a:cubicBezTo>
                  <a:cubicBezTo>
                    <a:pt x="677" y="725"/>
                    <a:pt x="676" y="725"/>
                    <a:pt x="677" y="729"/>
                  </a:cubicBezTo>
                  <a:cubicBezTo>
                    <a:pt x="677" y="729"/>
                    <a:pt x="677" y="731"/>
                    <a:pt x="679" y="732"/>
                  </a:cubicBezTo>
                  <a:cubicBezTo>
                    <a:pt x="679" y="732"/>
                    <a:pt x="680" y="734"/>
                    <a:pt x="681" y="736"/>
                  </a:cubicBezTo>
                  <a:cubicBezTo>
                    <a:pt x="681" y="736"/>
                    <a:pt x="683" y="739"/>
                    <a:pt x="683" y="740"/>
                  </a:cubicBezTo>
                  <a:cubicBezTo>
                    <a:pt x="683" y="740"/>
                    <a:pt x="683" y="742"/>
                    <a:pt x="684" y="741"/>
                  </a:cubicBezTo>
                  <a:cubicBezTo>
                    <a:pt x="684" y="741"/>
                    <a:pt x="692" y="731"/>
                    <a:pt x="698" y="734"/>
                  </a:cubicBezTo>
                  <a:cubicBezTo>
                    <a:pt x="698" y="734"/>
                    <a:pt x="701" y="733"/>
                    <a:pt x="697" y="738"/>
                  </a:cubicBezTo>
                  <a:cubicBezTo>
                    <a:pt x="697" y="738"/>
                    <a:pt x="696" y="740"/>
                    <a:pt x="695" y="740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9" y="742"/>
                  </a:cubicBezTo>
                  <a:cubicBezTo>
                    <a:pt x="689" y="742"/>
                    <a:pt x="692" y="739"/>
                    <a:pt x="692" y="738"/>
                  </a:cubicBezTo>
                  <a:cubicBezTo>
                    <a:pt x="692" y="738"/>
                    <a:pt x="692" y="736"/>
                    <a:pt x="691" y="738"/>
                  </a:cubicBezTo>
                  <a:cubicBezTo>
                    <a:pt x="691" y="738"/>
                    <a:pt x="687" y="741"/>
                    <a:pt x="686" y="742"/>
                  </a:cubicBezTo>
                  <a:cubicBezTo>
                    <a:pt x="686" y="742"/>
                    <a:pt x="684" y="743"/>
                    <a:pt x="685" y="745"/>
                  </a:cubicBezTo>
                  <a:cubicBezTo>
                    <a:pt x="685" y="745"/>
                    <a:pt x="685" y="746"/>
                    <a:pt x="685" y="746"/>
                  </a:cubicBezTo>
                  <a:cubicBezTo>
                    <a:pt x="685" y="746"/>
                    <a:pt x="685" y="747"/>
                    <a:pt x="685" y="747"/>
                  </a:cubicBezTo>
                  <a:cubicBezTo>
                    <a:pt x="685" y="747"/>
                    <a:pt x="687" y="751"/>
                    <a:pt x="684" y="751"/>
                  </a:cubicBezTo>
                  <a:cubicBezTo>
                    <a:pt x="684" y="751"/>
                    <a:pt x="681" y="751"/>
                    <a:pt x="680" y="749"/>
                  </a:cubicBezTo>
                  <a:cubicBezTo>
                    <a:pt x="680" y="749"/>
                    <a:pt x="679" y="747"/>
                    <a:pt x="678" y="750"/>
                  </a:cubicBezTo>
                  <a:cubicBezTo>
                    <a:pt x="678" y="750"/>
                    <a:pt x="675" y="755"/>
                    <a:pt x="673" y="757"/>
                  </a:cubicBezTo>
                  <a:cubicBezTo>
                    <a:pt x="673" y="757"/>
                    <a:pt x="668" y="762"/>
                    <a:pt x="669" y="763"/>
                  </a:cubicBezTo>
                  <a:cubicBezTo>
                    <a:pt x="669" y="763"/>
                    <a:pt x="671" y="765"/>
                    <a:pt x="670" y="765"/>
                  </a:cubicBezTo>
                  <a:cubicBezTo>
                    <a:pt x="670" y="765"/>
                    <a:pt x="669" y="766"/>
                    <a:pt x="667" y="765"/>
                  </a:cubicBezTo>
                  <a:cubicBezTo>
                    <a:pt x="667" y="765"/>
                    <a:pt x="667" y="765"/>
                    <a:pt x="666" y="767"/>
                  </a:cubicBezTo>
                  <a:cubicBezTo>
                    <a:pt x="666" y="767"/>
                    <a:pt x="663" y="770"/>
                    <a:pt x="665" y="771"/>
                  </a:cubicBezTo>
                  <a:cubicBezTo>
                    <a:pt x="665" y="771"/>
                    <a:pt x="666" y="771"/>
                    <a:pt x="667" y="772"/>
                  </a:cubicBezTo>
                  <a:cubicBezTo>
                    <a:pt x="667" y="772"/>
                    <a:pt x="669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6" y="797"/>
                    <a:pt x="706" y="799"/>
                  </a:cubicBezTo>
                  <a:cubicBezTo>
                    <a:pt x="706" y="799"/>
                    <a:pt x="706" y="800"/>
                    <a:pt x="705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3" y="808"/>
                    <a:pt x="692" y="808"/>
                  </a:cubicBezTo>
                  <a:cubicBezTo>
                    <a:pt x="692" y="808"/>
                    <a:pt x="692" y="808"/>
                    <a:pt x="692" y="809"/>
                  </a:cubicBezTo>
                  <a:cubicBezTo>
                    <a:pt x="692" y="809"/>
                    <a:pt x="690" y="808"/>
                    <a:pt x="690" y="809"/>
                  </a:cubicBezTo>
                  <a:cubicBezTo>
                    <a:pt x="684" y="810"/>
                    <a:pt x="684" y="810"/>
                    <a:pt x="684" y="810"/>
                  </a:cubicBezTo>
                  <a:cubicBezTo>
                    <a:pt x="684" y="810"/>
                    <a:pt x="682" y="810"/>
                    <a:pt x="685" y="809"/>
                  </a:cubicBezTo>
                  <a:cubicBezTo>
                    <a:pt x="685" y="809"/>
                    <a:pt x="692" y="807"/>
                    <a:pt x="688" y="807"/>
                  </a:cubicBezTo>
                  <a:cubicBezTo>
                    <a:pt x="688" y="807"/>
                    <a:pt x="686" y="806"/>
                    <a:pt x="688" y="806"/>
                  </a:cubicBezTo>
                  <a:cubicBezTo>
                    <a:pt x="688" y="806"/>
                    <a:pt x="695" y="801"/>
                    <a:pt x="697" y="796"/>
                  </a:cubicBezTo>
                  <a:cubicBezTo>
                    <a:pt x="697" y="796"/>
                    <a:pt x="704" y="785"/>
                    <a:pt x="695" y="779"/>
                  </a:cubicBezTo>
                  <a:cubicBezTo>
                    <a:pt x="695" y="779"/>
                    <a:pt x="691" y="779"/>
                    <a:pt x="688" y="784"/>
                  </a:cubicBezTo>
                  <a:cubicBezTo>
                    <a:pt x="688" y="784"/>
                    <a:pt x="686" y="789"/>
                    <a:pt x="683" y="790"/>
                  </a:cubicBezTo>
                  <a:cubicBezTo>
                    <a:pt x="683" y="790"/>
                    <a:pt x="678" y="789"/>
                    <a:pt x="675" y="787"/>
                  </a:cubicBezTo>
                  <a:cubicBezTo>
                    <a:pt x="675" y="787"/>
                    <a:pt x="672" y="786"/>
                    <a:pt x="675" y="786"/>
                  </a:cubicBezTo>
                  <a:cubicBezTo>
                    <a:pt x="675" y="786"/>
                    <a:pt x="676" y="786"/>
                    <a:pt x="678" y="784"/>
                  </a:cubicBezTo>
                  <a:cubicBezTo>
                    <a:pt x="678" y="784"/>
                    <a:pt x="681" y="783"/>
                    <a:pt x="681" y="782"/>
                  </a:cubicBezTo>
                  <a:cubicBezTo>
                    <a:pt x="681" y="782"/>
                    <a:pt x="683" y="779"/>
                    <a:pt x="685" y="777"/>
                  </a:cubicBezTo>
                  <a:cubicBezTo>
                    <a:pt x="685" y="777"/>
                    <a:pt x="688" y="775"/>
                    <a:pt x="689" y="773"/>
                  </a:cubicBezTo>
                  <a:cubicBezTo>
                    <a:pt x="689" y="773"/>
                    <a:pt x="689" y="771"/>
                    <a:pt x="687" y="772"/>
                  </a:cubicBezTo>
                  <a:cubicBezTo>
                    <a:pt x="687" y="772"/>
                    <a:pt x="683" y="776"/>
                    <a:pt x="679" y="769"/>
                  </a:cubicBezTo>
                  <a:cubicBezTo>
                    <a:pt x="679" y="769"/>
                    <a:pt x="679" y="761"/>
                    <a:pt x="678" y="764"/>
                  </a:cubicBezTo>
                  <a:cubicBezTo>
                    <a:pt x="678" y="764"/>
                    <a:pt x="676" y="769"/>
                    <a:pt x="673" y="770"/>
                  </a:cubicBezTo>
                  <a:cubicBezTo>
                    <a:pt x="673" y="770"/>
                    <a:pt x="671" y="771"/>
                    <a:pt x="669" y="770"/>
                  </a:cubicBezTo>
                  <a:cubicBezTo>
                    <a:pt x="669" y="770"/>
                    <a:pt x="666" y="769"/>
                    <a:pt x="669" y="769"/>
                  </a:cubicBezTo>
                  <a:cubicBezTo>
                    <a:pt x="669" y="769"/>
                    <a:pt x="672" y="768"/>
                    <a:pt x="674" y="764"/>
                  </a:cubicBezTo>
                  <a:cubicBezTo>
                    <a:pt x="674" y="764"/>
                    <a:pt x="676" y="761"/>
                    <a:pt x="676" y="759"/>
                  </a:cubicBezTo>
                  <a:cubicBezTo>
                    <a:pt x="676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8" y="755"/>
                  </a:cubicBezTo>
                  <a:cubicBezTo>
                    <a:pt x="688" y="755"/>
                    <a:pt x="689" y="757"/>
                    <a:pt x="688" y="760"/>
                  </a:cubicBezTo>
                  <a:cubicBezTo>
                    <a:pt x="688" y="760"/>
                    <a:pt x="687" y="762"/>
                    <a:pt x="690" y="765"/>
                  </a:cubicBezTo>
                  <a:cubicBezTo>
                    <a:pt x="690" y="765"/>
                    <a:pt x="694" y="767"/>
                    <a:pt x="695" y="766"/>
                  </a:cubicBezTo>
                  <a:cubicBezTo>
                    <a:pt x="695" y="766"/>
                    <a:pt x="700" y="762"/>
                    <a:pt x="702" y="763"/>
                  </a:cubicBezTo>
                  <a:cubicBezTo>
                    <a:pt x="702" y="763"/>
                    <a:pt x="706" y="763"/>
                    <a:pt x="705" y="766"/>
                  </a:cubicBezTo>
                  <a:cubicBezTo>
                    <a:pt x="705" y="766"/>
                    <a:pt x="704" y="768"/>
                    <a:pt x="704" y="769"/>
                  </a:cubicBezTo>
                  <a:cubicBezTo>
                    <a:pt x="704" y="769"/>
                    <a:pt x="704" y="769"/>
                    <a:pt x="702" y="770"/>
                  </a:cubicBezTo>
                  <a:cubicBezTo>
                    <a:pt x="702" y="770"/>
                    <a:pt x="699" y="772"/>
                    <a:pt x="702" y="775"/>
                  </a:cubicBezTo>
                  <a:cubicBezTo>
                    <a:pt x="707" y="782"/>
                    <a:pt x="707" y="782"/>
                    <a:pt x="707" y="782"/>
                  </a:cubicBezTo>
                  <a:cubicBezTo>
                    <a:pt x="707" y="782"/>
                    <a:pt x="709" y="788"/>
                    <a:pt x="708" y="793"/>
                  </a:cubicBezTo>
                  <a:cubicBezTo>
                    <a:pt x="708" y="793"/>
                    <a:pt x="707" y="795"/>
                    <a:pt x="706" y="796"/>
                  </a:cubicBezTo>
                  <a:close/>
                  <a:moveTo>
                    <a:pt x="452" y="787"/>
                  </a:moveTo>
                  <a:cubicBezTo>
                    <a:pt x="268" y="787"/>
                    <a:pt x="119" y="638"/>
                    <a:pt x="119" y="454"/>
                  </a:cubicBezTo>
                  <a:cubicBezTo>
                    <a:pt x="119" y="270"/>
                    <a:pt x="268" y="121"/>
                    <a:pt x="452" y="121"/>
                  </a:cubicBezTo>
                  <a:cubicBezTo>
                    <a:pt x="636" y="121"/>
                    <a:pt x="785" y="270"/>
                    <a:pt x="785" y="454"/>
                  </a:cubicBezTo>
                  <a:cubicBezTo>
                    <a:pt x="785" y="638"/>
                    <a:pt x="636" y="787"/>
                    <a:pt x="452" y="787"/>
                  </a:cubicBezTo>
                  <a:close/>
                  <a:moveTo>
                    <a:pt x="779" y="318"/>
                  </a:moveTo>
                  <a:cubicBezTo>
                    <a:pt x="776" y="310"/>
                    <a:pt x="775" y="303"/>
                    <a:pt x="778" y="296"/>
                  </a:cubicBezTo>
                  <a:cubicBezTo>
                    <a:pt x="780" y="290"/>
                    <a:pt x="785" y="285"/>
                    <a:pt x="793" y="282"/>
                  </a:cubicBezTo>
                  <a:cubicBezTo>
                    <a:pt x="798" y="280"/>
                    <a:pt x="802" y="279"/>
                    <a:pt x="806" y="279"/>
                  </a:cubicBezTo>
                  <a:cubicBezTo>
                    <a:pt x="809" y="279"/>
                    <a:pt x="812" y="280"/>
                    <a:pt x="815" y="281"/>
                  </a:cubicBezTo>
                  <a:cubicBezTo>
                    <a:pt x="817" y="283"/>
                    <a:pt x="820" y="284"/>
                    <a:pt x="822" y="286"/>
                  </a:cubicBezTo>
                  <a:cubicBezTo>
                    <a:pt x="824" y="289"/>
                    <a:pt x="827" y="293"/>
                    <a:pt x="828" y="297"/>
                  </a:cubicBezTo>
                  <a:cubicBezTo>
                    <a:pt x="832" y="305"/>
                    <a:pt x="832" y="312"/>
                    <a:pt x="829" y="318"/>
                  </a:cubicBezTo>
                  <a:cubicBezTo>
                    <a:pt x="827" y="325"/>
                    <a:pt x="822" y="330"/>
                    <a:pt x="814" y="333"/>
                  </a:cubicBezTo>
                  <a:cubicBezTo>
                    <a:pt x="806" y="336"/>
                    <a:pt x="799" y="336"/>
                    <a:pt x="793" y="333"/>
                  </a:cubicBezTo>
                  <a:cubicBezTo>
                    <a:pt x="787" y="331"/>
                    <a:pt x="782" y="325"/>
                    <a:pt x="779" y="318"/>
                  </a:cubicBezTo>
                  <a:close/>
                  <a:moveTo>
                    <a:pt x="841" y="337"/>
                  </a:moveTo>
                  <a:cubicBezTo>
                    <a:pt x="844" y="348"/>
                    <a:pt x="844" y="348"/>
                    <a:pt x="844" y="348"/>
                  </a:cubicBezTo>
                  <a:cubicBezTo>
                    <a:pt x="803" y="358"/>
                    <a:pt x="803" y="358"/>
                    <a:pt x="803" y="358"/>
                  </a:cubicBezTo>
                  <a:cubicBezTo>
                    <a:pt x="810" y="386"/>
                    <a:pt x="810" y="386"/>
                    <a:pt x="810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2" y="349"/>
                    <a:pt x="792" y="349"/>
                    <a:pt x="792" y="349"/>
                  </a:cubicBezTo>
                  <a:lnTo>
                    <a:pt x="841" y="337"/>
                  </a:lnTo>
                  <a:close/>
                  <a:moveTo>
                    <a:pt x="852" y="525"/>
                  </a:moveTo>
                  <a:cubicBezTo>
                    <a:pt x="816" y="528"/>
                    <a:pt x="816" y="528"/>
                    <a:pt x="816" y="528"/>
                  </a:cubicBezTo>
                  <a:cubicBezTo>
                    <a:pt x="848" y="545"/>
                    <a:pt x="848" y="545"/>
                    <a:pt x="848" y="545"/>
                  </a:cubicBezTo>
                  <a:cubicBezTo>
                    <a:pt x="845" y="562"/>
                    <a:pt x="845" y="562"/>
                    <a:pt x="845" y="562"/>
                  </a:cubicBezTo>
                  <a:cubicBezTo>
                    <a:pt x="794" y="552"/>
                    <a:pt x="794" y="552"/>
                    <a:pt x="794" y="552"/>
                  </a:cubicBezTo>
                  <a:cubicBezTo>
                    <a:pt x="796" y="541"/>
                    <a:pt x="796" y="541"/>
                    <a:pt x="796" y="541"/>
                  </a:cubicBezTo>
                  <a:cubicBezTo>
                    <a:pt x="836" y="549"/>
                    <a:pt x="836" y="549"/>
                    <a:pt x="836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1" y="519"/>
                    <a:pt x="801" y="519"/>
                    <a:pt x="801" y="519"/>
                  </a:cubicBezTo>
                  <a:cubicBezTo>
                    <a:pt x="843" y="516"/>
                    <a:pt x="843" y="516"/>
                    <a:pt x="843" y="516"/>
                  </a:cubicBezTo>
                  <a:cubicBezTo>
                    <a:pt x="803" y="508"/>
                    <a:pt x="803" y="508"/>
                    <a:pt x="803" y="508"/>
                  </a:cubicBezTo>
                  <a:cubicBezTo>
                    <a:pt x="805" y="498"/>
                    <a:pt x="805" y="498"/>
                    <a:pt x="805" y="498"/>
                  </a:cubicBezTo>
                  <a:cubicBezTo>
                    <a:pt x="856" y="508"/>
                    <a:pt x="856" y="508"/>
                    <a:pt x="856" y="508"/>
                  </a:cubicBezTo>
                  <a:lnTo>
                    <a:pt x="852" y="525"/>
                  </a:lnTo>
                  <a:close/>
                  <a:moveTo>
                    <a:pt x="816" y="474"/>
                  </a:moveTo>
                  <a:cubicBezTo>
                    <a:pt x="817" y="476"/>
                    <a:pt x="818" y="477"/>
                    <a:pt x="820" y="477"/>
                  </a:cubicBezTo>
                  <a:cubicBezTo>
                    <a:pt x="822" y="478"/>
                    <a:pt x="825" y="478"/>
                    <a:pt x="829" y="478"/>
                  </a:cubicBezTo>
                  <a:cubicBezTo>
                    <a:pt x="858" y="479"/>
                    <a:pt x="858" y="479"/>
                    <a:pt x="858" y="479"/>
                  </a:cubicBezTo>
                  <a:cubicBezTo>
                    <a:pt x="857" y="491"/>
                    <a:pt x="857" y="491"/>
                    <a:pt x="857" y="491"/>
                  </a:cubicBezTo>
                  <a:cubicBezTo>
                    <a:pt x="830" y="490"/>
                    <a:pt x="830" y="490"/>
                    <a:pt x="830" y="490"/>
                  </a:cubicBezTo>
                  <a:cubicBezTo>
                    <a:pt x="824" y="490"/>
                    <a:pt x="819" y="489"/>
                    <a:pt x="817" y="488"/>
                  </a:cubicBezTo>
                  <a:cubicBezTo>
                    <a:pt x="814" y="488"/>
                    <a:pt x="812" y="486"/>
                    <a:pt x="811" y="485"/>
                  </a:cubicBezTo>
                  <a:cubicBezTo>
                    <a:pt x="809" y="483"/>
                    <a:pt x="808" y="481"/>
                    <a:pt x="807" y="478"/>
                  </a:cubicBezTo>
                  <a:cubicBezTo>
                    <a:pt x="806" y="475"/>
                    <a:pt x="805" y="471"/>
                    <a:pt x="805" y="467"/>
                  </a:cubicBezTo>
                  <a:cubicBezTo>
                    <a:pt x="806" y="461"/>
                    <a:pt x="806" y="457"/>
                    <a:pt x="808" y="455"/>
                  </a:cubicBezTo>
                  <a:cubicBezTo>
                    <a:pt x="809" y="452"/>
                    <a:pt x="810" y="450"/>
                    <a:pt x="812" y="448"/>
                  </a:cubicBezTo>
                  <a:cubicBezTo>
                    <a:pt x="814" y="447"/>
                    <a:pt x="816" y="446"/>
                    <a:pt x="818" y="445"/>
                  </a:cubicBezTo>
                  <a:cubicBezTo>
                    <a:pt x="821" y="444"/>
                    <a:pt x="825" y="444"/>
                    <a:pt x="831" y="444"/>
                  </a:cubicBezTo>
                  <a:cubicBezTo>
                    <a:pt x="859" y="445"/>
                    <a:pt x="859" y="445"/>
                    <a:pt x="859" y="445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6" y="456"/>
                    <a:pt x="823" y="456"/>
                    <a:pt x="822" y="456"/>
                  </a:cubicBezTo>
                  <a:cubicBezTo>
                    <a:pt x="819" y="456"/>
                    <a:pt x="818" y="457"/>
                    <a:pt x="816" y="459"/>
                  </a:cubicBezTo>
                  <a:cubicBezTo>
                    <a:pt x="815" y="461"/>
                    <a:pt x="814" y="464"/>
                    <a:pt x="814" y="467"/>
                  </a:cubicBezTo>
                  <a:cubicBezTo>
                    <a:pt x="814" y="470"/>
                    <a:pt x="815" y="473"/>
                    <a:pt x="816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68">
              <a:extLst>
                <a:ext uri="{FF2B5EF4-FFF2-40B4-BE49-F238E27FC236}">
                  <a16:creationId xmlns:a16="http://schemas.microsoft.com/office/drawing/2014/main" id="{D03EA49C-0014-44EE-981A-8EBA7CBBF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7558" y="4249111"/>
              <a:ext cx="41275" cy="39688"/>
            </a:xfrm>
            <a:custGeom>
              <a:avLst/>
              <a:gdLst>
                <a:gd name="T0" fmla="*/ 13 w 22"/>
                <a:gd name="T1" fmla="*/ 20 h 21"/>
                <a:gd name="T2" fmla="*/ 17 w 22"/>
                <a:gd name="T3" fmla="*/ 20 h 21"/>
                <a:gd name="T4" fmla="*/ 21 w 22"/>
                <a:gd name="T5" fmla="*/ 17 h 21"/>
                <a:gd name="T6" fmla="*/ 22 w 22"/>
                <a:gd name="T7" fmla="*/ 13 h 21"/>
                <a:gd name="T8" fmla="*/ 19 w 22"/>
                <a:gd name="T9" fmla="*/ 8 h 21"/>
                <a:gd name="T10" fmla="*/ 13 w 22"/>
                <a:gd name="T11" fmla="*/ 3 h 21"/>
                <a:gd name="T12" fmla="*/ 8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4" y="21"/>
                    <a:pt x="16" y="21"/>
                    <a:pt x="17" y="20"/>
                  </a:cubicBezTo>
                  <a:cubicBezTo>
                    <a:pt x="19" y="20"/>
                    <a:pt x="20" y="19"/>
                    <a:pt x="21" y="17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9"/>
                    <a:pt x="19" y="8"/>
                  </a:cubicBezTo>
                  <a:cubicBezTo>
                    <a:pt x="18" y="7"/>
                    <a:pt x="16" y="5"/>
                    <a:pt x="13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1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69">
              <a:extLst>
                <a:ext uri="{FF2B5EF4-FFF2-40B4-BE49-F238E27FC236}">
                  <a16:creationId xmlns:a16="http://schemas.microsoft.com/office/drawing/2014/main" id="{28C81247-07F6-4443-861F-F380CA393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270" y="5563561"/>
              <a:ext cx="33338" cy="52388"/>
            </a:xfrm>
            <a:custGeom>
              <a:avLst/>
              <a:gdLst>
                <a:gd name="T0" fmla="*/ 3 w 18"/>
                <a:gd name="T1" fmla="*/ 3 h 28"/>
                <a:gd name="T2" fmla="*/ 5 w 18"/>
                <a:gd name="T3" fmla="*/ 6 h 28"/>
                <a:gd name="T4" fmla="*/ 7 w 18"/>
                <a:gd name="T5" fmla="*/ 8 h 28"/>
                <a:gd name="T6" fmla="*/ 7 w 18"/>
                <a:gd name="T7" fmla="*/ 11 h 28"/>
                <a:gd name="T8" fmla="*/ 6 w 18"/>
                <a:gd name="T9" fmla="*/ 13 h 28"/>
                <a:gd name="T10" fmla="*/ 2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9 w 18"/>
                <a:gd name="T17" fmla="*/ 21 h 28"/>
                <a:gd name="T18" fmla="*/ 10 w 18"/>
                <a:gd name="T19" fmla="*/ 19 h 28"/>
                <a:gd name="T20" fmla="*/ 14 w 18"/>
                <a:gd name="T21" fmla="*/ 13 h 28"/>
                <a:gd name="T22" fmla="*/ 17 w 18"/>
                <a:gd name="T23" fmla="*/ 6 h 28"/>
                <a:gd name="T24" fmla="*/ 17 w 18"/>
                <a:gd name="T25" fmla="*/ 4 h 28"/>
                <a:gd name="T26" fmla="*/ 12 w 18"/>
                <a:gd name="T27" fmla="*/ 1 h 28"/>
                <a:gd name="T28" fmla="*/ 7 w 18"/>
                <a:gd name="T29" fmla="*/ 0 h 28"/>
                <a:gd name="T30" fmla="*/ 4 w 18"/>
                <a:gd name="T31" fmla="*/ 0 h 28"/>
                <a:gd name="T32" fmla="*/ 3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3" y="3"/>
                  </a:moveTo>
                  <a:cubicBezTo>
                    <a:pt x="4" y="4"/>
                    <a:pt x="5" y="6"/>
                    <a:pt x="5" y="6"/>
                  </a:cubicBezTo>
                  <a:cubicBezTo>
                    <a:pt x="6" y="8"/>
                    <a:pt x="7" y="8"/>
                    <a:pt x="7" y="8"/>
                  </a:cubicBezTo>
                  <a:cubicBezTo>
                    <a:pt x="8" y="9"/>
                    <a:pt x="7" y="11"/>
                    <a:pt x="7" y="11"/>
                  </a:cubicBezTo>
                  <a:cubicBezTo>
                    <a:pt x="6" y="12"/>
                    <a:pt x="6" y="13"/>
                    <a:pt x="6" y="13"/>
                  </a:cubicBezTo>
                  <a:cubicBezTo>
                    <a:pt x="5" y="16"/>
                    <a:pt x="2" y="19"/>
                    <a:pt x="2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2" y="16"/>
                    <a:pt x="14" y="13"/>
                    <a:pt x="14" y="13"/>
                  </a:cubicBezTo>
                  <a:cubicBezTo>
                    <a:pt x="15" y="12"/>
                    <a:pt x="17" y="6"/>
                    <a:pt x="17" y="6"/>
                  </a:cubicBezTo>
                  <a:cubicBezTo>
                    <a:pt x="18" y="6"/>
                    <a:pt x="17" y="4"/>
                    <a:pt x="17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1" y="1"/>
                    <a:pt x="9" y="0"/>
                    <a:pt x="7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3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70">
              <a:extLst>
                <a:ext uri="{FF2B5EF4-FFF2-40B4-BE49-F238E27FC236}">
                  <a16:creationId xmlns:a16="http://schemas.microsoft.com/office/drawing/2014/main" id="{006FEBEF-16D8-43CF-8411-4654AA63E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7745" y="4565023"/>
              <a:ext cx="68263" cy="63500"/>
            </a:xfrm>
            <a:custGeom>
              <a:avLst/>
              <a:gdLst>
                <a:gd name="T0" fmla="*/ 25 w 37"/>
                <a:gd name="T1" fmla="*/ 32 h 34"/>
                <a:gd name="T2" fmla="*/ 35 w 37"/>
                <a:gd name="T3" fmla="*/ 23 h 34"/>
                <a:gd name="T4" fmla="*/ 35 w 37"/>
                <a:gd name="T5" fmla="*/ 10 h 34"/>
                <a:gd name="T6" fmla="*/ 27 w 37"/>
                <a:gd name="T7" fmla="*/ 2 h 34"/>
                <a:gd name="T8" fmla="*/ 13 w 37"/>
                <a:gd name="T9" fmla="*/ 3 h 34"/>
                <a:gd name="T10" fmla="*/ 2 w 37"/>
                <a:gd name="T11" fmla="*/ 12 h 34"/>
                <a:gd name="T12" fmla="*/ 2 w 37"/>
                <a:gd name="T13" fmla="*/ 24 h 34"/>
                <a:gd name="T14" fmla="*/ 11 w 37"/>
                <a:gd name="T15" fmla="*/ 33 h 34"/>
                <a:gd name="T16" fmla="*/ 25 w 37"/>
                <a:gd name="T17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34">
                  <a:moveTo>
                    <a:pt x="25" y="32"/>
                  </a:moveTo>
                  <a:cubicBezTo>
                    <a:pt x="30" y="29"/>
                    <a:pt x="34" y="26"/>
                    <a:pt x="35" y="23"/>
                  </a:cubicBezTo>
                  <a:cubicBezTo>
                    <a:pt x="37" y="19"/>
                    <a:pt x="37" y="15"/>
                    <a:pt x="35" y="10"/>
                  </a:cubicBezTo>
                  <a:cubicBezTo>
                    <a:pt x="33" y="6"/>
                    <a:pt x="31" y="3"/>
                    <a:pt x="27" y="2"/>
                  </a:cubicBezTo>
                  <a:cubicBezTo>
                    <a:pt x="23" y="0"/>
                    <a:pt x="18" y="0"/>
                    <a:pt x="13" y="3"/>
                  </a:cubicBezTo>
                  <a:cubicBezTo>
                    <a:pt x="7" y="5"/>
                    <a:pt x="4" y="8"/>
                    <a:pt x="2" y="12"/>
                  </a:cubicBezTo>
                  <a:cubicBezTo>
                    <a:pt x="0" y="16"/>
                    <a:pt x="0" y="20"/>
                    <a:pt x="2" y="24"/>
                  </a:cubicBezTo>
                  <a:cubicBezTo>
                    <a:pt x="4" y="28"/>
                    <a:pt x="7" y="31"/>
                    <a:pt x="11" y="33"/>
                  </a:cubicBezTo>
                  <a:cubicBezTo>
                    <a:pt x="14" y="34"/>
                    <a:pt x="19" y="34"/>
                    <a:pt x="25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66A19AAD-1CDF-4899-8D9B-772D397CF09A}"/>
              </a:ext>
            </a:extLst>
          </p:cNvPr>
          <p:cNvSpPr txBox="1"/>
          <p:nvPr userDrawn="1"/>
        </p:nvSpPr>
        <p:spPr>
          <a:xfrm>
            <a:off x="1043939" y="1761846"/>
            <a:ext cx="97586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>
                <a:gradFill>
                  <a:gsLst>
                    <a:gs pos="0">
                      <a:schemeClr val="accent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</a:rPr>
              <a:t>THANKS FOR LISTENING</a:t>
            </a:r>
            <a:endParaRPr lang="zh-CN" altLang="en-US" sz="8000" dirty="0">
              <a:gradFill>
                <a:gsLst>
                  <a:gs pos="0">
                    <a:schemeClr val="accent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4B086-4071-4C4C-9FF8-B987D7306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2549" y="2332940"/>
            <a:ext cx="8186902" cy="833759"/>
          </a:xfrm>
        </p:spPr>
        <p:txBody>
          <a:bodyPr lIns="0" rIns="0" bIns="0" anchor="b" anchorCtr="0">
            <a:normAutofit/>
          </a:bodyPr>
          <a:lstStyle>
            <a:lvl1pPr algn="ctr">
              <a:defRPr lang="zh-CN" altLang="en-US" sz="44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A60CE9-1EA3-4611-84E6-17C89EA43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549" y="4013895"/>
            <a:ext cx="8186902" cy="472251"/>
          </a:xfrm>
        </p:spPr>
        <p:txBody>
          <a:bodyPr wrap="square" lIns="0" rIns="0" anchor="t" anchorCtr="0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84" name="图片 83">
            <a:extLst>
              <a:ext uri="{FF2B5EF4-FFF2-40B4-BE49-F238E27FC236}">
                <a16:creationId xmlns:a16="http://schemas.microsoft.com/office/drawing/2014/main" id="{48F930BE-2181-49E9-923D-B47EE28180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0338" y="5571410"/>
            <a:ext cx="1991324" cy="475325"/>
          </a:xfrm>
          <a:prstGeom prst="rect">
            <a:avLst/>
          </a:prstGeom>
        </p:spPr>
      </p:pic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088BDD40-E24E-4746-A412-A7D5C0F30B2D}"/>
              </a:ext>
            </a:extLst>
          </p:cNvPr>
          <p:cNvCxnSpPr/>
          <p:nvPr userDrawn="1"/>
        </p:nvCxnSpPr>
        <p:spPr>
          <a:xfrm>
            <a:off x="5186680" y="3632200"/>
            <a:ext cx="18186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1949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3BA538-016A-4651-BD25-C4067E19E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165224"/>
            <a:ext cx="10858500" cy="473773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7482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947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特别说明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A55B20A-4598-4B45-8FA8-ABE47E818F9B}"/>
              </a:ext>
            </a:extLst>
          </p:cNvPr>
          <p:cNvGrpSpPr/>
          <p:nvPr userDrawn="1"/>
        </p:nvGrpSpPr>
        <p:grpSpPr>
          <a:xfrm>
            <a:off x="1243080" y="1702820"/>
            <a:ext cx="3038400" cy="2341146"/>
            <a:chOff x="1243693" y="1981257"/>
            <a:chExt cx="3038400" cy="2341146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6A948C93-EAEB-4D10-8DB2-E1655D38547C}"/>
                </a:ext>
              </a:extLst>
            </p:cNvPr>
            <p:cNvCxnSpPr>
              <a:cxnSpLocks/>
            </p:cNvCxnSpPr>
            <p:nvPr/>
          </p:nvCxnSpPr>
          <p:spPr>
            <a:xfrm>
              <a:off x="2376714" y="2585247"/>
              <a:ext cx="77235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0F16B89-D5A5-4C23-BFB1-1BEA14DE561A}"/>
                </a:ext>
              </a:extLst>
            </p:cNvPr>
            <p:cNvSpPr txBox="1"/>
            <p:nvPr/>
          </p:nvSpPr>
          <p:spPr>
            <a:xfrm>
              <a:off x="2160396" y="1981257"/>
              <a:ext cx="1204995" cy="400110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latin typeface="+mj-ea"/>
                  <a:ea typeface="+mj-ea"/>
                </a:rPr>
                <a:t>模板作者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C8FAFED-B307-42DD-A013-5E41E551CA15}"/>
                </a:ext>
              </a:extLst>
            </p:cNvPr>
            <p:cNvSpPr txBox="1"/>
            <p:nvPr/>
          </p:nvSpPr>
          <p:spPr>
            <a:xfrm>
              <a:off x="1243693" y="2823851"/>
              <a:ext cx="3038400" cy="1498552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作者：王志浩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中国石油大学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华东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 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计算机科学与技术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实验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2015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级</a:t>
              </a:r>
            </a:p>
          </p:txBody>
        </p: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32693B7-3E3E-4A57-9E6A-2D909D169240}"/>
              </a:ext>
            </a:extLst>
          </p:cNvPr>
          <p:cNvCxnSpPr>
            <a:cxnSpLocks/>
          </p:cNvCxnSpPr>
          <p:nvPr userDrawn="1"/>
        </p:nvCxnSpPr>
        <p:spPr>
          <a:xfrm>
            <a:off x="4429140" y="1863214"/>
            <a:ext cx="0" cy="202035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E9B82AC-1ED8-42CD-A976-4B0E6190A349}"/>
              </a:ext>
            </a:extLst>
          </p:cNvPr>
          <p:cNvGrpSpPr/>
          <p:nvPr userDrawn="1"/>
        </p:nvGrpSpPr>
        <p:grpSpPr>
          <a:xfrm>
            <a:off x="4576800" y="1702820"/>
            <a:ext cx="3038400" cy="1981047"/>
            <a:chOff x="4577413" y="1981257"/>
            <a:chExt cx="3038400" cy="1981047"/>
          </a:xfrm>
        </p:grpSpPr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71EC9CF-A728-435F-AD70-85A2DAAC3D0E}"/>
                </a:ext>
              </a:extLst>
            </p:cNvPr>
            <p:cNvCxnSpPr>
              <a:cxnSpLocks/>
            </p:cNvCxnSpPr>
            <p:nvPr/>
          </p:nvCxnSpPr>
          <p:spPr>
            <a:xfrm>
              <a:off x="5710434" y="2585247"/>
              <a:ext cx="77235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994B606-91AB-45A3-8EC9-25A812F1C744}"/>
                </a:ext>
              </a:extLst>
            </p:cNvPr>
            <p:cNvSpPr txBox="1"/>
            <p:nvPr/>
          </p:nvSpPr>
          <p:spPr>
            <a:xfrm>
              <a:off x="5494116" y="1981257"/>
              <a:ext cx="1204995" cy="400110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latin typeface="+mj-ea"/>
                  <a:ea typeface="+mj-ea"/>
                </a:rPr>
                <a:t>特别感谢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5D00589-01B3-4BC6-AAC4-78F4A505D451}"/>
                </a:ext>
              </a:extLst>
            </p:cNvPr>
            <p:cNvSpPr txBox="1"/>
            <p:nvPr/>
          </p:nvSpPr>
          <p:spPr>
            <a:xfrm>
              <a:off x="4577413" y="2823851"/>
              <a:ext cx="3038400" cy="1138453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图片素材：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@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图说石大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主办方：秋叶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PPT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指导老师：老秦、伟崇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CF7B87C-BE10-495D-8CB5-A6D3424CAA1D}"/>
              </a:ext>
            </a:extLst>
          </p:cNvPr>
          <p:cNvGrpSpPr/>
          <p:nvPr userDrawn="1"/>
        </p:nvGrpSpPr>
        <p:grpSpPr>
          <a:xfrm>
            <a:off x="7910519" y="1702820"/>
            <a:ext cx="3037175" cy="2341146"/>
            <a:chOff x="7911132" y="1981257"/>
            <a:chExt cx="3037175" cy="2341146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1CD016F4-00CB-45F4-AB20-03D1C413961A}"/>
                </a:ext>
              </a:extLst>
            </p:cNvPr>
            <p:cNvCxnSpPr>
              <a:cxnSpLocks/>
            </p:cNvCxnSpPr>
            <p:nvPr/>
          </p:nvCxnSpPr>
          <p:spPr>
            <a:xfrm>
              <a:off x="9043540" y="2585247"/>
              <a:ext cx="77235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47FA3DF4-10E8-4D21-9940-E108C0700E88}"/>
                </a:ext>
              </a:extLst>
            </p:cNvPr>
            <p:cNvSpPr txBox="1"/>
            <p:nvPr/>
          </p:nvSpPr>
          <p:spPr>
            <a:xfrm>
              <a:off x="8827222" y="1981257"/>
              <a:ext cx="1204995" cy="400110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latin typeface="+mj-ea"/>
                  <a:ea typeface="+mj-ea"/>
                </a:rPr>
                <a:t>版权说明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943D6F-8123-4A79-B73D-FA5608A15BF2}"/>
                </a:ext>
              </a:extLst>
            </p:cNvPr>
            <p:cNvSpPr txBox="1"/>
            <p:nvPr/>
          </p:nvSpPr>
          <p:spPr>
            <a:xfrm>
              <a:off x="7911132" y="2823851"/>
              <a:ext cx="3037175" cy="1498552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本套模板为</a:t>
              </a:r>
              <a:r>
                <a: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公益性质</a:t>
              </a:r>
              <a:endPara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免费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赠与学校师生使用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盈利行为请勿相信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商用请注意图片和字体版权</a:t>
              </a:r>
            </a:p>
          </p:txBody>
        </p:sp>
      </p:grp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52A774F-77AE-4E40-892A-662B549BD88D}"/>
              </a:ext>
            </a:extLst>
          </p:cNvPr>
          <p:cNvCxnSpPr>
            <a:cxnSpLocks/>
          </p:cNvCxnSpPr>
          <p:nvPr userDrawn="1"/>
        </p:nvCxnSpPr>
        <p:spPr>
          <a:xfrm>
            <a:off x="7762860" y="1863214"/>
            <a:ext cx="0" cy="202035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78A9C43-B1F0-4871-8803-40E61D9245B7}"/>
              </a:ext>
            </a:extLst>
          </p:cNvPr>
          <p:cNvGrpSpPr/>
          <p:nvPr userDrawn="1"/>
        </p:nvGrpSpPr>
        <p:grpSpPr>
          <a:xfrm>
            <a:off x="3179324" y="4339865"/>
            <a:ext cx="6852280" cy="1560741"/>
            <a:chOff x="3179937" y="4561006"/>
            <a:chExt cx="6852280" cy="1560741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3BC3CEC8-A8CA-492A-9C53-885E1D3145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179937" y="4561006"/>
              <a:ext cx="1402932" cy="1560741"/>
            </a:xfrm>
            <a:prstGeom prst="rect">
              <a:avLst/>
            </a:prstGeom>
          </p:spPr>
        </p:pic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54B9E16-CD56-4094-8AB3-69239A0961C2}"/>
                </a:ext>
              </a:extLst>
            </p:cNvPr>
            <p:cNvSpPr txBox="1"/>
            <p:nvPr/>
          </p:nvSpPr>
          <p:spPr>
            <a:xfrm>
              <a:off x="4934551" y="4772150"/>
              <a:ext cx="5097666" cy="11384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/>
                <a:t>有什么想对作者说的吗</a:t>
              </a:r>
              <a:endParaRPr lang="en-US" altLang="zh-CN" dirty="0"/>
            </a:p>
            <a:p>
              <a:pPr>
                <a:lnSpc>
                  <a:spcPct val="130000"/>
                </a:lnSpc>
              </a:pPr>
              <a:r>
                <a:rPr lang="zh-CN" altLang="en-US" dirty="0"/>
                <a:t>对模板还有更好的建议或者使用方面的困惑吗</a:t>
              </a:r>
              <a:endParaRPr lang="en-US" altLang="zh-CN" dirty="0"/>
            </a:p>
            <a:p>
              <a:pPr>
                <a:lnSpc>
                  <a:spcPct val="130000"/>
                </a:lnSpc>
              </a:pPr>
              <a:r>
                <a:rPr lang="zh-CN" altLang="en-US" dirty="0"/>
                <a:t>欢迎加入模板公测</a:t>
              </a:r>
              <a:r>
                <a:rPr lang="en-US" altLang="zh-CN" dirty="0"/>
                <a:t>QQ</a:t>
              </a:r>
              <a:r>
                <a:rPr lang="zh-CN" altLang="en-US" dirty="0"/>
                <a:t>群</a:t>
              </a:r>
              <a:r>
                <a:rPr lang="en-US" altLang="zh-CN" dirty="0"/>
                <a:t>~(</a:t>
              </a:r>
              <a:r>
                <a:rPr lang="zh-CN" altLang="en-US" dirty="0"/>
                <a:t>群号：</a:t>
              </a:r>
              <a:r>
                <a:rPr lang="en-US" altLang="zh-CN" dirty="0"/>
                <a:t>521252309)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338922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2332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底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BF644C8-485C-464C-9055-7A7425A9AE93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2C93CA-1026-4279-9CA6-3343633DB369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DC8C761-9FB6-44CB-A4F6-FA26FEFDF1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843333D-8292-4D26-B934-8C4462A814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629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图片占位符 3">
            <a:extLst>
              <a:ext uri="{FF2B5EF4-FFF2-40B4-BE49-F238E27FC236}">
                <a16:creationId xmlns:a16="http://schemas.microsoft.com/office/drawing/2014/main" id="{2A4991FC-73E2-4BF2-A28B-7D7A275207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" y="1444625"/>
            <a:ext cx="10871200" cy="3059113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8881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0225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张图片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图片占位符 13">
            <a:extLst>
              <a:ext uri="{FF2B5EF4-FFF2-40B4-BE49-F238E27FC236}">
                <a16:creationId xmlns:a16="http://schemas.microsoft.com/office/drawing/2014/main" id="{EF255A9C-133E-4C50-9FC6-625B392297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6140" y="1789140"/>
            <a:ext cx="3279720" cy="3279720"/>
          </a:xfrm>
          <a:custGeom>
            <a:avLst/>
            <a:gdLst>
              <a:gd name="connsiteX0" fmla="*/ 1849434 w 3698868"/>
              <a:gd name="connsiteY0" fmla="*/ 0 h 3698868"/>
              <a:gd name="connsiteX1" fmla="*/ 3698868 w 3698868"/>
              <a:gd name="connsiteY1" fmla="*/ 1849434 h 3698868"/>
              <a:gd name="connsiteX2" fmla="*/ 1849434 w 3698868"/>
              <a:gd name="connsiteY2" fmla="*/ 3698868 h 3698868"/>
              <a:gd name="connsiteX3" fmla="*/ 0 w 3698868"/>
              <a:gd name="connsiteY3" fmla="*/ 1849434 h 3698868"/>
              <a:gd name="connsiteX4" fmla="*/ 1849434 w 3698868"/>
              <a:gd name="connsiteY4" fmla="*/ 0 h 369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868" h="3698868">
                <a:moveTo>
                  <a:pt x="1849434" y="0"/>
                </a:moveTo>
                <a:cubicBezTo>
                  <a:pt x="2870848" y="0"/>
                  <a:pt x="3698868" y="828020"/>
                  <a:pt x="3698868" y="1849434"/>
                </a:cubicBezTo>
                <a:cubicBezTo>
                  <a:pt x="3698868" y="2870848"/>
                  <a:pt x="2870848" y="3698868"/>
                  <a:pt x="1849434" y="3698868"/>
                </a:cubicBezTo>
                <a:cubicBezTo>
                  <a:pt x="828020" y="3698868"/>
                  <a:pt x="0" y="2870848"/>
                  <a:pt x="0" y="1849434"/>
                </a:cubicBezTo>
                <a:cubicBezTo>
                  <a:pt x="0" y="828020"/>
                  <a:pt x="828020" y="0"/>
                  <a:pt x="1849434" y="0"/>
                </a:cubicBezTo>
                <a:close/>
              </a:path>
            </a:pathLst>
          </a:custGeom>
          <a:ln w="19050">
            <a:solidFill>
              <a:schemeClr val="accent1"/>
            </a:solidFill>
          </a:ln>
          <a:effectLst>
            <a:glow rad="254000">
              <a:schemeClr val="tx1">
                <a:lumMod val="95000"/>
                <a:lumOff val="5000"/>
                <a:alpha val="15000"/>
              </a:schemeClr>
            </a:glo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742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片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图片占位符 3">
            <a:extLst>
              <a:ext uri="{FF2B5EF4-FFF2-40B4-BE49-F238E27FC236}">
                <a16:creationId xmlns:a16="http://schemas.microsoft.com/office/drawing/2014/main" id="{2A4991FC-73E2-4BF2-A28B-7D7A275207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3100" y="1729550"/>
            <a:ext cx="3262292" cy="16994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3">
            <a:extLst>
              <a:ext uri="{FF2B5EF4-FFF2-40B4-BE49-F238E27FC236}">
                <a16:creationId xmlns:a16="http://schemas.microsoft.com/office/drawing/2014/main" id="{24003A37-675B-4FEC-8112-753FF16AD9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64854" y="1729550"/>
            <a:ext cx="3262292" cy="16994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图片占位符 3">
            <a:extLst>
              <a:ext uri="{FF2B5EF4-FFF2-40B4-BE49-F238E27FC236}">
                <a16:creationId xmlns:a16="http://schemas.microsoft.com/office/drawing/2014/main" id="{48F354C4-9F0E-4DFF-A66E-087418301C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56608" y="1729550"/>
            <a:ext cx="3262292" cy="169945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8150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张图片展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9" name="图片占位符 5">
            <a:extLst>
              <a:ext uri="{FF2B5EF4-FFF2-40B4-BE49-F238E27FC236}">
                <a16:creationId xmlns:a16="http://schemas.microsoft.com/office/drawing/2014/main" id="{0A954E3B-33D0-44B1-9DDD-ADB37DC9A54F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2950316" y="1733533"/>
            <a:ext cx="1978618" cy="2798331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Right"/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图片占位符 5">
            <a:extLst>
              <a:ext uri="{FF2B5EF4-FFF2-40B4-BE49-F238E27FC236}">
                <a16:creationId xmlns:a16="http://schemas.microsoft.com/office/drawing/2014/main" id="{5C2011D7-5DAD-4F7F-AE97-88B1AF02C3C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104910" y="1755639"/>
            <a:ext cx="1978618" cy="2798331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图片占位符 5">
            <a:extLst>
              <a:ext uri="{FF2B5EF4-FFF2-40B4-BE49-F238E27FC236}">
                <a16:creationId xmlns:a16="http://schemas.microsoft.com/office/drawing/2014/main" id="{A3A5E883-88C8-4752-A03D-6340D9D0CBBB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259504" y="1733532"/>
            <a:ext cx="1978618" cy="2798331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Left"/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  <p:sp>
        <p:nvSpPr>
          <p:cNvPr id="21" name="图片占位符 5">
            <a:extLst>
              <a:ext uri="{FF2B5EF4-FFF2-40B4-BE49-F238E27FC236}">
                <a16:creationId xmlns:a16="http://schemas.microsoft.com/office/drawing/2014/main" id="{2E95BD9A-E246-40D1-9E0D-612E969586F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69539" y="1555073"/>
            <a:ext cx="2104801" cy="2976790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Right" fov="3300000"/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  <p:sp>
        <p:nvSpPr>
          <p:cNvPr id="22" name="图片占位符 5">
            <a:extLst>
              <a:ext uri="{FF2B5EF4-FFF2-40B4-BE49-F238E27FC236}">
                <a16:creationId xmlns:a16="http://schemas.microsoft.com/office/drawing/2014/main" id="{BEBBAA86-0599-4A73-99CC-1E710BA97CE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414099" y="1555073"/>
            <a:ext cx="2104801" cy="2976790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Right" fov="3300000">
              <a:rot lat="0" lon="1200000" rev="0"/>
            </a:camera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58091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言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图片占位符 5">
            <a:extLst>
              <a:ext uri="{FF2B5EF4-FFF2-40B4-BE49-F238E27FC236}">
                <a16:creationId xmlns:a16="http://schemas.microsoft.com/office/drawing/2014/main" id="{85A5A06A-E5B4-47C4-A65B-E416659003A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499073" y="1825844"/>
            <a:ext cx="2751289" cy="3553289"/>
          </a:xfrm>
          <a:ln w="19050">
            <a:noFill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0A50C9A-40BD-43B3-AA6B-25B789C372AE}"/>
              </a:ext>
            </a:extLst>
          </p:cNvPr>
          <p:cNvSpPr/>
          <p:nvPr userDrawn="1"/>
        </p:nvSpPr>
        <p:spPr>
          <a:xfrm>
            <a:off x="1673503" y="5512260"/>
            <a:ext cx="2402429" cy="318692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95000"/>
                  <a:lumOff val="5000"/>
                  <a:alpha val="0"/>
                </a:schemeClr>
              </a:gs>
              <a:gs pos="0">
                <a:schemeClr val="tx1">
                  <a:lumMod val="95000"/>
                  <a:lumOff val="5000"/>
                  <a:alpha val="5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0218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人介绍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-317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FB0873F-331B-4A62-A539-28BB838A6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68964" y="4932365"/>
            <a:ext cx="4348599" cy="341632"/>
          </a:xfrm>
        </p:spPr>
        <p:txBody>
          <a:bodyPr wrap="square">
            <a:spAutoFit/>
          </a:bodyPr>
          <a:lstStyle>
            <a:lvl1pPr marL="0" indent="0" algn="ctr">
              <a:buNone/>
              <a:defRPr lang="zh-CN" altLang="en-US" sz="1800" kern="120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“这里可以写一句话”</a:t>
            </a:r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07CF5320-0426-447F-969B-92B73210EC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13765" y="2436142"/>
            <a:ext cx="1151586" cy="522087"/>
          </a:xfrm>
        </p:spPr>
        <p:txBody>
          <a:bodyPr lIns="0" rIns="0" bIns="0" anchor="b" anchorCtr="0">
            <a:noAutofit/>
          </a:bodyPr>
          <a:lstStyle>
            <a:lvl1pPr marL="0" indent="0" algn="ctr">
              <a:buNone/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3pPr>
            <a:lvl4pPr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4pPr>
            <a:lvl5pPr>
              <a:defRPr lang="zh-CN" altLang="en-US" sz="2800" b="1" kern="120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5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31" name="文本占位符 26">
            <a:extLst>
              <a:ext uri="{FF2B5EF4-FFF2-40B4-BE49-F238E27FC236}">
                <a16:creationId xmlns:a16="http://schemas.microsoft.com/office/drawing/2014/main" id="{BD6B96F8-978A-4D00-BBC4-09102F627A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84414" y="2599498"/>
            <a:ext cx="1324446" cy="342008"/>
          </a:xfrm>
        </p:spPr>
        <p:txBody>
          <a:bodyPr lIns="0" rIns="0" bIns="0" anchor="b" anchorCtr="0">
            <a:normAutofit/>
          </a:bodyPr>
          <a:lstStyle>
            <a:lvl1pPr marL="0" indent="0" algn="ctr">
              <a:buNone/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2pPr>
            <a:lvl3pPr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3pPr>
            <a:lvl4pPr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4pPr>
            <a:lvl5pPr>
              <a:defRPr lang="zh-CN" altLang="en-US" sz="1800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职称</a:t>
            </a:r>
            <a:r>
              <a:rPr lang="en-US" altLang="zh-CN" dirty="0"/>
              <a:t>&amp;</a:t>
            </a:r>
            <a:r>
              <a:rPr lang="zh-CN" altLang="en-US" dirty="0"/>
              <a:t>职位</a:t>
            </a:r>
          </a:p>
        </p:txBody>
      </p:sp>
      <p:sp>
        <p:nvSpPr>
          <p:cNvPr id="35" name="文本占位符 34">
            <a:extLst>
              <a:ext uri="{FF2B5EF4-FFF2-40B4-BE49-F238E27FC236}">
                <a16:creationId xmlns:a16="http://schemas.microsoft.com/office/drawing/2014/main" id="{4DB14F8F-DD93-4DC6-B435-5E4E79023D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2920" y="3225444"/>
            <a:ext cx="5660687" cy="1394934"/>
          </a:xfrm>
        </p:spPr>
        <p:txBody>
          <a:bodyPr wrap="square">
            <a:sp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请输入你的内容 请输入你的内容</a:t>
            </a:r>
            <a:endParaRPr lang="en-US" altLang="zh-CN" dirty="0"/>
          </a:p>
          <a:p>
            <a:pPr lvl="0"/>
            <a:r>
              <a:rPr lang="zh-CN" altLang="en-US" dirty="0"/>
              <a:t>请输入你的内容 请输入你的内容 </a:t>
            </a:r>
            <a:endParaRPr lang="en-US" altLang="zh-CN" dirty="0"/>
          </a:p>
          <a:p>
            <a:pPr lvl="0"/>
            <a:r>
              <a:rPr lang="zh-CN" altLang="en-US" dirty="0"/>
              <a:t>请输入你的内容 请输入你的内容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E87E27E-CFD9-422E-BB0F-274492EAA431}"/>
              </a:ext>
            </a:extLst>
          </p:cNvPr>
          <p:cNvGrpSpPr/>
          <p:nvPr userDrawn="1"/>
        </p:nvGrpSpPr>
        <p:grpSpPr>
          <a:xfrm>
            <a:off x="2708535" y="1822324"/>
            <a:ext cx="7728532" cy="3693073"/>
            <a:chOff x="2665485" y="1700404"/>
            <a:chExt cx="7728532" cy="369307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9E854E8-2AB5-48E5-954D-143685DD67C4}"/>
                </a:ext>
              </a:extLst>
            </p:cNvPr>
            <p:cNvSpPr/>
            <p:nvPr userDrawn="1"/>
          </p:nvSpPr>
          <p:spPr>
            <a:xfrm>
              <a:off x="2665485" y="1712747"/>
              <a:ext cx="7718645" cy="3680730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C6EF7709-4F14-4AEA-AC3C-3B75D461C88B}"/>
                </a:ext>
              </a:extLst>
            </p:cNvPr>
            <p:cNvSpPr/>
            <p:nvPr userDrawn="1"/>
          </p:nvSpPr>
          <p:spPr>
            <a:xfrm rot="5400000" flipV="1">
              <a:off x="9518824" y="1700352"/>
              <a:ext cx="875141" cy="875245"/>
            </a:xfrm>
            <a:prstGeom prst="triangle">
              <a:avLst>
                <a:gd name="adj" fmla="val 0"/>
              </a:avLst>
            </a:prstGeom>
            <a:ln>
              <a:noFill/>
            </a:ln>
            <a:effectLst>
              <a:outerShdw blurRad="1270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图片占位符 16">
            <a:extLst>
              <a:ext uri="{FF2B5EF4-FFF2-40B4-BE49-F238E27FC236}">
                <a16:creationId xmlns:a16="http://schemas.microsoft.com/office/drawing/2014/main" id="{301BB9F6-FBCB-4C38-B72E-22FD3A16C7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18563" y="2109256"/>
            <a:ext cx="2364579" cy="3115317"/>
          </a:xfrm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19E17A5-51E7-435E-B570-A1492D3FB4DF}"/>
              </a:ext>
            </a:extLst>
          </p:cNvPr>
          <p:cNvCxnSpPr>
            <a:cxnSpLocks/>
          </p:cNvCxnSpPr>
          <p:nvPr userDrawn="1"/>
        </p:nvCxnSpPr>
        <p:spPr>
          <a:xfrm>
            <a:off x="6013765" y="3118681"/>
            <a:ext cx="249509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5259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人介绍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8" name="图片占位符 17">
            <a:extLst>
              <a:ext uri="{FF2B5EF4-FFF2-40B4-BE49-F238E27FC236}">
                <a16:creationId xmlns:a16="http://schemas.microsoft.com/office/drawing/2014/main" id="{398111DA-1926-4FF8-A3B2-F9B59CEBC1E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18763" y="2034369"/>
            <a:ext cx="2294476" cy="2293731"/>
          </a:xfrm>
          <a:custGeom>
            <a:avLst/>
            <a:gdLst>
              <a:gd name="connsiteX0" fmla="*/ 1147238 w 2294476"/>
              <a:gd name="connsiteY0" fmla="*/ 0 h 2293731"/>
              <a:gd name="connsiteX1" fmla="*/ 2294476 w 2294476"/>
              <a:gd name="connsiteY1" fmla="*/ 0 h 2293731"/>
              <a:gd name="connsiteX2" fmla="*/ 2294476 w 2294476"/>
              <a:gd name="connsiteY2" fmla="*/ 1147238 h 2293731"/>
              <a:gd name="connsiteX3" fmla="*/ 1264537 w 2294476"/>
              <a:gd name="connsiteY3" fmla="*/ 2288553 h 2293731"/>
              <a:gd name="connsiteX4" fmla="*/ 1161991 w 2294476"/>
              <a:gd name="connsiteY4" fmla="*/ 2293731 h 2293731"/>
              <a:gd name="connsiteX5" fmla="*/ 1132485 w 2294476"/>
              <a:gd name="connsiteY5" fmla="*/ 2293731 h 2293731"/>
              <a:gd name="connsiteX6" fmla="*/ 1029940 w 2294476"/>
              <a:gd name="connsiteY6" fmla="*/ 2288553 h 2293731"/>
              <a:gd name="connsiteX7" fmla="*/ 0 w 2294476"/>
              <a:gd name="connsiteY7" fmla="*/ 1147238 h 2293731"/>
              <a:gd name="connsiteX8" fmla="*/ 1147238 w 2294476"/>
              <a:gd name="connsiteY8" fmla="*/ 0 h 2293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4476" h="2293731">
                <a:moveTo>
                  <a:pt x="1147238" y="0"/>
                </a:moveTo>
                <a:lnTo>
                  <a:pt x="2294476" y="0"/>
                </a:lnTo>
                <a:lnTo>
                  <a:pt x="2294476" y="1147238"/>
                </a:lnTo>
                <a:cubicBezTo>
                  <a:pt x="2294476" y="1741240"/>
                  <a:pt x="1843038" y="2229803"/>
                  <a:pt x="1264537" y="2288553"/>
                </a:cubicBezTo>
                <a:lnTo>
                  <a:pt x="1161991" y="2293731"/>
                </a:lnTo>
                <a:lnTo>
                  <a:pt x="1132485" y="2293731"/>
                </a:lnTo>
                <a:lnTo>
                  <a:pt x="1029940" y="2288553"/>
                </a:lnTo>
                <a:cubicBezTo>
                  <a:pt x="451438" y="2229803"/>
                  <a:pt x="0" y="1741240"/>
                  <a:pt x="0" y="1147238"/>
                </a:cubicBezTo>
                <a:cubicBezTo>
                  <a:pt x="0" y="513636"/>
                  <a:pt x="513636" y="0"/>
                  <a:pt x="1147238" y="0"/>
                </a:cubicBezTo>
                <a:close/>
              </a:path>
            </a:pathLst>
          </a:custGeom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图片占位符 18">
            <a:extLst>
              <a:ext uri="{FF2B5EF4-FFF2-40B4-BE49-F238E27FC236}">
                <a16:creationId xmlns:a16="http://schemas.microsoft.com/office/drawing/2014/main" id="{A8BC427A-7DBA-4310-B1A4-6F41A92699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44317" y="2009982"/>
            <a:ext cx="2294476" cy="2293731"/>
          </a:xfrm>
          <a:custGeom>
            <a:avLst/>
            <a:gdLst>
              <a:gd name="connsiteX0" fmla="*/ 1147238 w 2294476"/>
              <a:gd name="connsiteY0" fmla="*/ 0 h 2293731"/>
              <a:gd name="connsiteX1" fmla="*/ 2294476 w 2294476"/>
              <a:gd name="connsiteY1" fmla="*/ 0 h 2293731"/>
              <a:gd name="connsiteX2" fmla="*/ 2294476 w 2294476"/>
              <a:gd name="connsiteY2" fmla="*/ 1147238 h 2293731"/>
              <a:gd name="connsiteX3" fmla="*/ 1264537 w 2294476"/>
              <a:gd name="connsiteY3" fmla="*/ 2288553 h 2293731"/>
              <a:gd name="connsiteX4" fmla="*/ 1161991 w 2294476"/>
              <a:gd name="connsiteY4" fmla="*/ 2293731 h 2293731"/>
              <a:gd name="connsiteX5" fmla="*/ 1132485 w 2294476"/>
              <a:gd name="connsiteY5" fmla="*/ 2293731 h 2293731"/>
              <a:gd name="connsiteX6" fmla="*/ 1029940 w 2294476"/>
              <a:gd name="connsiteY6" fmla="*/ 2288553 h 2293731"/>
              <a:gd name="connsiteX7" fmla="*/ 0 w 2294476"/>
              <a:gd name="connsiteY7" fmla="*/ 1147238 h 2293731"/>
              <a:gd name="connsiteX8" fmla="*/ 1147238 w 2294476"/>
              <a:gd name="connsiteY8" fmla="*/ 0 h 2293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4476" h="2293731">
                <a:moveTo>
                  <a:pt x="1147238" y="0"/>
                </a:moveTo>
                <a:lnTo>
                  <a:pt x="2294476" y="0"/>
                </a:lnTo>
                <a:lnTo>
                  <a:pt x="2294476" y="1147238"/>
                </a:lnTo>
                <a:cubicBezTo>
                  <a:pt x="2294476" y="1741240"/>
                  <a:pt x="1843038" y="2229803"/>
                  <a:pt x="1264537" y="2288553"/>
                </a:cubicBezTo>
                <a:lnTo>
                  <a:pt x="1161991" y="2293731"/>
                </a:lnTo>
                <a:lnTo>
                  <a:pt x="1132485" y="2293731"/>
                </a:lnTo>
                <a:lnTo>
                  <a:pt x="1029940" y="2288553"/>
                </a:lnTo>
                <a:cubicBezTo>
                  <a:pt x="451438" y="2229803"/>
                  <a:pt x="0" y="1741240"/>
                  <a:pt x="0" y="1147238"/>
                </a:cubicBezTo>
                <a:cubicBezTo>
                  <a:pt x="0" y="513636"/>
                  <a:pt x="513636" y="0"/>
                  <a:pt x="1147238" y="0"/>
                </a:cubicBezTo>
                <a:close/>
              </a:path>
            </a:pathLst>
          </a:custGeom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  <p:sp>
        <p:nvSpPr>
          <p:cNvPr id="17" name="图片占位符 16">
            <a:extLst>
              <a:ext uri="{FF2B5EF4-FFF2-40B4-BE49-F238E27FC236}">
                <a16:creationId xmlns:a16="http://schemas.microsoft.com/office/drawing/2014/main" id="{07C9B739-1C04-4ED7-A02A-171C6D5AA5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78761" y="2009983"/>
            <a:ext cx="2294476" cy="2293731"/>
          </a:xfrm>
          <a:custGeom>
            <a:avLst/>
            <a:gdLst>
              <a:gd name="connsiteX0" fmla="*/ 1147238 w 2294476"/>
              <a:gd name="connsiteY0" fmla="*/ 0 h 2293731"/>
              <a:gd name="connsiteX1" fmla="*/ 2294476 w 2294476"/>
              <a:gd name="connsiteY1" fmla="*/ 0 h 2293731"/>
              <a:gd name="connsiteX2" fmla="*/ 2294476 w 2294476"/>
              <a:gd name="connsiteY2" fmla="*/ 1147238 h 2293731"/>
              <a:gd name="connsiteX3" fmla="*/ 1264537 w 2294476"/>
              <a:gd name="connsiteY3" fmla="*/ 2288553 h 2293731"/>
              <a:gd name="connsiteX4" fmla="*/ 1161991 w 2294476"/>
              <a:gd name="connsiteY4" fmla="*/ 2293731 h 2293731"/>
              <a:gd name="connsiteX5" fmla="*/ 1132485 w 2294476"/>
              <a:gd name="connsiteY5" fmla="*/ 2293731 h 2293731"/>
              <a:gd name="connsiteX6" fmla="*/ 1029940 w 2294476"/>
              <a:gd name="connsiteY6" fmla="*/ 2288553 h 2293731"/>
              <a:gd name="connsiteX7" fmla="*/ 0 w 2294476"/>
              <a:gd name="connsiteY7" fmla="*/ 1147238 h 2293731"/>
              <a:gd name="connsiteX8" fmla="*/ 1147238 w 2294476"/>
              <a:gd name="connsiteY8" fmla="*/ 0 h 2293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4476" h="2293731">
                <a:moveTo>
                  <a:pt x="1147238" y="0"/>
                </a:moveTo>
                <a:lnTo>
                  <a:pt x="2294476" y="0"/>
                </a:lnTo>
                <a:lnTo>
                  <a:pt x="2294476" y="1147238"/>
                </a:lnTo>
                <a:cubicBezTo>
                  <a:pt x="2294476" y="1741240"/>
                  <a:pt x="1843038" y="2229803"/>
                  <a:pt x="1264537" y="2288553"/>
                </a:cubicBezTo>
                <a:lnTo>
                  <a:pt x="1161991" y="2293731"/>
                </a:lnTo>
                <a:lnTo>
                  <a:pt x="1132485" y="2293731"/>
                </a:lnTo>
                <a:lnTo>
                  <a:pt x="1029940" y="2288553"/>
                </a:lnTo>
                <a:cubicBezTo>
                  <a:pt x="451438" y="2229803"/>
                  <a:pt x="0" y="1741240"/>
                  <a:pt x="0" y="1147238"/>
                </a:cubicBezTo>
                <a:cubicBezTo>
                  <a:pt x="0" y="513636"/>
                  <a:pt x="513636" y="0"/>
                  <a:pt x="1147238" y="0"/>
                </a:cubicBezTo>
                <a:close/>
              </a:path>
            </a:pathLst>
          </a:custGeom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4897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45">
            <a:extLst>
              <a:ext uri="{FF2B5EF4-FFF2-40B4-BE49-F238E27FC236}">
                <a16:creationId xmlns:a16="http://schemas.microsoft.com/office/drawing/2014/main" id="{221EB8A2-4E91-4E4F-A387-46AB7ACD13EA}"/>
              </a:ext>
            </a:extLst>
          </p:cNvPr>
          <p:cNvSpPr>
            <a:spLocks/>
          </p:cNvSpPr>
          <p:nvPr/>
        </p:nvSpPr>
        <p:spPr bwMode="auto">
          <a:xfrm>
            <a:off x="2891583" y="5252070"/>
            <a:ext cx="3004934" cy="132606"/>
          </a:xfrm>
          <a:custGeom>
            <a:avLst/>
            <a:gdLst>
              <a:gd name="T0" fmla="*/ 0 w 885"/>
              <a:gd name="T1" fmla="*/ 16 h 39"/>
              <a:gd name="T2" fmla="*/ 78 w 885"/>
              <a:gd name="T3" fmla="*/ 39 h 39"/>
              <a:gd name="T4" fmla="*/ 885 w 885"/>
              <a:gd name="T5" fmla="*/ 39 h 39"/>
              <a:gd name="T6" fmla="*/ 885 w 885"/>
              <a:gd name="T7" fmla="*/ 0 h 39"/>
              <a:gd name="T8" fmla="*/ 0 w 885"/>
              <a:gd name="T9" fmla="*/ 0 h 39"/>
              <a:gd name="T10" fmla="*/ 0 w 885"/>
              <a:gd name="T11" fmla="*/ 16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85" h="39">
                <a:moveTo>
                  <a:pt x="0" y="16"/>
                </a:moveTo>
                <a:cubicBezTo>
                  <a:pt x="0" y="23"/>
                  <a:pt x="30" y="39"/>
                  <a:pt x="78" y="39"/>
                </a:cubicBezTo>
                <a:cubicBezTo>
                  <a:pt x="126" y="39"/>
                  <a:pt x="885" y="39"/>
                  <a:pt x="885" y="39"/>
                </a:cubicBezTo>
                <a:cubicBezTo>
                  <a:pt x="885" y="0"/>
                  <a:pt x="885" y="0"/>
                  <a:pt x="885" y="0"/>
                </a:cubicBezTo>
                <a:cubicBezTo>
                  <a:pt x="0" y="0"/>
                  <a:pt x="0" y="0"/>
                  <a:pt x="0" y="0"/>
                </a:cubicBezTo>
                <a:lnTo>
                  <a:pt x="0" y="16"/>
                </a:lnTo>
                <a:close/>
              </a:path>
            </a:pathLst>
          </a:custGeom>
          <a:solidFill>
            <a:srgbClr val="2E2E35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5" name="Freeform 46">
            <a:extLst>
              <a:ext uri="{FF2B5EF4-FFF2-40B4-BE49-F238E27FC236}">
                <a16:creationId xmlns:a16="http://schemas.microsoft.com/office/drawing/2014/main" id="{1ACA4D26-9BB4-46B9-915C-702783F63E9D}"/>
              </a:ext>
            </a:extLst>
          </p:cNvPr>
          <p:cNvSpPr>
            <a:spLocks/>
          </p:cNvSpPr>
          <p:nvPr/>
        </p:nvSpPr>
        <p:spPr bwMode="auto">
          <a:xfrm>
            <a:off x="5852327" y="5252070"/>
            <a:ext cx="3004934" cy="132606"/>
          </a:xfrm>
          <a:custGeom>
            <a:avLst/>
            <a:gdLst>
              <a:gd name="T0" fmla="*/ 884 w 884"/>
              <a:gd name="T1" fmla="*/ 16 h 39"/>
              <a:gd name="T2" fmla="*/ 806 w 884"/>
              <a:gd name="T3" fmla="*/ 39 h 39"/>
              <a:gd name="T4" fmla="*/ 0 w 884"/>
              <a:gd name="T5" fmla="*/ 39 h 39"/>
              <a:gd name="T6" fmla="*/ 0 w 884"/>
              <a:gd name="T7" fmla="*/ 0 h 39"/>
              <a:gd name="T8" fmla="*/ 884 w 884"/>
              <a:gd name="T9" fmla="*/ 0 h 39"/>
              <a:gd name="T10" fmla="*/ 884 w 884"/>
              <a:gd name="T11" fmla="*/ 16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84" h="39">
                <a:moveTo>
                  <a:pt x="884" y="16"/>
                </a:moveTo>
                <a:cubicBezTo>
                  <a:pt x="884" y="23"/>
                  <a:pt x="854" y="39"/>
                  <a:pt x="806" y="39"/>
                </a:cubicBezTo>
                <a:cubicBezTo>
                  <a:pt x="758" y="39"/>
                  <a:pt x="0" y="39"/>
                  <a:pt x="0" y="39"/>
                </a:cubicBezTo>
                <a:cubicBezTo>
                  <a:pt x="0" y="0"/>
                  <a:pt x="0" y="0"/>
                  <a:pt x="0" y="0"/>
                </a:cubicBezTo>
                <a:cubicBezTo>
                  <a:pt x="884" y="0"/>
                  <a:pt x="884" y="0"/>
                  <a:pt x="884" y="0"/>
                </a:cubicBezTo>
                <a:lnTo>
                  <a:pt x="884" y="16"/>
                </a:lnTo>
                <a:close/>
              </a:path>
            </a:pathLst>
          </a:custGeom>
          <a:solidFill>
            <a:srgbClr val="2E2E35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7" name="Freeform 47">
            <a:extLst>
              <a:ext uri="{FF2B5EF4-FFF2-40B4-BE49-F238E27FC236}">
                <a16:creationId xmlns:a16="http://schemas.microsoft.com/office/drawing/2014/main" id="{A4B8622A-3DE8-4531-B546-514E71E2DE78}"/>
              </a:ext>
            </a:extLst>
          </p:cNvPr>
          <p:cNvSpPr>
            <a:spLocks/>
          </p:cNvSpPr>
          <p:nvPr/>
        </p:nvSpPr>
        <p:spPr bwMode="auto">
          <a:xfrm>
            <a:off x="3479652" y="1950543"/>
            <a:ext cx="4833729" cy="3311728"/>
          </a:xfrm>
          <a:custGeom>
            <a:avLst/>
            <a:gdLst>
              <a:gd name="T0" fmla="*/ 1378 w 1423"/>
              <a:gd name="T1" fmla="*/ 0 h 974"/>
              <a:gd name="T2" fmla="*/ 45 w 1423"/>
              <a:gd name="T3" fmla="*/ 0 h 974"/>
              <a:gd name="T4" fmla="*/ 0 w 1423"/>
              <a:gd name="T5" fmla="*/ 45 h 974"/>
              <a:gd name="T6" fmla="*/ 0 w 1423"/>
              <a:gd name="T7" fmla="*/ 218 h 974"/>
              <a:gd name="T8" fmla="*/ 0 w 1423"/>
              <a:gd name="T9" fmla="*/ 929 h 974"/>
              <a:gd name="T10" fmla="*/ 45 w 1423"/>
              <a:gd name="T11" fmla="*/ 974 h 974"/>
              <a:gd name="T12" fmla="*/ 1378 w 1423"/>
              <a:gd name="T13" fmla="*/ 974 h 974"/>
              <a:gd name="T14" fmla="*/ 1423 w 1423"/>
              <a:gd name="T15" fmla="*/ 929 h 974"/>
              <a:gd name="T16" fmla="*/ 1423 w 1423"/>
              <a:gd name="T17" fmla="*/ 45 h 974"/>
              <a:gd name="T18" fmla="*/ 1378 w 1423"/>
              <a:gd name="T19" fmla="*/ 0 h 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23" h="974">
                <a:moveTo>
                  <a:pt x="1378" y="0"/>
                </a:moveTo>
                <a:cubicBezTo>
                  <a:pt x="45" y="0"/>
                  <a:pt x="45" y="0"/>
                  <a:pt x="45" y="0"/>
                </a:cubicBezTo>
                <a:cubicBezTo>
                  <a:pt x="20" y="0"/>
                  <a:pt x="0" y="20"/>
                  <a:pt x="0" y="45"/>
                </a:cubicBezTo>
                <a:cubicBezTo>
                  <a:pt x="0" y="218"/>
                  <a:pt x="0" y="218"/>
                  <a:pt x="0" y="218"/>
                </a:cubicBezTo>
                <a:cubicBezTo>
                  <a:pt x="0" y="929"/>
                  <a:pt x="0" y="929"/>
                  <a:pt x="0" y="929"/>
                </a:cubicBezTo>
                <a:cubicBezTo>
                  <a:pt x="0" y="954"/>
                  <a:pt x="20" y="974"/>
                  <a:pt x="45" y="974"/>
                </a:cubicBezTo>
                <a:cubicBezTo>
                  <a:pt x="1378" y="974"/>
                  <a:pt x="1378" y="974"/>
                  <a:pt x="1378" y="974"/>
                </a:cubicBezTo>
                <a:cubicBezTo>
                  <a:pt x="1403" y="974"/>
                  <a:pt x="1423" y="954"/>
                  <a:pt x="1423" y="929"/>
                </a:cubicBezTo>
                <a:cubicBezTo>
                  <a:pt x="1423" y="45"/>
                  <a:pt x="1423" y="45"/>
                  <a:pt x="1423" y="45"/>
                </a:cubicBezTo>
                <a:cubicBezTo>
                  <a:pt x="1423" y="20"/>
                  <a:pt x="1403" y="0"/>
                  <a:pt x="1378" y="0"/>
                </a:cubicBezTo>
                <a:close/>
              </a:path>
            </a:pathLst>
          </a:custGeom>
          <a:solidFill>
            <a:srgbClr val="D2D3D5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8" name="Freeform 48">
            <a:extLst>
              <a:ext uri="{FF2B5EF4-FFF2-40B4-BE49-F238E27FC236}">
                <a16:creationId xmlns:a16="http://schemas.microsoft.com/office/drawing/2014/main" id="{93D0A57E-1120-46BB-ABE4-724F388C7662}"/>
              </a:ext>
            </a:extLst>
          </p:cNvPr>
          <p:cNvSpPr>
            <a:spLocks/>
          </p:cNvSpPr>
          <p:nvPr/>
        </p:nvSpPr>
        <p:spPr bwMode="auto">
          <a:xfrm>
            <a:off x="3496649" y="1967543"/>
            <a:ext cx="4803138" cy="3277727"/>
          </a:xfrm>
          <a:custGeom>
            <a:avLst/>
            <a:gdLst>
              <a:gd name="T0" fmla="*/ 40 w 1414"/>
              <a:gd name="T1" fmla="*/ 964 h 964"/>
              <a:gd name="T2" fmla="*/ 0 w 1414"/>
              <a:gd name="T3" fmla="*/ 924 h 964"/>
              <a:gd name="T4" fmla="*/ 0 w 1414"/>
              <a:gd name="T5" fmla="*/ 40 h 964"/>
              <a:gd name="T6" fmla="*/ 40 w 1414"/>
              <a:gd name="T7" fmla="*/ 0 h 964"/>
              <a:gd name="T8" fmla="*/ 1373 w 1414"/>
              <a:gd name="T9" fmla="*/ 0 h 964"/>
              <a:gd name="T10" fmla="*/ 1414 w 1414"/>
              <a:gd name="T11" fmla="*/ 40 h 964"/>
              <a:gd name="T12" fmla="*/ 1414 w 1414"/>
              <a:gd name="T13" fmla="*/ 924 h 964"/>
              <a:gd name="T14" fmla="*/ 1373 w 1414"/>
              <a:gd name="T15" fmla="*/ 964 h 964"/>
              <a:gd name="T16" fmla="*/ 40 w 1414"/>
              <a:gd name="T17" fmla="*/ 964 h 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14" h="964">
                <a:moveTo>
                  <a:pt x="40" y="964"/>
                </a:moveTo>
                <a:cubicBezTo>
                  <a:pt x="18" y="964"/>
                  <a:pt x="0" y="946"/>
                  <a:pt x="0" y="924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1373" y="0"/>
                  <a:pt x="1373" y="0"/>
                  <a:pt x="1373" y="0"/>
                </a:cubicBezTo>
                <a:cubicBezTo>
                  <a:pt x="1396" y="0"/>
                  <a:pt x="1414" y="18"/>
                  <a:pt x="1414" y="40"/>
                </a:cubicBezTo>
                <a:cubicBezTo>
                  <a:pt x="1414" y="924"/>
                  <a:pt x="1414" y="924"/>
                  <a:pt x="1414" y="924"/>
                </a:cubicBezTo>
                <a:cubicBezTo>
                  <a:pt x="1414" y="946"/>
                  <a:pt x="1396" y="964"/>
                  <a:pt x="1373" y="964"/>
                </a:cubicBezTo>
                <a:lnTo>
                  <a:pt x="40" y="964"/>
                </a:lnTo>
                <a:close/>
              </a:path>
            </a:pathLst>
          </a:custGeom>
          <a:solidFill>
            <a:srgbClr val="2E2E35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9" name="Rectangle 50">
            <a:extLst>
              <a:ext uri="{FF2B5EF4-FFF2-40B4-BE49-F238E27FC236}">
                <a16:creationId xmlns:a16="http://schemas.microsoft.com/office/drawing/2014/main" id="{2D04603D-E9F6-4705-8F37-93266BAC2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1583" y="5197667"/>
            <a:ext cx="5965680" cy="108804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5" name="图片占位符 4">
            <a:extLst>
              <a:ext uri="{FF2B5EF4-FFF2-40B4-BE49-F238E27FC236}">
                <a16:creationId xmlns:a16="http://schemas.microsoft.com/office/drawing/2014/main" id="{61B863E5-CC91-49CB-BB6B-E263486E65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56414" y="2174950"/>
            <a:ext cx="4483608" cy="283231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51">
            <a:extLst>
              <a:ext uri="{FF2B5EF4-FFF2-40B4-BE49-F238E27FC236}">
                <a16:creationId xmlns:a16="http://schemas.microsoft.com/office/drawing/2014/main" id="{54A6738D-D833-42A9-A2F9-DCEE5CD00470}"/>
              </a:ext>
            </a:extLst>
          </p:cNvPr>
          <p:cNvSpPr>
            <a:spLocks/>
          </p:cNvSpPr>
          <p:nvPr/>
        </p:nvSpPr>
        <p:spPr bwMode="auto">
          <a:xfrm>
            <a:off x="5444416" y="5197667"/>
            <a:ext cx="856610" cy="61202"/>
          </a:xfrm>
          <a:custGeom>
            <a:avLst/>
            <a:gdLst>
              <a:gd name="T0" fmla="*/ 0 w 252"/>
              <a:gd name="T1" fmla="*/ 0 h 18"/>
              <a:gd name="T2" fmla="*/ 22 w 252"/>
              <a:gd name="T3" fmla="*/ 18 h 18"/>
              <a:gd name="T4" fmla="*/ 230 w 252"/>
              <a:gd name="T5" fmla="*/ 18 h 18"/>
              <a:gd name="T6" fmla="*/ 252 w 252"/>
              <a:gd name="T7" fmla="*/ 0 h 18"/>
              <a:gd name="T8" fmla="*/ 0 w 252"/>
              <a:gd name="T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2" h="18">
                <a:moveTo>
                  <a:pt x="0" y="0"/>
                </a:moveTo>
                <a:cubicBezTo>
                  <a:pt x="2" y="10"/>
                  <a:pt x="11" y="18"/>
                  <a:pt x="22" y="18"/>
                </a:cubicBezTo>
                <a:cubicBezTo>
                  <a:pt x="230" y="18"/>
                  <a:pt x="230" y="18"/>
                  <a:pt x="230" y="18"/>
                </a:cubicBezTo>
                <a:cubicBezTo>
                  <a:pt x="241" y="18"/>
                  <a:pt x="250" y="10"/>
                  <a:pt x="252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B3B4B5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2" name="Oval 54">
            <a:extLst>
              <a:ext uri="{FF2B5EF4-FFF2-40B4-BE49-F238E27FC236}">
                <a16:creationId xmlns:a16="http://schemas.microsoft.com/office/drawing/2014/main" id="{A52C5F2B-3C52-4FB4-AB57-0D540D333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9324" y="2055946"/>
            <a:ext cx="50989" cy="51003"/>
          </a:xfrm>
          <a:prstGeom prst="ellipse">
            <a:avLst/>
          </a:prstGeom>
          <a:solidFill>
            <a:srgbClr val="2C2C2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3" name="Oval 55">
            <a:extLst>
              <a:ext uri="{FF2B5EF4-FFF2-40B4-BE49-F238E27FC236}">
                <a16:creationId xmlns:a16="http://schemas.microsoft.com/office/drawing/2014/main" id="{D795516F-1E01-4018-9B71-B5741DC2E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9324" y="2052547"/>
            <a:ext cx="50989" cy="47602"/>
          </a:xfrm>
          <a:prstGeom prst="ellipse">
            <a:avLst/>
          </a:prstGeom>
          <a:solidFill>
            <a:srgbClr val="0A0A0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4" name="Oval 56">
            <a:extLst>
              <a:ext uri="{FF2B5EF4-FFF2-40B4-BE49-F238E27FC236}">
                <a16:creationId xmlns:a16="http://schemas.microsoft.com/office/drawing/2014/main" id="{28CADEAE-2D10-4A72-AAA3-F94B33359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9520" y="2059347"/>
            <a:ext cx="30595" cy="34001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5" name="Oval 57">
            <a:extLst>
              <a:ext uri="{FF2B5EF4-FFF2-40B4-BE49-F238E27FC236}">
                <a16:creationId xmlns:a16="http://schemas.microsoft.com/office/drawing/2014/main" id="{343F6F32-0741-42E6-9CA7-B6C889400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6318" y="2069547"/>
            <a:ext cx="16998" cy="17002"/>
          </a:xfrm>
          <a:prstGeom prst="ellipse">
            <a:avLst/>
          </a:prstGeom>
          <a:solidFill>
            <a:srgbClr val="2C99B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6" name="Freeform 58">
            <a:extLst>
              <a:ext uri="{FF2B5EF4-FFF2-40B4-BE49-F238E27FC236}">
                <a16:creationId xmlns:a16="http://schemas.microsoft.com/office/drawing/2014/main" id="{8BFE0A9B-A41F-4A60-85B6-DE6990F0154D}"/>
              </a:ext>
            </a:extLst>
          </p:cNvPr>
          <p:cNvSpPr>
            <a:spLocks/>
          </p:cNvSpPr>
          <p:nvPr/>
        </p:nvSpPr>
        <p:spPr bwMode="auto">
          <a:xfrm>
            <a:off x="5893117" y="2072948"/>
            <a:ext cx="3400" cy="6801"/>
          </a:xfrm>
          <a:custGeom>
            <a:avLst/>
            <a:gdLst>
              <a:gd name="T0" fmla="*/ 1 w 1"/>
              <a:gd name="T1" fmla="*/ 1 h 2"/>
              <a:gd name="T2" fmla="*/ 1 w 1"/>
              <a:gd name="T3" fmla="*/ 2 h 2"/>
              <a:gd name="T4" fmla="*/ 0 w 1"/>
              <a:gd name="T5" fmla="*/ 1 h 2"/>
              <a:gd name="T6" fmla="*/ 1 w 1"/>
              <a:gd name="T7" fmla="*/ 0 h 2"/>
              <a:gd name="T8" fmla="*/ 1 w 1"/>
              <a:gd name="T9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2">
                <a:moveTo>
                  <a:pt x="1" y="1"/>
                </a:moveTo>
                <a:lnTo>
                  <a:pt x="1" y="2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0" name="Oval 61">
            <a:extLst>
              <a:ext uri="{FF2B5EF4-FFF2-40B4-BE49-F238E27FC236}">
                <a16:creationId xmlns:a16="http://schemas.microsoft.com/office/drawing/2014/main" id="{6F4C7AF5-5D45-4698-A829-8D21B8449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1476" y="3186115"/>
            <a:ext cx="36151" cy="3616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1" name="Oval 62">
            <a:extLst>
              <a:ext uri="{FF2B5EF4-FFF2-40B4-BE49-F238E27FC236}">
                <a16:creationId xmlns:a16="http://schemas.microsoft.com/office/drawing/2014/main" id="{31D76F62-4CA1-4689-B82B-D37D4F358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3526" y="3198168"/>
            <a:ext cx="9039" cy="904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2" name="Oval 63">
            <a:extLst>
              <a:ext uri="{FF2B5EF4-FFF2-40B4-BE49-F238E27FC236}">
                <a16:creationId xmlns:a16="http://schemas.microsoft.com/office/drawing/2014/main" id="{4425A9F4-E7C9-43D7-ACB5-A34091E65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1476" y="3183100"/>
            <a:ext cx="36151" cy="3616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3" name="Oval 64">
            <a:extLst>
              <a:ext uri="{FF2B5EF4-FFF2-40B4-BE49-F238E27FC236}">
                <a16:creationId xmlns:a16="http://schemas.microsoft.com/office/drawing/2014/main" id="{10E40350-C9B7-4E62-900A-9D9416EAD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3526" y="3195154"/>
            <a:ext cx="9039" cy="904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4" name="Oval 65">
            <a:extLst>
              <a:ext uri="{FF2B5EF4-FFF2-40B4-BE49-F238E27FC236}">
                <a16:creationId xmlns:a16="http://schemas.microsoft.com/office/drawing/2014/main" id="{9E2E22DC-4F3A-4790-A30F-046FBF96B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7501" y="3189127"/>
            <a:ext cx="24101" cy="24107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5" name="Oval 66">
            <a:extLst>
              <a:ext uri="{FF2B5EF4-FFF2-40B4-BE49-F238E27FC236}">
                <a16:creationId xmlns:a16="http://schemas.microsoft.com/office/drawing/2014/main" id="{057FA838-5568-42E9-8B65-A812AE22A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7501" y="3189127"/>
            <a:ext cx="24101" cy="24107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6" name="Oval 67">
            <a:extLst>
              <a:ext uri="{FF2B5EF4-FFF2-40B4-BE49-F238E27FC236}">
                <a16:creationId xmlns:a16="http://schemas.microsoft.com/office/drawing/2014/main" id="{51624F16-2207-4181-8EC3-0A03CB5B4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3526" y="3195154"/>
            <a:ext cx="12050" cy="12054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7" name="Oval 68">
            <a:extLst>
              <a:ext uri="{FF2B5EF4-FFF2-40B4-BE49-F238E27FC236}">
                <a16:creationId xmlns:a16="http://schemas.microsoft.com/office/drawing/2014/main" id="{8AD5CD56-41B4-4B06-BC24-90E69778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3526" y="3195154"/>
            <a:ext cx="12050" cy="12054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8" name="Freeform 69">
            <a:extLst>
              <a:ext uri="{FF2B5EF4-FFF2-40B4-BE49-F238E27FC236}">
                <a16:creationId xmlns:a16="http://schemas.microsoft.com/office/drawing/2014/main" id="{C1E2B9AE-A46B-44BC-8D69-174286DE3389}"/>
              </a:ext>
            </a:extLst>
          </p:cNvPr>
          <p:cNvSpPr>
            <a:spLocks/>
          </p:cNvSpPr>
          <p:nvPr/>
        </p:nvSpPr>
        <p:spPr bwMode="auto">
          <a:xfrm>
            <a:off x="8806540" y="3198168"/>
            <a:ext cx="3013" cy="3014"/>
          </a:xfrm>
          <a:custGeom>
            <a:avLst/>
            <a:gdLst>
              <a:gd name="T0" fmla="*/ 1 w 1"/>
              <a:gd name="T1" fmla="*/ 1 h 1"/>
              <a:gd name="T2" fmla="*/ 1 w 1"/>
              <a:gd name="T3" fmla="*/ 1 h 1"/>
              <a:gd name="T4" fmla="*/ 0 w 1"/>
              <a:gd name="T5" fmla="*/ 1 h 1"/>
              <a:gd name="T6" fmla="*/ 1 w 1"/>
              <a:gd name="T7" fmla="*/ 0 h 1"/>
              <a:gd name="T8" fmla="*/ 1 w 1"/>
              <a:gd name="T9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1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9" name="Freeform 70">
            <a:extLst>
              <a:ext uri="{FF2B5EF4-FFF2-40B4-BE49-F238E27FC236}">
                <a16:creationId xmlns:a16="http://schemas.microsoft.com/office/drawing/2014/main" id="{F3523725-B51B-46CC-AD09-D73B14308E79}"/>
              </a:ext>
            </a:extLst>
          </p:cNvPr>
          <p:cNvSpPr>
            <a:spLocks/>
          </p:cNvSpPr>
          <p:nvPr/>
        </p:nvSpPr>
        <p:spPr bwMode="auto">
          <a:xfrm>
            <a:off x="8806540" y="3198168"/>
            <a:ext cx="3013" cy="3014"/>
          </a:xfrm>
          <a:custGeom>
            <a:avLst/>
            <a:gdLst>
              <a:gd name="T0" fmla="*/ 1 w 1"/>
              <a:gd name="T1" fmla="*/ 1 h 1"/>
              <a:gd name="T2" fmla="*/ 1 w 1"/>
              <a:gd name="T3" fmla="*/ 1 h 1"/>
              <a:gd name="T4" fmla="*/ 0 w 1"/>
              <a:gd name="T5" fmla="*/ 1 h 1"/>
              <a:gd name="T6" fmla="*/ 1 w 1"/>
              <a:gd name="T7" fmla="*/ 0 h 1"/>
              <a:gd name="T8" fmla="*/ 1 w 1"/>
              <a:gd name="T9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1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0" name="Oval 71">
            <a:extLst>
              <a:ext uri="{FF2B5EF4-FFF2-40B4-BE49-F238E27FC236}">
                <a16:creationId xmlns:a16="http://schemas.microsoft.com/office/drawing/2014/main" id="{DE7F9372-38EA-41BC-834A-69FE1B7FF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0136" y="5361792"/>
            <a:ext cx="195821" cy="195872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1" name="Freeform 72">
            <a:extLst>
              <a:ext uri="{FF2B5EF4-FFF2-40B4-BE49-F238E27FC236}">
                <a16:creationId xmlns:a16="http://schemas.microsoft.com/office/drawing/2014/main" id="{43709C02-BBB4-4F21-A5CF-D707FE4A9133}"/>
              </a:ext>
            </a:extLst>
          </p:cNvPr>
          <p:cNvSpPr>
            <a:spLocks/>
          </p:cNvSpPr>
          <p:nvPr/>
        </p:nvSpPr>
        <p:spPr bwMode="auto">
          <a:xfrm>
            <a:off x="8758338" y="5410006"/>
            <a:ext cx="99417" cy="99443"/>
          </a:xfrm>
          <a:custGeom>
            <a:avLst/>
            <a:gdLst>
              <a:gd name="T0" fmla="*/ 31 w 33"/>
              <a:gd name="T1" fmla="*/ 22 h 33"/>
              <a:gd name="T2" fmla="*/ 29 w 33"/>
              <a:gd name="T3" fmla="*/ 22 h 33"/>
              <a:gd name="T4" fmla="*/ 22 w 33"/>
              <a:gd name="T5" fmla="*/ 29 h 33"/>
              <a:gd name="T6" fmla="*/ 11 w 33"/>
              <a:gd name="T7" fmla="*/ 29 h 33"/>
              <a:gd name="T8" fmla="*/ 4 w 33"/>
              <a:gd name="T9" fmla="*/ 22 h 33"/>
              <a:gd name="T10" fmla="*/ 4 w 33"/>
              <a:gd name="T11" fmla="*/ 11 h 33"/>
              <a:gd name="T12" fmla="*/ 11 w 33"/>
              <a:gd name="T13" fmla="*/ 4 h 33"/>
              <a:gd name="T14" fmla="*/ 22 w 33"/>
              <a:gd name="T15" fmla="*/ 4 h 33"/>
              <a:gd name="T16" fmla="*/ 29 w 33"/>
              <a:gd name="T17" fmla="*/ 11 h 33"/>
              <a:gd name="T18" fmla="*/ 29 w 33"/>
              <a:gd name="T19" fmla="*/ 22 h 33"/>
              <a:gd name="T20" fmla="*/ 31 w 33"/>
              <a:gd name="T21" fmla="*/ 22 h 33"/>
              <a:gd name="T22" fmla="*/ 33 w 33"/>
              <a:gd name="T23" fmla="*/ 22 h 33"/>
              <a:gd name="T24" fmla="*/ 33 w 33"/>
              <a:gd name="T25" fmla="*/ 11 h 33"/>
              <a:gd name="T26" fmla="*/ 22 w 33"/>
              <a:gd name="T27" fmla="*/ 0 h 33"/>
              <a:gd name="T28" fmla="*/ 11 w 33"/>
              <a:gd name="T29" fmla="*/ 0 h 33"/>
              <a:gd name="T30" fmla="*/ 0 w 33"/>
              <a:gd name="T31" fmla="*/ 11 h 33"/>
              <a:gd name="T32" fmla="*/ 0 w 33"/>
              <a:gd name="T33" fmla="*/ 22 h 33"/>
              <a:gd name="T34" fmla="*/ 11 w 33"/>
              <a:gd name="T35" fmla="*/ 33 h 33"/>
              <a:gd name="T36" fmla="*/ 22 w 33"/>
              <a:gd name="T37" fmla="*/ 33 h 33"/>
              <a:gd name="T38" fmla="*/ 33 w 33"/>
              <a:gd name="T39" fmla="*/ 22 h 33"/>
              <a:gd name="T40" fmla="*/ 31 w 33"/>
              <a:gd name="T41" fmla="*/ 22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3" h="33">
                <a:moveTo>
                  <a:pt x="31" y="22"/>
                </a:moveTo>
                <a:cubicBezTo>
                  <a:pt x="29" y="22"/>
                  <a:pt x="29" y="22"/>
                  <a:pt x="29" y="22"/>
                </a:cubicBezTo>
                <a:cubicBezTo>
                  <a:pt x="29" y="26"/>
                  <a:pt x="26" y="29"/>
                  <a:pt x="22" y="29"/>
                </a:cubicBezTo>
                <a:cubicBezTo>
                  <a:pt x="11" y="29"/>
                  <a:pt x="11" y="29"/>
                  <a:pt x="11" y="29"/>
                </a:cubicBezTo>
                <a:cubicBezTo>
                  <a:pt x="7" y="29"/>
                  <a:pt x="4" y="26"/>
                  <a:pt x="4" y="22"/>
                </a:cubicBezTo>
                <a:cubicBezTo>
                  <a:pt x="4" y="11"/>
                  <a:pt x="4" y="11"/>
                  <a:pt x="4" y="11"/>
                </a:cubicBezTo>
                <a:cubicBezTo>
                  <a:pt x="4" y="7"/>
                  <a:pt x="7" y="4"/>
                  <a:pt x="11" y="4"/>
                </a:cubicBezTo>
                <a:cubicBezTo>
                  <a:pt x="22" y="4"/>
                  <a:pt x="22" y="4"/>
                  <a:pt x="22" y="4"/>
                </a:cubicBezTo>
                <a:cubicBezTo>
                  <a:pt x="26" y="4"/>
                  <a:pt x="29" y="7"/>
                  <a:pt x="29" y="11"/>
                </a:cubicBezTo>
                <a:cubicBezTo>
                  <a:pt x="29" y="22"/>
                  <a:pt x="29" y="22"/>
                  <a:pt x="29" y="22"/>
                </a:cubicBezTo>
                <a:cubicBezTo>
                  <a:pt x="31" y="22"/>
                  <a:pt x="31" y="22"/>
                  <a:pt x="31" y="22"/>
                </a:cubicBezTo>
                <a:cubicBezTo>
                  <a:pt x="33" y="22"/>
                  <a:pt x="33" y="22"/>
                  <a:pt x="33" y="22"/>
                </a:cubicBezTo>
                <a:cubicBezTo>
                  <a:pt x="33" y="11"/>
                  <a:pt x="33" y="11"/>
                  <a:pt x="33" y="11"/>
                </a:cubicBezTo>
                <a:cubicBezTo>
                  <a:pt x="33" y="5"/>
                  <a:pt x="28" y="0"/>
                  <a:pt x="22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5" y="0"/>
                  <a:pt x="0" y="5"/>
                  <a:pt x="0" y="11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8"/>
                  <a:pt x="5" y="33"/>
                  <a:pt x="11" y="33"/>
                </a:cubicBezTo>
                <a:cubicBezTo>
                  <a:pt x="22" y="33"/>
                  <a:pt x="22" y="33"/>
                  <a:pt x="22" y="33"/>
                </a:cubicBezTo>
                <a:cubicBezTo>
                  <a:pt x="28" y="33"/>
                  <a:pt x="33" y="28"/>
                  <a:pt x="33" y="22"/>
                </a:cubicBezTo>
                <a:lnTo>
                  <a:pt x="31" y="22"/>
                </a:lnTo>
                <a:close/>
              </a:path>
            </a:pathLst>
          </a:custGeom>
          <a:solidFill>
            <a:srgbClr val="FFFFFF">
              <a:lumMod val="75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3" name="Freeform 75">
            <a:extLst>
              <a:ext uri="{FF2B5EF4-FFF2-40B4-BE49-F238E27FC236}">
                <a16:creationId xmlns:a16="http://schemas.microsoft.com/office/drawing/2014/main" id="{53A1ED6B-E44B-48D4-BD29-6FE94F70D839}"/>
              </a:ext>
            </a:extLst>
          </p:cNvPr>
          <p:cNvSpPr>
            <a:spLocks/>
          </p:cNvSpPr>
          <p:nvPr/>
        </p:nvSpPr>
        <p:spPr bwMode="auto">
          <a:xfrm>
            <a:off x="8716162" y="3273502"/>
            <a:ext cx="219923" cy="51229"/>
          </a:xfrm>
          <a:custGeom>
            <a:avLst/>
            <a:gdLst>
              <a:gd name="T0" fmla="*/ 8 w 73"/>
              <a:gd name="T1" fmla="*/ 17 h 17"/>
              <a:gd name="T2" fmla="*/ 0 w 73"/>
              <a:gd name="T3" fmla="*/ 9 h 17"/>
              <a:gd name="T4" fmla="*/ 8 w 73"/>
              <a:gd name="T5" fmla="*/ 0 h 17"/>
              <a:gd name="T6" fmla="*/ 65 w 73"/>
              <a:gd name="T7" fmla="*/ 0 h 17"/>
              <a:gd name="T8" fmla="*/ 73 w 73"/>
              <a:gd name="T9" fmla="*/ 9 h 17"/>
              <a:gd name="T10" fmla="*/ 65 w 73"/>
              <a:gd name="T11" fmla="*/ 17 h 17"/>
              <a:gd name="T12" fmla="*/ 8 w 73"/>
              <a:gd name="T13" fmla="*/ 1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3" h="17">
                <a:moveTo>
                  <a:pt x="8" y="17"/>
                </a:moveTo>
                <a:cubicBezTo>
                  <a:pt x="3" y="17"/>
                  <a:pt x="0" y="13"/>
                  <a:pt x="0" y="9"/>
                </a:cubicBezTo>
                <a:cubicBezTo>
                  <a:pt x="0" y="4"/>
                  <a:pt x="3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70" y="0"/>
                  <a:pt x="73" y="4"/>
                  <a:pt x="73" y="9"/>
                </a:cubicBezTo>
                <a:cubicBezTo>
                  <a:pt x="73" y="13"/>
                  <a:pt x="70" y="17"/>
                  <a:pt x="65" y="17"/>
                </a:cubicBezTo>
                <a:lnTo>
                  <a:pt x="8" y="17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4" name="Freeform 76">
            <a:extLst>
              <a:ext uri="{FF2B5EF4-FFF2-40B4-BE49-F238E27FC236}">
                <a16:creationId xmlns:a16="http://schemas.microsoft.com/office/drawing/2014/main" id="{3A966E8F-6CB7-459B-917B-6A4AE1734DE9}"/>
              </a:ext>
            </a:extLst>
          </p:cNvPr>
          <p:cNvSpPr>
            <a:spLocks/>
          </p:cNvSpPr>
          <p:nvPr/>
        </p:nvSpPr>
        <p:spPr bwMode="auto">
          <a:xfrm>
            <a:off x="8728212" y="3288570"/>
            <a:ext cx="195821" cy="21095"/>
          </a:xfrm>
          <a:custGeom>
            <a:avLst/>
            <a:gdLst>
              <a:gd name="T0" fmla="*/ 65 w 65"/>
              <a:gd name="T1" fmla="*/ 4 h 7"/>
              <a:gd name="T2" fmla="*/ 61 w 65"/>
              <a:gd name="T3" fmla="*/ 7 h 7"/>
              <a:gd name="T4" fmla="*/ 4 w 65"/>
              <a:gd name="T5" fmla="*/ 7 h 7"/>
              <a:gd name="T6" fmla="*/ 0 w 65"/>
              <a:gd name="T7" fmla="*/ 4 h 7"/>
              <a:gd name="T8" fmla="*/ 4 w 65"/>
              <a:gd name="T9" fmla="*/ 0 h 7"/>
              <a:gd name="T10" fmla="*/ 61 w 65"/>
              <a:gd name="T11" fmla="*/ 0 h 7"/>
              <a:gd name="T12" fmla="*/ 65 w 65"/>
              <a:gd name="T13" fmla="*/ 4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5" h="7">
                <a:moveTo>
                  <a:pt x="65" y="4"/>
                </a:moveTo>
                <a:cubicBezTo>
                  <a:pt x="65" y="6"/>
                  <a:pt x="63" y="7"/>
                  <a:pt x="61" y="7"/>
                </a:cubicBezTo>
                <a:cubicBezTo>
                  <a:pt x="4" y="7"/>
                  <a:pt x="4" y="7"/>
                  <a:pt x="4" y="7"/>
                </a:cubicBezTo>
                <a:cubicBezTo>
                  <a:pt x="2" y="7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63" y="0"/>
                  <a:pt x="65" y="2"/>
                  <a:pt x="65" y="4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5" name="Oval 77">
            <a:extLst>
              <a:ext uri="{FF2B5EF4-FFF2-40B4-BE49-F238E27FC236}">
                <a16:creationId xmlns:a16="http://schemas.microsoft.com/office/drawing/2014/main" id="{BE19A5BC-A0AD-4202-B9E7-5B9D6592B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3859" y="3282543"/>
            <a:ext cx="33140" cy="33148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18933877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视频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F145ED-F2E4-4AA7-A4D3-D53C16269E0A}"/>
              </a:ext>
            </a:extLst>
          </p:cNvPr>
          <p:cNvGrpSpPr/>
          <p:nvPr userDrawn="1"/>
        </p:nvGrpSpPr>
        <p:grpSpPr>
          <a:xfrm>
            <a:off x="670560" y="1959198"/>
            <a:ext cx="6136670" cy="3434133"/>
            <a:chOff x="2891583" y="1950543"/>
            <a:chExt cx="5965680" cy="3434133"/>
          </a:xfrm>
        </p:grpSpPr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221EB8A2-4E91-4E4F-A387-46AB7ACD1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583" y="5252070"/>
              <a:ext cx="3004934" cy="132606"/>
            </a:xfrm>
            <a:custGeom>
              <a:avLst/>
              <a:gdLst>
                <a:gd name="T0" fmla="*/ 0 w 885"/>
                <a:gd name="T1" fmla="*/ 16 h 39"/>
                <a:gd name="T2" fmla="*/ 78 w 885"/>
                <a:gd name="T3" fmla="*/ 39 h 39"/>
                <a:gd name="T4" fmla="*/ 885 w 885"/>
                <a:gd name="T5" fmla="*/ 39 h 39"/>
                <a:gd name="T6" fmla="*/ 885 w 885"/>
                <a:gd name="T7" fmla="*/ 0 h 39"/>
                <a:gd name="T8" fmla="*/ 0 w 885"/>
                <a:gd name="T9" fmla="*/ 0 h 39"/>
                <a:gd name="T10" fmla="*/ 0 w 885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5" h="39">
                  <a:moveTo>
                    <a:pt x="0" y="16"/>
                  </a:moveTo>
                  <a:cubicBezTo>
                    <a:pt x="0" y="23"/>
                    <a:pt x="30" y="39"/>
                    <a:pt x="78" y="39"/>
                  </a:cubicBezTo>
                  <a:cubicBezTo>
                    <a:pt x="126" y="39"/>
                    <a:pt x="885" y="39"/>
                    <a:pt x="885" y="39"/>
                  </a:cubicBezTo>
                  <a:cubicBezTo>
                    <a:pt x="885" y="0"/>
                    <a:pt x="885" y="0"/>
                    <a:pt x="885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2E2E3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1ACA4D26-9BB4-46B9-915C-702783F63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2327" y="5252070"/>
              <a:ext cx="3004934" cy="132606"/>
            </a:xfrm>
            <a:custGeom>
              <a:avLst/>
              <a:gdLst>
                <a:gd name="T0" fmla="*/ 884 w 884"/>
                <a:gd name="T1" fmla="*/ 16 h 39"/>
                <a:gd name="T2" fmla="*/ 806 w 884"/>
                <a:gd name="T3" fmla="*/ 39 h 39"/>
                <a:gd name="T4" fmla="*/ 0 w 884"/>
                <a:gd name="T5" fmla="*/ 39 h 39"/>
                <a:gd name="T6" fmla="*/ 0 w 884"/>
                <a:gd name="T7" fmla="*/ 0 h 39"/>
                <a:gd name="T8" fmla="*/ 884 w 884"/>
                <a:gd name="T9" fmla="*/ 0 h 39"/>
                <a:gd name="T10" fmla="*/ 884 w 884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4" h="39">
                  <a:moveTo>
                    <a:pt x="884" y="16"/>
                  </a:moveTo>
                  <a:cubicBezTo>
                    <a:pt x="884" y="23"/>
                    <a:pt x="854" y="39"/>
                    <a:pt x="806" y="39"/>
                  </a:cubicBezTo>
                  <a:cubicBezTo>
                    <a:pt x="758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84" y="0"/>
                    <a:pt x="884" y="0"/>
                    <a:pt x="884" y="0"/>
                  </a:cubicBezTo>
                  <a:lnTo>
                    <a:pt x="884" y="16"/>
                  </a:lnTo>
                  <a:close/>
                </a:path>
              </a:pathLst>
            </a:custGeom>
            <a:solidFill>
              <a:srgbClr val="2E2E3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7" name="Freeform 47">
              <a:extLst>
                <a:ext uri="{FF2B5EF4-FFF2-40B4-BE49-F238E27FC236}">
                  <a16:creationId xmlns:a16="http://schemas.microsoft.com/office/drawing/2014/main" id="{A4B8622A-3DE8-4531-B546-514E71E2D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652" y="1950543"/>
              <a:ext cx="4833729" cy="3311728"/>
            </a:xfrm>
            <a:custGeom>
              <a:avLst/>
              <a:gdLst>
                <a:gd name="T0" fmla="*/ 1378 w 1423"/>
                <a:gd name="T1" fmla="*/ 0 h 974"/>
                <a:gd name="T2" fmla="*/ 45 w 1423"/>
                <a:gd name="T3" fmla="*/ 0 h 974"/>
                <a:gd name="T4" fmla="*/ 0 w 1423"/>
                <a:gd name="T5" fmla="*/ 45 h 974"/>
                <a:gd name="T6" fmla="*/ 0 w 1423"/>
                <a:gd name="T7" fmla="*/ 218 h 974"/>
                <a:gd name="T8" fmla="*/ 0 w 1423"/>
                <a:gd name="T9" fmla="*/ 929 h 974"/>
                <a:gd name="T10" fmla="*/ 45 w 1423"/>
                <a:gd name="T11" fmla="*/ 974 h 974"/>
                <a:gd name="T12" fmla="*/ 1378 w 1423"/>
                <a:gd name="T13" fmla="*/ 974 h 974"/>
                <a:gd name="T14" fmla="*/ 1423 w 1423"/>
                <a:gd name="T15" fmla="*/ 929 h 974"/>
                <a:gd name="T16" fmla="*/ 1423 w 1423"/>
                <a:gd name="T17" fmla="*/ 45 h 974"/>
                <a:gd name="T18" fmla="*/ 1378 w 1423"/>
                <a:gd name="T19" fmla="*/ 0 h 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23" h="974">
                  <a:moveTo>
                    <a:pt x="1378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929"/>
                    <a:pt x="0" y="929"/>
                    <a:pt x="0" y="929"/>
                  </a:cubicBezTo>
                  <a:cubicBezTo>
                    <a:pt x="0" y="954"/>
                    <a:pt x="20" y="974"/>
                    <a:pt x="45" y="974"/>
                  </a:cubicBezTo>
                  <a:cubicBezTo>
                    <a:pt x="1378" y="974"/>
                    <a:pt x="1378" y="974"/>
                    <a:pt x="1378" y="974"/>
                  </a:cubicBezTo>
                  <a:cubicBezTo>
                    <a:pt x="1403" y="974"/>
                    <a:pt x="1423" y="954"/>
                    <a:pt x="1423" y="929"/>
                  </a:cubicBezTo>
                  <a:cubicBezTo>
                    <a:pt x="1423" y="45"/>
                    <a:pt x="1423" y="45"/>
                    <a:pt x="1423" y="45"/>
                  </a:cubicBezTo>
                  <a:cubicBezTo>
                    <a:pt x="1423" y="20"/>
                    <a:pt x="1403" y="0"/>
                    <a:pt x="1378" y="0"/>
                  </a:cubicBezTo>
                  <a:close/>
                </a:path>
              </a:pathLst>
            </a:custGeom>
            <a:solidFill>
              <a:srgbClr val="D2D3D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8" name="Freeform 48">
              <a:extLst>
                <a:ext uri="{FF2B5EF4-FFF2-40B4-BE49-F238E27FC236}">
                  <a16:creationId xmlns:a16="http://schemas.microsoft.com/office/drawing/2014/main" id="{93D0A57E-1120-46BB-ABE4-724F388C7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649" y="1967543"/>
              <a:ext cx="4803138" cy="3277727"/>
            </a:xfrm>
            <a:custGeom>
              <a:avLst/>
              <a:gdLst>
                <a:gd name="T0" fmla="*/ 40 w 1414"/>
                <a:gd name="T1" fmla="*/ 964 h 964"/>
                <a:gd name="T2" fmla="*/ 0 w 1414"/>
                <a:gd name="T3" fmla="*/ 924 h 964"/>
                <a:gd name="T4" fmla="*/ 0 w 1414"/>
                <a:gd name="T5" fmla="*/ 40 h 964"/>
                <a:gd name="T6" fmla="*/ 40 w 1414"/>
                <a:gd name="T7" fmla="*/ 0 h 964"/>
                <a:gd name="T8" fmla="*/ 1373 w 1414"/>
                <a:gd name="T9" fmla="*/ 0 h 964"/>
                <a:gd name="T10" fmla="*/ 1414 w 1414"/>
                <a:gd name="T11" fmla="*/ 40 h 964"/>
                <a:gd name="T12" fmla="*/ 1414 w 1414"/>
                <a:gd name="T13" fmla="*/ 924 h 964"/>
                <a:gd name="T14" fmla="*/ 1373 w 1414"/>
                <a:gd name="T15" fmla="*/ 964 h 964"/>
                <a:gd name="T16" fmla="*/ 40 w 1414"/>
                <a:gd name="T17" fmla="*/ 964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4" h="964">
                  <a:moveTo>
                    <a:pt x="40" y="964"/>
                  </a:moveTo>
                  <a:cubicBezTo>
                    <a:pt x="18" y="964"/>
                    <a:pt x="0" y="946"/>
                    <a:pt x="0" y="92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373" y="0"/>
                    <a:pt x="1373" y="0"/>
                    <a:pt x="1373" y="0"/>
                  </a:cubicBezTo>
                  <a:cubicBezTo>
                    <a:pt x="1396" y="0"/>
                    <a:pt x="1414" y="18"/>
                    <a:pt x="1414" y="40"/>
                  </a:cubicBezTo>
                  <a:cubicBezTo>
                    <a:pt x="1414" y="924"/>
                    <a:pt x="1414" y="924"/>
                    <a:pt x="1414" y="924"/>
                  </a:cubicBezTo>
                  <a:cubicBezTo>
                    <a:pt x="1414" y="946"/>
                    <a:pt x="1396" y="964"/>
                    <a:pt x="1373" y="964"/>
                  </a:cubicBezTo>
                  <a:lnTo>
                    <a:pt x="40" y="964"/>
                  </a:lnTo>
                  <a:close/>
                </a:path>
              </a:pathLst>
            </a:custGeom>
            <a:solidFill>
              <a:srgbClr val="2E2E3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9" name="Rectangle 50">
              <a:extLst>
                <a:ext uri="{FF2B5EF4-FFF2-40B4-BE49-F238E27FC236}">
                  <a16:creationId xmlns:a16="http://schemas.microsoft.com/office/drawing/2014/main" id="{2D04603D-E9F6-4705-8F37-93266BAC2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1583" y="5197667"/>
              <a:ext cx="5965680" cy="108804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0" name="Freeform 51">
              <a:extLst>
                <a:ext uri="{FF2B5EF4-FFF2-40B4-BE49-F238E27FC236}">
                  <a16:creationId xmlns:a16="http://schemas.microsoft.com/office/drawing/2014/main" id="{54A6738D-D833-42A9-A2F9-DCEE5CD00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4416" y="5197667"/>
              <a:ext cx="856610" cy="61202"/>
            </a:xfrm>
            <a:custGeom>
              <a:avLst/>
              <a:gdLst>
                <a:gd name="T0" fmla="*/ 0 w 252"/>
                <a:gd name="T1" fmla="*/ 0 h 18"/>
                <a:gd name="T2" fmla="*/ 22 w 252"/>
                <a:gd name="T3" fmla="*/ 18 h 18"/>
                <a:gd name="T4" fmla="*/ 230 w 252"/>
                <a:gd name="T5" fmla="*/ 18 h 18"/>
                <a:gd name="T6" fmla="*/ 252 w 252"/>
                <a:gd name="T7" fmla="*/ 0 h 18"/>
                <a:gd name="T8" fmla="*/ 0 w 252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8">
                  <a:moveTo>
                    <a:pt x="0" y="0"/>
                  </a:moveTo>
                  <a:cubicBezTo>
                    <a:pt x="2" y="10"/>
                    <a:pt x="11" y="18"/>
                    <a:pt x="22" y="18"/>
                  </a:cubicBezTo>
                  <a:cubicBezTo>
                    <a:pt x="230" y="18"/>
                    <a:pt x="230" y="18"/>
                    <a:pt x="230" y="18"/>
                  </a:cubicBezTo>
                  <a:cubicBezTo>
                    <a:pt x="241" y="18"/>
                    <a:pt x="250" y="10"/>
                    <a:pt x="25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2" name="Oval 54">
              <a:extLst>
                <a:ext uri="{FF2B5EF4-FFF2-40B4-BE49-F238E27FC236}">
                  <a16:creationId xmlns:a16="http://schemas.microsoft.com/office/drawing/2014/main" id="{A52C5F2B-3C52-4FB4-AB57-0D540D333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9324" y="2055946"/>
              <a:ext cx="50989" cy="51003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3" name="Oval 55">
              <a:extLst>
                <a:ext uri="{FF2B5EF4-FFF2-40B4-BE49-F238E27FC236}">
                  <a16:creationId xmlns:a16="http://schemas.microsoft.com/office/drawing/2014/main" id="{D795516F-1E01-4018-9B71-B5741DC2E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9324" y="2052547"/>
              <a:ext cx="50989" cy="47602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4" name="Oval 56">
              <a:extLst>
                <a:ext uri="{FF2B5EF4-FFF2-40B4-BE49-F238E27FC236}">
                  <a16:creationId xmlns:a16="http://schemas.microsoft.com/office/drawing/2014/main" id="{28CADEAE-2D10-4A72-AAA3-F94B33359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9520" y="2059347"/>
              <a:ext cx="30595" cy="340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5" name="Oval 57">
              <a:extLst>
                <a:ext uri="{FF2B5EF4-FFF2-40B4-BE49-F238E27FC236}">
                  <a16:creationId xmlns:a16="http://schemas.microsoft.com/office/drawing/2014/main" id="{343F6F32-0741-42E6-9CA7-B6C889400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6318" y="2069547"/>
              <a:ext cx="16998" cy="17002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6" name="Freeform 58">
              <a:extLst>
                <a:ext uri="{FF2B5EF4-FFF2-40B4-BE49-F238E27FC236}">
                  <a16:creationId xmlns:a16="http://schemas.microsoft.com/office/drawing/2014/main" id="{8BFE0A9B-A41F-4A60-85B6-DE6990F01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3117" y="2072948"/>
              <a:ext cx="3400" cy="6801"/>
            </a:xfrm>
            <a:custGeom>
              <a:avLst/>
              <a:gdLst>
                <a:gd name="T0" fmla="*/ 1 w 1"/>
                <a:gd name="T1" fmla="*/ 1 h 2"/>
                <a:gd name="T2" fmla="*/ 1 w 1"/>
                <a:gd name="T3" fmla="*/ 2 h 2"/>
                <a:gd name="T4" fmla="*/ 0 w 1"/>
                <a:gd name="T5" fmla="*/ 1 h 2"/>
                <a:gd name="T6" fmla="*/ 1 w 1"/>
                <a:gd name="T7" fmla="*/ 0 h 2"/>
                <a:gd name="T8" fmla="*/ 1 w 1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lnTo>
                    <a:pt x="1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B0920997-CFBD-46E3-B932-CAA3E1B89BB2}"/>
              </a:ext>
            </a:extLst>
          </p:cNvPr>
          <p:cNvSpPr>
            <a:spLocks noChangeAspect="1"/>
          </p:cNvSpPr>
          <p:nvPr userDrawn="1"/>
        </p:nvSpPr>
        <p:spPr>
          <a:xfrm>
            <a:off x="1469639" y="2349701"/>
            <a:ext cx="4592069" cy="2583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E804BD-F1B6-49E5-ABA6-3976E2780915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1468873" y="2345176"/>
            <a:ext cx="4593600" cy="259208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071395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768555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8DA52A9-2D7F-4CFC-BEE6-313DF6F96983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529CD16-6B55-4C57-A3F2-7893436BF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94C8FD-BEA5-4E0C-BF35-1699EC287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D85989-BD0D-495F-A9D5-148F6D0E9F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7D1D0-11BC-4610-B275-571C8521F02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4185D7-CCA3-492C-9E18-AFC305FB2D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A02DE0-0246-4AEC-A42E-62C2253585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7563A-2BCF-4CDB-AAE4-8FFF0BA89B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02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12192000" h="6857999">
                <a:moveTo>
                  <a:pt x="373694" y="254634"/>
                </a:moveTo>
                <a:cubicBezTo>
                  <a:pt x="327130" y="254634"/>
                  <a:pt x="289383" y="292381"/>
                  <a:pt x="289383" y="338945"/>
                </a:cubicBezTo>
                <a:lnTo>
                  <a:pt x="289383" y="6519056"/>
                </a:lnTo>
                <a:cubicBezTo>
                  <a:pt x="289383" y="6565621"/>
                  <a:pt x="327130" y="6603368"/>
                  <a:pt x="373694" y="6603368"/>
                </a:cubicBezTo>
                <a:lnTo>
                  <a:pt x="11818308" y="6603368"/>
                </a:lnTo>
                <a:cubicBezTo>
                  <a:pt x="11864871" y="6603368"/>
                  <a:pt x="11902618" y="6565621"/>
                  <a:pt x="11902618" y="6519056"/>
                </a:cubicBezTo>
                <a:lnTo>
                  <a:pt x="11902618" y="338945"/>
                </a:lnTo>
                <a:cubicBezTo>
                  <a:pt x="11902618" y="292381"/>
                  <a:pt x="11864871" y="254634"/>
                  <a:pt x="11818308" y="25463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92100" y="254000"/>
            <a:ext cx="11607800" cy="6350000"/>
          </a:xfrm>
          <a:prstGeom prst="roundRect">
            <a:avLst>
              <a:gd name="adj" fmla="val 14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76200" algn="ctr" rotWithShape="0">
              <a:srgbClr val="000000">
                <a:alpha val="3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59300" y="1130300"/>
            <a:ext cx="30734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>
            <a:off x="5181600" y="3898900"/>
            <a:ext cx="18288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 rot="2700000">
            <a:off x="5956300" y="5524500"/>
            <a:ext cx="292100" cy="292100"/>
          </a:xfrm>
          <a:prstGeom prst="plus">
            <a:avLst>
              <a:gd name="adj" fmla="val 45863"/>
            </a:avLst>
          </a:pr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006600" y="2336800"/>
            <a:ext cx="81915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0" rtlCol="0" anchor="b" anchorCtr="0"/>
          <a:lstStyle/>
          <a:p>
            <a:pPr marL="0" indent="0" algn="ctr">
              <a:lnSpc>
                <a:spcPct val="91666"/>
              </a:lnSpc>
              <a:defRPr/>
            </a:pPr>
            <a:r>
              <a:rPr lang="en-US" sz="44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基于 ECS 架构的类吸血鬼幸存者游戏开发及优化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006600" y="3238500"/>
            <a:ext cx="81915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ct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8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Survivor And Fight — 毕业设计答辩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203700"/>
            <a:ext cx="101600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指导教师：董玉坤答辩人：刘瀚文（学号：2207020509）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5892800"/>
            <a:ext cx="10160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00" b="0" i="0" u="none" strike="noStrike">
                <a:solidFill>
                  <a:srgbClr val="80808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计算机科学与技术 | 中国石油大学（华东） | 2026 年 5 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1130300"/>
            <a:ext cx="12192000" cy="53594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11430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33400" y="304800"/>
            <a:ext cx="32512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dist">
              <a:lnSpc>
                <a:spcPct val="100000"/>
              </a:lnSpc>
              <a:defRPr/>
            </a:pPr>
            <a:r>
              <a:rPr lang="en-US" sz="5400" b="1" i="0" u="none" strike="noStrike">
                <a:solidFill>
                  <a:srgbClr val="FFFFFF">
                    <a:alpha val="30980"/>
                  </a:srgbClr>
                </a:solidFill>
                <a:latin typeface="Segoe UI"/>
                <a:ea typeface="Segoe UI"/>
                <a:cs typeface="Segoe UI"/>
                <a:sym typeface="Segoe UI"/>
              </a:rPr>
              <a:t>Contents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5300" y="177800"/>
            <a:ext cx="14986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dist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目录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550400" y="546100"/>
            <a:ext cx="1968500" cy="469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2565400" y="2032000"/>
            <a:ext cx="3251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研究背景与选题意义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50100" y="2032000"/>
            <a:ext cx="3251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技术路线与系统需求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565400" y="3327400"/>
            <a:ext cx="3251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总体架构与核心设计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150100" y="3327400"/>
            <a:ext cx="3251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关键模块与典型场景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565400" y="4711700"/>
            <a:ext cx="3251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性能优化与测试验证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50100" y="4711700"/>
            <a:ext cx="3251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创新点、不足与展望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701800" y="2019300"/>
            <a:ext cx="723900" cy="762000"/>
          </a:xfrm>
          <a:prstGeom prst="rect">
            <a:avLst/>
          </a:prstGeom>
          <a:solidFill>
            <a:srgbClr val="003778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01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86500" y="2019300"/>
            <a:ext cx="723900" cy="762000"/>
          </a:xfrm>
          <a:prstGeom prst="rect">
            <a:avLst/>
          </a:prstGeom>
          <a:solidFill>
            <a:srgbClr val="003778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02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701800" y="3327400"/>
            <a:ext cx="723900" cy="762000"/>
          </a:xfrm>
          <a:prstGeom prst="rect">
            <a:avLst/>
          </a:prstGeom>
          <a:solidFill>
            <a:srgbClr val="003778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03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86500" y="3327400"/>
            <a:ext cx="723900" cy="762000"/>
          </a:xfrm>
          <a:prstGeom prst="rect">
            <a:avLst/>
          </a:prstGeom>
          <a:solidFill>
            <a:srgbClr val="003778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04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701800" y="4711700"/>
            <a:ext cx="723900" cy="762000"/>
          </a:xfrm>
          <a:prstGeom prst="rect">
            <a:avLst/>
          </a:prstGeom>
          <a:solidFill>
            <a:srgbClr val="003778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05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86500" y="4711700"/>
            <a:ext cx="723900" cy="762000"/>
          </a:xfrm>
          <a:prstGeom prst="rect">
            <a:avLst/>
          </a:prstGeom>
          <a:solidFill>
            <a:srgbClr val="003778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06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0375900" y="60960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10579100" y="60960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10782300" y="60960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10985500" y="60960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11188700" y="60960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11379200" y="60960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1130300"/>
            <a:ext cx="12192000" cy="53594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617200" y="2743200"/>
            <a:ext cx="25400" cy="12700"/>
          </a:xfrm>
          <a:prstGeom prst="roundRect">
            <a:avLst>
              <a:gd name="adj" fmla="val 0"/>
            </a:avLst>
          </a:pr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772400" y="1384300"/>
            <a:ext cx="3520357" cy="4123326"/>
          </a:xfrm>
          <a:custGeom>
            <a:avLst/>
            <a:gdLst/>
            <a:ahLst/>
            <a:cxnLst/>
            <a:rect l="l" t="t" r="r" b="b"/>
            <a:pathLst>
              <a:path w="3520357" h="4123326">
                <a:moveTo>
                  <a:pt x="2631378" y="2611676"/>
                </a:moveTo>
                <a:cubicBezTo>
                  <a:pt x="2375352" y="2561998"/>
                  <a:pt x="2375352" y="2561998"/>
                  <a:pt x="2375352" y="2561998"/>
                </a:cubicBezTo>
                <a:cubicBezTo>
                  <a:pt x="2062432" y="2625870"/>
                  <a:pt x="2062432" y="2625870"/>
                  <a:pt x="2062432" y="2625870"/>
                </a:cubicBezTo>
                <a:cubicBezTo>
                  <a:pt x="2126438" y="2561998"/>
                  <a:pt x="2126438" y="2561998"/>
                  <a:pt x="2126438" y="2561998"/>
                </a:cubicBezTo>
                <a:cubicBezTo>
                  <a:pt x="2403799" y="2476834"/>
                  <a:pt x="2403799" y="2476834"/>
                  <a:pt x="2403799" y="2476834"/>
                </a:cubicBezTo>
                <a:cubicBezTo>
                  <a:pt x="2681160" y="2569094"/>
                  <a:pt x="2681160" y="2569094"/>
                  <a:pt x="2681160" y="2569094"/>
                </a:cubicBezTo>
                <a:lnTo>
                  <a:pt x="2631378" y="2611676"/>
                </a:lnTo>
                <a:close/>
                <a:moveTo>
                  <a:pt x="2432247" y="3477504"/>
                </a:moveTo>
                <a:cubicBezTo>
                  <a:pt x="2403799" y="3328468"/>
                  <a:pt x="2403799" y="3328468"/>
                  <a:pt x="2403799" y="3328468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595819" y="2980718"/>
                  <a:pt x="2595819" y="2980718"/>
                  <a:pt x="2595819" y="2980718"/>
                </a:cubicBezTo>
                <a:cubicBezTo>
                  <a:pt x="2674048" y="3498794"/>
                  <a:pt x="2674048" y="3498794"/>
                  <a:pt x="2674048" y="3498794"/>
                </a:cubicBezTo>
                <a:cubicBezTo>
                  <a:pt x="2595819" y="3491697"/>
                  <a:pt x="2517588" y="3484601"/>
                  <a:pt x="2432247" y="3477504"/>
                </a:cubicBezTo>
                <a:close/>
                <a:moveTo>
                  <a:pt x="1898860" y="2789100"/>
                </a:moveTo>
                <a:cubicBezTo>
                  <a:pt x="2133549" y="2845876"/>
                  <a:pt x="2133549" y="2845876"/>
                  <a:pt x="2133549" y="2845876"/>
                </a:cubicBezTo>
                <a:cubicBezTo>
                  <a:pt x="2453582" y="2725227"/>
                  <a:pt x="2453582" y="2725227"/>
                  <a:pt x="2453582" y="2725227"/>
                </a:cubicBezTo>
                <a:cubicBezTo>
                  <a:pt x="2631378" y="2810391"/>
                  <a:pt x="2631378" y="2810391"/>
                  <a:pt x="2631378" y="2810391"/>
                </a:cubicBezTo>
                <a:cubicBezTo>
                  <a:pt x="2453582" y="2782004"/>
                  <a:pt x="2453582" y="2782004"/>
                  <a:pt x="2453582" y="2782004"/>
                </a:cubicBezTo>
                <a:cubicBezTo>
                  <a:pt x="2126438" y="2902651"/>
                  <a:pt x="2126438" y="2902651"/>
                  <a:pt x="2126438" y="2902651"/>
                </a:cubicBezTo>
                <a:lnTo>
                  <a:pt x="1898860" y="2789100"/>
                </a:lnTo>
                <a:close/>
                <a:moveTo>
                  <a:pt x="1223235" y="3349758"/>
                </a:moveTo>
                <a:cubicBezTo>
                  <a:pt x="1102335" y="3023300"/>
                  <a:pt x="1102335" y="3023300"/>
                  <a:pt x="1102335" y="3023300"/>
                </a:cubicBezTo>
                <a:cubicBezTo>
                  <a:pt x="938762" y="2973621"/>
                  <a:pt x="938762" y="2973621"/>
                  <a:pt x="938762" y="2973621"/>
                </a:cubicBezTo>
                <a:cubicBezTo>
                  <a:pt x="1216123" y="2888458"/>
                  <a:pt x="1216123" y="2888458"/>
                  <a:pt x="1216123" y="2888458"/>
                </a:cubicBezTo>
                <a:cubicBezTo>
                  <a:pt x="1322800" y="3243304"/>
                  <a:pt x="1322800" y="3243304"/>
                  <a:pt x="1322800" y="3243304"/>
                </a:cubicBezTo>
                <a:cubicBezTo>
                  <a:pt x="1977089" y="3143947"/>
                  <a:pt x="1977089" y="3143947"/>
                  <a:pt x="1977089" y="3143947"/>
                </a:cubicBezTo>
                <a:lnTo>
                  <a:pt x="1223235" y="3349758"/>
                </a:lnTo>
                <a:close/>
                <a:moveTo>
                  <a:pt x="1102335" y="2313605"/>
                </a:moveTo>
                <a:cubicBezTo>
                  <a:pt x="1130781" y="2313605"/>
                  <a:pt x="1130781" y="2313605"/>
                  <a:pt x="1130781" y="2313605"/>
                </a:cubicBezTo>
                <a:cubicBezTo>
                  <a:pt x="1130781" y="2491029"/>
                  <a:pt x="1130781" y="2491029"/>
                  <a:pt x="1130781" y="2491029"/>
                </a:cubicBezTo>
                <a:cubicBezTo>
                  <a:pt x="1102335" y="2491029"/>
                  <a:pt x="1102335" y="2491029"/>
                  <a:pt x="1102335" y="2491029"/>
                </a:cubicBezTo>
                <a:lnTo>
                  <a:pt x="1102335" y="2313605"/>
                </a:lnTo>
                <a:close/>
                <a:moveTo>
                  <a:pt x="1166340" y="2313605"/>
                </a:moveTo>
                <a:cubicBezTo>
                  <a:pt x="1329912" y="2313605"/>
                  <a:pt x="1329912" y="2313605"/>
                  <a:pt x="1329912" y="2313605"/>
                </a:cubicBezTo>
                <a:cubicBezTo>
                  <a:pt x="1329912" y="2491029"/>
                  <a:pt x="1329912" y="2491029"/>
                  <a:pt x="1329912" y="2491029"/>
                </a:cubicBezTo>
                <a:cubicBezTo>
                  <a:pt x="1166340" y="2491029"/>
                  <a:pt x="1166340" y="2491029"/>
                  <a:pt x="1166340" y="2491029"/>
                </a:cubicBezTo>
                <a:lnTo>
                  <a:pt x="1166340" y="2313605"/>
                </a:lnTo>
                <a:close/>
                <a:moveTo>
                  <a:pt x="768078" y="1887788"/>
                </a:moveTo>
                <a:cubicBezTo>
                  <a:pt x="768078" y="1887788"/>
                  <a:pt x="768078" y="1887788"/>
                  <a:pt x="768078" y="1887788"/>
                </a:cubicBezTo>
                <a:cubicBezTo>
                  <a:pt x="561835" y="1887788"/>
                  <a:pt x="561835" y="1887788"/>
                  <a:pt x="561835" y="1887788"/>
                </a:cubicBezTo>
                <a:cubicBezTo>
                  <a:pt x="561835" y="709695"/>
                  <a:pt x="561835" y="709695"/>
                  <a:pt x="561835" y="709695"/>
                </a:cubicBezTo>
                <a:cubicBezTo>
                  <a:pt x="782301" y="709695"/>
                  <a:pt x="782301" y="709695"/>
                  <a:pt x="782301" y="709695"/>
                </a:cubicBezTo>
                <a:cubicBezTo>
                  <a:pt x="782301" y="695500"/>
                  <a:pt x="782301" y="695500"/>
                  <a:pt x="782301" y="695500"/>
                </a:cubicBezTo>
                <a:cubicBezTo>
                  <a:pt x="1059663" y="695500"/>
                  <a:pt x="1059663" y="695500"/>
                  <a:pt x="1059663" y="695500"/>
                </a:cubicBezTo>
                <a:cubicBezTo>
                  <a:pt x="1059663" y="702598"/>
                  <a:pt x="1059663" y="709695"/>
                  <a:pt x="1066775" y="716792"/>
                </a:cubicBezTo>
                <a:cubicBezTo>
                  <a:pt x="839196" y="809052"/>
                  <a:pt x="839196" y="809052"/>
                  <a:pt x="839196" y="809052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03637" y="809052"/>
                  <a:pt x="803637" y="809052"/>
                  <a:pt x="803637" y="809052"/>
                </a:cubicBezTo>
                <a:cubicBezTo>
                  <a:pt x="853420" y="936796"/>
                  <a:pt x="853420" y="936796"/>
                  <a:pt x="853420" y="936796"/>
                </a:cubicBezTo>
                <a:cubicBezTo>
                  <a:pt x="881868" y="922603"/>
                  <a:pt x="881868" y="922603"/>
                  <a:pt x="881868" y="922603"/>
                </a:cubicBezTo>
                <a:cubicBezTo>
                  <a:pt x="874756" y="908409"/>
                  <a:pt x="874756" y="908409"/>
                  <a:pt x="874756" y="908409"/>
                </a:cubicBezTo>
                <a:cubicBezTo>
                  <a:pt x="1102335" y="816149"/>
                  <a:pt x="1102335" y="816149"/>
                  <a:pt x="1102335" y="816149"/>
                </a:cubicBezTo>
                <a:cubicBezTo>
                  <a:pt x="1109445" y="823246"/>
                  <a:pt x="1116557" y="830343"/>
                  <a:pt x="1116557" y="837439"/>
                </a:cubicBezTo>
                <a:cubicBezTo>
                  <a:pt x="952985" y="1007767"/>
                  <a:pt x="952985" y="1007767"/>
                  <a:pt x="952985" y="1007767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17426" y="1021960"/>
                  <a:pt x="917426" y="1021960"/>
                  <a:pt x="917426" y="1021960"/>
                </a:cubicBezTo>
                <a:cubicBezTo>
                  <a:pt x="1016992" y="1121317"/>
                  <a:pt x="1016992" y="1121317"/>
                  <a:pt x="1016992" y="1121317"/>
                </a:cubicBezTo>
                <a:cubicBezTo>
                  <a:pt x="1038328" y="1100027"/>
                  <a:pt x="1038328" y="1100027"/>
                  <a:pt x="1038328" y="1100027"/>
                </a:cubicBezTo>
                <a:cubicBezTo>
                  <a:pt x="1024104" y="1085832"/>
                  <a:pt x="1024104" y="1085832"/>
                  <a:pt x="1024104" y="1085832"/>
                </a:cubicBezTo>
                <a:cubicBezTo>
                  <a:pt x="1194788" y="915506"/>
                  <a:pt x="1194788" y="915506"/>
                  <a:pt x="1194788" y="915506"/>
                </a:cubicBezTo>
                <a:cubicBezTo>
                  <a:pt x="1201900" y="922603"/>
                  <a:pt x="1209012" y="929700"/>
                  <a:pt x="1216123" y="929700"/>
                </a:cubicBezTo>
                <a:cubicBezTo>
                  <a:pt x="1130781" y="1156802"/>
                  <a:pt x="1130781" y="1156802"/>
                  <a:pt x="1130781" y="1156802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02335" y="1178093"/>
                  <a:pt x="1102335" y="1178093"/>
                  <a:pt x="1102335" y="1178093"/>
                </a:cubicBezTo>
                <a:cubicBezTo>
                  <a:pt x="1230347" y="1227771"/>
                  <a:pt x="1230347" y="1227771"/>
                  <a:pt x="1230347" y="1227771"/>
                </a:cubicBezTo>
                <a:cubicBezTo>
                  <a:pt x="1244571" y="1199384"/>
                  <a:pt x="1244571" y="1199384"/>
                  <a:pt x="1244571" y="1199384"/>
                </a:cubicBezTo>
                <a:cubicBezTo>
                  <a:pt x="1230347" y="1192287"/>
                  <a:pt x="1230347" y="1192287"/>
                  <a:pt x="1230347" y="1192287"/>
                </a:cubicBezTo>
                <a:cubicBezTo>
                  <a:pt x="1315690" y="972282"/>
                  <a:pt x="1315690" y="972282"/>
                  <a:pt x="1315690" y="972282"/>
                </a:cubicBezTo>
                <a:cubicBezTo>
                  <a:pt x="1329912" y="972282"/>
                  <a:pt x="1337024" y="979378"/>
                  <a:pt x="1351248" y="979378"/>
                </a:cubicBezTo>
                <a:cubicBezTo>
                  <a:pt x="1351248" y="1213578"/>
                  <a:pt x="1351248" y="1213578"/>
                  <a:pt x="1351248" y="1213578"/>
                </a:cubicBezTo>
                <a:cubicBezTo>
                  <a:pt x="1329912" y="1213578"/>
                  <a:pt x="1329912" y="1213578"/>
                  <a:pt x="1329912" y="1213578"/>
                </a:cubicBezTo>
                <a:cubicBezTo>
                  <a:pt x="1329912" y="1887788"/>
                  <a:pt x="1329912" y="1887788"/>
                  <a:pt x="1329912" y="1887788"/>
                </a:cubicBezTo>
                <a:lnTo>
                  <a:pt x="768078" y="1887788"/>
                </a:lnTo>
                <a:close/>
                <a:moveTo>
                  <a:pt x="526275" y="1887788"/>
                </a:moveTo>
                <a:cubicBezTo>
                  <a:pt x="483605" y="1887788"/>
                  <a:pt x="483605" y="1887788"/>
                  <a:pt x="483605" y="1887788"/>
                </a:cubicBezTo>
                <a:cubicBezTo>
                  <a:pt x="483605" y="709695"/>
                  <a:pt x="483605" y="709695"/>
                  <a:pt x="483605" y="709695"/>
                </a:cubicBezTo>
                <a:cubicBezTo>
                  <a:pt x="526275" y="709695"/>
                  <a:pt x="526275" y="709695"/>
                  <a:pt x="526275" y="709695"/>
                </a:cubicBezTo>
                <a:lnTo>
                  <a:pt x="526275" y="1887788"/>
                </a:lnTo>
                <a:close/>
                <a:moveTo>
                  <a:pt x="1088111" y="787761"/>
                </a:moveTo>
                <a:cubicBezTo>
                  <a:pt x="1088111" y="794857"/>
                  <a:pt x="1095223" y="794857"/>
                  <a:pt x="1095223" y="801955"/>
                </a:cubicBezTo>
                <a:cubicBezTo>
                  <a:pt x="888978" y="887118"/>
                  <a:pt x="888978" y="887118"/>
                  <a:pt x="888978" y="887118"/>
                </a:cubicBezTo>
                <a:cubicBezTo>
                  <a:pt x="881868" y="872924"/>
                  <a:pt x="881868" y="872924"/>
                  <a:pt x="881868" y="872924"/>
                </a:cubicBezTo>
                <a:lnTo>
                  <a:pt x="1088111" y="787761"/>
                </a:lnTo>
                <a:close/>
                <a:moveTo>
                  <a:pt x="867644" y="404525"/>
                </a:moveTo>
                <a:cubicBezTo>
                  <a:pt x="874756" y="390332"/>
                  <a:pt x="874756" y="390332"/>
                  <a:pt x="874756" y="390332"/>
                </a:cubicBezTo>
                <a:cubicBezTo>
                  <a:pt x="1109445" y="489689"/>
                  <a:pt x="1109445" y="489689"/>
                  <a:pt x="1109445" y="489689"/>
                </a:cubicBezTo>
                <a:cubicBezTo>
                  <a:pt x="1102335" y="496786"/>
                  <a:pt x="1102335" y="496786"/>
                  <a:pt x="1102335" y="496786"/>
                </a:cubicBezTo>
                <a:lnTo>
                  <a:pt x="867644" y="404525"/>
                </a:lnTo>
                <a:close/>
                <a:moveTo>
                  <a:pt x="1180564" y="880021"/>
                </a:moveTo>
                <a:cubicBezTo>
                  <a:pt x="1180564" y="887118"/>
                  <a:pt x="1187676" y="887118"/>
                  <a:pt x="1194788" y="894216"/>
                </a:cubicBezTo>
                <a:cubicBezTo>
                  <a:pt x="1009880" y="1057445"/>
                  <a:pt x="1009880" y="1057445"/>
                  <a:pt x="1009880" y="1057445"/>
                </a:cubicBezTo>
                <a:cubicBezTo>
                  <a:pt x="1002768" y="1050348"/>
                  <a:pt x="1002768" y="1050348"/>
                  <a:pt x="1002768" y="1050348"/>
                </a:cubicBezTo>
                <a:lnTo>
                  <a:pt x="1180564" y="880021"/>
                </a:lnTo>
                <a:close/>
                <a:moveTo>
                  <a:pt x="995657" y="205811"/>
                </a:moveTo>
                <a:cubicBezTo>
                  <a:pt x="1024104" y="212908"/>
                  <a:pt x="1024104" y="212908"/>
                  <a:pt x="1024104" y="212908"/>
                </a:cubicBezTo>
                <a:cubicBezTo>
                  <a:pt x="1194788" y="383235"/>
                  <a:pt x="1194788" y="383235"/>
                  <a:pt x="1194788" y="383235"/>
                </a:cubicBezTo>
                <a:cubicBezTo>
                  <a:pt x="1180564" y="397429"/>
                  <a:pt x="1180564" y="397429"/>
                  <a:pt x="1180564" y="397429"/>
                </a:cubicBezTo>
                <a:lnTo>
                  <a:pt x="995657" y="205811"/>
                </a:lnTo>
                <a:close/>
                <a:moveTo>
                  <a:pt x="1287242" y="943894"/>
                </a:moveTo>
                <a:cubicBezTo>
                  <a:pt x="1294354" y="943894"/>
                  <a:pt x="1294354" y="950991"/>
                  <a:pt x="1301466" y="950991"/>
                </a:cubicBezTo>
                <a:cubicBezTo>
                  <a:pt x="1209012" y="1178093"/>
                  <a:pt x="1209012" y="1178093"/>
                  <a:pt x="1209012" y="1178093"/>
                </a:cubicBezTo>
                <a:cubicBezTo>
                  <a:pt x="1194788" y="1170996"/>
                  <a:pt x="1194788" y="1170996"/>
                  <a:pt x="1194788" y="1170996"/>
                </a:cubicBezTo>
                <a:lnTo>
                  <a:pt x="1287242" y="943894"/>
                </a:lnTo>
                <a:close/>
                <a:moveTo>
                  <a:pt x="1187676" y="70969"/>
                </a:moveTo>
                <a:cubicBezTo>
                  <a:pt x="1216123" y="120647"/>
                  <a:pt x="1216123" y="120647"/>
                  <a:pt x="1216123" y="120647"/>
                </a:cubicBezTo>
                <a:cubicBezTo>
                  <a:pt x="1315690" y="326460"/>
                  <a:pt x="1315690" y="326460"/>
                  <a:pt x="1315690" y="326460"/>
                </a:cubicBezTo>
                <a:cubicBezTo>
                  <a:pt x="1308578" y="326460"/>
                  <a:pt x="1301466" y="333557"/>
                  <a:pt x="1294354" y="333557"/>
                </a:cubicBezTo>
                <a:lnTo>
                  <a:pt x="1187676" y="70969"/>
                </a:lnTo>
                <a:close/>
                <a:moveTo>
                  <a:pt x="1401031" y="2292313"/>
                </a:moveTo>
                <a:cubicBezTo>
                  <a:pt x="1401031" y="2292313"/>
                  <a:pt x="1401031" y="2292313"/>
                  <a:pt x="1401031" y="2292313"/>
                </a:cubicBezTo>
                <a:cubicBezTo>
                  <a:pt x="1429478" y="2327798"/>
                  <a:pt x="1429478" y="2327798"/>
                  <a:pt x="1429478" y="2327798"/>
                </a:cubicBezTo>
                <a:cubicBezTo>
                  <a:pt x="1429478" y="2491029"/>
                  <a:pt x="1429478" y="2491029"/>
                  <a:pt x="1429478" y="2491029"/>
                </a:cubicBezTo>
                <a:cubicBezTo>
                  <a:pt x="1401031" y="2491029"/>
                  <a:pt x="1401031" y="2491029"/>
                  <a:pt x="1401031" y="2491029"/>
                </a:cubicBezTo>
                <a:lnTo>
                  <a:pt x="1401031" y="2292313"/>
                </a:lnTo>
                <a:close/>
                <a:moveTo>
                  <a:pt x="1401031" y="2001338"/>
                </a:moveTo>
                <a:cubicBezTo>
                  <a:pt x="1401031" y="2001338"/>
                  <a:pt x="1401031" y="2001338"/>
                  <a:pt x="1401031" y="2001338"/>
                </a:cubicBezTo>
                <a:cubicBezTo>
                  <a:pt x="1429478" y="2036823"/>
                  <a:pt x="1429478" y="2036823"/>
                  <a:pt x="1429478" y="2036823"/>
                </a:cubicBezTo>
                <a:cubicBezTo>
                  <a:pt x="1429478" y="2178762"/>
                  <a:pt x="1429478" y="2178762"/>
                  <a:pt x="1429478" y="2178762"/>
                </a:cubicBezTo>
                <a:cubicBezTo>
                  <a:pt x="1401031" y="2178762"/>
                  <a:pt x="1401031" y="2178762"/>
                  <a:pt x="1401031" y="2178762"/>
                </a:cubicBezTo>
                <a:lnTo>
                  <a:pt x="1401031" y="2001338"/>
                </a:lnTo>
                <a:close/>
                <a:moveTo>
                  <a:pt x="1401031" y="1213578"/>
                </a:moveTo>
                <a:cubicBezTo>
                  <a:pt x="1415255" y="1213578"/>
                  <a:pt x="1415255" y="1213578"/>
                  <a:pt x="1415255" y="1213578"/>
                </a:cubicBezTo>
                <a:cubicBezTo>
                  <a:pt x="1415255" y="965185"/>
                  <a:pt x="1415255" y="965185"/>
                  <a:pt x="1415255" y="965185"/>
                </a:cubicBezTo>
                <a:cubicBezTo>
                  <a:pt x="1422367" y="965185"/>
                  <a:pt x="1429478" y="965185"/>
                  <a:pt x="1429478" y="965185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894884"/>
                  <a:pt x="1429478" y="1894884"/>
                  <a:pt x="1429478" y="1894884"/>
                </a:cubicBezTo>
                <a:cubicBezTo>
                  <a:pt x="1401031" y="1894884"/>
                  <a:pt x="1401031" y="1894884"/>
                  <a:pt x="1401031" y="1894884"/>
                </a:cubicBezTo>
                <a:lnTo>
                  <a:pt x="1401031" y="1213578"/>
                </a:lnTo>
                <a:close/>
                <a:moveTo>
                  <a:pt x="1415255" y="35485"/>
                </a:moveTo>
                <a:cubicBezTo>
                  <a:pt x="1429478" y="35485"/>
                  <a:pt x="1429478" y="35485"/>
                  <a:pt x="1429478" y="35485"/>
                </a:cubicBezTo>
                <a:cubicBezTo>
                  <a:pt x="1429478" y="319363"/>
                  <a:pt x="1429478" y="319363"/>
                  <a:pt x="1429478" y="319363"/>
                </a:cubicBezTo>
                <a:cubicBezTo>
                  <a:pt x="1429478" y="319363"/>
                  <a:pt x="1422367" y="319363"/>
                  <a:pt x="1415255" y="312265"/>
                </a:cubicBezTo>
                <a:lnTo>
                  <a:pt x="1415255" y="35485"/>
                </a:lnTo>
                <a:close/>
                <a:moveTo>
                  <a:pt x="1507708" y="432914"/>
                </a:moveTo>
                <a:cubicBezTo>
                  <a:pt x="1543267" y="432914"/>
                  <a:pt x="1578827" y="468399"/>
                  <a:pt x="1578827" y="503883"/>
                </a:cubicBezTo>
                <a:cubicBezTo>
                  <a:pt x="1578827" y="546464"/>
                  <a:pt x="1543267" y="574853"/>
                  <a:pt x="1507708" y="574853"/>
                </a:cubicBezTo>
                <a:cubicBezTo>
                  <a:pt x="1465038" y="574853"/>
                  <a:pt x="1436590" y="546464"/>
                  <a:pt x="1436590" y="503883"/>
                </a:cubicBezTo>
                <a:cubicBezTo>
                  <a:pt x="1436590" y="468399"/>
                  <a:pt x="1465038" y="432914"/>
                  <a:pt x="1507708" y="432914"/>
                </a:cubicBezTo>
                <a:close/>
                <a:moveTo>
                  <a:pt x="1642834" y="1163899"/>
                </a:moveTo>
                <a:cubicBezTo>
                  <a:pt x="1635722" y="1163899"/>
                  <a:pt x="1635722" y="1163899"/>
                  <a:pt x="1635722" y="1163899"/>
                </a:cubicBezTo>
                <a:cubicBezTo>
                  <a:pt x="1543267" y="929700"/>
                  <a:pt x="1543267" y="929700"/>
                  <a:pt x="1543267" y="929700"/>
                </a:cubicBezTo>
                <a:cubicBezTo>
                  <a:pt x="1564603" y="922603"/>
                  <a:pt x="1564603" y="922603"/>
                  <a:pt x="1564603" y="922603"/>
                </a:cubicBezTo>
                <a:lnTo>
                  <a:pt x="1642834" y="1163899"/>
                </a:lnTo>
                <a:close/>
                <a:moveTo>
                  <a:pt x="1657057" y="844536"/>
                </a:moveTo>
                <a:cubicBezTo>
                  <a:pt x="1834853" y="1014863"/>
                  <a:pt x="1834853" y="1014863"/>
                  <a:pt x="1834853" y="1014863"/>
                </a:cubicBezTo>
                <a:cubicBezTo>
                  <a:pt x="1820629" y="1029057"/>
                  <a:pt x="1820629" y="1029057"/>
                  <a:pt x="1820629" y="1029057"/>
                </a:cubicBezTo>
                <a:cubicBezTo>
                  <a:pt x="1642834" y="851634"/>
                  <a:pt x="1642834" y="851634"/>
                  <a:pt x="1642834" y="851634"/>
                </a:cubicBezTo>
                <a:cubicBezTo>
                  <a:pt x="1649945" y="851634"/>
                  <a:pt x="1649945" y="844536"/>
                  <a:pt x="1657057" y="844536"/>
                </a:cubicBezTo>
                <a:close/>
                <a:moveTo>
                  <a:pt x="1713951" y="730985"/>
                </a:moveTo>
                <a:cubicBezTo>
                  <a:pt x="1941530" y="823246"/>
                  <a:pt x="1941530" y="823246"/>
                  <a:pt x="1941530" y="823246"/>
                </a:cubicBezTo>
                <a:cubicBezTo>
                  <a:pt x="1934418" y="837439"/>
                  <a:pt x="1934418" y="837439"/>
                  <a:pt x="1934418" y="837439"/>
                </a:cubicBezTo>
                <a:cubicBezTo>
                  <a:pt x="1706839" y="738082"/>
                  <a:pt x="1706839" y="738082"/>
                  <a:pt x="1706839" y="738082"/>
                </a:cubicBezTo>
                <a:cubicBezTo>
                  <a:pt x="1706839" y="738082"/>
                  <a:pt x="1713951" y="730985"/>
                  <a:pt x="1713951" y="730985"/>
                </a:cubicBezTo>
                <a:close/>
                <a:moveTo>
                  <a:pt x="1984201" y="596143"/>
                </a:moveTo>
                <a:cubicBezTo>
                  <a:pt x="2666936" y="596143"/>
                  <a:pt x="2666936" y="596143"/>
                  <a:pt x="2666936" y="596143"/>
                </a:cubicBezTo>
                <a:cubicBezTo>
                  <a:pt x="2666936" y="624531"/>
                  <a:pt x="2666936" y="624531"/>
                  <a:pt x="2666936" y="624531"/>
                </a:cubicBezTo>
                <a:cubicBezTo>
                  <a:pt x="1984201" y="624531"/>
                  <a:pt x="1984201" y="624531"/>
                  <a:pt x="1984201" y="624531"/>
                </a:cubicBezTo>
                <a:lnTo>
                  <a:pt x="1984201" y="596143"/>
                </a:lnTo>
                <a:close/>
                <a:moveTo>
                  <a:pt x="2553148" y="390332"/>
                </a:moveTo>
                <a:cubicBezTo>
                  <a:pt x="2574483" y="567756"/>
                  <a:pt x="2574483" y="567756"/>
                  <a:pt x="2574483" y="567756"/>
                </a:cubicBezTo>
                <a:cubicBezTo>
                  <a:pt x="2560259" y="567756"/>
                  <a:pt x="2560259" y="567756"/>
                  <a:pt x="2560259" y="567756"/>
                </a:cubicBezTo>
                <a:cubicBezTo>
                  <a:pt x="2546036" y="383235"/>
                  <a:pt x="2546036" y="383235"/>
                  <a:pt x="2546036" y="383235"/>
                </a:cubicBezTo>
                <a:lnTo>
                  <a:pt x="2553148" y="390332"/>
                </a:lnTo>
                <a:close/>
                <a:moveTo>
                  <a:pt x="2631378" y="475496"/>
                </a:moveTo>
                <a:cubicBezTo>
                  <a:pt x="2823398" y="589046"/>
                  <a:pt x="2823398" y="589046"/>
                  <a:pt x="2823398" y="589046"/>
                </a:cubicBezTo>
                <a:cubicBezTo>
                  <a:pt x="2823398" y="603240"/>
                  <a:pt x="2823398" y="603240"/>
                  <a:pt x="2823398" y="603240"/>
                </a:cubicBezTo>
                <a:cubicBezTo>
                  <a:pt x="2631378" y="510981"/>
                  <a:pt x="2631378" y="510981"/>
                  <a:pt x="2631378" y="510981"/>
                </a:cubicBezTo>
                <a:lnTo>
                  <a:pt x="2631378" y="475496"/>
                </a:lnTo>
                <a:close/>
                <a:moveTo>
                  <a:pt x="2922963" y="631628"/>
                </a:moveTo>
                <a:cubicBezTo>
                  <a:pt x="2930075" y="660016"/>
                  <a:pt x="2930075" y="660016"/>
                  <a:pt x="2930075" y="660016"/>
                </a:cubicBezTo>
                <a:cubicBezTo>
                  <a:pt x="2716720" y="702598"/>
                  <a:pt x="2716720" y="702598"/>
                  <a:pt x="2716720" y="702598"/>
                </a:cubicBezTo>
                <a:cubicBezTo>
                  <a:pt x="2688272" y="688403"/>
                  <a:pt x="2688272" y="688403"/>
                  <a:pt x="2688272" y="688403"/>
                </a:cubicBezTo>
                <a:lnTo>
                  <a:pt x="2922963" y="631628"/>
                </a:lnTo>
                <a:close/>
                <a:moveTo>
                  <a:pt x="3065200" y="674210"/>
                </a:moveTo>
                <a:cubicBezTo>
                  <a:pt x="2866069" y="922603"/>
                  <a:pt x="2866069" y="922603"/>
                  <a:pt x="2866069" y="922603"/>
                </a:cubicBezTo>
                <a:cubicBezTo>
                  <a:pt x="2844733" y="901313"/>
                  <a:pt x="2844733" y="901313"/>
                  <a:pt x="2844733" y="901313"/>
                </a:cubicBezTo>
                <a:cubicBezTo>
                  <a:pt x="3043864" y="645822"/>
                  <a:pt x="3043864" y="645822"/>
                  <a:pt x="3043864" y="645822"/>
                </a:cubicBezTo>
                <a:lnTo>
                  <a:pt x="3065200" y="674210"/>
                </a:lnTo>
                <a:close/>
                <a:moveTo>
                  <a:pt x="3178989" y="695500"/>
                </a:moveTo>
                <a:cubicBezTo>
                  <a:pt x="3072312" y="1021960"/>
                  <a:pt x="3072312" y="1021960"/>
                  <a:pt x="3072312" y="1021960"/>
                </a:cubicBezTo>
                <a:cubicBezTo>
                  <a:pt x="3058088" y="1014863"/>
                  <a:pt x="3058088" y="1014863"/>
                  <a:pt x="3058088" y="1014863"/>
                </a:cubicBezTo>
                <a:cubicBezTo>
                  <a:pt x="3164765" y="681307"/>
                  <a:pt x="3164765" y="681307"/>
                  <a:pt x="3164765" y="681307"/>
                </a:cubicBezTo>
                <a:lnTo>
                  <a:pt x="3178989" y="695500"/>
                </a:lnTo>
                <a:close/>
                <a:moveTo>
                  <a:pt x="3278555" y="674210"/>
                </a:moveTo>
                <a:cubicBezTo>
                  <a:pt x="3292779" y="674210"/>
                  <a:pt x="3292779" y="674210"/>
                  <a:pt x="3292779" y="674210"/>
                </a:cubicBezTo>
                <a:cubicBezTo>
                  <a:pt x="3292779" y="1100027"/>
                  <a:pt x="3292779" y="1100027"/>
                  <a:pt x="3292779" y="1100027"/>
                </a:cubicBezTo>
                <a:cubicBezTo>
                  <a:pt x="3278555" y="1100027"/>
                  <a:pt x="3278555" y="1100027"/>
                  <a:pt x="3278555" y="1100027"/>
                </a:cubicBezTo>
                <a:lnTo>
                  <a:pt x="3278555" y="674210"/>
                </a:lnTo>
                <a:close/>
                <a:moveTo>
                  <a:pt x="1472150" y="2029727"/>
                </a:moveTo>
                <a:cubicBezTo>
                  <a:pt x="1543267" y="2029727"/>
                  <a:pt x="1543267" y="2029727"/>
                  <a:pt x="1543267" y="2029727"/>
                </a:cubicBezTo>
                <a:cubicBezTo>
                  <a:pt x="1543267" y="2178762"/>
                  <a:pt x="1543267" y="2178762"/>
                  <a:pt x="1543267" y="2178762"/>
                </a:cubicBezTo>
                <a:cubicBezTo>
                  <a:pt x="1472150" y="2178762"/>
                  <a:pt x="1472150" y="2178762"/>
                  <a:pt x="1472150" y="2178762"/>
                </a:cubicBezTo>
                <a:lnTo>
                  <a:pt x="1472150" y="2029727"/>
                </a:lnTo>
                <a:close/>
                <a:moveTo>
                  <a:pt x="1578827" y="1980048"/>
                </a:moveTo>
                <a:cubicBezTo>
                  <a:pt x="1607274" y="1958758"/>
                  <a:pt x="1607274" y="1958758"/>
                  <a:pt x="1607274" y="1958758"/>
                </a:cubicBezTo>
                <a:cubicBezTo>
                  <a:pt x="1607274" y="2207151"/>
                  <a:pt x="1607274" y="2207151"/>
                  <a:pt x="1607274" y="2207151"/>
                </a:cubicBezTo>
                <a:cubicBezTo>
                  <a:pt x="1578827" y="2192956"/>
                  <a:pt x="1578827" y="2192956"/>
                  <a:pt x="1578827" y="2192956"/>
                </a:cubicBezTo>
                <a:lnTo>
                  <a:pt x="1578827" y="1980048"/>
                </a:lnTo>
                <a:close/>
                <a:moveTo>
                  <a:pt x="2453582" y="1845206"/>
                </a:moveTo>
                <a:cubicBezTo>
                  <a:pt x="2453582" y="1674880"/>
                  <a:pt x="2453582" y="1674880"/>
                  <a:pt x="2453582" y="1674880"/>
                </a:cubicBezTo>
                <a:cubicBezTo>
                  <a:pt x="2474918" y="1674880"/>
                  <a:pt x="2474918" y="1674880"/>
                  <a:pt x="2474918" y="1674880"/>
                </a:cubicBezTo>
                <a:cubicBezTo>
                  <a:pt x="2489142" y="1823916"/>
                  <a:pt x="2489142" y="1823916"/>
                  <a:pt x="2489142" y="1823916"/>
                </a:cubicBezTo>
                <a:cubicBezTo>
                  <a:pt x="2595819" y="2022630"/>
                  <a:pt x="2595819" y="2022630"/>
                  <a:pt x="2595819" y="2022630"/>
                </a:cubicBezTo>
                <a:lnTo>
                  <a:pt x="2453582" y="1845206"/>
                </a:lnTo>
                <a:close/>
                <a:moveTo>
                  <a:pt x="2823398" y="1362613"/>
                </a:moveTo>
                <a:cubicBezTo>
                  <a:pt x="2823398" y="1291645"/>
                  <a:pt x="2823398" y="1291645"/>
                  <a:pt x="2823398" y="1291645"/>
                </a:cubicBezTo>
                <a:cubicBezTo>
                  <a:pt x="2851845" y="1291645"/>
                  <a:pt x="2851845" y="1291645"/>
                  <a:pt x="2851845" y="1291645"/>
                </a:cubicBezTo>
                <a:cubicBezTo>
                  <a:pt x="2908739" y="1348420"/>
                  <a:pt x="2908739" y="1348420"/>
                  <a:pt x="2908739" y="1348420"/>
                </a:cubicBezTo>
                <a:cubicBezTo>
                  <a:pt x="2894515" y="1447777"/>
                  <a:pt x="2894515" y="1447777"/>
                  <a:pt x="2894515" y="1447777"/>
                </a:cubicBezTo>
                <a:cubicBezTo>
                  <a:pt x="2830509" y="1490359"/>
                  <a:pt x="2830509" y="1490359"/>
                  <a:pt x="2830509" y="1490359"/>
                </a:cubicBezTo>
                <a:cubicBezTo>
                  <a:pt x="2809174" y="1490359"/>
                  <a:pt x="2809174" y="1490359"/>
                  <a:pt x="2809174" y="1490359"/>
                </a:cubicBezTo>
                <a:cubicBezTo>
                  <a:pt x="2809174" y="1440680"/>
                  <a:pt x="2809174" y="1440680"/>
                  <a:pt x="2809174" y="1440680"/>
                </a:cubicBezTo>
                <a:cubicBezTo>
                  <a:pt x="2844733" y="1440680"/>
                  <a:pt x="2844733" y="1440680"/>
                  <a:pt x="2844733" y="1440680"/>
                </a:cubicBezTo>
                <a:cubicBezTo>
                  <a:pt x="2844733" y="1426487"/>
                  <a:pt x="2844733" y="1426487"/>
                  <a:pt x="2844733" y="1426487"/>
                </a:cubicBezTo>
                <a:cubicBezTo>
                  <a:pt x="2809174" y="1426487"/>
                  <a:pt x="2809174" y="1426487"/>
                  <a:pt x="2809174" y="1426487"/>
                </a:cubicBezTo>
                <a:cubicBezTo>
                  <a:pt x="2809174" y="1362613"/>
                  <a:pt x="2809174" y="1362613"/>
                  <a:pt x="2809174" y="1362613"/>
                </a:cubicBezTo>
                <a:lnTo>
                  <a:pt x="2823398" y="1362613"/>
                </a:lnTo>
                <a:close/>
                <a:moveTo>
                  <a:pt x="2894515" y="1554231"/>
                </a:moveTo>
                <a:cubicBezTo>
                  <a:pt x="2851845" y="1554231"/>
                  <a:pt x="2851845" y="1554231"/>
                  <a:pt x="2851845" y="1554231"/>
                </a:cubicBezTo>
                <a:cubicBezTo>
                  <a:pt x="2851845" y="1504552"/>
                  <a:pt x="2851845" y="1504552"/>
                  <a:pt x="2851845" y="1504552"/>
                </a:cubicBezTo>
                <a:cubicBezTo>
                  <a:pt x="2930075" y="1461971"/>
                  <a:pt x="2930075" y="1461971"/>
                  <a:pt x="2930075" y="1461971"/>
                </a:cubicBezTo>
                <a:lnTo>
                  <a:pt x="2894515" y="1554231"/>
                </a:lnTo>
                <a:close/>
                <a:moveTo>
                  <a:pt x="2937186" y="3527182"/>
                </a:moveTo>
                <a:cubicBezTo>
                  <a:pt x="3029641" y="3037493"/>
                  <a:pt x="3029641" y="3037493"/>
                  <a:pt x="3029641" y="3037493"/>
                </a:cubicBezTo>
                <a:cubicBezTo>
                  <a:pt x="3008305" y="2860069"/>
                  <a:pt x="3008305" y="2860069"/>
                  <a:pt x="3008305" y="2860069"/>
                </a:cubicBezTo>
                <a:cubicBezTo>
                  <a:pt x="2930075" y="3200723"/>
                  <a:pt x="2930075" y="3200723"/>
                  <a:pt x="2930075" y="3200723"/>
                </a:cubicBezTo>
                <a:cubicBezTo>
                  <a:pt x="2887403" y="3200723"/>
                  <a:pt x="2887403" y="3200723"/>
                  <a:pt x="2887403" y="3200723"/>
                </a:cubicBezTo>
                <a:cubicBezTo>
                  <a:pt x="2887403" y="2895554"/>
                  <a:pt x="2887403" y="2895554"/>
                  <a:pt x="2887403" y="2895554"/>
                </a:cubicBezTo>
                <a:cubicBezTo>
                  <a:pt x="3015417" y="2803294"/>
                  <a:pt x="3015417" y="2803294"/>
                  <a:pt x="3015417" y="2803294"/>
                </a:cubicBezTo>
                <a:cubicBezTo>
                  <a:pt x="3079424" y="2271023"/>
                  <a:pt x="3079424" y="2271023"/>
                  <a:pt x="3079424" y="2271023"/>
                </a:cubicBezTo>
                <a:cubicBezTo>
                  <a:pt x="2830509" y="2838779"/>
                  <a:pt x="2830509" y="2838779"/>
                  <a:pt x="2830509" y="2838779"/>
                </a:cubicBezTo>
                <a:cubicBezTo>
                  <a:pt x="2809174" y="2838779"/>
                  <a:pt x="2809174" y="2838779"/>
                  <a:pt x="2809174" y="2838779"/>
                </a:cubicBezTo>
                <a:cubicBezTo>
                  <a:pt x="2809174" y="2491029"/>
                  <a:pt x="2809174" y="2491029"/>
                  <a:pt x="2809174" y="2491029"/>
                </a:cubicBezTo>
                <a:cubicBezTo>
                  <a:pt x="2887403" y="2271023"/>
                  <a:pt x="2887403" y="2271023"/>
                  <a:pt x="2887403" y="2271023"/>
                </a:cubicBezTo>
                <a:cubicBezTo>
                  <a:pt x="2738055" y="2143277"/>
                  <a:pt x="2738055" y="2143277"/>
                  <a:pt x="2738055" y="2143277"/>
                </a:cubicBezTo>
                <a:cubicBezTo>
                  <a:pt x="2887403" y="1987145"/>
                  <a:pt x="2887403" y="1987145"/>
                  <a:pt x="2887403" y="1987145"/>
                </a:cubicBezTo>
                <a:cubicBezTo>
                  <a:pt x="2937186" y="2015533"/>
                  <a:pt x="2937186" y="2015533"/>
                  <a:pt x="2937186" y="2015533"/>
                </a:cubicBezTo>
                <a:cubicBezTo>
                  <a:pt x="2873181" y="2136181"/>
                  <a:pt x="2873181" y="2136181"/>
                  <a:pt x="2873181" y="2136181"/>
                </a:cubicBezTo>
                <a:cubicBezTo>
                  <a:pt x="3022529" y="2263926"/>
                  <a:pt x="3022529" y="2263926"/>
                  <a:pt x="3022529" y="2263926"/>
                </a:cubicBezTo>
                <a:cubicBezTo>
                  <a:pt x="3242996" y="2100697"/>
                  <a:pt x="3242996" y="2100697"/>
                  <a:pt x="3242996" y="2100697"/>
                </a:cubicBezTo>
                <a:cubicBezTo>
                  <a:pt x="3399456" y="1547134"/>
                  <a:pt x="3399456" y="1547134"/>
                  <a:pt x="3399456" y="1547134"/>
                </a:cubicBezTo>
                <a:cubicBezTo>
                  <a:pt x="3335449" y="1305838"/>
                  <a:pt x="3335449" y="1305838"/>
                  <a:pt x="3335449" y="1305838"/>
                </a:cubicBezTo>
                <a:cubicBezTo>
                  <a:pt x="3427903" y="1227771"/>
                  <a:pt x="3427903" y="1227771"/>
                  <a:pt x="3427903" y="1227771"/>
                </a:cubicBezTo>
                <a:cubicBezTo>
                  <a:pt x="3456351" y="1185191"/>
                  <a:pt x="3456351" y="1185191"/>
                  <a:pt x="3456351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285667" y="1249063"/>
                  <a:pt x="3285667" y="1249063"/>
                  <a:pt x="3285667" y="1249063"/>
                </a:cubicBezTo>
                <a:cubicBezTo>
                  <a:pt x="3250108" y="1603910"/>
                  <a:pt x="3250108" y="1603910"/>
                  <a:pt x="3250108" y="1603910"/>
                </a:cubicBezTo>
                <a:cubicBezTo>
                  <a:pt x="2965634" y="1618104"/>
                  <a:pt x="2965634" y="1618104"/>
                  <a:pt x="2965634" y="1618104"/>
                </a:cubicBezTo>
                <a:cubicBezTo>
                  <a:pt x="3271443" y="1653588"/>
                  <a:pt x="3271443" y="1653588"/>
                  <a:pt x="3271443" y="1653588"/>
                </a:cubicBezTo>
                <a:cubicBezTo>
                  <a:pt x="2958522" y="1703267"/>
                  <a:pt x="2958522" y="1703267"/>
                  <a:pt x="2958522" y="1703267"/>
                </a:cubicBezTo>
                <a:cubicBezTo>
                  <a:pt x="2994081" y="1809721"/>
                  <a:pt x="2994081" y="1809721"/>
                  <a:pt x="2994081" y="1809721"/>
                </a:cubicBezTo>
                <a:cubicBezTo>
                  <a:pt x="2937186" y="1880691"/>
                  <a:pt x="2937186" y="1880691"/>
                  <a:pt x="2937186" y="1880691"/>
                </a:cubicBezTo>
                <a:cubicBezTo>
                  <a:pt x="2802062" y="1823916"/>
                  <a:pt x="2802062" y="1823916"/>
                  <a:pt x="2802062" y="1823916"/>
                </a:cubicBezTo>
                <a:cubicBezTo>
                  <a:pt x="2681160" y="1887788"/>
                  <a:pt x="2681160" y="1887788"/>
                  <a:pt x="2681160" y="1887788"/>
                </a:cubicBezTo>
                <a:cubicBezTo>
                  <a:pt x="2617154" y="1816819"/>
                  <a:pt x="2617154" y="1816819"/>
                  <a:pt x="2617154" y="1816819"/>
                </a:cubicBezTo>
                <a:cubicBezTo>
                  <a:pt x="2695384" y="1575523"/>
                  <a:pt x="2695384" y="1575523"/>
                  <a:pt x="2695384" y="1575523"/>
                </a:cubicBezTo>
                <a:cubicBezTo>
                  <a:pt x="2730943" y="1575523"/>
                  <a:pt x="2730943" y="1575523"/>
                  <a:pt x="2730943" y="1575523"/>
                </a:cubicBezTo>
                <a:cubicBezTo>
                  <a:pt x="2752279" y="1781334"/>
                  <a:pt x="2752279" y="1781334"/>
                  <a:pt x="2752279" y="1781334"/>
                </a:cubicBezTo>
                <a:cubicBezTo>
                  <a:pt x="2802062" y="1632298"/>
                  <a:pt x="2802062" y="1632298"/>
                  <a:pt x="2802062" y="1632298"/>
                </a:cubicBezTo>
                <a:cubicBezTo>
                  <a:pt x="2922963" y="1639395"/>
                  <a:pt x="2922963" y="1639395"/>
                  <a:pt x="2922963" y="1639395"/>
                </a:cubicBezTo>
                <a:cubicBezTo>
                  <a:pt x="2873181" y="1618104"/>
                  <a:pt x="2873181" y="1618104"/>
                  <a:pt x="2873181" y="1618104"/>
                </a:cubicBezTo>
                <a:cubicBezTo>
                  <a:pt x="2951410" y="1611006"/>
                  <a:pt x="2951410" y="1611006"/>
                  <a:pt x="2951410" y="1611006"/>
                </a:cubicBezTo>
                <a:cubicBezTo>
                  <a:pt x="2930075" y="1561328"/>
                  <a:pt x="2930075" y="1561328"/>
                  <a:pt x="2930075" y="1561328"/>
                </a:cubicBezTo>
                <a:cubicBezTo>
                  <a:pt x="2972746" y="1490359"/>
                  <a:pt x="2972746" y="1490359"/>
                  <a:pt x="2972746" y="1490359"/>
                </a:cubicBezTo>
                <a:cubicBezTo>
                  <a:pt x="2994081" y="1334226"/>
                  <a:pt x="2994081" y="1334226"/>
                  <a:pt x="2994081" y="1334226"/>
                </a:cubicBezTo>
                <a:cubicBezTo>
                  <a:pt x="2887403" y="1241966"/>
                  <a:pt x="2887403" y="1241966"/>
                  <a:pt x="2887403" y="1241966"/>
                </a:cubicBezTo>
                <a:cubicBezTo>
                  <a:pt x="2802062" y="1249063"/>
                  <a:pt x="2802062" y="1249063"/>
                  <a:pt x="2802062" y="1249063"/>
                </a:cubicBezTo>
                <a:cubicBezTo>
                  <a:pt x="2730943" y="1305838"/>
                  <a:pt x="2730943" y="1305838"/>
                  <a:pt x="2730943" y="1305838"/>
                </a:cubicBezTo>
                <a:cubicBezTo>
                  <a:pt x="2709608" y="865828"/>
                  <a:pt x="2709608" y="865828"/>
                  <a:pt x="2709608" y="865828"/>
                </a:cubicBezTo>
                <a:cubicBezTo>
                  <a:pt x="2688272" y="837439"/>
                  <a:pt x="2688272" y="837439"/>
                  <a:pt x="2688272" y="837439"/>
                </a:cubicBezTo>
                <a:cubicBezTo>
                  <a:pt x="2666936" y="1568425"/>
                  <a:pt x="2666936" y="1568425"/>
                  <a:pt x="2666936" y="1568425"/>
                </a:cubicBezTo>
                <a:cubicBezTo>
                  <a:pt x="2610043" y="1653588"/>
                  <a:pt x="2610043" y="1653588"/>
                  <a:pt x="2610043" y="1653588"/>
                </a:cubicBezTo>
                <a:cubicBezTo>
                  <a:pt x="2610043" y="1653588"/>
                  <a:pt x="2602931" y="1646492"/>
                  <a:pt x="2588707" y="1596813"/>
                </a:cubicBezTo>
                <a:cubicBezTo>
                  <a:pt x="2574483" y="1547134"/>
                  <a:pt x="2595819" y="1419389"/>
                  <a:pt x="2595819" y="1419389"/>
                </a:cubicBezTo>
                <a:cubicBezTo>
                  <a:pt x="2652714" y="851634"/>
                  <a:pt x="2652714" y="851634"/>
                  <a:pt x="2652714" y="851634"/>
                </a:cubicBezTo>
                <a:cubicBezTo>
                  <a:pt x="2610043" y="901313"/>
                  <a:pt x="2610043" y="901313"/>
                  <a:pt x="2610043" y="901313"/>
                </a:cubicBezTo>
                <a:cubicBezTo>
                  <a:pt x="2581595" y="1249063"/>
                  <a:pt x="2581595" y="1249063"/>
                  <a:pt x="2581595" y="1249063"/>
                </a:cubicBezTo>
                <a:cubicBezTo>
                  <a:pt x="2453582" y="1341323"/>
                  <a:pt x="2453582" y="1341323"/>
                  <a:pt x="2453582" y="1341323"/>
                </a:cubicBezTo>
                <a:cubicBezTo>
                  <a:pt x="2418023" y="1525844"/>
                  <a:pt x="2418023" y="1525844"/>
                  <a:pt x="2418023" y="1525844"/>
                </a:cubicBezTo>
                <a:cubicBezTo>
                  <a:pt x="2467806" y="1383905"/>
                  <a:pt x="2467806" y="1383905"/>
                  <a:pt x="2467806" y="1383905"/>
                </a:cubicBezTo>
                <a:cubicBezTo>
                  <a:pt x="2567371" y="1334226"/>
                  <a:pt x="2567371" y="1334226"/>
                  <a:pt x="2567371" y="1334226"/>
                </a:cubicBezTo>
                <a:cubicBezTo>
                  <a:pt x="2553148" y="1426487"/>
                  <a:pt x="2553148" y="1426487"/>
                  <a:pt x="2553148" y="1426487"/>
                </a:cubicBezTo>
                <a:cubicBezTo>
                  <a:pt x="2489142" y="1469067"/>
                  <a:pt x="2489142" y="1469067"/>
                  <a:pt x="2489142" y="1469067"/>
                </a:cubicBezTo>
                <a:cubicBezTo>
                  <a:pt x="2361128" y="1632298"/>
                  <a:pt x="2361128" y="1632298"/>
                  <a:pt x="2361128" y="1632298"/>
                </a:cubicBezTo>
                <a:cubicBezTo>
                  <a:pt x="2346904" y="1916176"/>
                  <a:pt x="2346904" y="1916176"/>
                  <a:pt x="2346904" y="1916176"/>
                </a:cubicBezTo>
                <a:cubicBezTo>
                  <a:pt x="2631378" y="2157472"/>
                  <a:pt x="2631378" y="2157472"/>
                  <a:pt x="2631378" y="21574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802062" y="2491029"/>
                  <a:pt x="2802062" y="2491029"/>
                  <a:pt x="2802062" y="2491029"/>
                </a:cubicBezTo>
                <a:cubicBezTo>
                  <a:pt x="2752279" y="2526513"/>
                  <a:pt x="2752279" y="2526513"/>
                  <a:pt x="2752279" y="2526513"/>
                </a:cubicBezTo>
                <a:cubicBezTo>
                  <a:pt x="2489142" y="2391672"/>
                  <a:pt x="2489142" y="2391672"/>
                  <a:pt x="2489142" y="23916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062432" y="2256829"/>
                  <a:pt x="2062432" y="2256829"/>
                  <a:pt x="2062432" y="2256829"/>
                </a:cubicBezTo>
                <a:cubicBezTo>
                  <a:pt x="1799294" y="2384574"/>
                  <a:pt x="1799294" y="2384574"/>
                  <a:pt x="1799294" y="2384574"/>
                </a:cubicBezTo>
                <a:cubicBezTo>
                  <a:pt x="1799294" y="2483931"/>
                  <a:pt x="1799294" y="2483931"/>
                  <a:pt x="1799294" y="2483931"/>
                </a:cubicBezTo>
                <a:cubicBezTo>
                  <a:pt x="1799294" y="2604580"/>
                  <a:pt x="1799294" y="2604580"/>
                  <a:pt x="1799294" y="2604580"/>
                </a:cubicBezTo>
                <a:cubicBezTo>
                  <a:pt x="1628610" y="2604580"/>
                  <a:pt x="1628610" y="2604580"/>
                  <a:pt x="1628610" y="2604580"/>
                </a:cubicBezTo>
                <a:cubicBezTo>
                  <a:pt x="1564603" y="2491029"/>
                  <a:pt x="1564603" y="2491029"/>
                  <a:pt x="1564603" y="2491029"/>
                </a:cubicBezTo>
                <a:cubicBezTo>
                  <a:pt x="1472150" y="2491029"/>
                  <a:pt x="1472150" y="2491029"/>
                  <a:pt x="1472150" y="2491029"/>
                </a:cubicBezTo>
                <a:cubicBezTo>
                  <a:pt x="1472150" y="2313605"/>
                  <a:pt x="1472150" y="2313605"/>
                  <a:pt x="1472150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49945" y="2313605"/>
                  <a:pt x="1671281" y="2292313"/>
                  <a:pt x="1671281" y="2256829"/>
                </a:cubicBezTo>
                <a:cubicBezTo>
                  <a:pt x="1671281" y="2256829"/>
                  <a:pt x="1671281" y="2256829"/>
                  <a:pt x="1671281" y="2256829"/>
                </a:cubicBezTo>
                <a:cubicBezTo>
                  <a:pt x="1671281" y="2235538"/>
                  <a:pt x="1671281" y="2235538"/>
                  <a:pt x="1671281" y="2235538"/>
                </a:cubicBezTo>
                <a:cubicBezTo>
                  <a:pt x="1678393" y="2235538"/>
                  <a:pt x="1678393" y="2235538"/>
                  <a:pt x="1678393" y="2235538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1951660"/>
                  <a:pt x="1678393" y="1951660"/>
                  <a:pt x="1678393" y="1951660"/>
                </a:cubicBezTo>
                <a:cubicBezTo>
                  <a:pt x="1678393" y="1951660"/>
                  <a:pt x="1678393" y="1951660"/>
                  <a:pt x="1678393" y="1944563"/>
                </a:cubicBezTo>
                <a:cubicBezTo>
                  <a:pt x="1678393" y="1916176"/>
                  <a:pt x="1649945" y="1887788"/>
                  <a:pt x="1621498" y="1887788"/>
                </a:cubicBezTo>
                <a:cubicBezTo>
                  <a:pt x="1614386" y="1887788"/>
                  <a:pt x="1614386" y="1887788"/>
                  <a:pt x="1614386" y="1887788"/>
                </a:cubicBezTo>
                <a:cubicBezTo>
                  <a:pt x="1472150" y="1887788"/>
                  <a:pt x="1472150" y="1887788"/>
                  <a:pt x="1472150" y="1887788"/>
                </a:cubicBezTo>
                <a:cubicBezTo>
                  <a:pt x="1472150" y="1213578"/>
                  <a:pt x="1472150" y="1213578"/>
                  <a:pt x="1472150" y="1213578"/>
                </a:cubicBezTo>
                <a:cubicBezTo>
                  <a:pt x="1457926" y="1213578"/>
                  <a:pt x="1457926" y="1213578"/>
                  <a:pt x="1457926" y="1213578"/>
                </a:cubicBezTo>
                <a:cubicBezTo>
                  <a:pt x="1457926" y="979378"/>
                  <a:pt x="1457926" y="979378"/>
                  <a:pt x="1457926" y="979378"/>
                </a:cubicBezTo>
                <a:cubicBezTo>
                  <a:pt x="1465038" y="972282"/>
                  <a:pt x="1479262" y="972282"/>
                  <a:pt x="1486372" y="972282"/>
                </a:cubicBezTo>
                <a:cubicBezTo>
                  <a:pt x="1571715" y="1192287"/>
                  <a:pt x="1571715" y="1192287"/>
                  <a:pt x="1571715" y="1192287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64603" y="1227771"/>
                  <a:pt x="1564603" y="1227771"/>
                  <a:pt x="1564603" y="1227771"/>
                </a:cubicBezTo>
                <a:cubicBezTo>
                  <a:pt x="1699727" y="1178093"/>
                  <a:pt x="1699727" y="1178093"/>
                  <a:pt x="1699727" y="1178093"/>
                </a:cubicBezTo>
                <a:cubicBezTo>
                  <a:pt x="1685505" y="1149706"/>
                  <a:pt x="1685505" y="1149706"/>
                  <a:pt x="1685505" y="1149706"/>
                </a:cubicBezTo>
                <a:cubicBezTo>
                  <a:pt x="1671281" y="1156802"/>
                  <a:pt x="1671281" y="1156802"/>
                  <a:pt x="1671281" y="1156802"/>
                </a:cubicBezTo>
                <a:cubicBezTo>
                  <a:pt x="1585939" y="929700"/>
                  <a:pt x="1585939" y="929700"/>
                  <a:pt x="1585939" y="929700"/>
                </a:cubicBezTo>
                <a:cubicBezTo>
                  <a:pt x="1593050" y="922603"/>
                  <a:pt x="1600162" y="915506"/>
                  <a:pt x="1607274" y="915506"/>
                </a:cubicBezTo>
                <a:cubicBezTo>
                  <a:pt x="1777958" y="1085832"/>
                  <a:pt x="1777958" y="1085832"/>
                  <a:pt x="1777958" y="1085832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92182" y="1121317"/>
                  <a:pt x="1792182" y="1121317"/>
                  <a:pt x="1792182" y="1121317"/>
                </a:cubicBezTo>
                <a:cubicBezTo>
                  <a:pt x="1884636" y="1021960"/>
                  <a:pt x="1884636" y="1021960"/>
                  <a:pt x="1884636" y="1021960"/>
                </a:cubicBezTo>
                <a:cubicBezTo>
                  <a:pt x="1863300" y="1000670"/>
                  <a:pt x="1863300" y="1000670"/>
                  <a:pt x="1863300" y="1000670"/>
                </a:cubicBezTo>
                <a:cubicBezTo>
                  <a:pt x="1856189" y="1007767"/>
                  <a:pt x="1856189" y="1007767"/>
                  <a:pt x="1856189" y="1007767"/>
                </a:cubicBezTo>
                <a:cubicBezTo>
                  <a:pt x="1678393" y="837439"/>
                  <a:pt x="1678393" y="837439"/>
                  <a:pt x="1678393" y="837439"/>
                </a:cubicBezTo>
                <a:cubicBezTo>
                  <a:pt x="1685505" y="830343"/>
                  <a:pt x="1685505" y="823246"/>
                  <a:pt x="1692617" y="816149"/>
                </a:cubicBezTo>
                <a:cubicBezTo>
                  <a:pt x="1927306" y="908409"/>
                  <a:pt x="1927306" y="908409"/>
                  <a:pt x="1927306" y="908409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48642" y="936796"/>
                  <a:pt x="1948642" y="936796"/>
                  <a:pt x="1948642" y="936796"/>
                </a:cubicBezTo>
                <a:cubicBezTo>
                  <a:pt x="1998425" y="809052"/>
                  <a:pt x="1998425" y="809052"/>
                  <a:pt x="1998425" y="809052"/>
                </a:cubicBezTo>
                <a:cubicBezTo>
                  <a:pt x="1969977" y="794857"/>
                  <a:pt x="1969977" y="794857"/>
                  <a:pt x="1969977" y="794857"/>
                </a:cubicBezTo>
                <a:cubicBezTo>
                  <a:pt x="1969977" y="809052"/>
                  <a:pt x="1969977" y="809052"/>
                  <a:pt x="1969977" y="809052"/>
                </a:cubicBezTo>
                <a:cubicBezTo>
                  <a:pt x="1735287" y="716792"/>
                  <a:pt x="1735287" y="716792"/>
                  <a:pt x="1735287" y="716792"/>
                </a:cubicBezTo>
                <a:cubicBezTo>
                  <a:pt x="1735287" y="709695"/>
                  <a:pt x="1735287" y="702598"/>
                  <a:pt x="1735287" y="695500"/>
                </a:cubicBezTo>
                <a:cubicBezTo>
                  <a:pt x="1984201" y="695500"/>
                  <a:pt x="1984201" y="695500"/>
                  <a:pt x="1984201" y="695500"/>
                </a:cubicBezTo>
                <a:cubicBezTo>
                  <a:pt x="1984201" y="709695"/>
                  <a:pt x="1984201" y="709695"/>
                  <a:pt x="1984201" y="709695"/>
                </a:cubicBezTo>
                <a:cubicBezTo>
                  <a:pt x="2617154" y="709695"/>
                  <a:pt x="2617154" y="709695"/>
                  <a:pt x="2617154" y="709695"/>
                </a:cubicBezTo>
                <a:cubicBezTo>
                  <a:pt x="2624266" y="716792"/>
                  <a:pt x="2624266" y="730985"/>
                  <a:pt x="2631378" y="745179"/>
                </a:cubicBezTo>
                <a:cubicBezTo>
                  <a:pt x="2638490" y="773567"/>
                  <a:pt x="265982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887403" y="709695"/>
                  <a:pt x="2887403" y="709695"/>
                  <a:pt x="2887403" y="709695"/>
                </a:cubicBezTo>
                <a:cubicBezTo>
                  <a:pt x="2958522" y="709695"/>
                  <a:pt x="2958522" y="709695"/>
                  <a:pt x="2958522" y="709695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794950" y="929700"/>
                  <a:pt x="2809174" y="950991"/>
                  <a:pt x="2837621" y="965185"/>
                </a:cubicBezTo>
                <a:cubicBezTo>
                  <a:pt x="2866069" y="986475"/>
                  <a:pt x="2887403" y="993573"/>
                  <a:pt x="2894515" y="986475"/>
                </a:cubicBezTo>
                <a:cubicBezTo>
                  <a:pt x="2894515" y="986475"/>
                  <a:pt x="2894515" y="986475"/>
                  <a:pt x="2894515" y="986475"/>
                </a:cubicBezTo>
                <a:cubicBezTo>
                  <a:pt x="3114982" y="709695"/>
                  <a:pt x="3114982" y="709695"/>
                  <a:pt x="3114982" y="709695"/>
                </a:cubicBezTo>
                <a:cubicBezTo>
                  <a:pt x="3122094" y="709695"/>
                  <a:pt x="3122094" y="709695"/>
                  <a:pt x="3122094" y="709695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1193" y="1057445"/>
                  <a:pt x="3029641" y="1071639"/>
                  <a:pt x="3058088" y="1085832"/>
                </a:cubicBezTo>
                <a:cubicBezTo>
                  <a:pt x="3086536" y="1092930"/>
                  <a:pt x="3114982" y="1100027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35512"/>
                  <a:pt x="3278555" y="1142609"/>
                  <a:pt x="3314113" y="1142609"/>
                </a:cubicBezTo>
                <a:cubicBezTo>
                  <a:pt x="3349673" y="1142609"/>
                  <a:pt x="3371008" y="1135512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709695"/>
                  <a:pt x="3378120" y="709695"/>
                  <a:pt x="3378120" y="709695"/>
                </a:cubicBezTo>
                <a:cubicBezTo>
                  <a:pt x="3420791" y="709695"/>
                  <a:pt x="3420791" y="709695"/>
                  <a:pt x="3420791" y="709695"/>
                </a:cubicBezTo>
                <a:cubicBezTo>
                  <a:pt x="3420791" y="624531"/>
                  <a:pt x="3420791" y="624531"/>
                  <a:pt x="3420791" y="624531"/>
                </a:cubicBezTo>
                <a:cubicBezTo>
                  <a:pt x="2930075" y="624531"/>
                  <a:pt x="2930075" y="624531"/>
                  <a:pt x="2930075" y="624531"/>
                </a:cubicBezTo>
                <a:cubicBezTo>
                  <a:pt x="2930075" y="596143"/>
                  <a:pt x="2930075" y="596143"/>
                  <a:pt x="2930075" y="596143"/>
                </a:cubicBezTo>
                <a:cubicBezTo>
                  <a:pt x="3420791" y="596143"/>
                  <a:pt x="3420791" y="596143"/>
                  <a:pt x="3420791" y="596143"/>
                </a:cubicBezTo>
                <a:cubicBezTo>
                  <a:pt x="3420791" y="567756"/>
                  <a:pt x="3420791" y="567756"/>
                  <a:pt x="3420791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2922963" y="567756"/>
                  <a:pt x="2922963" y="567756"/>
                  <a:pt x="2922963" y="567756"/>
                </a:cubicBezTo>
                <a:cubicBezTo>
                  <a:pt x="2873181" y="560659"/>
                  <a:pt x="2745167" y="532271"/>
                  <a:pt x="2659826" y="447107"/>
                </a:cubicBezTo>
                <a:cubicBezTo>
                  <a:pt x="2538924" y="326460"/>
                  <a:pt x="2538924" y="241296"/>
                  <a:pt x="2538924" y="241296"/>
                </a:cubicBezTo>
                <a:cubicBezTo>
                  <a:pt x="2517588" y="241296"/>
                  <a:pt x="2517588" y="241296"/>
                  <a:pt x="2517588" y="241296"/>
                </a:cubicBezTo>
                <a:cubicBezTo>
                  <a:pt x="2517588" y="567756"/>
                  <a:pt x="2517588" y="567756"/>
                  <a:pt x="2517588" y="567756"/>
                </a:cubicBezTo>
                <a:cubicBezTo>
                  <a:pt x="2489142" y="567756"/>
                  <a:pt x="2489142" y="567756"/>
                  <a:pt x="2489142" y="567756"/>
                </a:cubicBezTo>
                <a:cubicBezTo>
                  <a:pt x="2489142" y="241296"/>
                  <a:pt x="2489142" y="241296"/>
                  <a:pt x="2489142" y="241296"/>
                </a:cubicBezTo>
                <a:cubicBezTo>
                  <a:pt x="2446471" y="241296"/>
                  <a:pt x="2446471" y="241296"/>
                  <a:pt x="2446471" y="241296"/>
                </a:cubicBezTo>
                <a:cubicBezTo>
                  <a:pt x="2446471" y="567756"/>
                  <a:pt x="2446471" y="567756"/>
                  <a:pt x="2446471" y="567756"/>
                </a:cubicBezTo>
                <a:cubicBezTo>
                  <a:pt x="1984201" y="567756"/>
                  <a:pt x="1984201" y="567756"/>
                  <a:pt x="1984201" y="567756"/>
                </a:cubicBezTo>
                <a:cubicBezTo>
                  <a:pt x="1984201" y="581950"/>
                  <a:pt x="1984201" y="581950"/>
                  <a:pt x="1984201" y="581950"/>
                </a:cubicBezTo>
                <a:cubicBezTo>
                  <a:pt x="1735287" y="581950"/>
                  <a:pt x="1735287" y="581950"/>
                  <a:pt x="1735287" y="581950"/>
                </a:cubicBezTo>
                <a:cubicBezTo>
                  <a:pt x="1713951" y="440011"/>
                  <a:pt x="1600162" y="326460"/>
                  <a:pt x="1457926" y="305168"/>
                </a:cubicBezTo>
                <a:cubicBezTo>
                  <a:pt x="1457926" y="28388"/>
                  <a:pt x="1457926" y="28388"/>
                  <a:pt x="1457926" y="28388"/>
                </a:cubicBezTo>
                <a:cubicBezTo>
                  <a:pt x="1472150" y="28388"/>
                  <a:pt x="1472150" y="28388"/>
                  <a:pt x="1472150" y="28388"/>
                </a:cubicBezTo>
                <a:cubicBezTo>
                  <a:pt x="1472150" y="0"/>
                  <a:pt x="1472150" y="0"/>
                  <a:pt x="1472150" y="0"/>
                </a:cubicBezTo>
                <a:cubicBezTo>
                  <a:pt x="1329912" y="0"/>
                  <a:pt x="1329912" y="0"/>
                  <a:pt x="1329912" y="0"/>
                </a:cubicBezTo>
                <a:cubicBezTo>
                  <a:pt x="1329912" y="28388"/>
                  <a:pt x="1329912" y="28388"/>
                  <a:pt x="1329912" y="28388"/>
                </a:cubicBezTo>
                <a:cubicBezTo>
                  <a:pt x="1351248" y="28388"/>
                  <a:pt x="1351248" y="28388"/>
                  <a:pt x="1351248" y="28388"/>
                </a:cubicBezTo>
                <a:cubicBezTo>
                  <a:pt x="1351248" y="305168"/>
                  <a:pt x="1351248" y="305168"/>
                  <a:pt x="1351248" y="305168"/>
                </a:cubicBezTo>
                <a:cubicBezTo>
                  <a:pt x="1337024" y="305168"/>
                  <a:pt x="1329912" y="305168"/>
                  <a:pt x="1322800" y="305168"/>
                </a:cubicBezTo>
                <a:cubicBezTo>
                  <a:pt x="1216123" y="56775"/>
                  <a:pt x="1216123" y="56775"/>
                  <a:pt x="1216123" y="56775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23235" y="21290"/>
                  <a:pt x="1223235" y="21290"/>
                  <a:pt x="1223235" y="21290"/>
                </a:cubicBezTo>
                <a:cubicBezTo>
                  <a:pt x="1095223" y="78067"/>
                  <a:pt x="1095223" y="78067"/>
                  <a:pt x="1095223" y="78067"/>
                </a:cubicBezTo>
                <a:cubicBezTo>
                  <a:pt x="1102335" y="106454"/>
                  <a:pt x="1102335" y="106454"/>
                  <a:pt x="1102335" y="106454"/>
                </a:cubicBezTo>
                <a:cubicBezTo>
                  <a:pt x="1116557" y="99357"/>
                  <a:pt x="1116557" y="99357"/>
                  <a:pt x="1116557" y="99357"/>
                </a:cubicBezTo>
                <a:cubicBezTo>
                  <a:pt x="1223235" y="347750"/>
                  <a:pt x="1223235" y="347750"/>
                  <a:pt x="1223235" y="347750"/>
                </a:cubicBezTo>
                <a:cubicBezTo>
                  <a:pt x="1216123" y="347750"/>
                  <a:pt x="1209012" y="354847"/>
                  <a:pt x="1201900" y="361944"/>
                </a:cubicBezTo>
                <a:cubicBezTo>
                  <a:pt x="1009880" y="170327"/>
                  <a:pt x="1009880" y="170327"/>
                  <a:pt x="1009880" y="170327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02768" y="141939"/>
                  <a:pt x="1002768" y="141939"/>
                  <a:pt x="1002768" y="141939"/>
                </a:cubicBezTo>
                <a:cubicBezTo>
                  <a:pt x="903202" y="241296"/>
                  <a:pt x="903202" y="241296"/>
                  <a:pt x="903202" y="241296"/>
                </a:cubicBezTo>
                <a:cubicBezTo>
                  <a:pt x="924538" y="262586"/>
                  <a:pt x="924538" y="262586"/>
                  <a:pt x="924538" y="262586"/>
                </a:cubicBezTo>
                <a:cubicBezTo>
                  <a:pt x="938762" y="248393"/>
                  <a:pt x="938762" y="248393"/>
                  <a:pt x="938762" y="248393"/>
                </a:cubicBezTo>
                <a:cubicBezTo>
                  <a:pt x="1123669" y="432914"/>
                  <a:pt x="1123669" y="432914"/>
                  <a:pt x="1123669" y="432914"/>
                </a:cubicBezTo>
                <a:cubicBezTo>
                  <a:pt x="1116557" y="440011"/>
                  <a:pt x="1116557" y="447107"/>
                  <a:pt x="1109445" y="454204"/>
                </a:cubicBezTo>
                <a:cubicBezTo>
                  <a:pt x="867644" y="361944"/>
                  <a:pt x="867644" y="361944"/>
                  <a:pt x="867644" y="361944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46308" y="333557"/>
                  <a:pt x="846308" y="333557"/>
                  <a:pt x="846308" y="333557"/>
                </a:cubicBezTo>
                <a:cubicBezTo>
                  <a:pt x="796525" y="461302"/>
                  <a:pt x="796525" y="461302"/>
                  <a:pt x="796525" y="461302"/>
                </a:cubicBezTo>
                <a:cubicBezTo>
                  <a:pt x="824973" y="468399"/>
                  <a:pt x="824973" y="468399"/>
                  <a:pt x="824973" y="468399"/>
                </a:cubicBezTo>
                <a:cubicBezTo>
                  <a:pt x="824973" y="454204"/>
                  <a:pt x="824973" y="454204"/>
                  <a:pt x="824973" y="454204"/>
                </a:cubicBezTo>
                <a:cubicBezTo>
                  <a:pt x="1066775" y="553561"/>
                  <a:pt x="1066775" y="553561"/>
                  <a:pt x="1066775" y="553561"/>
                </a:cubicBezTo>
                <a:cubicBezTo>
                  <a:pt x="1066775" y="560659"/>
                  <a:pt x="1059663" y="574853"/>
                  <a:pt x="1059663" y="581950"/>
                </a:cubicBezTo>
                <a:cubicBezTo>
                  <a:pt x="782301" y="581950"/>
                  <a:pt x="782301" y="581950"/>
                  <a:pt x="782301" y="581950"/>
                </a:cubicBezTo>
                <a:cubicBezTo>
                  <a:pt x="782301" y="567756"/>
                  <a:pt x="782301" y="567756"/>
                  <a:pt x="782301" y="567756"/>
                </a:cubicBezTo>
                <a:cubicBezTo>
                  <a:pt x="483605" y="567756"/>
                  <a:pt x="483605" y="567756"/>
                  <a:pt x="483605" y="567756"/>
                </a:cubicBezTo>
                <a:cubicBezTo>
                  <a:pt x="483605" y="567756"/>
                  <a:pt x="483605" y="567756"/>
                  <a:pt x="476493" y="567756"/>
                </a:cubicBezTo>
                <a:cubicBezTo>
                  <a:pt x="448046" y="567756"/>
                  <a:pt x="419598" y="596143"/>
                  <a:pt x="419598" y="631628"/>
                </a:cubicBezTo>
                <a:cubicBezTo>
                  <a:pt x="419598" y="631628"/>
                  <a:pt x="419598" y="631628"/>
                  <a:pt x="419598" y="631628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2001338"/>
                  <a:pt x="448046" y="2029727"/>
                  <a:pt x="476493" y="2029727"/>
                </a:cubicBezTo>
                <a:cubicBezTo>
                  <a:pt x="483605" y="2029727"/>
                  <a:pt x="483605" y="2029727"/>
                  <a:pt x="483605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29912" y="2029727"/>
                  <a:pt x="1329912" y="2029727"/>
                  <a:pt x="1329912" y="2029727"/>
                </a:cubicBezTo>
                <a:cubicBezTo>
                  <a:pt x="1329912" y="2178762"/>
                  <a:pt x="1329912" y="2178762"/>
                  <a:pt x="1329912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52551" y="2178762"/>
                  <a:pt x="1031216" y="2200054"/>
                  <a:pt x="1031216" y="2235538"/>
                </a:cubicBezTo>
                <a:cubicBezTo>
                  <a:pt x="1031216" y="2235538"/>
                  <a:pt x="1031216" y="2235538"/>
                  <a:pt x="1031216" y="2235538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491029"/>
                  <a:pt x="1031216" y="2491029"/>
                  <a:pt x="1031216" y="2491029"/>
                </a:cubicBezTo>
                <a:cubicBezTo>
                  <a:pt x="611618" y="2491029"/>
                  <a:pt x="611618" y="2491029"/>
                  <a:pt x="611618" y="2491029"/>
                </a:cubicBezTo>
                <a:cubicBezTo>
                  <a:pt x="618730" y="2838779"/>
                  <a:pt x="618730" y="2838779"/>
                  <a:pt x="618730" y="2838779"/>
                </a:cubicBezTo>
                <a:cubicBezTo>
                  <a:pt x="732518" y="2966523"/>
                  <a:pt x="732518" y="2966523"/>
                  <a:pt x="732518" y="2966523"/>
                </a:cubicBezTo>
                <a:cubicBezTo>
                  <a:pt x="732518" y="3200723"/>
                  <a:pt x="732518" y="3200723"/>
                  <a:pt x="732518" y="3200723"/>
                </a:cubicBezTo>
                <a:cubicBezTo>
                  <a:pt x="867644" y="3257498"/>
                  <a:pt x="867644" y="3257498"/>
                  <a:pt x="867644" y="3257498"/>
                </a:cubicBezTo>
                <a:cubicBezTo>
                  <a:pt x="867644" y="3583958"/>
                  <a:pt x="867644" y="3583958"/>
                  <a:pt x="867644" y="3583958"/>
                </a:cubicBezTo>
                <a:cubicBezTo>
                  <a:pt x="270250" y="3690412"/>
                  <a:pt x="49783" y="3825254"/>
                  <a:pt x="28447" y="3832351"/>
                </a:cubicBezTo>
                <a:cubicBezTo>
                  <a:pt x="0" y="3832351"/>
                  <a:pt x="135124" y="3853642"/>
                  <a:pt x="327144" y="3945903"/>
                </a:cubicBezTo>
                <a:cubicBezTo>
                  <a:pt x="568946" y="4059453"/>
                  <a:pt x="540499" y="4123326"/>
                  <a:pt x="540499" y="4123326"/>
                </a:cubicBezTo>
                <a:cubicBezTo>
                  <a:pt x="540499" y="4123326"/>
                  <a:pt x="960097" y="3853642"/>
                  <a:pt x="1870412" y="3690412"/>
                </a:cubicBezTo>
                <a:cubicBezTo>
                  <a:pt x="2346904" y="3605249"/>
                  <a:pt x="3207436" y="3569764"/>
                  <a:pt x="3520357" y="3633636"/>
                </a:cubicBezTo>
                <a:cubicBezTo>
                  <a:pt x="3520357" y="3633636"/>
                  <a:pt x="3278555" y="3576861"/>
                  <a:pt x="2937186" y="352718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184900" y="0"/>
            <a:ext cx="6882359" cy="6858000"/>
          </a:xfrm>
          <a:custGeom>
            <a:avLst/>
            <a:gdLst/>
            <a:ahLst/>
            <a:cxnLst/>
            <a:rect l="l" t="t" r="r" b="b"/>
            <a:pathLst>
              <a:path w="6882359" h="6858000">
                <a:moveTo>
                  <a:pt x="3441179" y="6758711"/>
                </a:moveTo>
                <a:cubicBezTo>
                  <a:pt x="1592612" y="6758711"/>
                  <a:pt x="99539" y="5262292"/>
                  <a:pt x="99539" y="3418362"/>
                </a:cubicBezTo>
                <a:cubicBezTo>
                  <a:pt x="99539" y="1581525"/>
                  <a:pt x="1592612" y="85104"/>
                  <a:pt x="3441179" y="85104"/>
                </a:cubicBezTo>
                <a:cubicBezTo>
                  <a:pt x="5289747" y="85104"/>
                  <a:pt x="6782821" y="1581525"/>
                  <a:pt x="6782821" y="3418362"/>
                </a:cubicBezTo>
                <a:cubicBezTo>
                  <a:pt x="6782821" y="5262292"/>
                  <a:pt x="5289747" y="6758711"/>
                  <a:pt x="3441179" y="6758711"/>
                </a:cubicBezTo>
                <a:close/>
                <a:moveTo>
                  <a:pt x="3441179" y="0"/>
                </a:moveTo>
                <a:cubicBezTo>
                  <a:pt x="1542843" y="0"/>
                  <a:pt x="0" y="1531880"/>
                  <a:pt x="0" y="3425454"/>
                </a:cubicBezTo>
                <a:cubicBezTo>
                  <a:pt x="0" y="5319028"/>
                  <a:pt x="1542843" y="6858000"/>
                  <a:pt x="3441179" y="6858000"/>
                </a:cubicBezTo>
                <a:cubicBezTo>
                  <a:pt x="5339516" y="6858000"/>
                  <a:pt x="6882359" y="5319028"/>
                  <a:pt x="6882359" y="3425454"/>
                </a:cubicBezTo>
                <a:cubicBezTo>
                  <a:pt x="6882359" y="1531880"/>
                  <a:pt x="5339516" y="0"/>
                  <a:pt x="3441179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6972300" y="2209800"/>
            <a:ext cx="249716" cy="231442"/>
          </a:xfrm>
          <a:custGeom>
            <a:avLst/>
            <a:gdLst/>
            <a:ahLst/>
            <a:cxnLst/>
            <a:rect l="l" t="t" r="r" b="b"/>
            <a:pathLst>
              <a:path w="249716" h="231442">
                <a:moveTo>
                  <a:pt x="164099" y="21698"/>
                </a:moveTo>
                <a:cubicBezTo>
                  <a:pt x="128425" y="0"/>
                  <a:pt x="92752" y="0"/>
                  <a:pt x="71347" y="7233"/>
                </a:cubicBezTo>
                <a:cubicBezTo>
                  <a:pt x="42808" y="14465"/>
                  <a:pt x="21405" y="36163"/>
                  <a:pt x="14270" y="65093"/>
                </a:cubicBezTo>
                <a:cubicBezTo>
                  <a:pt x="0" y="94023"/>
                  <a:pt x="0" y="122954"/>
                  <a:pt x="7135" y="144652"/>
                </a:cubicBezTo>
                <a:cubicBezTo>
                  <a:pt x="21405" y="173581"/>
                  <a:pt x="42808" y="195279"/>
                  <a:pt x="78482" y="209744"/>
                </a:cubicBezTo>
                <a:cubicBezTo>
                  <a:pt x="114156" y="224210"/>
                  <a:pt x="149830" y="231442"/>
                  <a:pt x="178369" y="224210"/>
                </a:cubicBezTo>
                <a:cubicBezTo>
                  <a:pt x="199772" y="209744"/>
                  <a:pt x="221177" y="195279"/>
                  <a:pt x="235447" y="166348"/>
                </a:cubicBezTo>
                <a:cubicBezTo>
                  <a:pt x="249716" y="137419"/>
                  <a:pt x="249716" y="108488"/>
                  <a:pt x="235447" y="86791"/>
                </a:cubicBezTo>
                <a:cubicBezTo>
                  <a:pt x="228312" y="57860"/>
                  <a:pt x="199772" y="36163"/>
                  <a:pt x="164099" y="21698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9169400" y="5257800"/>
            <a:ext cx="158355" cy="286259"/>
          </a:xfrm>
          <a:custGeom>
            <a:avLst/>
            <a:gdLst/>
            <a:ahLst/>
            <a:cxnLst/>
            <a:rect l="l" t="t" r="r" b="b"/>
            <a:pathLst>
              <a:path w="158355" h="286259">
                <a:moveTo>
                  <a:pt x="158355" y="0"/>
                </a:moveTo>
                <a:cubicBezTo>
                  <a:pt x="158355" y="286259"/>
                  <a:pt x="158355" y="286259"/>
                  <a:pt x="158355" y="286259"/>
                </a:cubicBezTo>
                <a:cubicBezTo>
                  <a:pt x="79177" y="286259"/>
                  <a:pt x="79177" y="286259"/>
                  <a:pt x="79177" y="286259"/>
                </a:cubicBezTo>
                <a:cubicBezTo>
                  <a:pt x="79177" y="100190"/>
                  <a:pt x="79177" y="100190"/>
                  <a:pt x="79177" y="100190"/>
                </a:cubicBezTo>
                <a:cubicBezTo>
                  <a:pt x="64781" y="107347"/>
                  <a:pt x="57583" y="114503"/>
                  <a:pt x="43188" y="121660"/>
                </a:cubicBezTo>
                <a:cubicBezTo>
                  <a:pt x="28792" y="128816"/>
                  <a:pt x="14395" y="135973"/>
                  <a:pt x="0" y="135973"/>
                </a:cubicBezTo>
                <a:cubicBezTo>
                  <a:pt x="0" y="78721"/>
                  <a:pt x="0" y="78721"/>
                  <a:pt x="0" y="78721"/>
                </a:cubicBezTo>
                <a:cubicBezTo>
                  <a:pt x="28792" y="71564"/>
                  <a:pt x="43188" y="57252"/>
                  <a:pt x="57583" y="42939"/>
                </a:cubicBezTo>
                <a:cubicBezTo>
                  <a:pt x="71980" y="35782"/>
                  <a:pt x="86375" y="21469"/>
                  <a:pt x="93574" y="0"/>
                </a:cubicBezTo>
                <a:lnTo>
                  <a:pt x="15835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9398000" y="5257800"/>
            <a:ext cx="231442" cy="286259"/>
          </a:xfrm>
          <a:custGeom>
            <a:avLst/>
            <a:gdLst/>
            <a:ahLst/>
            <a:cxnLst/>
            <a:rect l="l" t="t" r="r" b="b"/>
            <a:pathLst>
              <a:path w="231442" h="286259">
                <a:moveTo>
                  <a:pt x="151884" y="100190"/>
                </a:moveTo>
                <a:cubicBezTo>
                  <a:pt x="151884" y="85877"/>
                  <a:pt x="144652" y="71564"/>
                  <a:pt x="137419" y="64408"/>
                </a:cubicBezTo>
                <a:cubicBezTo>
                  <a:pt x="130186" y="57252"/>
                  <a:pt x="122954" y="50095"/>
                  <a:pt x="108488" y="50095"/>
                </a:cubicBezTo>
                <a:cubicBezTo>
                  <a:pt x="101256" y="50095"/>
                  <a:pt x="94023" y="57252"/>
                  <a:pt x="86791" y="64408"/>
                </a:cubicBezTo>
                <a:cubicBezTo>
                  <a:pt x="79558" y="71564"/>
                  <a:pt x="72325" y="78721"/>
                  <a:pt x="72325" y="93034"/>
                </a:cubicBezTo>
                <a:cubicBezTo>
                  <a:pt x="72325" y="114503"/>
                  <a:pt x="79558" y="121660"/>
                  <a:pt x="86791" y="128816"/>
                </a:cubicBezTo>
                <a:cubicBezTo>
                  <a:pt x="94023" y="143129"/>
                  <a:pt x="101256" y="143129"/>
                  <a:pt x="108488" y="143129"/>
                </a:cubicBezTo>
                <a:cubicBezTo>
                  <a:pt x="122954" y="143129"/>
                  <a:pt x="130186" y="143129"/>
                  <a:pt x="137419" y="128816"/>
                </a:cubicBezTo>
                <a:cubicBezTo>
                  <a:pt x="144652" y="121660"/>
                  <a:pt x="151884" y="114503"/>
                  <a:pt x="151884" y="100190"/>
                </a:cubicBezTo>
                <a:close/>
                <a:moveTo>
                  <a:pt x="7233" y="221851"/>
                </a:moveTo>
                <a:cubicBezTo>
                  <a:pt x="86791" y="214695"/>
                  <a:pt x="86791" y="214695"/>
                  <a:pt x="86791" y="214695"/>
                </a:cubicBezTo>
                <a:cubicBezTo>
                  <a:pt x="86791" y="221851"/>
                  <a:pt x="86791" y="229008"/>
                  <a:pt x="94023" y="236164"/>
                </a:cubicBezTo>
                <a:cubicBezTo>
                  <a:pt x="101256" y="236164"/>
                  <a:pt x="108488" y="243321"/>
                  <a:pt x="108488" y="243321"/>
                </a:cubicBezTo>
                <a:cubicBezTo>
                  <a:pt x="122954" y="243321"/>
                  <a:pt x="137419" y="236164"/>
                  <a:pt x="144652" y="221851"/>
                </a:cubicBezTo>
                <a:cubicBezTo>
                  <a:pt x="144652" y="214695"/>
                  <a:pt x="151884" y="193225"/>
                  <a:pt x="151884" y="164598"/>
                </a:cubicBezTo>
                <a:cubicBezTo>
                  <a:pt x="144652" y="171755"/>
                  <a:pt x="137419" y="178911"/>
                  <a:pt x="122954" y="186069"/>
                </a:cubicBezTo>
                <a:cubicBezTo>
                  <a:pt x="115721" y="186069"/>
                  <a:pt x="101256" y="193225"/>
                  <a:pt x="94023" y="193225"/>
                </a:cubicBezTo>
                <a:cubicBezTo>
                  <a:pt x="65093" y="193225"/>
                  <a:pt x="43396" y="186069"/>
                  <a:pt x="28931" y="164598"/>
                </a:cubicBezTo>
                <a:cubicBezTo>
                  <a:pt x="7233" y="150285"/>
                  <a:pt x="0" y="121660"/>
                  <a:pt x="0" y="100190"/>
                </a:cubicBezTo>
                <a:cubicBezTo>
                  <a:pt x="0" y="78721"/>
                  <a:pt x="7233" y="64408"/>
                  <a:pt x="14465" y="50095"/>
                </a:cubicBezTo>
                <a:cubicBezTo>
                  <a:pt x="21698" y="35782"/>
                  <a:pt x="36163" y="21469"/>
                  <a:pt x="50629" y="14313"/>
                </a:cubicBezTo>
                <a:cubicBezTo>
                  <a:pt x="65093" y="7156"/>
                  <a:pt x="86791" y="0"/>
                  <a:pt x="108488" y="0"/>
                </a:cubicBezTo>
                <a:cubicBezTo>
                  <a:pt x="137419" y="0"/>
                  <a:pt x="159116" y="7156"/>
                  <a:pt x="173581" y="14313"/>
                </a:cubicBezTo>
                <a:cubicBezTo>
                  <a:pt x="195279" y="28626"/>
                  <a:pt x="209744" y="42939"/>
                  <a:pt x="216977" y="64408"/>
                </a:cubicBezTo>
                <a:cubicBezTo>
                  <a:pt x="224210" y="78721"/>
                  <a:pt x="231442" y="107347"/>
                  <a:pt x="231442" y="143129"/>
                </a:cubicBezTo>
                <a:cubicBezTo>
                  <a:pt x="231442" y="193225"/>
                  <a:pt x="224210" y="229008"/>
                  <a:pt x="202512" y="250477"/>
                </a:cubicBezTo>
                <a:cubicBezTo>
                  <a:pt x="180814" y="279103"/>
                  <a:pt x="151884" y="286259"/>
                  <a:pt x="108488" y="286259"/>
                </a:cubicBezTo>
                <a:cubicBezTo>
                  <a:pt x="86791" y="286259"/>
                  <a:pt x="72325" y="286259"/>
                  <a:pt x="57860" y="279103"/>
                </a:cubicBezTo>
                <a:cubicBezTo>
                  <a:pt x="43396" y="271946"/>
                  <a:pt x="36163" y="264790"/>
                  <a:pt x="28931" y="257633"/>
                </a:cubicBezTo>
                <a:cubicBezTo>
                  <a:pt x="14465" y="250477"/>
                  <a:pt x="14465" y="236164"/>
                  <a:pt x="7233" y="221851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9639300" y="5257800"/>
            <a:ext cx="231442" cy="280167"/>
          </a:xfrm>
          <a:custGeom>
            <a:avLst/>
            <a:gdLst/>
            <a:ahLst/>
            <a:cxnLst/>
            <a:rect l="l" t="t" r="r" b="b"/>
            <a:pathLst>
              <a:path w="231442" h="280167">
                <a:moveTo>
                  <a:pt x="28931" y="0"/>
                </a:moveTo>
                <a:cubicBezTo>
                  <a:pt x="216977" y="0"/>
                  <a:pt x="216977" y="0"/>
                  <a:pt x="216977" y="0"/>
                </a:cubicBezTo>
                <a:cubicBezTo>
                  <a:pt x="216977" y="57470"/>
                  <a:pt x="216977" y="57470"/>
                  <a:pt x="216977" y="57470"/>
                </a:cubicBezTo>
                <a:cubicBezTo>
                  <a:pt x="94023" y="57470"/>
                  <a:pt x="94023" y="57470"/>
                  <a:pt x="94023" y="57470"/>
                </a:cubicBezTo>
                <a:cubicBezTo>
                  <a:pt x="86791" y="100573"/>
                  <a:pt x="86791" y="100573"/>
                  <a:pt x="86791" y="100573"/>
                </a:cubicBezTo>
                <a:cubicBezTo>
                  <a:pt x="94023" y="100573"/>
                  <a:pt x="101256" y="93389"/>
                  <a:pt x="108488" y="93389"/>
                </a:cubicBezTo>
                <a:cubicBezTo>
                  <a:pt x="122954" y="93389"/>
                  <a:pt x="130186" y="93389"/>
                  <a:pt x="137419" y="93389"/>
                </a:cubicBezTo>
                <a:cubicBezTo>
                  <a:pt x="166348" y="93389"/>
                  <a:pt x="188046" y="100573"/>
                  <a:pt x="202512" y="114940"/>
                </a:cubicBezTo>
                <a:cubicBezTo>
                  <a:pt x="224210" y="129308"/>
                  <a:pt x="231442" y="150859"/>
                  <a:pt x="231442" y="179595"/>
                </a:cubicBezTo>
                <a:cubicBezTo>
                  <a:pt x="231442" y="193962"/>
                  <a:pt x="224210" y="215513"/>
                  <a:pt x="216977" y="229880"/>
                </a:cubicBezTo>
                <a:cubicBezTo>
                  <a:pt x="209744" y="251432"/>
                  <a:pt x="195279" y="258615"/>
                  <a:pt x="180814" y="265800"/>
                </a:cubicBezTo>
                <a:cubicBezTo>
                  <a:pt x="159116" y="280167"/>
                  <a:pt x="144652" y="280167"/>
                  <a:pt x="115721" y="280167"/>
                </a:cubicBezTo>
                <a:cubicBezTo>
                  <a:pt x="94023" y="280167"/>
                  <a:pt x="79558" y="280167"/>
                  <a:pt x="65093" y="280167"/>
                </a:cubicBezTo>
                <a:cubicBezTo>
                  <a:pt x="57860" y="272983"/>
                  <a:pt x="43396" y="265800"/>
                  <a:pt x="36163" y="258615"/>
                </a:cubicBezTo>
                <a:cubicBezTo>
                  <a:pt x="28931" y="251432"/>
                  <a:pt x="14465" y="244248"/>
                  <a:pt x="14465" y="237065"/>
                </a:cubicBezTo>
                <a:cubicBezTo>
                  <a:pt x="7233" y="229880"/>
                  <a:pt x="0" y="215513"/>
                  <a:pt x="0" y="208330"/>
                </a:cubicBezTo>
                <a:cubicBezTo>
                  <a:pt x="79558" y="193962"/>
                  <a:pt x="79558" y="193962"/>
                  <a:pt x="79558" y="193962"/>
                </a:cubicBezTo>
                <a:cubicBezTo>
                  <a:pt x="79558" y="208330"/>
                  <a:pt x="79558" y="215513"/>
                  <a:pt x="86791" y="222697"/>
                </a:cubicBezTo>
                <a:cubicBezTo>
                  <a:pt x="94023" y="229880"/>
                  <a:pt x="108488" y="237065"/>
                  <a:pt x="115721" y="237065"/>
                </a:cubicBezTo>
                <a:cubicBezTo>
                  <a:pt x="122954" y="237065"/>
                  <a:pt x="137419" y="229880"/>
                  <a:pt x="144652" y="222697"/>
                </a:cubicBezTo>
                <a:cubicBezTo>
                  <a:pt x="151884" y="215513"/>
                  <a:pt x="151884" y="201145"/>
                  <a:pt x="151884" y="186778"/>
                </a:cubicBezTo>
                <a:cubicBezTo>
                  <a:pt x="151884" y="172410"/>
                  <a:pt x="151884" y="158043"/>
                  <a:pt x="144652" y="150859"/>
                </a:cubicBezTo>
                <a:cubicBezTo>
                  <a:pt x="137419" y="143675"/>
                  <a:pt x="122954" y="136492"/>
                  <a:pt x="115721" y="136492"/>
                </a:cubicBezTo>
                <a:cubicBezTo>
                  <a:pt x="108488" y="136492"/>
                  <a:pt x="101256" y="143675"/>
                  <a:pt x="94023" y="143675"/>
                </a:cubicBezTo>
                <a:cubicBezTo>
                  <a:pt x="86791" y="143675"/>
                  <a:pt x="79558" y="150859"/>
                  <a:pt x="72325" y="158043"/>
                </a:cubicBezTo>
                <a:cubicBezTo>
                  <a:pt x="7233" y="150859"/>
                  <a:pt x="7233" y="150859"/>
                  <a:pt x="7233" y="150859"/>
                </a:cubicBezTo>
                <a:lnTo>
                  <a:pt x="28931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9893300" y="5257800"/>
            <a:ext cx="219260" cy="286259"/>
          </a:xfrm>
          <a:custGeom>
            <a:avLst/>
            <a:gdLst/>
            <a:ahLst/>
            <a:cxnLst/>
            <a:rect l="l" t="t" r="r" b="b"/>
            <a:pathLst>
              <a:path w="219260" h="286259">
                <a:moveTo>
                  <a:pt x="70729" y="85877"/>
                </a:moveTo>
                <a:cubicBezTo>
                  <a:pt x="0" y="71564"/>
                  <a:pt x="0" y="71564"/>
                  <a:pt x="0" y="71564"/>
                </a:cubicBezTo>
                <a:cubicBezTo>
                  <a:pt x="7073" y="50095"/>
                  <a:pt x="21219" y="35782"/>
                  <a:pt x="35364" y="21469"/>
                </a:cubicBezTo>
                <a:cubicBezTo>
                  <a:pt x="49511" y="7156"/>
                  <a:pt x="77803" y="0"/>
                  <a:pt x="106095" y="0"/>
                </a:cubicBezTo>
                <a:cubicBezTo>
                  <a:pt x="141459" y="0"/>
                  <a:pt x="169751" y="7156"/>
                  <a:pt x="183896" y="21469"/>
                </a:cubicBezTo>
                <a:cubicBezTo>
                  <a:pt x="198043" y="35782"/>
                  <a:pt x="212188" y="50095"/>
                  <a:pt x="212188" y="71564"/>
                </a:cubicBezTo>
                <a:cubicBezTo>
                  <a:pt x="212188" y="85877"/>
                  <a:pt x="205115" y="93034"/>
                  <a:pt x="198043" y="107347"/>
                </a:cubicBezTo>
                <a:cubicBezTo>
                  <a:pt x="190969" y="114503"/>
                  <a:pt x="183896" y="121660"/>
                  <a:pt x="169751" y="128816"/>
                </a:cubicBezTo>
                <a:cubicBezTo>
                  <a:pt x="176823" y="135973"/>
                  <a:pt x="190969" y="135973"/>
                  <a:pt x="190969" y="143129"/>
                </a:cubicBezTo>
                <a:cubicBezTo>
                  <a:pt x="205115" y="143129"/>
                  <a:pt x="212188" y="150285"/>
                  <a:pt x="212188" y="164598"/>
                </a:cubicBezTo>
                <a:cubicBezTo>
                  <a:pt x="219260" y="171755"/>
                  <a:pt x="219260" y="186069"/>
                  <a:pt x="219260" y="193225"/>
                </a:cubicBezTo>
                <a:cubicBezTo>
                  <a:pt x="219260" y="214695"/>
                  <a:pt x="219260" y="229008"/>
                  <a:pt x="212188" y="243321"/>
                </a:cubicBezTo>
                <a:cubicBezTo>
                  <a:pt x="205115" y="257633"/>
                  <a:pt x="190969" y="271946"/>
                  <a:pt x="176823" y="279103"/>
                </a:cubicBezTo>
                <a:cubicBezTo>
                  <a:pt x="155604" y="286259"/>
                  <a:pt x="134386" y="286259"/>
                  <a:pt x="113167" y="286259"/>
                </a:cubicBezTo>
                <a:cubicBezTo>
                  <a:pt x="84875" y="286259"/>
                  <a:pt x="70729" y="286259"/>
                  <a:pt x="56584" y="279103"/>
                </a:cubicBezTo>
                <a:cubicBezTo>
                  <a:pt x="42437" y="271946"/>
                  <a:pt x="28292" y="264790"/>
                  <a:pt x="21219" y="250477"/>
                </a:cubicBezTo>
                <a:cubicBezTo>
                  <a:pt x="7073" y="243321"/>
                  <a:pt x="0" y="229008"/>
                  <a:pt x="0" y="207538"/>
                </a:cubicBezTo>
                <a:cubicBezTo>
                  <a:pt x="70729" y="200382"/>
                  <a:pt x="70729" y="200382"/>
                  <a:pt x="70729" y="200382"/>
                </a:cubicBezTo>
                <a:cubicBezTo>
                  <a:pt x="77803" y="214695"/>
                  <a:pt x="77803" y="229008"/>
                  <a:pt x="84875" y="229008"/>
                </a:cubicBezTo>
                <a:cubicBezTo>
                  <a:pt x="91948" y="236164"/>
                  <a:pt x="99021" y="243321"/>
                  <a:pt x="113167" y="243321"/>
                </a:cubicBezTo>
                <a:cubicBezTo>
                  <a:pt x="120240" y="243321"/>
                  <a:pt x="127312" y="236164"/>
                  <a:pt x="134386" y="229008"/>
                </a:cubicBezTo>
                <a:cubicBezTo>
                  <a:pt x="141459" y="221851"/>
                  <a:pt x="148532" y="214695"/>
                  <a:pt x="148532" y="200382"/>
                </a:cubicBezTo>
                <a:cubicBezTo>
                  <a:pt x="148532" y="186069"/>
                  <a:pt x="141459" y="178911"/>
                  <a:pt x="134386" y="171755"/>
                </a:cubicBezTo>
                <a:cubicBezTo>
                  <a:pt x="127312" y="164598"/>
                  <a:pt x="120240" y="157442"/>
                  <a:pt x="106095" y="157442"/>
                </a:cubicBezTo>
                <a:cubicBezTo>
                  <a:pt x="106095" y="157442"/>
                  <a:pt x="99021" y="164598"/>
                  <a:pt x="84875" y="164598"/>
                </a:cubicBezTo>
                <a:cubicBezTo>
                  <a:pt x="91948" y="107347"/>
                  <a:pt x="91948" y="107347"/>
                  <a:pt x="91948" y="107347"/>
                </a:cubicBezTo>
                <a:cubicBezTo>
                  <a:pt x="91948" y="107347"/>
                  <a:pt x="99021" y="107347"/>
                  <a:pt x="99021" y="107347"/>
                </a:cubicBezTo>
                <a:cubicBezTo>
                  <a:pt x="106095" y="107347"/>
                  <a:pt x="120240" y="107347"/>
                  <a:pt x="120240" y="100190"/>
                </a:cubicBezTo>
                <a:cubicBezTo>
                  <a:pt x="127312" y="93034"/>
                  <a:pt x="134386" y="85877"/>
                  <a:pt x="134386" y="78721"/>
                </a:cubicBezTo>
                <a:cubicBezTo>
                  <a:pt x="134386" y="71564"/>
                  <a:pt x="127312" y="64408"/>
                  <a:pt x="127312" y="57252"/>
                </a:cubicBezTo>
                <a:cubicBezTo>
                  <a:pt x="120240" y="50095"/>
                  <a:pt x="113167" y="50095"/>
                  <a:pt x="106095" y="50095"/>
                </a:cubicBezTo>
                <a:cubicBezTo>
                  <a:pt x="99021" y="50095"/>
                  <a:pt x="91948" y="50095"/>
                  <a:pt x="84875" y="57252"/>
                </a:cubicBezTo>
                <a:cubicBezTo>
                  <a:pt x="77803" y="64408"/>
                  <a:pt x="77803" y="71564"/>
                  <a:pt x="70729" y="85877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8001000" y="5511800"/>
            <a:ext cx="66998" cy="36543"/>
          </a:xfrm>
          <a:custGeom>
            <a:avLst/>
            <a:gdLst/>
            <a:ahLst/>
            <a:cxnLst/>
            <a:rect l="l" t="t" r="r" b="b"/>
            <a:pathLst>
              <a:path w="66998" h="36543">
                <a:moveTo>
                  <a:pt x="0" y="36543"/>
                </a:moveTo>
                <a:lnTo>
                  <a:pt x="30453" y="30452"/>
                </a:lnTo>
                <a:lnTo>
                  <a:pt x="66998" y="12181"/>
                </a:lnTo>
                <a:lnTo>
                  <a:pt x="48726" y="6091"/>
                </a:lnTo>
                <a:lnTo>
                  <a:pt x="24362" y="0"/>
                </a:lnTo>
                <a:lnTo>
                  <a:pt x="0" y="36543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394700" y="800100"/>
            <a:ext cx="170536" cy="133993"/>
          </a:xfrm>
          <a:custGeom>
            <a:avLst/>
            <a:gdLst/>
            <a:ahLst/>
            <a:cxnLst/>
            <a:rect l="l" t="t" r="r" b="b"/>
            <a:pathLst>
              <a:path w="170536" h="133993">
                <a:moveTo>
                  <a:pt x="156324" y="77575"/>
                </a:moveTo>
                <a:cubicBezTo>
                  <a:pt x="163430" y="70523"/>
                  <a:pt x="170536" y="63471"/>
                  <a:pt x="170536" y="56418"/>
                </a:cubicBezTo>
                <a:cubicBezTo>
                  <a:pt x="170536" y="42314"/>
                  <a:pt x="170536" y="35262"/>
                  <a:pt x="170536" y="28209"/>
                </a:cubicBezTo>
                <a:cubicBezTo>
                  <a:pt x="163430" y="14105"/>
                  <a:pt x="156324" y="7052"/>
                  <a:pt x="149219" y="0"/>
                </a:cubicBezTo>
                <a:cubicBezTo>
                  <a:pt x="135007" y="0"/>
                  <a:pt x="127902" y="0"/>
                  <a:pt x="113690" y="0"/>
                </a:cubicBezTo>
                <a:cubicBezTo>
                  <a:pt x="106585" y="7052"/>
                  <a:pt x="85268" y="14105"/>
                  <a:pt x="56845" y="28209"/>
                </a:cubicBezTo>
                <a:cubicBezTo>
                  <a:pt x="0" y="49366"/>
                  <a:pt x="0" y="49366"/>
                  <a:pt x="0" y="49366"/>
                </a:cubicBezTo>
                <a:cubicBezTo>
                  <a:pt x="35528" y="133993"/>
                  <a:pt x="35528" y="133993"/>
                  <a:pt x="35528" y="133993"/>
                </a:cubicBezTo>
                <a:cubicBezTo>
                  <a:pt x="92373" y="112836"/>
                  <a:pt x="92373" y="112836"/>
                  <a:pt x="92373" y="112836"/>
                </a:cubicBezTo>
                <a:cubicBezTo>
                  <a:pt x="127902" y="91680"/>
                  <a:pt x="149219" y="84628"/>
                  <a:pt x="156324" y="7757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1912600" y="1854200"/>
            <a:ext cx="140085" cy="176629"/>
          </a:xfrm>
          <a:custGeom>
            <a:avLst/>
            <a:gdLst/>
            <a:ahLst/>
            <a:cxnLst/>
            <a:rect l="l" t="t" r="r" b="b"/>
            <a:pathLst>
              <a:path w="140085" h="176629">
                <a:moveTo>
                  <a:pt x="70043" y="162499"/>
                </a:moveTo>
                <a:cubicBezTo>
                  <a:pt x="77047" y="169564"/>
                  <a:pt x="84051" y="169564"/>
                  <a:pt x="91055" y="176629"/>
                </a:cubicBezTo>
                <a:cubicBezTo>
                  <a:pt x="105063" y="176629"/>
                  <a:pt x="112069" y="169564"/>
                  <a:pt x="119073" y="169564"/>
                </a:cubicBezTo>
                <a:cubicBezTo>
                  <a:pt x="133081" y="162499"/>
                  <a:pt x="140085" y="148368"/>
                  <a:pt x="140085" y="141303"/>
                </a:cubicBezTo>
                <a:cubicBezTo>
                  <a:pt x="140085" y="134238"/>
                  <a:pt x="140085" y="120108"/>
                  <a:pt x="140085" y="105978"/>
                </a:cubicBezTo>
                <a:cubicBezTo>
                  <a:pt x="133081" y="98913"/>
                  <a:pt x="126077" y="84781"/>
                  <a:pt x="105063" y="56521"/>
                </a:cubicBezTo>
                <a:cubicBezTo>
                  <a:pt x="77047" y="0"/>
                  <a:pt x="77047" y="0"/>
                  <a:pt x="77047" y="0"/>
                </a:cubicBezTo>
                <a:cubicBezTo>
                  <a:pt x="0" y="49456"/>
                  <a:pt x="0" y="49456"/>
                  <a:pt x="0" y="49456"/>
                </a:cubicBezTo>
                <a:cubicBezTo>
                  <a:pt x="28017" y="98913"/>
                  <a:pt x="28017" y="98913"/>
                  <a:pt x="28017" y="98913"/>
                </a:cubicBezTo>
                <a:cubicBezTo>
                  <a:pt x="49030" y="134238"/>
                  <a:pt x="63038" y="155434"/>
                  <a:pt x="70043" y="16249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6921500" y="2552700"/>
            <a:ext cx="152265" cy="109630"/>
          </a:xfrm>
          <a:custGeom>
            <a:avLst/>
            <a:gdLst/>
            <a:ahLst/>
            <a:cxnLst/>
            <a:rect l="l" t="t" r="r" b="b"/>
            <a:pathLst>
              <a:path w="152265" h="109630">
                <a:moveTo>
                  <a:pt x="152265" y="0"/>
                </a:moveTo>
                <a:lnTo>
                  <a:pt x="0" y="18271"/>
                </a:lnTo>
                <a:lnTo>
                  <a:pt x="115722" y="109630"/>
                </a:lnTo>
                <a:lnTo>
                  <a:pt x="15226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9906000" y="6096000"/>
            <a:ext cx="146174" cy="237534"/>
          </a:xfrm>
          <a:custGeom>
            <a:avLst/>
            <a:gdLst/>
            <a:ahLst/>
            <a:cxnLst/>
            <a:rect l="l" t="t" r="r" b="b"/>
            <a:pathLst>
              <a:path w="146174" h="237534">
                <a:moveTo>
                  <a:pt x="48725" y="71980"/>
                </a:moveTo>
                <a:cubicBezTo>
                  <a:pt x="34803" y="71980"/>
                  <a:pt x="27842" y="86377"/>
                  <a:pt x="27842" y="86377"/>
                </a:cubicBezTo>
                <a:cubicBezTo>
                  <a:pt x="6961" y="100772"/>
                  <a:pt x="13922" y="107970"/>
                  <a:pt x="13922" y="107970"/>
                </a:cubicBezTo>
                <a:cubicBezTo>
                  <a:pt x="13922" y="115169"/>
                  <a:pt x="6961" y="136762"/>
                  <a:pt x="6961" y="136762"/>
                </a:cubicBezTo>
                <a:cubicBezTo>
                  <a:pt x="0" y="143961"/>
                  <a:pt x="0" y="165555"/>
                  <a:pt x="0" y="165555"/>
                </a:cubicBezTo>
                <a:cubicBezTo>
                  <a:pt x="0" y="172753"/>
                  <a:pt x="13922" y="187148"/>
                  <a:pt x="13922" y="187148"/>
                </a:cubicBezTo>
                <a:cubicBezTo>
                  <a:pt x="20883" y="208742"/>
                  <a:pt x="62647" y="230337"/>
                  <a:pt x="62647" y="230337"/>
                </a:cubicBezTo>
                <a:cubicBezTo>
                  <a:pt x="69606" y="237534"/>
                  <a:pt x="76567" y="237534"/>
                  <a:pt x="83528" y="237534"/>
                </a:cubicBezTo>
                <a:cubicBezTo>
                  <a:pt x="90489" y="237534"/>
                  <a:pt x="97450" y="237534"/>
                  <a:pt x="104411" y="237534"/>
                </a:cubicBezTo>
                <a:cubicBezTo>
                  <a:pt x="132253" y="237534"/>
                  <a:pt x="132253" y="208742"/>
                  <a:pt x="132253" y="208742"/>
                </a:cubicBezTo>
                <a:cubicBezTo>
                  <a:pt x="125292" y="201545"/>
                  <a:pt x="139214" y="187148"/>
                  <a:pt x="139214" y="187148"/>
                </a:cubicBezTo>
                <a:cubicBezTo>
                  <a:pt x="146174" y="179951"/>
                  <a:pt x="146174" y="172753"/>
                  <a:pt x="146174" y="172753"/>
                </a:cubicBezTo>
                <a:cubicBezTo>
                  <a:pt x="139214" y="165555"/>
                  <a:pt x="139214" y="143961"/>
                  <a:pt x="139214" y="143961"/>
                </a:cubicBezTo>
                <a:cubicBezTo>
                  <a:pt x="125292" y="136762"/>
                  <a:pt x="97450" y="115169"/>
                  <a:pt x="97450" y="115169"/>
                </a:cubicBezTo>
                <a:cubicBezTo>
                  <a:pt x="76567" y="86377"/>
                  <a:pt x="97450" y="79178"/>
                  <a:pt x="97450" y="79178"/>
                </a:cubicBezTo>
                <a:cubicBezTo>
                  <a:pt x="111370" y="86377"/>
                  <a:pt x="118331" y="79178"/>
                  <a:pt x="118331" y="79178"/>
                </a:cubicBezTo>
                <a:cubicBezTo>
                  <a:pt x="132253" y="79178"/>
                  <a:pt x="125292" y="57584"/>
                  <a:pt x="125292" y="57584"/>
                </a:cubicBezTo>
                <a:cubicBezTo>
                  <a:pt x="125292" y="43188"/>
                  <a:pt x="125292" y="35991"/>
                  <a:pt x="125292" y="35991"/>
                </a:cubicBezTo>
                <a:cubicBezTo>
                  <a:pt x="132253" y="14395"/>
                  <a:pt x="125292" y="14395"/>
                  <a:pt x="125292" y="14395"/>
                </a:cubicBezTo>
                <a:cubicBezTo>
                  <a:pt x="111370" y="0"/>
                  <a:pt x="104411" y="14395"/>
                  <a:pt x="104411" y="14395"/>
                </a:cubicBezTo>
                <a:cubicBezTo>
                  <a:pt x="97450" y="28792"/>
                  <a:pt x="69606" y="57584"/>
                  <a:pt x="69606" y="57584"/>
                </a:cubicBezTo>
                <a:cubicBezTo>
                  <a:pt x="62647" y="57584"/>
                  <a:pt x="62647" y="64783"/>
                  <a:pt x="62647" y="64783"/>
                </a:cubicBezTo>
                <a:cubicBezTo>
                  <a:pt x="55686" y="71980"/>
                  <a:pt x="48725" y="71980"/>
                  <a:pt x="48725" y="7198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8547100" y="5854700"/>
            <a:ext cx="30455" cy="79179"/>
          </a:xfrm>
          <a:custGeom>
            <a:avLst/>
            <a:gdLst/>
            <a:ahLst/>
            <a:cxnLst/>
            <a:rect l="l" t="t" r="r" b="b"/>
            <a:pathLst>
              <a:path w="30455" h="79179">
                <a:moveTo>
                  <a:pt x="0" y="0"/>
                </a:moveTo>
                <a:cubicBezTo>
                  <a:pt x="7614" y="21594"/>
                  <a:pt x="15227" y="28792"/>
                  <a:pt x="15227" y="35991"/>
                </a:cubicBezTo>
                <a:cubicBezTo>
                  <a:pt x="15227" y="43189"/>
                  <a:pt x="15227" y="50387"/>
                  <a:pt x="15227" y="50387"/>
                </a:cubicBezTo>
                <a:cubicBezTo>
                  <a:pt x="30455" y="64783"/>
                  <a:pt x="22841" y="57584"/>
                  <a:pt x="22841" y="71981"/>
                </a:cubicBezTo>
                <a:cubicBezTo>
                  <a:pt x="30455" y="79179"/>
                  <a:pt x="30455" y="71981"/>
                  <a:pt x="30455" y="64783"/>
                </a:cubicBezTo>
                <a:cubicBezTo>
                  <a:pt x="30455" y="57584"/>
                  <a:pt x="30455" y="35991"/>
                  <a:pt x="22841" y="21594"/>
                </a:cubicBezTo>
                <a:cubicBezTo>
                  <a:pt x="22841" y="14397"/>
                  <a:pt x="22841" y="7198"/>
                  <a:pt x="22841" y="0"/>
                </a:cubicBezTo>
                <a:cubicBezTo>
                  <a:pt x="15227" y="0"/>
                  <a:pt x="7614" y="0"/>
                  <a:pt x="0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8407400" y="5905500"/>
            <a:ext cx="127904" cy="48725"/>
          </a:xfrm>
          <a:custGeom>
            <a:avLst/>
            <a:gdLst/>
            <a:ahLst/>
            <a:cxnLst/>
            <a:rect l="l" t="t" r="r" b="b"/>
            <a:pathLst>
              <a:path w="127904" h="48725">
                <a:moveTo>
                  <a:pt x="0" y="48725"/>
                </a:moveTo>
                <a:cubicBezTo>
                  <a:pt x="7106" y="48725"/>
                  <a:pt x="21317" y="41764"/>
                  <a:pt x="35530" y="41764"/>
                </a:cubicBezTo>
                <a:cubicBezTo>
                  <a:pt x="63952" y="41764"/>
                  <a:pt x="106587" y="34803"/>
                  <a:pt x="120799" y="20883"/>
                </a:cubicBezTo>
                <a:cubicBezTo>
                  <a:pt x="127904" y="20883"/>
                  <a:pt x="127904" y="20883"/>
                  <a:pt x="127904" y="13922"/>
                </a:cubicBezTo>
                <a:cubicBezTo>
                  <a:pt x="127904" y="13922"/>
                  <a:pt x="127904" y="13922"/>
                  <a:pt x="127904" y="13922"/>
                </a:cubicBezTo>
                <a:cubicBezTo>
                  <a:pt x="127904" y="6961"/>
                  <a:pt x="120799" y="6961"/>
                  <a:pt x="120799" y="0"/>
                </a:cubicBezTo>
                <a:cubicBezTo>
                  <a:pt x="85269" y="27843"/>
                  <a:pt x="21317" y="34803"/>
                  <a:pt x="0" y="4872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198100" y="660400"/>
            <a:ext cx="243623" cy="261897"/>
          </a:xfrm>
          <a:custGeom>
            <a:avLst/>
            <a:gdLst/>
            <a:ahLst/>
            <a:cxnLst/>
            <a:rect l="l" t="t" r="r" b="b"/>
            <a:pathLst>
              <a:path w="243623" h="261897">
                <a:moveTo>
                  <a:pt x="85984" y="254819"/>
                </a:moveTo>
                <a:cubicBezTo>
                  <a:pt x="121812" y="261897"/>
                  <a:pt x="150473" y="261897"/>
                  <a:pt x="171969" y="247740"/>
                </a:cubicBezTo>
                <a:cubicBezTo>
                  <a:pt x="200631" y="233583"/>
                  <a:pt x="222127" y="205270"/>
                  <a:pt x="229292" y="162801"/>
                </a:cubicBezTo>
                <a:cubicBezTo>
                  <a:pt x="243623" y="120331"/>
                  <a:pt x="243623" y="84940"/>
                  <a:pt x="229292" y="63704"/>
                </a:cubicBezTo>
                <a:cubicBezTo>
                  <a:pt x="214961" y="35391"/>
                  <a:pt x="186300" y="21234"/>
                  <a:pt x="157639" y="14157"/>
                </a:cubicBezTo>
                <a:cubicBezTo>
                  <a:pt x="121812" y="0"/>
                  <a:pt x="93149" y="7078"/>
                  <a:pt x="71653" y="21234"/>
                </a:cubicBezTo>
                <a:cubicBezTo>
                  <a:pt x="42992" y="35391"/>
                  <a:pt x="21496" y="63704"/>
                  <a:pt x="14331" y="106175"/>
                </a:cubicBezTo>
                <a:cubicBezTo>
                  <a:pt x="0" y="141566"/>
                  <a:pt x="7165" y="176958"/>
                  <a:pt x="21496" y="205270"/>
                </a:cubicBezTo>
                <a:cubicBezTo>
                  <a:pt x="35827" y="233583"/>
                  <a:pt x="57323" y="247740"/>
                  <a:pt x="85984" y="25481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6413500" y="203200"/>
            <a:ext cx="6437748" cy="6419474"/>
          </a:xfrm>
          <a:custGeom>
            <a:avLst/>
            <a:gdLst/>
            <a:ahLst/>
            <a:cxnLst/>
            <a:rect l="l" t="t" r="r" b="b"/>
            <a:pathLst>
              <a:path w="6437748" h="6419474">
                <a:moveTo>
                  <a:pt x="3222431" y="0"/>
                </a:moveTo>
                <a:cubicBezTo>
                  <a:pt x="1444047" y="0"/>
                  <a:pt x="0" y="1439949"/>
                  <a:pt x="0" y="3213284"/>
                </a:cubicBezTo>
                <a:cubicBezTo>
                  <a:pt x="0" y="4979525"/>
                  <a:pt x="1444047" y="6419474"/>
                  <a:pt x="3222431" y="6419474"/>
                </a:cubicBezTo>
                <a:cubicBezTo>
                  <a:pt x="5000814" y="6419474"/>
                  <a:pt x="6437748" y="4979525"/>
                  <a:pt x="6437748" y="3213284"/>
                </a:cubicBezTo>
                <a:cubicBezTo>
                  <a:pt x="6437748" y="1439949"/>
                  <a:pt x="5000814" y="0"/>
                  <a:pt x="3222431" y="0"/>
                </a:cubicBezTo>
                <a:close/>
                <a:moveTo>
                  <a:pt x="6103412" y="3050137"/>
                </a:moveTo>
                <a:cubicBezTo>
                  <a:pt x="6039390" y="3057230"/>
                  <a:pt x="6039390" y="3057230"/>
                  <a:pt x="6039390" y="3057230"/>
                </a:cubicBezTo>
                <a:cubicBezTo>
                  <a:pt x="6018050" y="2837336"/>
                  <a:pt x="6018050" y="2837336"/>
                  <a:pt x="6018050" y="2837336"/>
                </a:cubicBezTo>
                <a:cubicBezTo>
                  <a:pt x="5939800" y="2844430"/>
                  <a:pt x="5939800" y="2844430"/>
                  <a:pt x="5939800" y="2844430"/>
                </a:cubicBezTo>
                <a:cubicBezTo>
                  <a:pt x="5961141" y="3050137"/>
                  <a:pt x="5961141" y="3050137"/>
                  <a:pt x="5961141" y="3050137"/>
                </a:cubicBezTo>
                <a:cubicBezTo>
                  <a:pt x="5897119" y="3057230"/>
                  <a:pt x="5897119" y="3057230"/>
                  <a:pt x="5897119" y="3057230"/>
                </a:cubicBezTo>
                <a:cubicBezTo>
                  <a:pt x="5875779" y="2851523"/>
                  <a:pt x="5875779" y="2851523"/>
                  <a:pt x="5875779" y="2851523"/>
                </a:cubicBezTo>
                <a:cubicBezTo>
                  <a:pt x="5776190" y="2865711"/>
                  <a:pt x="5776190" y="2865711"/>
                  <a:pt x="5776190" y="2865711"/>
                </a:cubicBezTo>
                <a:cubicBezTo>
                  <a:pt x="5804643" y="3085603"/>
                  <a:pt x="5804643" y="3085603"/>
                  <a:pt x="5804643" y="3085603"/>
                </a:cubicBezTo>
                <a:cubicBezTo>
                  <a:pt x="5740622" y="3092696"/>
                  <a:pt x="5740622" y="3092696"/>
                  <a:pt x="5740622" y="3092696"/>
                </a:cubicBezTo>
                <a:cubicBezTo>
                  <a:pt x="5705055" y="2787683"/>
                  <a:pt x="5705055" y="2787683"/>
                  <a:pt x="5705055" y="2787683"/>
                </a:cubicBezTo>
                <a:cubicBezTo>
                  <a:pt x="6074957" y="2752217"/>
                  <a:pt x="6074957" y="2752217"/>
                  <a:pt x="6074957" y="2752217"/>
                </a:cubicBezTo>
                <a:lnTo>
                  <a:pt x="6103412" y="3050137"/>
                </a:lnTo>
                <a:close/>
                <a:moveTo>
                  <a:pt x="5683714" y="1709495"/>
                </a:moveTo>
                <a:cubicBezTo>
                  <a:pt x="5705055" y="1744962"/>
                  <a:pt x="5719281" y="1773335"/>
                  <a:pt x="5719281" y="1794615"/>
                </a:cubicBezTo>
                <a:cubicBezTo>
                  <a:pt x="5726394" y="1815896"/>
                  <a:pt x="5726394" y="1830083"/>
                  <a:pt x="5719281" y="1851362"/>
                </a:cubicBezTo>
                <a:cubicBezTo>
                  <a:pt x="5712168" y="1872642"/>
                  <a:pt x="5697940" y="1886829"/>
                  <a:pt x="5676600" y="1893922"/>
                </a:cubicBezTo>
                <a:cubicBezTo>
                  <a:pt x="5655259" y="1908109"/>
                  <a:pt x="5626805" y="1915202"/>
                  <a:pt x="5605465" y="1908109"/>
                </a:cubicBezTo>
                <a:cubicBezTo>
                  <a:pt x="5577011" y="1901016"/>
                  <a:pt x="5555670" y="1886829"/>
                  <a:pt x="5534330" y="1858456"/>
                </a:cubicBezTo>
                <a:cubicBezTo>
                  <a:pt x="5534330" y="1879736"/>
                  <a:pt x="5534330" y="1893922"/>
                  <a:pt x="5534330" y="1908109"/>
                </a:cubicBezTo>
                <a:cubicBezTo>
                  <a:pt x="5527215" y="1929389"/>
                  <a:pt x="5520102" y="1950669"/>
                  <a:pt x="5505875" y="1979042"/>
                </a:cubicBezTo>
                <a:cubicBezTo>
                  <a:pt x="5470308" y="2064163"/>
                  <a:pt x="5470308" y="2064163"/>
                  <a:pt x="5470308" y="2064163"/>
                </a:cubicBezTo>
                <a:cubicBezTo>
                  <a:pt x="5420512" y="1979042"/>
                  <a:pt x="5420512" y="1979042"/>
                  <a:pt x="5420512" y="1979042"/>
                </a:cubicBezTo>
                <a:cubicBezTo>
                  <a:pt x="5456080" y="1886829"/>
                  <a:pt x="5456080" y="1886829"/>
                  <a:pt x="5456080" y="1886829"/>
                </a:cubicBezTo>
                <a:cubicBezTo>
                  <a:pt x="5470308" y="1851362"/>
                  <a:pt x="5477421" y="1830083"/>
                  <a:pt x="5477421" y="1822988"/>
                </a:cubicBezTo>
                <a:cubicBezTo>
                  <a:pt x="5484534" y="1808803"/>
                  <a:pt x="5484534" y="1801708"/>
                  <a:pt x="5477421" y="1794615"/>
                </a:cubicBezTo>
                <a:cubicBezTo>
                  <a:pt x="5477421" y="1787522"/>
                  <a:pt x="5470308" y="1773335"/>
                  <a:pt x="5463193" y="1759148"/>
                </a:cubicBezTo>
                <a:cubicBezTo>
                  <a:pt x="5448967" y="1744962"/>
                  <a:pt x="5448967" y="1744962"/>
                  <a:pt x="5448967" y="1744962"/>
                </a:cubicBezTo>
                <a:cubicBezTo>
                  <a:pt x="5320923" y="1822988"/>
                  <a:pt x="5320923" y="1822988"/>
                  <a:pt x="5320923" y="1822988"/>
                </a:cubicBezTo>
                <a:cubicBezTo>
                  <a:pt x="5278242" y="1752055"/>
                  <a:pt x="5278242" y="1752055"/>
                  <a:pt x="5278242" y="1752055"/>
                </a:cubicBezTo>
                <a:cubicBezTo>
                  <a:pt x="5591237" y="1560535"/>
                  <a:pt x="5591237" y="1560535"/>
                  <a:pt x="5591237" y="1560535"/>
                </a:cubicBezTo>
                <a:lnTo>
                  <a:pt x="5683714" y="1709495"/>
                </a:lnTo>
                <a:close/>
                <a:moveTo>
                  <a:pt x="5335151" y="1248428"/>
                </a:moveTo>
                <a:cubicBezTo>
                  <a:pt x="5541443" y="1489602"/>
                  <a:pt x="5541443" y="1489602"/>
                  <a:pt x="5541443" y="1489602"/>
                </a:cubicBezTo>
                <a:cubicBezTo>
                  <a:pt x="5491648" y="1532162"/>
                  <a:pt x="5491648" y="1532162"/>
                  <a:pt x="5491648" y="1532162"/>
                </a:cubicBezTo>
                <a:cubicBezTo>
                  <a:pt x="5413399" y="1439949"/>
                  <a:pt x="5413399" y="1439949"/>
                  <a:pt x="5413399" y="1439949"/>
                </a:cubicBezTo>
                <a:cubicBezTo>
                  <a:pt x="5178652" y="1631469"/>
                  <a:pt x="5178652" y="1631469"/>
                  <a:pt x="5178652" y="1631469"/>
                </a:cubicBezTo>
                <a:cubicBezTo>
                  <a:pt x="5128858" y="1567628"/>
                  <a:pt x="5128858" y="1567628"/>
                  <a:pt x="5128858" y="1567628"/>
                </a:cubicBezTo>
                <a:cubicBezTo>
                  <a:pt x="5363605" y="1376108"/>
                  <a:pt x="5363605" y="1376108"/>
                  <a:pt x="5363605" y="1376108"/>
                </a:cubicBezTo>
                <a:cubicBezTo>
                  <a:pt x="5292468" y="1283895"/>
                  <a:pt x="5292468" y="1283895"/>
                  <a:pt x="5292468" y="1283895"/>
                </a:cubicBezTo>
                <a:lnTo>
                  <a:pt x="5335151" y="1248428"/>
                </a:lnTo>
                <a:close/>
                <a:moveTo>
                  <a:pt x="5278242" y="1184587"/>
                </a:moveTo>
                <a:cubicBezTo>
                  <a:pt x="5235561" y="1234242"/>
                  <a:pt x="5235561" y="1234242"/>
                  <a:pt x="5235561" y="1234242"/>
                </a:cubicBezTo>
                <a:cubicBezTo>
                  <a:pt x="5079063" y="1085281"/>
                  <a:pt x="5079063" y="1085281"/>
                  <a:pt x="5079063" y="1085281"/>
                </a:cubicBezTo>
                <a:cubicBezTo>
                  <a:pt x="5022155" y="1149121"/>
                  <a:pt x="5022155" y="1149121"/>
                  <a:pt x="5022155" y="1149121"/>
                </a:cubicBezTo>
                <a:cubicBezTo>
                  <a:pt x="5171539" y="1283895"/>
                  <a:pt x="5171539" y="1283895"/>
                  <a:pt x="5171539" y="1283895"/>
                </a:cubicBezTo>
                <a:cubicBezTo>
                  <a:pt x="5128858" y="1326455"/>
                  <a:pt x="5128858" y="1326455"/>
                  <a:pt x="5128858" y="1326455"/>
                </a:cubicBezTo>
                <a:cubicBezTo>
                  <a:pt x="4979473" y="1191682"/>
                  <a:pt x="4979473" y="1191682"/>
                  <a:pt x="4979473" y="1191682"/>
                </a:cubicBezTo>
                <a:cubicBezTo>
                  <a:pt x="4915451" y="1262615"/>
                  <a:pt x="4915451" y="1262615"/>
                  <a:pt x="4915451" y="1262615"/>
                </a:cubicBezTo>
                <a:cubicBezTo>
                  <a:pt x="5079063" y="1418669"/>
                  <a:pt x="5079063" y="1418669"/>
                  <a:pt x="5079063" y="1418669"/>
                </a:cubicBezTo>
                <a:cubicBezTo>
                  <a:pt x="5036382" y="1461228"/>
                  <a:pt x="5036382" y="1461228"/>
                  <a:pt x="5036382" y="1461228"/>
                </a:cubicBezTo>
                <a:cubicBezTo>
                  <a:pt x="4815863" y="1255522"/>
                  <a:pt x="4815863" y="1255522"/>
                  <a:pt x="4815863" y="1255522"/>
                </a:cubicBezTo>
                <a:cubicBezTo>
                  <a:pt x="5057723" y="985975"/>
                  <a:pt x="5057723" y="985975"/>
                  <a:pt x="5057723" y="985975"/>
                </a:cubicBezTo>
                <a:lnTo>
                  <a:pt x="5278242" y="1184587"/>
                </a:lnTo>
                <a:close/>
                <a:moveTo>
                  <a:pt x="4730500" y="744800"/>
                </a:moveTo>
                <a:cubicBezTo>
                  <a:pt x="4837203" y="822828"/>
                  <a:pt x="4837203" y="822828"/>
                  <a:pt x="4837203" y="822828"/>
                </a:cubicBezTo>
                <a:cubicBezTo>
                  <a:pt x="4879884" y="851201"/>
                  <a:pt x="4901225" y="865388"/>
                  <a:pt x="4915451" y="879574"/>
                </a:cubicBezTo>
                <a:cubicBezTo>
                  <a:pt x="4929679" y="900854"/>
                  <a:pt x="4936792" y="922134"/>
                  <a:pt x="4943906" y="943414"/>
                </a:cubicBezTo>
                <a:cubicBezTo>
                  <a:pt x="4943906" y="964695"/>
                  <a:pt x="4936792" y="993068"/>
                  <a:pt x="4922566" y="1014348"/>
                </a:cubicBezTo>
                <a:cubicBezTo>
                  <a:pt x="4908338" y="1035628"/>
                  <a:pt x="4894111" y="1049815"/>
                  <a:pt x="4872770" y="1056908"/>
                </a:cubicBezTo>
                <a:cubicBezTo>
                  <a:pt x="4858544" y="1064001"/>
                  <a:pt x="4844316" y="1064001"/>
                  <a:pt x="4830089" y="1064001"/>
                </a:cubicBezTo>
                <a:cubicBezTo>
                  <a:pt x="4808748" y="1064001"/>
                  <a:pt x="4794522" y="1056908"/>
                  <a:pt x="4780295" y="1056908"/>
                </a:cubicBezTo>
                <a:cubicBezTo>
                  <a:pt x="4766067" y="1049815"/>
                  <a:pt x="4737613" y="1028535"/>
                  <a:pt x="4709159" y="1014348"/>
                </a:cubicBezTo>
                <a:cubicBezTo>
                  <a:pt x="4666478" y="978882"/>
                  <a:pt x="4666478" y="978882"/>
                  <a:pt x="4666478" y="978882"/>
                </a:cubicBezTo>
                <a:cubicBezTo>
                  <a:pt x="4588229" y="1092374"/>
                  <a:pt x="4588229" y="1092374"/>
                  <a:pt x="4588229" y="1092374"/>
                </a:cubicBezTo>
                <a:cubicBezTo>
                  <a:pt x="4517094" y="1049815"/>
                  <a:pt x="4517094" y="1049815"/>
                  <a:pt x="4517094" y="1049815"/>
                </a:cubicBezTo>
                <a:lnTo>
                  <a:pt x="4730500" y="744800"/>
                </a:lnTo>
                <a:close/>
                <a:moveTo>
                  <a:pt x="4495753" y="617121"/>
                </a:moveTo>
                <a:cubicBezTo>
                  <a:pt x="4474413" y="673867"/>
                  <a:pt x="4474413" y="673867"/>
                  <a:pt x="4474413" y="673867"/>
                </a:cubicBezTo>
                <a:cubicBezTo>
                  <a:pt x="4289461" y="595841"/>
                  <a:pt x="4289461" y="595841"/>
                  <a:pt x="4289461" y="595841"/>
                </a:cubicBezTo>
                <a:cubicBezTo>
                  <a:pt x="4253893" y="673867"/>
                  <a:pt x="4253893" y="673867"/>
                  <a:pt x="4253893" y="673867"/>
                </a:cubicBezTo>
                <a:cubicBezTo>
                  <a:pt x="4410391" y="744800"/>
                  <a:pt x="4410391" y="744800"/>
                  <a:pt x="4410391" y="744800"/>
                </a:cubicBezTo>
                <a:cubicBezTo>
                  <a:pt x="4389050" y="801548"/>
                  <a:pt x="4389050" y="801548"/>
                  <a:pt x="4389050" y="801548"/>
                </a:cubicBezTo>
                <a:cubicBezTo>
                  <a:pt x="4232553" y="730614"/>
                  <a:pt x="4232553" y="730614"/>
                  <a:pt x="4232553" y="730614"/>
                </a:cubicBezTo>
                <a:cubicBezTo>
                  <a:pt x="4168531" y="872481"/>
                  <a:pt x="4168531" y="872481"/>
                  <a:pt x="4168531" y="872481"/>
                </a:cubicBezTo>
                <a:cubicBezTo>
                  <a:pt x="4097396" y="844108"/>
                  <a:pt x="4097396" y="844108"/>
                  <a:pt x="4097396" y="844108"/>
                </a:cubicBezTo>
                <a:cubicBezTo>
                  <a:pt x="4239666" y="503627"/>
                  <a:pt x="4239666" y="503627"/>
                  <a:pt x="4239666" y="503627"/>
                </a:cubicBezTo>
                <a:lnTo>
                  <a:pt x="4495753" y="617121"/>
                </a:lnTo>
                <a:close/>
                <a:moveTo>
                  <a:pt x="3720379" y="546188"/>
                </a:moveTo>
                <a:cubicBezTo>
                  <a:pt x="3734605" y="510720"/>
                  <a:pt x="3748832" y="482347"/>
                  <a:pt x="3763060" y="461067"/>
                </a:cubicBezTo>
                <a:cubicBezTo>
                  <a:pt x="3777286" y="446880"/>
                  <a:pt x="3798627" y="432694"/>
                  <a:pt x="3812854" y="418507"/>
                </a:cubicBezTo>
                <a:cubicBezTo>
                  <a:pt x="3834195" y="411414"/>
                  <a:pt x="3855536" y="404321"/>
                  <a:pt x="3876876" y="404321"/>
                </a:cubicBezTo>
                <a:cubicBezTo>
                  <a:pt x="3898217" y="397227"/>
                  <a:pt x="3933784" y="404321"/>
                  <a:pt x="3962239" y="411414"/>
                </a:cubicBezTo>
                <a:cubicBezTo>
                  <a:pt x="4019146" y="425600"/>
                  <a:pt x="4061828" y="453974"/>
                  <a:pt x="4090281" y="496534"/>
                </a:cubicBezTo>
                <a:cubicBezTo>
                  <a:pt x="4111622" y="539093"/>
                  <a:pt x="4118736" y="588748"/>
                  <a:pt x="4104509" y="645494"/>
                </a:cubicBezTo>
                <a:cubicBezTo>
                  <a:pt x="4090281" y="702241"/>
                  <a:pt x="4054714" y="744800"/>
                  <a:pt x="4012033" y="766081"/>
                </a:cubicBezTo>
                <a:cubicBezTo>
                  <a:pt x="3969352" y="787361"/>
                  <a:pt x="3919557" y="794455"/>
                  <a:pt x="3862649" y="780268"/>
                </a:cubicBezTo>
                <a:cubicBezTo>
                  <a:pt x="3805740" y="766081"/>
                  <a:pt x="3763060" y="737707"/>
                  <a:pt x="3741718" y="695147"/>
                </a:cubicBezTo>
                <a:cubicBezTo>
                  <a:pt x="3713264" y="652587"/>
                  <a:pt x="3706151" y="602934"/>
                  <a:pt x="3720379" y="546188"/>
                </a:cubicBezTo>
                <a:close/>
                <a:moveTo>
                  <a:pt x="3272226" y="319201"/>
                </a:moveTo>
                <a:cubicBezTo>
                  <a:pt x="3364701" y="468160"/>
                  <a:pt x="3364701" y="468160"/>
                  <a:pt x="3364701" y="468160"/>
                </a:cubicBezTo>
                <a:cubicBezTo>
                  <a:pt x="3464291" y="326293"/>
                  <a:pt x="3464291" y="326293"/>
                  <a:pt x="3464291" y="326293"/>
                </a:cubicBezTo>
                <a:cubicBezTo>
                  <a:pt x="3556767" y="333386"/>
                  <a:pt x="3556767" y="333386"/>
                  <a:pt x="3556767" y="333386"/>
                </a:cubicBezTo>
                <a:cubicBezTo>
                  <a:pt x="3393156" y="539093"/>
                  <a:pt x="3393156" y="539093"/>
                  <a:pt x="3393156" y="539093"/>
                </a:cubicBezTo>
                <a:cubicBezTo>
                  <a:pt x="3386042" y="688054"/>
                  <a:pt x="3386042" y="688054"/>
                  <a:pt x="3386042" y="688054"/>
                </a:cubicBezTo>
                <a:cubicBezTo>
                  <a:pt x="3307794" y="688054"/>
                  <a:pt x="3307794" y="688054"/>
                  <a:pt x="3307794" y="688054"/>
                </a:cubicBezTo>
                <a:cubicBezTo>
                  <a:pt x="3314907" y="532000"/>
                  <a:pt x="3314907" y="532000"/>
                  <a:pt x="3314907" y="532000"/>
                </a:cubicBezTo>
                <a:cubicBezTo>
                  <a:pt x="3179750" y="312108"/>
                  <a:pt x="3179750" y="312108"/>
                  <a:pt x="3179750" y="312108"/>
                </a:cubicBezTo>
                <a:lnTo>
                  <a:pt x="3272226" y="319201"/>
                </a:lnTo>
                <a:close/>
                <a:moveTo>
                  <a:pt x="3137069" y="312108"/>
                </a:moveTo>
                <a:cubicBezTo>
                  <a:pt x="3144182" y="375947"/>
                  <a:pt x="3144182" y="375947"/>
                  <a:pt x="3144182" y="375947"/>
                </a:cubicBezTo>
                <a:cubicBezTo>
                  <a:pt x="3023252" y="383041"/>
                  <a:pt x="3023252" y="383041"/>
                  <a:pt x="3023252" y="383041"/>
                </a:cubicBezTo>
                <a:cubicBezTo>
                  <a:pt x="3044593" y="688054"/>
                  <a:pt x="3044593" y="688054"/>
                  <a:pt x="3044593" y="688054"/>
                </a:cubicBezTo>
                <a:cubicBezTo>
                  <a:pt x="2966344" y="695147"/>
                  <a:pt x="2966344" y="695147"/>
                  <a:pt x="2966344" y="695147"/>
                </a:cubicBezTo>
                <a:cubicBezTo>
                  <a:pt x="2937890" y="390134"/>
                  <a:pt x="2937890" y="390134"/>
                  <a:pt x="2937890" y="390134"/>
                </a:cubicBezTo>
                <a:cubicBezTo>
                  <a:pt x="2824072" y="397227"/>
                  <a:pt x="2824072" y="397227"/>
                  <a:pt x="2824072" y="397227"/>
                </a:cubicBezTo>
                <a:cubicBezTo>
                  <a:pt x="2816959" y="340481"/>
                  <a:pt x="2816959" y="340481"/>
                  <a:pt x="2816959" y="340481"/>
                </a:cubicBezTo>
                <a:lnTo>
                  <a:pt x="3137069" y="312108"/>
                </a:lnTo>
                <a:close/>
                <a:moveTo>
                  <a:pt x="2745824" y="354667"/>
                </a:moveTo>
                <a:cubicBezTo>
                  <a:pt x="2809846" y="716427"/>
                  <a:pt x="2809846" y="716427"/>
                  <a:pt x="2809846" y="716427"/>
                </a:cubicBezTo>
                <a:cubicBezTo>
                  <a:pt x="2731597" y="730614"/>
                  <a:pt x="2731597" y="730614"/>
                  <a:pt x="2731597" y="730614"/>
                </a:cubicBezTo>
                <a:cubicBezTo>
                  <a:pt x="2667575" y="368854"/>
                  <a:pt x="2667575" y="368854"/>
                  <a:pt x="2667575" y="368854"/>
                </a:cubicBezTo>
                <a:lnTo>
                  <a:pt x="2745824" y="354667"/>
                </a:lnTo>
                <a:close/>
                <a:moveTo>
                  <a:pt x="2304785" y="496534"/>
                </a:moveTo>
                <a:cubicBezTo>
                  <a:pt x="2311898" y="482347"/>
                  <a:pt x="2326126" y="461067"/>
                  <a:pt x="2347467" y="446880"/>
                </a:cubicBezTo>
                <a:cubicBezTo>
                  <a:pt x="2368807" y="432694"/>
                  <a:pt x="2390148" y="425600"/>
                  <a:pt x="2418602" y="418507"/>
                </a:cubicBezTo>
                <a:cubicBezTo>
                  <a:pt x="2468396" y="404321"/>
                  <a:pt x="2511077" y="404321"/>
                  <a:pt x="2539531" y="418507"/>
                </a:cubicBezTo>
                <a:cubicBezTo>
                  <a:pt x="2567986" y="425600"/>
                  <a:pt x="2589327" y="446880"/>
                  <a:pt x="2596440" y="482347"/>
                </a:cubicBezTo>
                <a:cubicBezTo>
                  <a:pt x="2518192" y="503627"/>
                  <a:pt x="2518192" y="503627"/>
                  <a:pt x="2518192" y="503627"/>
                </a:cubicBezTo>
                <a:cubicBezTo>
                  <a:pt x="2511077" y="489440"/>
                  <a:pt x="2503964" y="475254"/>
                  <a:pt x="2489737" y="475254"/>
                </a:cubicBezTo>
                <a:cubicBezTo>
                  <a:pt x="2475509" y="468160"/>
                  <a:pt x="2454170" y="468160"/>
                  <a:pt x="2432829" y="475254"/>
                </a:cubicBezTo>
                <a:cubicBezTo>
                  <a:pt x="2411487" y="482347"/>
                  <a:pt x="2397261" y="489440"/>
                  <a:pt x="2383034" y="503627"/>
                </a:cubicBezTo>
                <a:cubicBezTo>
                  <a:pt x="2375920" y="510720"/>
                  <a:pt x="2375920" y="517813"/>
                  <a:pt x="2375920" y="524908"/>
                </a:cubicBezTo>
                <a:cubicBezTo>
                  <a:pt x="2383034" y="539093"/>
                  <a:pt x="2390148" y="539093"/>
                  <a:pt x="2397261" y="546188"/>
                </a:cubicBezTo>
                <a:cubicBezTo>
                  <a:pt x="2411487" y="553281"/>
                  <a:pt x="2432829" y="553281"/>
                  <a:pt x="2475509" y="553281"/>
                </a:cubicBezTo>
                <a:cubicBezTo>
                  <a:pt x="2518192" y="546188"/>
                  <a:pt x="2546645" y="546188"/>
                  <a:pt x="2567986" y="553281"/>
                </a:cubicBezTo>
                <a:cubicBezTo>
                  <a:pt x="2589327" y="560374"/>
                  <a:pt x="2603553" y="567468"/>
                  <a:pt x="2617780" y="574561"/>
                </a:cubicBezTo>
                <a:cubicBezTo>
                  <a:pt x="2632008" y="588748"/>
                  <a:pt x="2646234" y="610028"/>
                  <a:pt x="2653348" y="631307"/>
                </a:cubicBezTo>
                <a:cubicBezTo>
                  <a:pt x="2653348" y="652587"/>
                  <a:pt x="2653348" y="673867"/>
                  <a:pt x="2646234" y="695147"/>
                </a:cubicBezTo>
                <a:cubicBezTo>
                  <a:pt x="2639121" y="716427"/>
                  <a:pt x="2624894" y="730614"/>
                  <a:pt x="2603553" y="744800"/>
                </a:cubicBezTo>
                <a:cubicBezTo>
                  <a:pt x="2589327" y="758988"/>
                  <a:pt x="2560872" y="773175"/>
                  <a:pt x="2525305" y="780268"/>
                </a:cubicBezTo>
                <a:cubicBezTo>
                  <a:pt x="2475509" y="794455"/>
                  <a:pt x="2432829" y="794455"/>
                  <a:pt x="2404374" y="780268"/>
                </a:cubicBezTo>
                <a:cubicBezTo>
                  <a:pt x="2368807" y="766081"/>
                  <a:pt x="2347467" y="744800"/>
                  <a:pt x="2333239" y="709334"/>
                </a:cubicBezTo>
                <a:cubicBezTo>
                  <a:pt x="2404374" y="680961"/>
                  <a:pt x="2404374" y="680961"/>
                  <a:pt x="2404374" y="680961"/>
                </a:cubicBezTo>
                <a:cubicBezTo>
                  <a:pt x="2418602" y="702241"/>
                  <a:pt x="2432829" y="716427"/>
                  <a:pt x="2447055" y="723520"/>
                </a:cubicBezTo>
                <a:cubicBezTo>
                  <a:pt x="2461283" y="730614"/>
                  <a:pt x="2482623" y="730614"/>
                  <a:pt x="2511077" y="723520"/>
                </a:cubicBezTo>
                <a:cubicBezTo>
                  <a:pt x="2532418" y="716427"/>
                  <a:pt x="2553759" y="702241"/>
                  <a:pt x="2560872" y="688054"/>
                </a:cubicBezTo>
                <a:cubicBezTo>
                  <a:pt x="2575099" y="680961"/>
                  <a:pt x="2575099" y="666774"/>
                  <a:pt x="2575099" y="652587"/>
                </a:cubicBezTo>
                <a:cubicBezTo>
                  <a:pt x="2567986" y="645494"/>
                  <a:pt x="2567986" y="638401"/>
                  <a:pt x="2560872" y="631307"/>
                </a:cubicBezTo>
                <a:cubicBezTo>
                  <a:pt x="2553759" y="631307"/>
                  <a:pt x="2539531" y="624214"/>
                  <a:pt x="2525305" y="624214"/>
                </a:cubicBezTo>
                <a:cubicBezTo>
                  <a:pt x="2518192" y="624214"/>
                  <a:pt x="2496850" y="624214"/>
                  <a:pt x="2461283" y="624214"/>
                </a:cubicBezTo>
                <a:cubicBezTo>
                  <a:pt x="2411487" y="631307"/>
                  <a:pt x="2383034" y="624214"/>
                  <a:pt x="2361693" y="617121"/>
                </a:cubicBezTo>
                <a:cubicBezTo>
                  <a:pt x="2333239" y="602934"/>
                  <a:pt x="2311898" y="581654"/>
                  <a:pt x="2304785" y="553281"/>
                </a:cubicBezTo>
                <a:cubicBezTo>
                  <a:pt x="2297671" y="539093"/>
                  <a:pt x="2297671" y="517813"/>
                  <a:pt x="2304785" y="496534"/>
                </a:cubicBezTo>
                <a:close/>
                <a:moveTo>
                  <a:pt x="2034470" y="560374"/>
                </a:moveTo>
                <a:cubicBezTo>
                  <a:pt x="2077152" y="546188"/>
                  <a:pt x="2105605" y="532000"/>
                  <a:pt x="2126946" y="532000"/>
                </a:cubicBezTo>
                <a:cubicBezTo>
                  <a:pt x="2148288" y="532000"/>
                  <a:pt x="2162514" y="532000"/>
                  <a:pt x="2183855" y="546188"/>
                </a:cubicBezTo>
                <a:cubicBezTo>
                  <a:pt x="2198082" y="553281"/>
                  <a:pt x="2212310" y="567468"/>
                  <a:pt x="2219423" y="588748"/>
                </a:cubicBezTo>
                <a:cubicBezTo>
                  <a:pt x="2233649" y="617121"/>
                  <a:pt x="2233649" y="638401"/>
                  <a:pt x="2226536" y="666774"/>
                </a:cubicBezTo>
                <a:cubicBezTo>
                  <a:pt x="2212310" y="688054"/>
                  <a:pt x="2198082" y="709334"/>
                  <a:pt x="2162514" y="723520"/>
                </a:cubicBezTo>
                <a:cubicBezTo>
                  <a:pt x="2183855" y="730614"/>
                  <a:pt x="2205195" y="730614"/>
                  <a:pt x="2219423" y="737707"/>
                </a:cubicBezTo>
                <a:cubicBezTo>
                  <a:pt x="2233649" y="744800"/>
                  <a:pt x="2254990" y="751895"/>
                  <a:pt x="2283445" y="773175"/>
                </a:cubicBezTo>
                <a:cubicBezTo>
                  <a:pt x="2354580" y="815734"/>
                  <a:pt x="2354580" y="815734"/>
                  <a:pt x="2354580" y="815734"/>
                </a:cubicBezTo>
                <a:cubicBezTo>
                  <a:pt x="2269217" y="858294"/>
                  <a:pt x="2269217" y="858294"/>
                  <a:pt x="2269217" y="858294"/>
                </a:cubicBezTo>
                <a:cubicBezTo>
                  <a:pt x="2183855" y="808641"/>
                  <a:pt x="2183855" y="808641"/>
                  <a:pt x="2183855" y="808641"/>
                </a:cubicBezTo>
                <a:cubicBezTo>
                  <a:pt x="2148288" y="794455"/>
                  <a:pt x="2134060" y="780268"/>
                  <a:pt x="2119833" y="773175"/>
                </a:cubicBezTo>
                <a:cubicBezTo>
                  <a:pt x="2112720" y="773175"/>
                  <a:pt x="2098492" y="773175"/>
                  <a:pt x="2091379" y="773175"/>
                </a:cubicBezTo>
                <a:cubicBezTo>
                  <a:pt x="2084266" y="773175"/>
                  <a:pt x="2070038" y="780268"/>
                  <a:pt x="2055811" y="787361"/>
                </a:cubicBezTo>
                <a:cubicBezTo>
                  <a:pt x="2034470" y="794455"/>
                  <a:pt x="2034470" y="794455"/>
                  <a:pt x="2034470" y="794455"/>
                </a:cubicBezTo>
                <a:cubicBezTo>
                  <a:pt x="2098492" y="929227"/>
                  <a:pt x="2098492" y="929227"/>
                  <a:pt x="2098492" y="929227"/>
                </a:cubicBezTo>
                <a:cubicBezTo>
                  <a:pt x="2027357" y="964695"/>
                  <a:pt x="2027357" y="964695"/>
                  <a:pt x="2027357" y="964695"/>
                </a:cubicBezTo>
                <a:cubicBezTo>
                  <a:pt x="1877973" y="631307"/>
                  <a:pt x="1877973" y="631307"/>
                  <a:pt x="1877973" y="631307"/>
                </a:cubicBezTo>
                <a:lnTo>
                  <a:pt x="2034470" y="560374"/>
                </a:lnTo>
                <a:close/>
                <a:moveTo>
                  <a:pt x="1778384" y="680961"/>
                </a:moveTo>
                <a:cubicBezTo>
                  <a:pt x="1813951" y="737707"/>
                  <a:pt x="1813951" y="737707"/>
                  <a:pt x="1813951" y="737707"/>
                </a:cubicBezTo>
                <a:cubicBezTo>
                  <a:pt x="1629000" y="851201"/>
                  <a:pt x="1629000" y="851201"/>
                  <a:pt x="1629000" y="851201"/>
                </a:cubicBezTo>
                <a:cubicBezTo>
                  <a:pt x="1671681" y="922134"/>
                  <a:pt x="1671681" y="922134"/>
                  <a:pt x="1671681" y="922134"/>
                </a:cubicBezTo>
                <a:cubicBezTo>
                  <a:pt x="1842406" y="815734"/>
                  <a:pt x="1842406" y="815734"/>
                  <a:pt x="1842406" y="815734"/>
                </a:cubicBezTo>
                <a:cubicBezTo>
                  <a:pt x="1877973" y="865388"/>
                  <a:pt x="1877973" y="865388"/>
                  <a:pt x="1877973" y="865388"/>
                </a:cubicBezTo>
                <a:cubicBezTo>
                  <a:pt x="1707248" y="971787"/>
                  <a:pt x="1707248" y="971787"/>
                  <a:pt x="1707248" y="971787"/>
                </a:cubicBezTo>
                <a:cubicBezTo>
                  <a:pt x="1757042" y="1056908"/>
                  <a:pt x="1757042" y="1056908"/>
                  <a:pt x="1757042" y="1056908"/>
                </a:cubicBezTo>
                <a:cubicBezTo>
                  <a:pt x="1949108" y="936321"/>
                  <a:pt x="1949108" y="936321"/>
                  <a:pt x="1949108" y="936321"/>
                </a:cubicBezTo>
                <a:cubicBezTo>
                  <a:pt x="1977563" y="985975"/>
                  <a:pt x="1977563" y="985975"/>
                  <a:pt x="1977563" y="985975"/>
                </a:cubicBezTo>
                <a:cubicBezTo>
                  <a:pt x="1721475" y="1149121"/>
                  <a:pt x="1721475" y="1149121"/>
                  <a:pt x="1721475" y="1149121"/>
                </a:cubicBezTo>
                <a:cubicBezTo>
                  <a:pt x="1522296" y="844108"/>
                  <a:pt x="1522296" y="844108"/>
                  <a:pt x="1522296" y="844108"/>
                </a:cubicBezTo>
                <a:lnTo>
                  <a:pt x="1778384" y="680961"/>
                </a:lnTo>
                <a:close/>
                <a:moveTo>
                  <a:pt x="1244868" y="1071095"/>
                </a:moveTo>
                <a:cubicBezTo>
                  <a:pt x="1493843" y="1212962"/>
                  <a:pt x="1493843" y="1212962"/>
                  <a:pt x="1493843" y="1212962"/>
                </a:cubicBezTo>
                <a:cubicBezTo>
                  <a:pt x="1394253" y="943414"/>
                  <a:pt x="1394253" y="943414"/>
                  <a:pt x="1394253" y="943414"/>
                </a:cubicBezTo>
                <a:cubicBezTo>
                  <a:pt x="1465388" y="886668"/>
                  <a:pt x="1465388" y="886668"/>
                  <a:pt x="1465388" y="886668"/>
                </a:cubicBezTo>
                <a:cubicBezTo>
                  <a:pt x="1586318" y="1255522"/>
                  <a:pt x="1586318" y="1255522"/>
                  <a:pt x="1586318" y="1255522"/>
                </a:cubicBezTo>
                <a:cubicBezTo>
                  <a:pt x="1522296" y="1312268"/>
                  <a:pt x="1522296" y="1312268"/>
                  <a:pt x="1522296" y="1312268"/>
                </a:cubicBezTo>
                <a:cubicBezTo>
                  <a:pt x="1173733" y="1127841"/>
                  <a:pt x="1173733" y="1127841"/>
                  <a:pt x="1173733" y="1127841"/>
                </a:cubicBezTo>
                <a:lnTo>
                  <a:pt x="1244868" y="1071095"/>
                </a:lnTo>
                <a:close/>
                <a:moveTo>
                  <a:pt x="1138165" y="1170402"/>
                </a:moveTo>
                <a:cubicBezTo>
                  <a:pt x="1401366" y="1425762"/>
                  <a:pt x="1401366" y="1425762"/>
                  <a:pt x="1401366" y="1425762"/>
                </a:cubicBezTo>
                <a:cubicBezTo>
                  <a:pt x="1344458" y="1482508"/>
                  <a:pt x="1344458" y="1482508"/>
                  <a:pt x="1344458" y="1482508"/>
                </a:cubicBezTo>
                <a:cubicBezTo>
                  <a:pt x="1081258" y="1234242"/>
                  <a:pt x="1081258" y="1234242"/>
                  <a:pt x="1081258" y="1234242"/>
                </a:cubicBezTo>
                <a:lnTo>
                  <a:pt x="1138165" y="1170402"/>
                </a:lnTo>
                <a:close/>
                <a:moveTo>
                  <a:pt x="860737" y="1496695"/>
                </a:moveTo>
                <a:cubicBezTo>
                  <a:pt x="1159506" y="1517975"/>
                  <a:pt x="1159506" y="1517975"/>
                  <a:pt x="1159506" y="1517975"/>
                </a:cubicBezTo>
                <a:cubicBezTo>
                  <a:pt x="960327" y="1369014"/>
                  <a:pt x="960327" y="1369014"/>
                  <a:pt x="960327" y="1369014"/>
                </a:cubicBezTo>
                <a:cubicBezTo>
                  <a:pt x="1010121" y="1305175"/>
                  <a:pt x="1010121" y="1305175"/>
                  <a:pt x="1010121" y="1305175"/>
                </a:cubicBezTo>
                <a:cubicBezTo>
                  <a:pt x="1294663" y="1532162"/>
                  <a:pt x="1294663" y="1532162"/>
                  <a:pt x="1294663" y="1532162"/>
                </a:cubicBezTo>
                <a:cubicBezTo>
                  <a:pt x="1244868" y="1596001"/>
                  <a:pt x="1244868" y="1596001"/>
                  <a:pt x="1244868" y="1596001"/>
                </a:cubicBezTo>
                <a:cubicBezTo>
                  <a:pt x="953214" y="1574721"/>
                  <a:pt x="953214" y="1574721"/>
                  <a:pt x="953214" y="1574721"/>
                </a:cubicBezTo>
                <a:cubicBezTo>
                  <a:pt x="1145278" y="1723682"/>
                  <a:pt x="1145278" y="1723682"/>
                  <a:pt x="1145278" y="1723682"/>
                </a:cubicBezTo>
                <a:cubicBezTo>
                  <a:pt x="1102597" y="1787522"/>
                  <a:pt x="1102597" y="1787522"/>
                  <a:pt x="1102597" y="1787522"/>
                </a:cubicBezTo>
                <a:cubicBezTo>
                  <a:pt x="810943" y="1560535"/>
                  <a:pt x="810943" y="1560535"/>
                  <a:pt x="810943" y="1560535"/>
                </a:cubicBezTo>
                <a:lnTo>
                  <a:pt x="860737" y="1496695"/>
                </a:lnTo>
                <a:close/>
                <a:moveTo>
                  <a:pt x="625991" y="1872642"/>
                </a:moveTo>
                <a:cubicBezTo>
                  <a:pt x="796715" y="1971949"/>
                  <a:pt x="796715" y="1971949"/>
                  <a:pt x="796715" y="1971949"/>
                </a:cubicBezTo>
                <a:cubicBezTo>
                  <a:pt x="825170" y="1986135"/>
                  <a:pt x="846511" y="1993229"/>
                  <a:pt x="853624" y="1993229"/>
                </a:cubicBezTo>
                <a:cubicBezTo>
                  <a:pt x="867851" y="2000322"/>
                  <a:pt x="882079" y="2000322"/>
                  <a:pt x="896305" y="1993229"/>
                </a:cubicBezTo>
                <a:cubicBezTo>
                  <a:pt x="910533" y="1986135"/>
                  <a:pt x="924759" y="1971949"/>
                  <a:pt x="938986" y="1950669"/>
                </a:cubicBezTo>
                <a:cubicBezTo>
                  <a:pt x="946100" y="1929389"/>
                  <a:pt x="953214" y="1915202"/>
                  <a:pt x="953214" y="1901016"/>
                </a:cubicBezTo>
                <a:cubicBezTo>
                  <a:pt x="953214" y="1886829"/>
                  <a:pt x="946100" y="1872642"/>
                  <a:pt x="931873" y="1865549"/>
                </a:cubicBezTo>
                <a:cubicBezTo>
                  <a:pt x="924759" y="1858456"/>
                  <a:pt x="903418" y="1844269"/>
                  <a:pt x="882079" y="1830083"/>
                </a:cubicBezTo>
                <a:cubicBezTo>
                  <a:pt x="704240" y="1730775"/>
                  <a:pt x="704240" y="1730775"/>
                  <a:pt x="704240" y="1730775"/>
                </a:cubicBezTo>
                <a:cubicBezTo>
                  <a:pt x="739808" y="1659842"/>
                  <a:pt x="739808" y="1659842"/>
                  <a:pt x="739808" y="1659842"/>
                </a:cubicBezTo>
                <a:cubicBezTo>
                  <a:pt x="910533" y="1759148"/>
                  <a:pt x="910533" y="1759148"/>
                  <a:pt x="910533" y="1759148"/>
                </a:cubicBezTo>
                <a:cubicBezTo>
                  <a:pt x="953214" y="1780428"/>
                  <a:pt x="974554" y="1794615"/>
                  <a:pt x="988781" y="1808803"/>
                </a:cubicBezTo>
                <a:cubicBezTo>
                  <a:pt x="1003008" y="1822988"/>
                  <a:pt x="1010121" y="1837176"/>
                  <a:pt x="1017236" y="1851362"/>
                </a:cubicBezTo>
                <a:cubicBezTo>
                  <a:pt x="1024349" y="1865549"/>
                  <a:pt x="1024349" y="1886829"/>
                  <a:pt x="1024349" y="1908109"/>
                </a:cubicBezTo>
                <a:cubicBezTo>
                  <a:pt x="1017236" y="1929389"/>
                  <a:pt x="1010121" y="1950669"/>
                  <a:pt x="995895" y="1979042"/>
                </a:cubicBezTo>
                <a:cubicBezTo>
                  <a:pt x="974554" y="2014510"/>
                  <a:pt x="953214" y="2035788"/>
                  <a:pt x="938986" y="2049976"/>
                </a:cubicBezTo>
                <a:cubicBezTo>
                  <a:pt x="924759" y="2064163"/>
                  <a:pt x="903418" y="2071256"/>
                  <a:pt x="889192" y="2078349"/>
                </a:cubicBezTo>
                <a:cubicBezTo>
                  <a:pt x="874965" y="2078349"/>
                  <a:pt x="853624" y="2078349"/>
                  <a:pt x="839398" y="2078349"/>
                </a:cubicBezTo>
                <a:cubicBezTo>
                  <a:pt x="818057" y="2071256"/>
                  <a:pt x="789602" y="2057069"/>
                  <a:pt x="754035" y="2035788"/>
                </a:cubicBezTo>
                <a:cubicBezTo>
                  <a:pt x="583310" y="1943575"/>
                  <a:pt x="583310" y="1943575"/>
                  <a:pt x="583310" y="1943575"/>
                </a:cubicBezTo>
                <a:lnTo>
                  <a:pt x="625991" y="1872642"/>
                </a:lnTo>
                <a:close/>
                <a:moveTo>
                  <a:pt x="320109" y="2851523"/>
                </a:moveTo>
                <a:cubicBezTo>
                  <a:pt x="583310" y="2723843"/>
                  <a:pt x="583310" y="2723843"/>
                  <a:pt x="583310" y="2723843"/>
                </a:cubicBezTo>
                <a:cubicBezTo>
                  <a:pt x="341450" y="2688377"/>
                  <a:pt x="341450" y="2688377"/>
                  <a:pt x="341450" y="2688377"/>
                </a:cubicBezTo>
                <a:cubicBezTo>
                  <a:pt x="355676" y="2610349"/>
                  <a:pt x="355676" y="2610349"/>
                  <a:pt x="355676" y="2610349"/>
                </a:cubicBezTo>
                <a:cubicBezTo>
                  <a:pt x="718467" y="2667097"/>
                  <a:pt x="718467" y="2667097"/>
                  <a:pt x="718467" y="2667097"/>
                </a:cubicBezTo>
                <a:cubicBezTo>
                  <a:pt x="704240" y="2745123"/>
                  <a:pt x="704240" y="2745123"/>
                  <a:pt x="704240" y="2745123"/>
                </a:cubicBezTo>
                <a:cubicBezTo>
                  <a:pt x="441039" y="2872804"/>
                  <a:pt x="441039" y="2872804"/>
                  <a:pt x="441039" y="2872804"/>
                </a:cubicBezTo>
                <a:cubicBezTo>
                  <a:pt x="675786" y="2908270"/>
                  <a:pt x="675786" y="2908270"/>
                  <a:pt x="675786" y="2908270"/>
                </a:cubicBezTo>
                <a:cubicBezTo>
                  <a:pt x="668673" y="2986297"/>
                  <a:pt x="668673" y="2986297"/>
                  <a:pt x="668673" y="2986297"/>
                </a:cubicBezTo>
                <a:cubicBezTo>
                  <a:pt x="305882" y="2929550"/>
                  <a:pt x="305882" y="2929550"/>
                  <a:pt x="305882" y="2929550"/>
                </a:cubicBezTo>
                <a:lnTo>
                  <a:pt x="320109" y="2851523"/>
                </a:lnTo>
                <a:close/>
                <a:moveTo>
                  <a:pt x="298769" y="3028857"/>
                </a:moveTo>
                <a:cubicBezTo>
                  <a:pt x="668673" y="3050137"/>
                  <a:pt x="668673" y="3050137"/>
                  <a:pt x="668673" y="3050137"/>
                </a:cubicBezTo>
                <a:cubicBezTo>
                  <a:pt x="661558" y="3128164"/>
                  <a:pt x="661558" y="3128164"/>
                  <a:pt x="661558" y="3128164"/>
                </a:cubicBezTo>
                <a:cubicBezTo>
                  <a:pt x="298769" y="3113976"/>
                  <a:pt x="298769" y="3113976"/>
                  <a:pt x="298769" y="3113976"/>
                </a:cubicBezTo>
                <a:lnTo>
                  <a:pt x="298769" y="3028857"/>
                </a:lnTo>
                <a:close/>
                <a:moveTo>
                  <a:pt x="305882" y="3454457"/>
                </a:moveTo>
                <a:cubicBezTo>
                  <a:pt x="448153" y="3447364"/>
                  <a:pt x="448153" y="3447364"/>
                  <a:pt x="448153" y="3447364"/>
                </a:cubicBezTo>
                <a:cubicBezTo>
                  <a:pt x="441039" y="3291310"/>
                  <a:pt x="441039" y="3291310"/>
                  <a:pt x="441039" y="3291310"/>
                </a:cubicBezTo>
                <a:cubicBezTo>
                  <a:pt x="298769" y="3298403"/>
                  <a:pt x="298769" y="3298403"/>
                  <a:pt x="298769" y="3298403"/>
                </a:cubicBezTo>
                <a:cubicBezTo>
                  <a:pt x="291656" y="3213284"/>
                  <a:pt x="291656" y="3213284"/>
                  <a:pt x="291656" y="3213284"/>
                </a:cubicBezTo>
                <a:cubicBezTo>
                  <a:pt x="654445" y="3192004"/>
                  <a:pt x="654445" y="3192004"/>
                  <a:pt x="654445" y="3192004"/>
                </a:cubicBezTo>
                <a:cubicBezTo>
                  <a:pt x="661558" y="3277123"/>
                  <a:pt x="661558" y="3277123"/>
                  <a:pt x="661558" y="3277123"/>
                </a:cubicBezTo>
                <a:cubicBezTo>
                  <a:pt x="505061" y="3284217"/>
                  <a:pt x="505061" y="3284217"/>
                  <a:pt x="505061" y="3284217"/>
                </a:cubicBezTo>
                <a:cubicBezTo>
                  <a:pt x="512174" y="3447364"/>
                  <a:pt x="512174" y="3447364"/>
                  <a:pt x="512174" y="3447364"/>
                </a:cubicBezTo>
                <a:cubicBezTo>
                  <a:pt x="668673" y="3433177"/>
                  <a:pt x="668673" y="3433177"/>
                  <a:pt x="668673" y="3433177"/>
                </a:cubicBezTo>
                <a:cubicBezTo>
                  <a:pt x="675786" y="3518298"/>
                  <a:pt x="675786" y="3518298"/>
                  <a:pt x="675786" y="3518298"/>
                </a:cubicBezTo>
                <a:cubicBezTo>
                  <a:pt x="305882" y="3539578"/>
                  <a:pt x="305882" y="3539578"/>
                  <a:pt x="305882" y="3539578"/>
                </a:cubicBezTo>
                <a:lnTo>
                  <a:pt x="305882" y="3454457"/>
                </a:lnTo>
                <a:close/>
                <a:moveTo>
                  <a:pt x="697126" y="3872964"/>
                </a:moveTo>
                <a:cubicBezTo>
                  <a:pt x="675786" y="3908431"/>
                  <a:pt x="633104" y="3936804"/>
                  <a:pt x="576196" y="3950992"/>
                </a:cubicBezTo>
                <a:cubicBezTo>
                  <a:pt x="519288" y="3965177"/>
                  <a:pt x="469494" y="3958085"/>
                  <a:pt x="426811" y="3929711"/>
                </a:cubicBezTo>
                <a:cubicBezTo>
                  <a:pt x="384131" y="3901338"/>
                  <a:pt x="362791" y="3858778"/>
                  <a:pt x="348563" y="3802031"/>
                </a:cubicBezTo>
                <a:cubicBezTo>
                  <a:pt x="341450" y="3752378"/>
                  <a:pt x="341450" y="3709817"/>
                  <a:pt x="362791" y="3674351"/>
                </a:cubicBezTo>
                <a:cubicBezTo>
                  <a:pt x="377017" y="3653071"/>
                  <a:pt x="391244" y="3638884"/>
                  <a:pt x="419698" y="3624697"/>
                </a:cubicBezTo>
                <a:cubicBezTo>
                  <a:pt x="455266" y="3695631"/>
                  <a:pt x="455266" y="3695631"/>
                  <a:pt x="455266" y="3695631"/>
                </a:cubicBezTo>
                <a:cubicBezTo>
                  <a:pt x="433926" y="3709817"/>
                  <a:pt x="426811" y="3716912"/>
                  <a:pt x="412585" y="3738190"/>
                </a:cubicBezTo>
                <a:cubicBezTo>
                  <a:pt x="405472" y="3752378"/>
                  <a:pt x="405472" y="3773658"/>
                  <a:pt x="412585" y="3794938"/>
                </a:cubicBezTo>
                <a:cubicBezTo>
                  <a:pt x="419698" y="3823311"/>
                  <a:pt x="433926" y="3844591"/>
                  <a:pt x="455266" y="3858778"/>
                </a:cubicBezTo>
                <a:cubicBezTo>
                  <a:pt x="476607" y="3872964"/>
                  <a:pt x="512174" y="3880058"/>
                  <a:pt x="554855" y="3865871"/>
                </a:cubicBezTo>
                <a:cubicBezTo>
                  <a:pt x="597536" y="3858778"/>
                  <a:pt x="633104" y="3844591"/>
                  <a:pt x="647332" y="3823311"/>
                </a:cubicBezTo>
                <a:cubicBezTo>
                  <a:pt x="661558" y="3802031"/>
                  <a:pt x="668673" y="3773658"/>
                  <a:pt x="661558" y="3745285"/>
                </a:cubicBezTo>
                <a:cubicBezTo>
                  <a:pt x="654445" y="3724004"/>
                  <a:pt x="647332" y="3702724"/>
                  <a:pt x="633104" y="3695631"/>
                </a:cubicBezTo>
                <a:cubicBezTo>
                  <a:pt x="611764" y="3681444"/>
                  <a:pt x="590423" y="3674351"/>
                  <a:pt x="561969" y="3674351"/>
                </a:cubicBezTo>
                <a:cubicBezTo>
                  <a:pt x="569083" y="3589231"/>
                  <a:pt x="569083" y="3589231"/>
                  <a:pt x="569083" y="3589231"/>
                </a:cubicBezTo>
                <a:cubicBezTo>
                  <a:pt x="611764" y="3596324"/>
                  <a:pt x="647332" y="3610511"/>
                  <a:pt x="668673" y="3631791"/>
                </a:cubicBezTo>
                <a:cubicBezTo>
                  <a:pt x="697126" y="3653071"/>
                  <a:pt x="711354" y="3688537"/>
                  <a:pt x="718467" y="3731097"/>
                </a:cubicBezTo>
                <a:cubicBezTo>
                  <a:pt x="732693" y="3780751"/>
                  <a:pt x="725580" y="3830404"/>
                  <a:pt x="697126" y="3872964"/>
                </a:cubicBezTo>
                <a:close/>
                <a:moveTo>
                  <a:pt x="818057" y="2340803"/>
                </a:moveTo>
                <a:cubicBezTo>
                  <a:pt x="725580" y="2347896"/>
                  <a:pt x="725580" y="2347896"/>
                  <a:pt x="725580" y="2347896"/>
                </a:cubicBezTo>
                <a:cubicBezTo>
                  <a:pt x="675786" y="2503950"/>
                  <a:pt x="675786" y="2503950"/>
                  <a:pt x="675786" y="2503950"/>
                </a:cubicBezTo>
                <a:cubicBezTo>
                  <a:pt x="746921" y="2560696"/>
                  <a:pt x="746921" y="2560696"/>
                  <a:pt x="746921" y="2560696"/>
                </a:cubicBezTo>
                <a:cubicBezTo>
                  <a:pt x="718467" y="2645816"/>
                  <a:pt x="718467" y="2645816"/>
                  <a:pt x="718467" y="2645816"/>
                </a:cubicBezTo>
                <a:cubicBezTo>
                  <a:pt x="419698" y="2383363"/>
                  <a:pt x="419698" y="2383363"/>
                  <a:pt x="419698" y="2383363"/>
                </a:cubicBezTo>
                <a:cubicBezTo>
                  <a:pt x="441039" y="2298243"/>
                  <a:pt x="441039" y="2298243"/>
                  <a:pt x="441039" y="2298243"/>
                </a:cubicBezTo>
                <a:cubicBezTo>
                  <a:pt x="839398" y="2255683"/>
                  <a:pt x="839398" y="2255683"/>
                  <a:pt x="839398" y="2255683"/>
                </a:cubicBezTo>
                <a:lnTo>
                  <a:pt x="818057" y="2340803"/>
                </a:lnTo>
                <a:close/>
                <a:moveTo>
                  <a:pt x="1792610" y="5405126"/>
                </a:moveTo>
                <a:cubicBezTo>
                  <a:pt x="1792610" y="5412219"/>
                  <a:pt x="1785497" y="5419312"/>
                  <a:pt x="1778384" y="5419312"/>
                </a:cubicBezTo>
                <a:cubicBezTo>
                  <a:pt x="1764156" y="5426406"/>
                  <a:pt x="1700135" y="5412219"/>
                  <a:pt x="1693020" y="5419312"/>
                </a:cubicBezTo>
                <a:cubicBezTo>
                  <a:pt x="1657453" y="5419312"/>
                  <a:pt x="1650340" y="5419312"/>
                  <a:pt x="1643226" y="5433499"/>
                </a:cubicBezTo>
                <a:cubicBezTo>
                  <a:pt x="1643226" y="5440592"/>
                  <a:pt x="1643226" y="5461872"/>
                  <a:pt x="1629000" y="5461872"/>
                </a:cubicBezTo>
                <a:cubicBezTo>
                  <a:pt x="1614772" y="5454780"/>
                  <a:pt x="1579204" y="5447687"/>
                  <a:pt x="1557863" y="5447687"/>
                </a:cubicBezTo>
                <a:cubicBezTo>
                  <a:pt x="1550750" y="5447687"/>
                  <a:pt x="1543637" y="5447687"/>
                  <a:pt x="1536523" y="5447687"/>
                </a:cubicBezTo>
                <a:cubicBezTo>
                  <a:pt x="1458275" y="5539900"/>
                  <a:pt x="1401366" y="5617926"/>
                  <a:pt x="1316003" y="5703047"/>
                </a:cubicBezTo>
                <a:cubicBezTo>
                  <a:pt x="1316003" y="5703047"/>
                  <a:pt x="1301777" y="5710140"/>
                  <a:pt x="1301777" y="5710140"/>
                </a:cubicBezTo>
                <a:cubicBezTo>
                  <a:pt x="1358685" y="5617926"/>
                  <a:pt x="1415593" y="5525713"/>
                  <a:pt x="1479615" y="5433499"/>
                </a:cubicBezTo>
                <a:cubicBezTo>
                  <a:pt x="1486728" y="5419312"/>
                  <a:pt x="1479615" y="5412219"/>
                  <a:pt x="1479615" y="5412219"/>
                </a:cubicBezTo>
                <a:cubicBezTo>
                  <a:pt x="1472501" y="5398033"/>
                  <a:pt x="1493843" y="5376753"/>
                  <a:pt x="1508069" y="5376753"/>
                </a:cubicBezTo>
                <a:cubicBezTo>
                  <a:pt x="1508069" y="5376753"/>
                  <a:pt x="1515182" y="5376753"/>
                  <a:pt x="1522296" y="5376753"/>
                </a:cubicBezTo>
                <a:cubicBezTo>
                  <a:pt x="1557863" y="5320006"/>
                  <a:pt x="1557863" y="5320006"/>
                  <a:pt x="1572091" y="5298726"/>
                </a:cubicBezTo>
                <a:cubicBezTo>
                  <a:pt x="1557863" y="5291633"/>
                  <a:pt x="1500956" y="5270353"/>
                  <a:pt x="1515182" y="5256166"/>
                </a:cubicBezTo>
                <a:cubicBezTo>
                  <a:pt x="1522296" y="5256166"/>
                  <a:pt x="1536523" y="5256166"/>
                  <a:pt x="1550750" y="5256166"/>
                </a:cubicBezTo>
                <a:cubicBezTo>
                  <a:pt x="1564978" y="5263260"/>
                  <a:pt x="1579204" y="5263260"/>
                  <a:pt x="1586318" y="5270353"/>
                </a:cubicBezTo>
                <a:cubicBezTo>
                  <a:pt x="1614772" y="5241980"/>
                  <a:pt x="1629000" y="5220699"/>
                  <a:pt x="1643226" y="5185232"/>
                </a:cubicBezTo>
                <a:cubicBezTo>
                  <a:pt x="1643226" y="5178139"/>
                  <a:pt x="1664567" y="5149766"/>
                  <a:pt x="1657453" y="5149766"/>
                </a:cubicBezTo>
                <a:cubicBezTo>
                  <a:pt x="1657453" y="5135579"/>
                  <a:pt x="1657453" y="5135579"/>
                  <a:pt x="1657453" y="5128486"/>
                </a:cubicBezTo>
                <a:cubicBezTo>
                  <a:pt x="1685907" y="5142672"/>
                  <a:pt x="1700135" y="5156859"/>
                  <a:pt x="1700135" y="5185232"/>
                </a:cubicBezTo>
                <a:cubicBezTo>
                  <a:pt x="1700135" y="5185232"/>
                  <a:pt x="1700135" y="5206512"/>
                  <a:pt x="1700135" y="5213607"/>
                </a:cubicBezTo>
                <a:cubicBezTo>
                  <a:pt x="1678794" y="5234885"/>
                  <a:pt x="1664567" y="5263260"/>
                  <a:pt x="1643226" y="5284540"/>
                </a:cubicBezTo>
                <a:cubicBezTo>
                  <a:pt x="1650340" y="5291633"/>
                  <a:pt x="1657453" y="5291633"/>
                  <a:pt x="1664567" y="5291633"/>
                </a:cubicBezTo>
                <a:cubicBezTo>
                  <a:pt x="1685907" y="5305820"/>
                  <a:pt x="1700135" y="5305820"/>
                  <a:pt x="1721475" y="5320006"/>
                </a:cubicBezTo>
                <a:cubicBezTo>
                  <a:pt x="1728588" y="5312913"/>
                  <a:pt x="1735703" y="5320006"/>
                  <a:pt x="1735703" y="5312913"/>
                </a:cubicBezTo>
                <a:cubicBezTo>
                  <a:pt x="1792610" y="5341286"/>
                  <a:pt x="1799725" y="5398033"/>
                  <a:pt x="1792610" y="5405126"/>
                </a:cubicBezTo>
                <a:close/>
                <a:moveTo>
                  <a:pt x="1344458" y="5213607"/>
                </a:moveTo>
                <a:cubicBezTo>
                  <a:pt x="1365799" y="5227792"/>
                  <a:pt x="1387138" y="5241980"/>
                  <a:pt x="1394253" y="5263260"/>
                </a:cubicBezTo>
                <a:cubicBezTo>
                  <a:pt x="1401366" y="5270353"/>
                  <a:pt x="1429821" y="5305820"/>
                  <a:pt x="1444047" y="5348379"/>
                </a:cubicBezTo>
                <a:cubicBezTo>
                  <a:pt x="1451160" y="5369659"/>
                  <a:pt x="1458275" y="5376753"/>
                  <a:pt x="1451160" y="5398033"/>
                </a:cubicBezTo>
                <a:cubicBezTo>
                  <a:pt x="1415593" y="5376753"/>
                  <a:pt x="1422707" y="5369659"/>
                  <a:pt x="1408480" y="5334193"/>
                </a:cubicBezTo>
                <a:cubicBezTo>
                  <a:pt x="1408480" y="5320006"/>
                  <a:pt x="1401366" y="5305820"/>
                  <a:pt x="1372912" y="5277446"/>
                </a:cubicBezTo>
                <a:cubicBezTo>
                  <a:pt x="1372912" y="5263260"/>
                  <a:pt x="1344458" y="5234885"/>
                  <a:pt x="1344458" y="5213607"/>
                </a:cubicBezTo>
                <a:close/>
                <a:moveTo>
                  <a:pt x="1863745" y="5816540"/>
                </a:moveTo>
                <a:cubicBezTo>
                  <a:pt x="1863745" y="5802353"/>
                  <a:pt x="1849519" y="5795260"/>
                  <a:pt x="1849519" y="5781073"/>
                </a:cubicBezTo>
                <a:cubicBezTo>
                  <a:pt x="1892200" y="5724327"/>
                  <a:pt x="1949108" y="5596646"/>
                  <a:pt x="1998903" y="5525713"/>
                </a:cubicBezTo>
                <a:cubicBezTo>
                  <a:pt x="2006017" y="5511526"/>
                  <a:pt x="2013130" y="5504433"/>
                  <a:pt x="2020244" y="5504433"/>
                </a:cubicBezTo>
                <a:cubicBezTo>
                  <a:pt x="2020244" y="5511526"/>
                  <a:pt x="2027357" y="5511526"/>
                  <a:pt x="2013130" y="5539900"/>
                </a:cubicBezTo>
                <a:cubicBezTo>
                  <a:pt x="2013130" y="5546993"/>
                  <a:pt x="1870860" y="5809446"/>
                  <a:pt x="1885086" y="5823633"/>
                </a:cubicBezTo>
                <a:cubicBezTo>
                  <a:pt x="1870860" y="5823633"/>
                  <a:pt x="1870860" y="5823633"/>
                  <a:pt x="1863745" y="5816540"/>
                </a:cubicBezTo>
                <a:close/>
                <a:moveTo>
                  <a:pt x="2055811" y="5880381"/>
                </a:moveTo>
                <a:cubicBezTo>
                  <a:pt x="2048698" y="5887474"/>
                  <a:pt x="2048698" y="5887474"/>
                  <a:pt x="2041585" y="5887474"/>
                </a:cubicBezTo>
                <a:cubicBezTo>
                  <a:pt x="2034470" y="5887474"/>
                  <a:pt x="2020244" y="5880381"/>
                  <a:pt x="2006017" y="5873286"/>
                </a:cubicBezTo>
                <a:cubicBezTo>
                  <a:pt x="1991789" y="5859101"/>
                  <a:pt x="1956222" y="5802353"/>
                  <a:pt x="1963335" y="5788167"/>
                </a:cubicBezTo>
                <a:cubicBezTo>
                  <a:pt x="1963335" y="5788167"/>
                  <a:pt x="1963335" y="5788167"/>
                  <a:pt x="1963335" y="5788167"/>
                </a:cubicBezTo>
                <a:cubicBezTo>
                  <a:pt x="1977563" y="5830726"/>
                  <a:pt x="2034470" y="5816540"/>
                  <a:pt x="2091379" y="5802353"/>
                </a:cubicBezTo>
                <a:cubicBezTo>
                  <a:pt x="2134060" y="5788167"/>
                  <a:pt x="2169627" y="5766887"/>
                  <a:pt x="2169627" y="5759793"/>
                </a:cubicBezTo>
                <a:cubicBezTo>
                  <a:pt x="2169627" y="5752700"/>
                  <a:pt x="2169627" y="5745607"/>
                  <a:pt x="2162514" y="5738513"/>
                </a:cubicBezTo>
                <a:cubicBezTo>
                  <a:pt x="2162514" y="5745607"/>
                  <a:pt x="2141173" y="5752700"/>
                  <a:pt x="2112720" y="5759793"/>
                </a:cubicBezTo>
                <a:cubicBezTo>
                  <a:pt x="2048698" y="5773980"/>
                  <a:pt x="1956222" y="5788167"/>
                  <a:pt x="1941995" y="5781073"/>
                </a:cubicBezTo>
                <a:cubicBezTo>
                  <a:pt x="1920654" y="5773980"/>
                  <a:pt x="1920654" y="5766887"/>
                  <a:pt x="1941995" y="5738513"/>
                </a:cubicBezTo>
                <a:cubicBezTo>
                  <a:pt x="1984676" y="5724327"/>
                  <a:pt x="2062924" y="5710140"/>
                  <a:pt x="2112720" y="5688860"/>
                </a:cubicBezTo>
                <a:cubicBezTo>
                  <a:pt x="2112720" y="5681767"/>
                  <a:pt x="2126946" y="5681767"/>
                  <a:pt x="2119833" y="5667579"/>
                </a:cubicBezTo>
                <a:cubicBezTo>
                  <a:pt x="2098492" y="5674674"/>
                  <a:pt x="2034470" y="5681767"/>
                  <a:pt x="2020244" y="5681767"/>
                </a:cubicBezTo>
                <a:cubicBezTo>
                  <a:pt x="1998903" y="5660487"/>
                  <a:pt x="2013130" y="5639206"/>
                  <a:pt x="2020244" y="5617926"/>
                </a:cubicBezTo>
                <a:cubicBezTo>
                  <a:pt x="2027357" y="5617926"/>
                  <a:pt x="2020244" y="5617926"/>
                  <a:pt x="2027357" y="5617926"/>
                </a:cubicBezTo>
                <a:cubicBezTo>
                  <a:pt x="2041585" y="5632113"/>
                  <a:pt x="2091379" y="5617926"/>
                  <a:pt x="2098492" y="5610833"/>
                </a:cubicBezTo>
                <a:cubicBezTo>
                  <a:pt x="2091379" y="5596646"/>
                  <a:pt x="2077152" y="5561180"/>
                  <a:pt x="2084266" y="5568273"/>
                </a:cubicBezTo>
                <a:cubicBezTo>
                  <a:pt x="2098492" y="5575366"/>
                  <a:pt x="2098492" y="5582460"/>
                  <a:pt x="2119833" y="5582460"/>
                </a:cubicBezTo>
                <a:cubicBezTo>
                  <a:pt x="2119833" y="5582460"/>
                  <a:pt x="2126946" y="5582460"/>
                  <a:pt x="2119833" y="5582460"/>
                </a:cubicBezTo>
                <a:cubicBezTo>
                  <a:pt x="2112720" y="5575366"/>
                  <a:pt x="2098492" y="5568273"/>
                  <a:pt x="2098492" y="5561180"/>
                </a:cubicBezTo>
                <a:cubicBezTo>
                  <a:pt x="2105605" y="5546993"/>
                  <a:pt x="2119833" y="5546993"/>
                  <a:pt x="2126946" y="5554086"/>
                </a:cubicBezTo>
                <a:cubicBezTo>
                  <a:pt x="2141173" y="5561180"/>
                  <a:pt x="2190968" y="5596646"/>
                  <a:pt x="2190968" y="5596646"/>
                </a:cubicBezTo>
                <a:cubicBezTo>
                  <a:pt x="2198082" y="5603739"/>
                  <a:pt x="2198082" y="5603739"/>
                  <a:pt x="2198082" y="5603739"/>
                </a:cubicBezTo>
                <a:cubicBezTo>
                  <a:pt x="2205195" y="5610833"/>
                  <a:pt x="2205195" y="5617926"/>
                  <a:pt x="2205195" y="5625019"/>
                </a:cubicBezTo>
                <a:cubicBezTo>
                  <a:pt x="2205195" y="5646299"/>
                  <a:pt x="2190968" y="5653394"/>
                  <a:pt x="2169627" y="5653394"/>
                </a:cubicBezTo>
                <a:cubicBezTo>
                  <a:pt x="2176742" y="5688860"/>
                  <a:pt x="2176742" y="5717233"/>
                  <a:pt x="2198082" y="5752700"/>
                </a:cubicBezTo>
                <a:cubicBezTo>
                  <a:pt x="2212310" y="5738513"/>
                  <a:pt x="2226536" y="5738513"/>
                  <a:pt x="2226536" y="5731420"/>
                </a:cubicBezTo>
                <a:cubicBezTo>
                  <a:pt x="2247877" y="5745607"/>
                  <a:pt x="2254990" y="5752700"/>
                  <a:pt x="2254990" y="5773980"/>
                </a:cubicBezTo>
                <a:cubicBezTo>
                  <a:pt x="2240763" y="5802353"/>
                  <a:pt x="2205195" y="5795260"/>
                  <a:pt x="2198082" y="5809446"/>
                </a:cubicBezTo>
                <a:cubicBezTo>
                  <a:pt x="2190968" y="5837820"/>
                  <a:pt x="2198082" y="5894567"/>
                  <a:pt x="2183855" y="5915847"/>
                </a:cubicBezTo>
                <a:cubicBezTo>
                  <a:pt x="2183855" y="5922940"/>
                  <a:pt x="2176742" y="5922940"/>
                  <a:pt x="2169627" y="5915847"/>
                </a:cubicBezTo>
                <a:cubicBezTo>
                  <a:pt x="2162514" y="5894567"/>
                  <a:pt x="2169627" y="5844913"/>
                  <a:pt x="2169627" y="5816540"/>
                </a:cubicBezTo>
                <a:cubicBezTo>
                  <a:pt x="2155401" y="5823633"/>
                  <a:pt x="2126946" y="5837820"/>
                  <a:pt x="2098492" y="5837820"/>
                </a:cubicBezTo>
                <a:cubicBezTo>
                  <a:pt x="2098492" y="5844913"/>
                  <a:pt x="2098492" y="5844913"/>
                  <a:pt x="2098492" y="5852006"/>
                </a:cubicBezTo>
                <a:cubicBezTo>
                  <a:pt x="2112720" y="5859101"/>
                  <a:pt x="2112720" y="5866194"/>
                  <a:pt x="2119833" y="5873286"/>
                </a:cubicBezTo>
                <a:cubicBezTo>
                  <a:pt x="2119833" y="5880381"/>
                  <a:pt x="2105605" y="5887474"/>
                  <a:pt x="2105605" y="5894567"/>
                </a:cubicBezTo>
                <a:cubicBezTo>
                  <a:pt x="2098492" y="5894567"/>
                  <a:pt x="2084266" y="5887474"/>
                  <a:pt x="2070038" y="5880381"/>
                </a:cubicBezTo>
                <a:cubicBezTo>
                  <a:pt x="2062924" y="5880381"/>
                  <a:pt x="2055811" y="5880381"/>
                  <a:pt x="2055811" y="5880381"/>
                </a:cubicBezTo>
                <a:close/>
                <a:moveTo>
                  <a:pt x="2254990" y="5582460"/>
                </a:moveTo>
                <a:cubicBezTo>
                  <a:pt x="2254990" y="5568273"/>
                  <a:pt x="2269217" y="5575366"/>
                  <a:pt x="2276330" y="5575366"/>
                </a:cubicBezTo>
                <a:cubicBezTo>
                  <a:pt x="2297671" y="5589553"/>
                  <a:pt x="2311898" y="5596646"/>
                  <a:pt x="2319012" y="5632113"/>
                </a:cubicBezTo>
                <a:cubicBezTo>
                  <a:pt x="2319012" y="5639206"/>
                  <a:pt x="2319012" y="5646299"/>
                  <a:pt x="2311898" y="5660487"/>
                </a:cubicBezTo>
                <a:cubicBezTo>
                  <a:pt x="2297671" y="5660487"/>
                  <a:pt x="2269217" y="5660487"/>
                  <a:pt x="2269217" y="5639206"/>
                </a:cubicBezTo>
                <a:cubicBezTo>
                  <a:pt x="2262104" y="5625019"/>
                  <a:pt x="2247877" y="5589553"/>
                  <a:pt x="2254990" y="5582460"/>
                </a:cubicBezTo>
                <a:close/>
                <a:moveTo>
                  <a:pt x="2425715" y="5688860"/>
                </a:moveTo>
                <a:cubicBezTo>
                  <a:pt x="2375920" y="5695953"/>
                  <a:pt x="2269217" y="5993873"/>
                  <a:pt x="2219423" y="6057713"/>
                </a:cubicBezTo>
                <a:cubicBezTo>
                  <a:pt x="2190968" y="6107366"/>
                  <a:pt x="2176742" y="6107366"/>
                  <a:pt x="2155401" y="6086086"/>
                </a:cubicBezTo>
                <a:cubicBezTo>
                  <a:pt x="2126946" y="6057713"/>
                  <a:pt x="2091379" y="5930034"/>
                  <a:pt x="2098492" y="5901660"/>
                </a:cubicBezTo>
                <a:cubicBezTo>
                  <a:pt x="2105605" y="5908754"/>
                  <a:pt x="2112720" y="5930034"/>
                  <a:pt x="2112720" y="5937127"/>
                </a:cubicBezTo>
                <a:cubicBezTo>
                  <a:pt x="2119833" y="5930034"/>
                  <a:pt x="2112720" y="5930034"/>
                  <a:pt x="2119833" y="5922940"/>
                </a:cubicBezTo>
                <a:cubicBezTo>
                  <a:pt x="2126946" y="5944220"/>
                  <a:pt x="2155401" y="6000967"/>
                  <a:pt x="2162514" y="6008060"/>
                </a:cubicBezTo>
                <a:cubicBezTo>
                  <a:pt x="2183855" y="6022247"/>
                  <a:pt x="2190968" y="5986780"/>
                  <a:pt x="2205195" y="5972594"/>
                </a:cubicBezTo>
                <a:cubicBezTo>
                  <a:pt x="2233649" y="5915847"/>
                  <a:pt x="2311898" y="5724327"/>
                  <a:pt x="2340352" y="5667579"/>
                </a:cubicBezTo>
                <a:cubicBezTo>
                  <a:pt x="2361693" y="5632113"/>
                  <a:pt x="2375920" y="5596646"/>
                  <a:pt x="2354580" y="5575366"/>
                </a:cubicBezTo>
                <a:cubicBezTo>
                  <a:pt x="2276330" y="5532806"/>
                  <a:pt x="2176742" y="5561180"/>
                  <a:pt x="2105605" y="5518620"/>
                </a:cubicBezTo>
                <a:cubicBezTo>
                  <a:pt x="2105605" y="5518620"/>
                  <a:pt x="2105605" y="5518620"/>
                  <a:pt x="2105605" y="5518620"/>
                </a:cubicBezTo>
                <a:cubicBezTo>
                  <a:pt x="2148288" y="5504433"/>
                  <a:pt x="2333239" y="5546993"/>
                  <a:pt x="2333239" y="5546993"/>
                </a:cubicBezTo>
                <a:cubicBezTo>
                  <a:pt x="2390148" y="5561180"/>
                  <a:pt x="2461283" y="5617926"/>
                  <a:pt x="2425715" y="5688860"/>
                </a:cubicBezTo>
                <a:close/>
                <a:moveTo>
                  <a:pt x="2596440" y="6086086"/>
                </a:moveTo>
                <a:cubicBezTo>
                  <a:pt x="2596440" y="6086086"/>
                  <a:pt x="2582212" y="6093181"/>
                  <a:pt x="2575099" y="6093181"/>
                </a:cubicBezTo>
                <a:cubicBezTo>
                  <a:pt x="2575099" y="6093181"/>
                  <a:pt x="2575099" y="6100274"/>
                  <a:pt x="2560872" y="6107366"/>
                </a:cubicBezTo>
                <a:cubicBezTo>
                  <a:pt x="2560872" y="6107366"/>
                  <a:pt x="2546645" y="6114461"/>
                  <a:pt x="2532418" y="6107366"/>
                </a:cubicBezTo>
                <a:cubicBezTo>
                  <a:pt x="2532418" y="6107366"/>
                  <a:pt x="2525305" y="6100274"/>
                  <a:pt x="2518192" y="6100274"/>
                </a:cubicBezTo>
                <a:cubicBezTo>
                  <a:pt x="2518192" y="6100274"/>
                  <a:pt x="2503964" y="6093181"/>
                  <a:pt x="2496850" y="6093181"/>
                </a:cubicBezTo>
                <a:cubicBezTo>
                  <a:pt x="2496850" y="6093181"/>
                  <a:pt x="2482623" y="6093181"/>
                  <a:pt x="2503964" y="6086086"/>
                </a:cubicBezTo>
                <a:cubicBezTo>
                  <a:pt x="2503964" y="6086086"/>
                  <a:pt x="2503964" y="6078993"/>
                  <a:pt x="2511077" y="6078993"/>
                </a:cubicBezTo>
                <a:cubicBezTo>
                  <a:pt x="2511077" y="6078993"/>
                  <a:pt x="2518192" y="6078993"/>
                  <a:pt x="2518192" y="6078993"/>
                </a:cubicBezTo>
                <a:cubicBezTo>
                  <a:pt x="2518192" y="6078993"/>
                  <a:pt x="2518192" y="6071900"/>
                  <a:pt x="2525305" y="6078993"/>
                </a:cubicBezTo>
                <a:cubicBezTo>
                  <a:pt x="2525305" y="6078993"/>
                  <a:pt x="2532418" y="6086086"/>
                  <a:pt x="2539531" y="6064808"/>
                </a:cubicBezTo>
                <a:cubicBezTo>
                  <a:pt x="2539531" y="6064808"/>
                  <a:pt x="2539531" y="6064808"/>
                  <a:pt x="2546645" y="6064808"/>
                </a:cubicBezTo>
                <a:cubicBezTo>
                  <a:pt x="2546645" y="6064808"/>
                  <a:pt x="2575099" y="6050620"/>
                  <a:pt x="2639121" y="6008060"/>
                </a:cubicBezTo>
                <a:cubicBezTo>
                  <a:pt x="2639121" y="6008060"/>
                  <a:pt x="2696030" y="5972594"/>
                  <a:pt x="2731597" y="5937127"/>
                </a:cubicBezTo>
                <a:cubicBezTo>
                  <a:pt x="2731597" y="5937127"/>
                  <a:pt x="2760052" y="5915847"/>
                  <a:pt x="2795619" y="5887474"/>
                </a:cubicBezTo>
                <a:cubicBezTo>
                  <a:pt x="2795619" y="5887474"/>
                  <a:pt x="2888094" y="5816540"/>
                  <a:pt x="2902322" y="5795260"/>
                </a:cubicBezTo>
                <a:cubicBezTo>
                  <a:pt x="2902322" y="5795260"/>
                  <a:pt x="2838300" y="5759793"/>
                  <a:pt x="2845413" y="5731420"/>
                </a:cubicBezTo>
                <a:cubicBezTo>
                  <a:pt x="2845413" y="5731420"/>
                  <a:pt x="2852527" y="5717233"/>
                  <a:pt x="2859640" y="5731420"/>
                </a:cubicBezTo>
                <a:cubicBezTo>
                  <a:pt x="2859640" y="5731420"/>
                  <a:pt x="2888094" y="5752700"/>
                  <a:pt x="2937890" y="5745607"/>
                </a:cubicBezTo>
                <a:cubicBezTo>
                  <a:pt x="2937890" y="5745607"/>
                  <a:pt x="2959230" y="5745607"/>
                  <a:pt x="2987684" y="5724327"/>
                </a:cubicBezTo>
                <a:cubicBezTo>
                  <a:pt x="2987684" y="5724327"/>
                  <a:pt x="3023252" y="5717233"/>
                  <a:pt x="3037479" y="5781073"/>
                </a:cubicBezTo>
                <a:cubicBezTo>
                  <a:pt x="3037479" y="5781073"/>
                  <a:pt x="3037479" y="5809446"/>
                  <a:pt x="3023252" y="5802353"/>
                </a:cubicBezTo>
                <a:cubicBezTo>
                  <a:pt x="3023252" y="5802353"/>
                  <a:pt x="3001912" y="5802353"/>
                  <a:pt x="2980571" y="5809446"/>
                </a:cubicBezTo>
                <a:cubicBezTo>
                  <a:pt x="2980571" y="5809446"/>
                  <a:pt x="2973457" y="5802353"/>
                  <a:pt x="2959230" y="5816540"/>
                </a:cubicBezTo>
                <a:cubicBezTo>
                  <a:pt x="2959230" y="5816540"/>
                  <a:pt x="2916549" y="5859101"/>
                  <a:pt x="2824072" y="5915847"/>
                </a:cubicBezTo>
                <a:cubicBezTo>
                  <a:pt x="2824072" y="5915847"/>
                  <a:pt x="2774278" y="5951314"/>
                  <a:pt x="2710256" y="6015153"/>
                </a:cubicBezTo>
                <a:cubicBezTo>
                  <a:pt x="2710256" y="6015153"/>
                  <a:pt x="2660462" y="6057713"/>
                  <a:pt x="2596440" y="6086086"/>
                </a:cubicBezTo>
                <a:close/>
                <a:moveTo>
                  <a:pt x="3058819" y="6086086"/>
                </a:moveTo>
                <a:cubicBezTo>
                  <a:pt x="3058819" y="6086086"/>
                  <a:pt x="3058819" y="6093181"/>
                  <a:pt x="3058819" y="6100274"/>
                </a:cubicBezTo>
                <a:cubicBezTo>
                  <a:pt x="3058819" y="6100274"/>
                  <a:pt x="3058819" y="6114461"/>
                  <a:pt x="3037479" y="6114461"/>
                </a:cubicBezTo>
                <a:cubicBezTo>
                  <a:pt x="3037479" y="6114461"/>
                  <a:pt x="2987684" y="6128647"/>
                  <a:pt x="2980571" y="6142834"/>
                </a:cubicBezTo>
                <a:cubicBezTo>
                  <a:pt x="2980571" y="6142834"/>
                  <a:pt x="2952116" y="6164114"/>
                  <a:pt x="2959230" y="6185394"/>
                </a:cubicBezTo>
                <a:cubicBezTo>
                  <a:pt x="2959230" y="6185394"/>
                  <a:pt x="2959230" y="6199580"/>
                  <a:pt x="2937890" y="6206674"/>
                </a:cubicBezTo>
                <a:cubicBezTo>
                  <a:pt x="2937890" y="6206674"/>
                  <a:pt x="2923662" y="6206674"/>
                  <a:pt x="2909435" y="6206674"/>
                </a:cubicBezTo>
                <a:cubicBezTo>
                  <a:pt x="2909435" y="6206674"/>
                  <a:pt x="2895209" y="6192487"/>
                  <a:pt x="2873868" y="6206674"/>
                </a:cubicBezTo>
                <a:cubicBezTo>
                  <a:pt x="2873868" y="6206674"/>
                  <a:pt x="2873868" y="6213767"/>
                  <a:pt x="2859640" y="6206674"/>
                </a:cubicBezTo>
                <a:cubicBezTo>
                  <a:pt x="2859640" y="6206674"/>
                  <a:pt x="2859640" y="6199580"/>
                  <a:pt x="2852527" y="6199580"/>
                </a:cubicBezTo>
                <a:cubicBezTo>
                  <a:pt x="2852527" y="6199580"/>
                  <a:pt x="2845413" y="6192487"/>
                  <a:pt x="2845413" y="6185394"/>
                </a:cubicBezTo>
                <a:cubicBezTo>
                  <a:pt x="2845413" y="6185394"/>
                  <a:pt x="2845413" y="6171207"/>
                  <a:pt x="2831187" y="6164114"/>
                </a:cubicBezTo>
                <a:cubicBezTo>
                  <a:pt x="2831187" y="6164114"/>
                  <a:pt x="2824072" y="6164114"/>
                  <a:pt x="2824072" y="6149927"/>
                </a:cubicBezTo>
                <a:cubicBezTo>
                  <a:pt x="2824072" y="6149927"/>
                  <a:pt x="2816959" y="6107366"/>
                  <a:pt x="2809846" y="6086086"/>
                </a:cubicBezTo>
                <a:cubicBezTo>
                  <a:pt x="2809846" y="6086086"/>
                  <a:pt x="2802733" y="6064808"/>
                  <a:pt x="2781391" y="6057713"/>
                </a:cubicBezTo>
                <a:cubicBezTo>
                  <a:pt x="2781391" y="6057713"/>
                  <a:pt x="2752937" y="6015153"/>
                  <a:pt x="2767165" y="6015153"/>
                </a:cubicBezTo>
                <a:cubicBezTo>
                  <a:pt x="2767165" y="6015153"/>
                  <a:pt x="2795619" y="6015153"/>
                  <a:pt x="2816959" y="6057713"/>
                </a:cubicBezTo>
                <a:cubicBezTo>
                  <a:pt x="2816959" y="6057713"/>
                  <a:pt x="2816959" y="6071900"/>
                  <a:pt x="2816959" y="6086086"/>
                </a:cubicBezTo>
                <a:cubicBezTo>
                  <a:pt x="2816959" y="6086086"/>
                  <a:pt x="2824072" y="6093181"/>
                  <a:pt x="2838300" y="6142834"/>
                </a:cubicBezTo>
                <a:cubicBezTo>
                  <a:pt x="2838300" y="6142834"/>
                  <a:pt x="2845413" y="6149927"/>
                  <a:pt x="2845413" y="6135741"/>
                </a:cubicBezTo>
                <a:cubicBezTo>
                  <a:pt x="2859640" y="6121554"/>
                  <a:pt x="2859640" y="6121554"/>
                  <a:pt x="2859640" y="6121554"/>
                </a:cubicBezTo>
                <a:cubicBezTo>
                  <a:pt x="2859640" y="6121554"/>
                  <a:pt x="2866754" y="6107366"/>
                  <a:pt x="2873868" y="6114461"/>
                </a:cubicBezTo>
                <a:cubicBezTo>
                  <a:pt x="2873868" y="6114461"/>
                  <a:pt x="2873868" y="6121554"/>
                  <a:pt x="2880981" y="6114461"/>
                </a:cubicBezTo>
                <a:cubicBezTo>
                  <a:pt x="2880981" y="6114461"/>
                  <a:pt x="2902322" y="6100274"/>
                  <a:pt x="2916549" y="6086086"/>
                </a:cubicBezTo>
                <a:cubicBezTo>
                  <a:pt x="2916549" y="6086086"/>
                  <a:pt x="2937890" y="6071900"/>
                  <a:pt x="2930776" y="6064808"/>
                </a:cubicBezTo>
                <a:cubicBezTo>
                  <a:pt x="2930776" y="6064808"/>
                  <a:pt x="2909435" y="6036433"/>
                  <a:pt x="2902322" y="6029340"/>
                </a:cubicBezTo>
                <a:cubicBezTo>
                  <a:pt x="2902322" y="6029340"/>
                  <a:pt x="2880981" y="6015153"/>
                  <a:pt x="2895209" y="6015153"/>
                </a:cubicBezTo>
                <a:cubicBezTo>
                  <a:pt x="2895209" y="6015153"/>
                  <a:pt x="2902322" y="6015153"/>
                  <a:pt x="2923662" y="6022247"/>
                </a:cubicBezTo>
                <a:cubicBezTo>
                  <a:pt x="2923662" y="6022247"/>
                  <a:pt x="2966344" y="6029340"/>
                  <a:pt x="2980571" y="6015153"/>
                </a:cubicBezTo>
                <a:cubicBezTo>
                  <a:pt x="2980571" y="6015153"/>
                  <a:pt x="2980571" y="6000967"/>
                  <a:pt x="2994797" y="6008060"/>
                </a:cubicBezTo>
                <a:cubicBezTo>
                  <a:pt x="2994797" y="6008060"/>
                  <a:pt x="3016138" y="6029340"/>
                  <a:pt x="3023252" y="6029340"/>
                </a:cubicBezTo>
                <a:cubicBezTo>
                  <a:pt x="3023252" y="6029340"/>
                  <a:pt x="3065932" y="6043527"/>
                  <a:pt x="3058819" y="6086086"/>
                </a:cubicBezTo>
                <a:close/>
                <a:moveTo>
                  <a:pt x="3450064" y="6213767"/>
                </a:moveTo>
                <a:cubicBezTo>
                  <a:pt x="3450064" y="6213767"/>
                  <a:pt x="3450064" y="6227954"/>
                  <a:pt x="3435836" y="6220860"/>
                </a:cubicBezTo>
                <a:cubicBezTo>
                  <a:pt x="3435836" y="6220860"/>
                  <a:pt x="3393156" y="6199580"/>
                  <a:pt x="3378929" y="6142834"/>
                </a:cubicBezTo>
                <a:cubicBezTo>
                  <a:pt x="3378929" y="6142834"/>
                  <a:pt x="3364701" y="6078993"/>
                  <a:pt x="3364701" y="6071900"/>
                </a:cubicBezTo>
                <a:cubicBezTo>
                  <a:pt x="3364701" y="6071900"/>
                  <a:pt x="3364701" y="6071900"/>
                  <a:pt x="3364701" y="6057713"/>
                </a:cubicBezTo>
                <a:cubicBezTo>
                  <a:pt x="3357588" y="6015153"/>
                  <a:pt x="3357588" y="6015153"/>
                  <a:pt x="3357588" y="6015153"/>
                </a:cubicBezTo>
                <a:cubicBezTo>
                  <a:pt x="3357588" y="6015153"/>
                  <a:pt x="3357588" y="6015153"/>
                  <a:pt x="3364701" y="6008060"/>
                </a:cubicBezTo>
                <a:cubicBezTo>
                  <a:pt x="3364701" y="6008060"/>
                  <a:pt x="3357588" y="6000967"/>
                  <a:pt x="3364701" y="5993873"/>
                </a:cubicBezTo>
                <a:cubicBezTo>
                  <a:pt x="3364701" y="5993873"/>
                  <a:pt x="3364701" y="5993873"/>
                  <a:pt x="3364701" y="5993873"/>
                </a:cubicBezTo>
                <a:cubicBezTo>
                  <a:pt x="3364701" y="5993873"/>
                  <a:pt x="3364701" y="5972594"/>
                  <a:pt x="3371814" y="5979687"/>
                </a:cubicBezTo>
                <a:cubicBezTo>
                  <a:pt x="3371814" y="5979687"/>
                  <a:pt x="3378929" y="5986780"/>
                  <a:pt x="3371814" y="6000967"/>
                </a:cubicBezTo>
                <a:cubicBezTo>
                  <a:pt x="3371814" y="6000967"/>
                  <a:pt x="3364701" y="6015153"/>
                  <a:pt x="3393156" y="6064808"/>
                </a:cubicBezTo>
                <a:cubicBezTo>
                  <a:pt x="3393156" y="6064808"/>
                  <a:pt x="3400269" y="6071900"/>
                  <a:pt x="3407382" y="6071900"/>
                </a:cubicBezTo>
                <a:cubicBezTo>
                  <a:pt x="3407382" y="6071900"/>
                  <a:pt x="3414497" y="6078993"/>
                  <a:pt x="3421610" y="6100274"/>
                </a:cubicBezTo>
                <a:cubicBezTo>
                  <a:pt x="3421610" y="6100274"/>
                  <a:pt x="3421610" y="6114461"/>
                  <a:pt x="3421610" y="6114461"/>
                </a:cubicBezTo>
                <a:cubicBezTo>
                  <a:pt x="3421610" y="6114461"/>
                  <a:pt x="3414497" y="6128647"/>
                  <a:pt x="3428723" y="6121554"/>
                </a:cubicBezTo>
                <a:cubicBezTo>
                  <a:pt x="3428723" y="6121554"/>
                  <a:pt x="3435836" y="6121554"/>
                  <a:pt x="3435836" y="6128647"/>
                </a:cubicBezTo>
                <a:cubicBezTo>
                  <a:pt x="3435836" y="6128647"/>
                  <a:pt x="3435836" y="6149927"/>
                  <a:pt x="3435836" y="6157021"/>
                </a:cubicBezTo>
                <a:cubicBezTo>
                  <a:pt x="3435836" y="6157021"/>
                  <a:pt x="3442950" y="6164114"/>
                  <a:pt x="3442950" y="6171207"/>
                </a:cubicBezTo>
                <a:cubicBezTo>
                  <a:pt x="3442950" y="6171207"/>
                  <a:pt x="3442950" y="6178300"/>
                  <a:pt x="3442950" y="6178300"/>
                </a:cubicBezTo>
                <a:cubicBezTo>
                  <a:pt x="3442950" y="6178300"/>
                  <a:pt x="3450064" y="6178300"/>
                  <a:pt x="3450064" y="6178300"/>
                </a:cubicBezTo>
                <a:cubicBezTo>
                  <a:pt x="3450064" y="6178300"/>
                  <a:pt x="3457177" y="6213767"/>
                  <a:pt x="3450064" y="6213767"/>
                </a:cubicBezTo>
                <a:close/>
                <a:moveTo>
                  <a:pt x="3428723" y="5915847"/>
                </a:moveTo>
                <a:cubicBezTo>
                  <a:pt x="3428723" y="5915847"/>
                  <a:pt x="3421610" y="5908754"/>
                  <a:pt x="3414497" y="5908754"/>
                </a:cubicBezTo>
                <a:cubicBezTo>
                  <a:pt x="3414497" y="5908754"/>
                  <a:pt x="3407382" y="5908754"/>
                  <a:pt x="3400269" y="5908754"/>
                </a:cubicBezTo>
                <a:cubicBezTo>
                  <a:pt x="3400269" y="5908754"/>
                  <a:pt x="3386042" y="5908754"/>
                  <a:pt x="3393156" y="5894567"/>
                </a:cubicBezTo>
                <a:cubicBezTo>
                  <a:pt x="3393156" y="5894567"/>
                  <a:pt x="3407382" y="5866194"/>
                  <a:pt x="3400269" y="5837820"/>
                </a:cubicBezTo>
                <a:cubicBezTo>
                  <a:pt x="3400269" y="5837820"/>
                  <a:pt x="3400269" y="5830726"/>
                  <a:pt x="3407382" y="5823633"/>
                </a:cubicBezTo>
                <a:cubicBezTo>
                  <a:pt x="3407382" y="5823633"/>
                  <a:pt x="3407382" y="5816540"/>
                  <a:pt x="3414497" y="5823633"/>
                </a:cubicBezTo>
                <a:cubicBezTo>
                  <a:pt x="3414497" y="5823633"/>
                  <a:pt x="3450064" y="5873286"/>
                  <a:pt x="3450064" y="5901660"/>
                </a:cubicBezTo>
                <a:cubicBezTo>
                  <a:pt x="3450064" y="5901660"/>
                  <a:pt x="3457177" y="5922940"/>
                  <a:pt x="3428723" y="5915847"/>
                </a:cubicBezTo>
                <a:close/>
                <a:moveTo>
                  <a:pt x="3841308" y="5944220"/>
                </a:moveTo>
                <a:cubicBezTo>
                  <a:pt x="3841308" y="5944220"/>
                  <a:pt x="3834195" y="5972594"/>
                  <a:pt x="3819968" y="5979687"/>
                </a:cubicBezTo>
                <a:cubicBezTo>
                  <a:pt x="3819968" y="5979687"/>
                  <a:pt x="3812854" y="5986780"/>
                  <a:pt x="3812854" y="6000967"/>
                </a:cubicBezTo>
                <a:cubicBezTo>
                  <a:pt x="3812854" y="6000967"/>
                  <a:pt x="3791514" y="6043527"/>
                  <a:pt x="3777286" y="6050620"/>
                </a:cubicBezTo>
                <a:cubicBezTo>
                  <a:pt x="3777286" y="6050620"/>
                  <a:pt x="3755946" y="6064808"/>
                  <a:pt x="3763060" y="6078993"/>
                </a:cubicBezTo>
                <a:cubicBezTo>
                  <a:pt x="3763060" y="6078993"/>
                  <a:pt x="3791514" y="6100274"/>
                  <a:pt x="3784399" y="6128647"/>
                </a:cubicBezTo>
                <a:cubicBezTo>
                  <a:pt x="3784399" y="6128647"/>
                  <a:pt x="3784399" y="6135741"/>
                  <a:pt x="3777286" y="6135741"/>
                </a:cubicBezTo>
                <a:cubicBezTo>
                  <a:pt x="3777286" y="6135741"/>
                  <a:pt x="3770173" y="6142834"/>
                  <a:pt x="3763060" y="6142834"/>
                </a:cubicBezTo>
                <a:cubicBezTo>
                  <a:pt x="3763060" y="6142834"/>
                  <a:pt x="3755946" y="6142834"/>
                  <a:pt x="3755946" y="6142834"/>
                </a:cubicBezTo>
                <a:cubicBezTo>
                  <a:pt x="3755946" y="6142834"/>
                  <a:pt x="3727492" y="6157021"/>
                  <a:pt x="3713264" y="6157021"/>
                </a:cubicBezTo>
                <a:cubicBezTo>
                  <a:pt x="3713264" y="6157021"/>
                  <a:pt x="3699038" y="6157021"/>
                  <a:pt x="3677696" y="6157021"/>
                </a:cubicBezTo>
                <a:cubicBezTo>
                  <a:pt x="3677696" y="6157021"/>
                  <a:pt x="3677696" y="6149927"/>
                  <a:pt x="3670583" y="6157021"/>
                </a:cubicBezTo>
                <a:cubicBezTo>
                  <a:pt x="3670583" y="6157021"/>
                  <a:pt x="3642129" y="6192487"/>
                  <a:pt x="3606561" y="6164114"/>
                </a:cubicBezTo>
                <a:cubicBezTo>
                  <a:pt x="3606561" y="6164114"/>
                  <a:pt x="3599448" y="6157021"/>
                  <a:pt x="3592335" y="6149927"/>
                </a:cubicBezTo>
                <a:cubicBezTo>
                  <a:pt x="3585221" y="6149927"/>
                  <a:pt x="3578107" y="6142834"/>
                  <a:pt x="3570994" y="6142834"/>
                </a:cubicBezTo>
                <a:cubicBezTo>
                  <a:pt x="3570994" y="6142834"/>
                  <a:pt x="3528313" y="6114461"/>
                  <a:pt x="3514086" y="6107366"/>
                </a:cubicBezTo>
                <a:cubicBezTo>
                  <a:pt x="3514086" y="6107366"/>
                  <a:pt x="3485632" y="6086086"/>
                  <a:pt x="3485632" y="6071900"/>
                </a:cubicBezTo>
                <a:cubicBezTo>
                  <a:pt x="3485632" y="6071900"/>
                  <a:pt x="3478519" y="6050620"/>
                  <a:pt x="3464291" y="6050620"/>
                </a:cubicBezTo>
                <a:cubicBezTo>
                  <a:pt x="3464291" y="6050620"/>
                  <a:pt x="3457177" y="6050620"/>
                  <a:pt x="3457177" y="6036433"/>
                </a:cubicBezTo>
                <a:cubicBezTo>
                  <a:pt x="3457177" y="6036433"/>
                  <a:pt x="3457177" y="6036433"/>
                  <a:pt x="3457177" y="6036433"/>
                </a:cubicBezTo>
                <a:cubicBezTo>
                  <a:pt x="3457177" y="6036433"/>
                  <a:pt x="3457177" y="6036433"/>
                  <a:pt x="3457177" y="6029340"/>
                </a:cubicBezTo>
                <a:cubicBezTo>
                  <a:pt x="3457177" y="6029340"/>
                  <a:pt x="3450064" y="6022247"/>
                  <a:pt x="3464291" y="6000967"/>
                </a:cubicBezTo>
                <a:cubicBezTo>
                  <a:pt x="3464291" y="6000967"/>
                  <a:pt x="3478519" y="5986780"/>
                  <a:pt x="3492745" y="5979687"/>
                </a:cubicBezTo>
                <a:cubicBezTo>
                  <a:pt x="3492745" y="5979687"/>
                  <a:pt x="3521199" y="5951314"/>
                  <a:pt x="3542539" y="5937127"/>
                </a:cubicBezTo>
                <a:cubicBezTo>
                  <a:pt x="3542539" y="5937127"/>
                  <a:pt x="3549654" y="5930034"/>
                  <a:pt x="3556767" y="5922940"/>
                </a:cubicBezTo>
                <a:cubicBezTo>
                  <a:pt x="3563880" y="5915847"/>
                  <a:pt x="3570994" y="5908754"/>
                  <a:pt x="3570994" y="5908754"/>
                </a:cubicBezTo>
                <a:cubicBezTo>
                  <a:pt x="3570994" y="5908754"/>
                  <a:pt x="3585221" y="5894567"/>
                  <a:pt x="3599448" y="5887474"/>
                </a:cubicBezTo>
                <a:cubicBezTo>
                  <a:pt x="3599448" y="5887474"/>
                  <a:pt x="3620789" y="5880381"/>
                  <a:pt x="3620789" y="5873286"/>
                </a:cubicBezTo>
                <a:cubicBezTo>
                  <a:pt x="3620789" y="5873286"/>
                  <a:pt x="3620789" y="5852006"/>
                  <a:pt x="3620789" y="5844913"/>
                </a:cubicBezTo>
                <a:cubicBezTo>
                  <a:pt x="3606561" y="5738513"/>
                  <a:pt x="3606561" y="5738513"/>
                  <a:pt x="3606561" y="5738513"/>
                </a:cubicBezTo>
                <a:cubicBezTo>
                  <a:pt x="3606561" y="5738513"/>
                  <a:pt x="3606561" y="5731420"/>
                  <a:pt x="3613675" y="5738513"/>
                </a:cubicBezTo>
                <a:cubicBezTo>
                  <a:pt x="3613675" y="5738513"/>
                  <a:pt x="3620789" y="5738513"/>
                  <a:pt x="3627902" y="5738513"/>
                </a:cubicBezTo>
                <a:cubicBezTo>
                  <a:pt x="3627902" y="5738513"/>
                  <a:pt x="3642129" y="5731420"/>
                  <a:pt x="3649243" y="5759793"/>
                </a:cubicBezTo>
                <a:cubicBezTo>
                  <a:pt x="3649243" y="5759793"/>
                  <a:pt x="3663470" y="5788167"/>
                  <a:pt x="3670583" y="5816540"/>
                </a:cubicBezTo>
                <a:cubicBezTo>
                  <a:pt x="3670583" y="5816540"/>
                  <a:pt x="3670583" y="5852006"/>
                  <a:pt x="3670583" y="5859101"/>
                </a:cubicBezTo>
                <a:cubicBezTo>
                  <a:pt x="3670583" y="5859101"/>
                  <a:pt x="3670583" y="5873286"/>
                  <a:pt x="3684811" y="5873286"/>
                </a:cubicBezTo>
                <a:cubicBezTo>
                  <a:pt x="3684811" y="5873286"/>
                  <a:pt x="3699038" y="5873286"/>
                  <a:pt x="3720379" y="5873286"/>
                </a:cubicBezTo>
                <a:cubicBezTo>
                  <a:pt x="3748832" y="5880381"/>
                  <a:pt x="3777286" y="5880381"/>
                  <a:pt x="3791514" y="5880381"/>
                </a:cubicBezTo>
                <a:cubicBezTo>
                  <a:pt x="3791514" y="5880381"/>
                  <a:pt x="3819968" y="5887474"/>
                  <a:pt x="3848421" y="5922940"/>
                </a:cubicBezTo>
                <a:cubicBezTo>
                  <a:pt x="3848421" y="5922940"/>
                  <a:pt x="3855536" y="5922940"/>
                  <a:pt x="3841308" y="5944220"/>
                </a:cubicBezTo>
                <a:close/>
                <a:moveTo>
                  <a:pt x="4296574" y="5738513"/>
                </a:moveTo>
                <a:cubicBezTo>
                  <a:pt x="4296574" y="5738513"/>
                  <a:pt x="4289461" y="5738513"/>
                  <a:pt x="4289461" y="5752700"/>
                </a:cubicBezTo>
                <a:cubicBezTo>
                  <a:pt x="4289461" y="5752700"/>
                  <a:pt x="4282347" y="5773980"/>
                  <a:pt x="4289461" y="5788167"/>
                </a:cubicBezTo>
                <a:cubicBezTo>
                  <a:pt x="4289461" y="5788167"/>
                  <a:pt x="4289461" y="5802353"/>
                  <a:pt x="4282347" y="5823633"/>
                </a:cubicBezTo>
                <a:cubicBezTo>
                  <a:pt x="4282347" y="5823633"/>
                  <a:pt x="4253893" y="5859101"/>
                  <a:pt x="4275234" y="5894567"/>
                </a:cubicBezTo>
                <a:cubicBezTo>
                  <a:pt x="4275234" y="5894567"/>
                  <a:pt x="4296574" y="5915847"/>
                  <a:pt x="4275234" y="5930034"/>
                </a:cubicBezTo>
                <a:cubicBezTo>
                  <a:pt x="4275234" y="5930034"/>
                  <a:pt x="4268121" y="5937127"/>
                  <a:pt x="4261006" y="5958407"/>
                </a:cubicBezTo>
                <a:cubicBezTo>
                  <a:pt x="4261006" y="5958407"/>
                  <a:pt x="4261006" y="5972594"/>
                  <a:pt x="4261006" y="5972594"/>
                </a:cubicBezTo>
                <a:cubicBezTo>
                  <a:pt x="4261006" y="5972594"/>
                  <a:pt x="4253893" y="5986780"/>
                  <a:pt x="4253893" y="5993873"/>
                </a:cubicBezTo>
                <a:cubicBezTo>
                  <a:pt x="4253893" y="5993873"/>
                  <a:pt x="4253893" y="6008060"/>
                  <a:pt x="4232553" y="6015153"/>
                </a:cubicBezTo>
                <a:cubicBezTo>
                  <a:pt x="4232553" y="6015153"/>
                  <a:pt x="4218325" y="6029340"/>
                  <a:pt x="4211212" y="6036433"/>
                </a:cubicBezTo>
                <a:cubicBezTo>
                  <a:pt x="4211212" y="6036433"/>
                  <a:pt x="4204099" y="6050620"/>
                  <a:pt x="4196986" y="6050620"/>
                </a:cubicBezTo>
                <a:cubicBezTo>
                  <a:pt x="4196986" y="6050620"/>
                  <a:pt x="4196986" y="6050620"/>
                  <a:pt x="4196986" y="6057713"/>
                </a:cubicBezTo>
                <a:cubicBezTo>
                  <a:pt x="4196986" y="6057713"/>
                  <a:pt x="4189871" y="6071900"/>
                  <a:pt x="4168531" y="6078993"/>
                </a:cubicBezTo>
                <a:cubicBezTo>
                  <a:pt x="4168531" y="6078993"/>
                  <a:pt x="4168531" y="6029340"/>
                  <a:pt x="4168531" y="6015153"/>
                </a:cubicBezTo>
                <a:cubicBezTo>
                  <a:pt x="4168531" y="6015153"/>
                  <a:pt x="4168531" y="5993873"/>
                  <a:pt x="4168531" y="5979687"/>
                </a:cubicBezTo>
                <a:cubicBezTo>
                  <a:pt x="4168531" y="5979687"/>
                  <a:pt x="4168531" y="5958407"/>
                  <a:pt x="4182758" y="5958407"/>
                </a:cubicBezTo>
                <a:cubicBezTo>
                  <a:pt x="4182758" y="5958407"/>
                  <a:pt x="4182758" y="5965500"/>
                  <a:pt x="4182758" y="5958407"/>
                </a:cubicBezTo>
                <a:cubicBezTo>
                  <a:pt x="4182758" y="5958407"/>
                  <a:pt x="4196986" y="5930034"/>
                  <a:pt x="4196986" y="5922940"/>
                </a:cubicBezTo>
                <a:cubicBezTo>
                  <a:pt x="4196986" y="5922940"/>
                  <a:pt x="4182758" y="5915847"/>
                  <a:pt x="4182758" y="5915847"/>
                </a:cubicBezTo>
                <a:cubicBezTo>
                  <a:pt x="4182758" y="5915847"/>
                  <a:pt x="4175644" y="5908754"/>
                  <a:pt x="4175644" y="5901660"/>
                </a:cubicBezTo>
                <a:cubicBezTo>
                  <a:pt x="4175644" y="5901660"/>
                  <a:pt x="4175644" y="5901660"/>
                  <a:pt x="4168531" y="5894567"/>
                </a:cubicBezTo>
                <a:cubicBezTo>
                  <a:pt x="4168531" y="5894567"/>
                  <a:pt x="4154303" y="5887474"/>
                  <a:pt x="4154303" y="5894567"/>
                </a:cubicBezTo>
                <a:cubicBezTo>
                  <a:pt x="4154303" y="5894567"/>
                  <a:pt x="4154303" y="5894567"/>
                  <a:pt x="4140077" y="5894567"/>
                </a:cubicBezTo>
                <a:cubicBezTo>
                  <a:pt x="4140077" y="5894567"/>
                  <a:pt x="4076055" y="5880381"/>
                  <a:pt x="4104509" y="5866194"/>
                </a:cubicBezTo>
                <a:cubicBezTo>
                  <a:pt x="4104509" y="5866194"/>
                  <a:pt x="4140077" y="5866194"/>
                  <a:pt x="4161417" y="5830726"/>
                </a:cubicBezTo>
                <a:cubicBezTo>
                  <a:pt x="4161417" y="5830726"/>
                  <a:pt x="4168531" y="5830726"/>
                  <a:pt x="4175644" y="5773980"/>
                </a:cubicBezTo>
                <a:cubicBezTo>
                  <a:pt x="4175644" y="5773980"/>
                  <a:pt x="4175644" y="5766887"/>
                  <a:pt x="4168531" y="5766887"/>
                </a:cubicBezTo>
                <a:cubicBezTo>
                  <a:pt x="4168531" y="5766887"/>
                  <a:pt x="4161417" y="5759793"/>
                  <a:pt x="4168531" y="5759793"/>
                </a:cubicBezTo>
                <a:cubicBezTo>
                  <a:pt x="4168531" y="5759793"/>
                  <a:pt x="4168531" y="5752700"/>
                  <a:pt x="4161417" y="5745607"/>
                </a:cubicBezTo>
                <a:cubicBezTo>
                  <a:pt x="4161417" y="5745607"/>
                  <a:pt x="4154303" y="5738513"/>
                  <a:pt x="4161417" y="5731420"/>
                </a:cubicBezTo>
                <a:cubicBezTo>
                  <a:pt x="4161417" y="5731420"/>
                  <a:pt x="4161417" y="5724327"/>
                  <a:pt x="4154303" y="5717233"/>
                </a:cubicBezTo>
                <a:cubicBezTo>
                  <a:pt x="4154303" y="5717233"/>
                  <a:pt x="4154303" y="5717233"/>
                  <a:pt x="4154303" y="5710140"/>
                </a:cubicBezTo>
                <a:cubicBezTo>
                  <a:pt x="4154303" y="5710140"/>
                  <a:pt x="4154303" y="5710140"/>
                  <a:pt x="4147190" y="5695953"/>
                </a:cubicBezTo>
                <a:cubicBezTo>
                  <a:pt x="4147190" y="5695953"/>
                  <a:pt x="4147190" y="5695953"/>
                  <a:pt x="4154303" y="5688860"/>
                </a:cubicBezTo>
                <a:cubicBezTo>
                  <a:pt x="4154303" y="5688860"/>
                  <a:pt x="4161417" y="5695953"/>
                  <a:pt x="4154303" y="5681767"/>
                </a:cubicBezTo>
                <a:cubicBezTo>
                  <a:pt x="4154303" y="5681767"/>
                  <a:pt x="4147190" y="5674674"/>
                  <a:pt x="4140077" y="5667579"/>
                </a:cubicBezTo>
                <a:cubicBezTo>
                  <a:pt x="4132964" y="5660487"/>
                  <a:pt x="4132964" y="5660487"/>
                  <a:pt x="4132964" y="5660487"/>
                </a:cubicBezTo>
                <a:cubicBezTo>
                  <a:pt x="4104509" y="5610833"/>
                  <a:pt x="4104509" y="5610833"/>
                  <a:pt x="4104509" y="5610833"/>
                </a:cubicBezTo>
                <a:cubicBezTo>
                  <a:pt x="4104509" y="5610833"/>
                  <a:pt x="4083168" y="5589553"/>
                  <a:pt x="4111622" y="5596646"/>
                </a:cubicBezTo>
                <a:cubicBezTo>
                  <a:pt x="4111622" y="5596646"/>
                  <a:pt x="4132964" y="5589553"/>
                  <a:pt x="4154303" y="5596646"/>
                </a:cubicBezTo>
                <a:cubicBezTo>
                  <a:pt x="4154303" y="5596646"/>
                  <a:pt x="4175644" y="5596646"/>
                  <a:pt x="4189871" y="5596646"/>
                </a:cubicBezTo>
                <a:cubicBezTo>
                  <a:pt x="4189871" y="5596646"/>
                  <a:pt x="4196986" y="5589553"/>
                  <a:pt x="4204099" y="5617926"/>
                </a:cubicBezTo>
                <a:cubicBezTo>
                  <a:pt x="4204099" y="5617926"/>
                  <a:pt x="4218325" y="5639206"/>
                  <a:pt x="4218325" y="5639206"/>
                </a:cubicBezTo>
                <a:cubicBezTo>
                  <a:pt x="4218325" y="5639206"/>
                  <a:pt x="4253893" y="5646299"/>
                  <a:pt x="4261006" y="5653394"/>
                </a:cubicBezTo>
                <a:cubicBezTo>
                  <a:pt x="4261006" y="5653394"/>
                  <a:pt x="4261006" y="5653394"/>
                  <a:pt x="4261006" y="5646299"/>
                </a:cubicBezTo>
                <a:cubicBezTo>
                  <a:pt x="4261006" y="5646299"/>
                  <a:pt x="4275234" y="5646299"/>
                  <a:pt x="4289461" y="5660487"/>
                </a:cubicBezTo>
                <a:cubicBezTo>
                  <a:pt x="4289461" y="5660487"/>
                  <a:pt x="4282347" y="5674674"/>
                  <a:pt x="4296574" y="5667579"/>
                </a:cubicBezTo>
                <a:cubicBezTo>
                  <a:pt x="4296574" y="5667579"/>
                  <a:pt x="4310802" y="5667579"/>
                  <a:pt x="4310802" y="5688860"/>
                </a:cubicBezTo>
                <a:cubicBezTo>
                  <a:pt x="4310802" y="5688860"/>
                  <a:pt x="4317915" y="5717233"/>
                  <a:pt x="4296574" y="5738513"/>
                </a:cubicBezTo>
                <a:close/>
                <a:moveTo>
                  <a:pt x="4495753" y="5915847"/>
                </a:moveTo>
                <a:cubicBezTo>
                  <a:pt x="4495753" y="5915847"/>
                  <a:pt x="4488640" y="5937127"/>
                  <a:pt x="4467299" y="5944220"/>
                </a:cubicBezTo>
                <a:cubicBezTo>
                  <a:pt x="4467299" y="5944220"/>
                  <a:pt x="4453072" y="5951314"/>
                  <a:pt x="4438846" y="5951314"/>
                </a:cubicBezTo>
                <a:cubicBezTo>
                  <a:pt x="4438846" y="5951314"/>
                  <a:pt x="4424618" y="5951314"/>
                  <a:pt x="4424618" y="5944220"/>
                </a:cubicBezTo>
                <a:cubicBezTo>
                  <a:pt x="4424618" y="5944220"/>
                  <a:pt x="4417504" y="5944220"/>
                  <a:pt x="4410391" y="5951314"/>
                </a:cubicBezTo>
                <a:cubicBezTo>
                  <a:pt x="4410391" y="5951314"/>
                  <a:pt x="4403278" y="5951314"/>
                  <a:pt x="4396163" y="5937127"/>
                </a:cubicBezTo>
                <a:cubicBezTo>
                  <a:pt x="4396163" y="5937127"/>
                  <a:pt x="4381937" y="5930034"/>
                  <a:pt x="4381937" y="5915847"/>
                </a:cubicBezTo>
                <a:cubicBezTo>
                  <a:pt x="4381937" y="5915847"/>
                  <a:pt x="4381937" y="5894567"/>
                  <a:pt x="4374824" y="5880381"/>
                </a:cubicBezTo>
                <a:cubicBezTo>
                  <a:pt x="4374824" y="5880381"/>
                  <a:pt x="4360596" y="5844913"/>
                  <a:pt x="4381937" y="5852006"/>
                </a:cubicBezTo>
                <a:cubicBezTo>
                  <a:pt x="4381937" y="5852006"/>
                  <a:pt x="4389050" y="5852006"/>
                  <a:pt x="4403278" y="5844913"/>
                </a:cubicBezTo>
                <a:cubicBezTo>
                  <a:pt x="4403278" y="5844913"/>
                  <a:pt x="4424618" y="5852006"/>
                  <a:pt x="4453072" y="5859101"/>
                </a:cubicBezTo>
                <a:cubicBezTo>
                  <a:pt x="4453072" y="5859101"/>
                  <a:pt x="4474413" y="5873286"/>
                  <a:pt x="4481526" y="5873286"/>
                </a:cubicBezTo>
                <a:cubicBezTo>
                  <a:pt x="4481526" y="5873286"/>
                  <a:pt x="4495753" y="5873286"/>
                  <a:pt x="4495753" y="5894567"/>
                </a:cubicBezTo>
                <a:cubicBezTo>
                  <a:pt x="4495753" y="5894567"/>
                  <a:pt x="4495753" y="5901660"/>
                  <a:pt x="4495753" y="5908754"/>
                </a:cubicBezTo>
                <a:cubicBezTo>
                  <a:pt x="4495753" y="5908754"/>
                  <a:pt x="4495753" y="5915847"/>
                  <a:pt x="4495753" y="5915847"/>
                </a:cubicBezTo>
                <a:close/>
                <a:moveTo>
                  <a:pt x="4744726" y="5483153"/>
                </a:moveTo>
                <a:cubicBezTo>
                  <a:pt x="4744726" y="5483153"/>
                  <a:pt x="4730500" y="5476060"/>
                  <a:pt x="4723387" y="5476060"/>
                </a:cubicBezTo>
                <a:cubicBezTo>
                  <a:pt x="4723387" y="5476060"/>
                  <a:pt x="4709159" y="5461872"/>
                  <a:pt x="4709159" y="5483153"/>
                </a:cubicBezTo>
                <a:cubicBezTo>
                  <a:pt x="4709159" y="5483153"/>
                  <a:pt x="4666478" y="5518620"/>
                  <a:pt x="4666478" y="5554086"/>
                </a:cubicBezTo>
                <a:cubicBezTo>
                  <a:pt x="4666478" y="5554086"/>
                  <a:pt x="4666478" y="5561180"/>
                  <a:pt x="4673591" y="5568273"/>
                </a:cubicBezTo>
                <a:cubicBezTo>
                  <a:pt x="4673591" y="5568273"/>
                  <a:pt x="4673591" y="5589553"/>
                  <a:pt x="4666478" y="5596646"/>
                </a:cubicBezTo>
                <a:cubicBezTo>
                  <a:pt x="4666478" y="5596646"/>
                  <a:pt x="4666478" y="5617926"/>
                  <a:pt x="4659365" y="5625019"/>
                </a:cubicBezTo>
                <a:cubicBezTo>
                  <a:pt x="4659365" y="5625019"/>
                  <a:pt x="4652251" y="5625019"/>
                  <a:pt x="4645138" y="5632113"/>
                </a:cubicBezTo>
                <a:cubicBezTo>
                  <a:pt x="4645138" y="5632113"/>
                  <a:pt x="4645138" y="5632113"/>
                  <a:pt x="4638023" y="5632113"/>
                </a:cubicBezTo>
                <a:cubicBezTo>
                  <a:pt x="4638023" y="5632113"/>
                  <a:pt x="4602456" y="5632113"/>
                  <a:pt x="4609570" y="5610833"/>
                </a:cubicBezTo>
                <a:cubicBezTo>
                  <a:pt x="4609570" y="5610833"/>
                  <a:pt x="4609570" y="5582460"/>
                  <a:pt x="4609570" y="5568273"/>
                </a:cubicBezTo>
                <a:cubicBezTo>
                  <a:pt x="4609570" y="5568273"/>
                  <a:pt x="4595343" y="5546993"/>
                  <a:pt x="4616684" y="5539900"/>
                </a:cubicBezTo>
                <a:cubicBezTo>
                  <a:pt x="4616684" y="5539900"/>
                  <a:pt x="4630910" y="5532806"/>
                  <a:pt x="4638023" y="5532806"/>
                </a:cubicBezTo>
                <a:cubicBezTo>
                  <a:pt x="4638023" y="5532806"/>
                  <a:pt x="4645138" y="5532806"/>
                  <a:pt x="4652251" y="5525713"/>
                </a:cubicBezTo>
                <a:cubicBezTo>
                  <a:pt x="4652251" y="5525713"/>
                  <a:pt x="4687819" y="5483153"/>
                  <a:pt x="4702045" y="5461872"/>
                </a:cubicBezTo>
                <a:cubicBezTo>
                  <a:pt x="4702045" y="5461872"/>
                  <a:pt x="4709159" y="5454780"/>
                  <a:pt x="4694932" y="5440592"/>
                </a:cubicBezTo>
                <a:cubicBezTo>
                  <a:pt x="4694932" y="5440592"/>
                  <a:pt x="4652251" y="5405126"/>
                  <a:pt x="4623797" y="5390939"/>
                </a:cubicBezTo>
                <a:cubicBezTo>
                  <a:pt x="4623797" y="5390939"/>
                  <a:pt x="4588229" y="5376753"/>
                  <a:pt x="4566888" y="5383846"/>
                </a:cubicBezTo>
                <a:cubicBezTo>
                  <a:pt x="4566888" y="5383846"/>
                  <a:pt x="4509981" y="5376753"/>
                  <a:pt x="4552662" y="5362566"/>
                </a:cubicBezTo>
                <a:cubicBezTo>
                  <a:pt x="4552662" y="5362566"/>
                  <a:pt x="4588229" y="5348379"/>
                  <a:pt x="4652251" y="5390939"/>
                </a:cubicBezTo>
                <a:cubicBezTo>
                  <a:pt x="4652251" y="5390939"/>
                  <a:pt x="4694932" y="5419312"/>
                  <a:pt x="4702045" y="5440592"/>
                </a:cubicBezTo>
                <a:cubicBezTo>
                  <a:pt x="4702045" y="5440592"/>
                  <a:pt x="4709159" y="5447687"/>
                  <a:pt x="4716273" y="5440592"/>
                </a:cubicBezTo>
                <a:cubicBezTo>
                  <a:pt x="4716273" y="5440592"/>
                  <a:pt x="4737613" y="5426406"/>
                  <a:pt x="4723387" y="5412219"/>
                </a:cubicBezTo>
                <a:cubicBezTo>
                  <a:pt x="4723387" y="5412219"/>
                  <a:pt x="4702045" y="5369659"/>
                  <a:pt x="4623797" y="5320006"/>
                </a:cubicBezTo>
                <a:cubicBezTo>
                  <a:pt x="4623797" y="5320006"/>
                  <a:pt x="4595343" y="5298726"/>
                  <a:pt x="4581116" y="5305820"/>
                </a:cubicBezTo>
                <a:cubicBezTo>
                  <a:pt x="4581116" y="5305820"/>
                  <a:pt x="4566888" y="5298726"/>
                  <a:pt x="4581116" y="5298726"/>
                </a:cubicBezTo>
                <a:cubicBezTo>
                  <a:pt x="4581116" y="5298726"/>
                  <a:pt x="4616684" y="5284540"/>
                  <a:pt x="4666478" y="5320006"/>
                </a:cubicBezTo>
                <a:cubicBezTo>
                  <a:pt x="4666478" y="5320006"/>
                  <a:pt x="4702045" y="5348379"/>
                  <a:pt x="4723387" y="5376753"/>
                </a:cubicBezTo>
                <a:cubicBezTo>
                  <a:pt x="4723387" y="5376753"/>
                  <a:pt x="4737613" y="5390939"/>
                  <a:pt x="4730500" y="5376753"/>
                </a:cubicBezTo>
                <a:cubicBezTo>
                  <a:pt x="4730500" y="5376753"/>
                  <a:pt x="4723387" y="5362566"/>
                  <a:pt x="4730500" y="5355473"/>
                </a:cubicBezTo>
                <a:cubicBezTo>
                  <a:pt x="4730500" y="5355473"/>
                  <a:pt x="4730500" y="5355473"/>
                  <a:pt x="4730500" y="5348379"/>
                </a:cubicBezTo>
                <a:cubicBezTo>
                  <a:pt x="4730500" y="5348379"/>
                  <a:pt x="4723387" y="5341286"/>
                  <a:pt x="4723387" y="5334193"/>
                </a:cubicBezTo>
                <a:cubicBezTo>
                  <a:pt x="4723387" y="5334193"/>
                  <a:pt x="4730500" y="5334193"/>
                  <a:pt x="4716273" y="5334193"/>
                </a:cubicBezTo>
                <a:cubicBezTo>
                  <a:pt x="4716273" y="5334193"/>
                  <a:pt x="4709159" y="5327099"/>
                  <a:pt x="4702045" y="5327099"/>
                </a:cubicBezTo>
                <a:cubicBezTo>
                  <a:pt x="4702045" y="5327099"/>
                  <a:pt x="4666478" y="5327099"/>
                  <a:pt x="4694932" y="5320006"/>
                </a:cubicBezTo>
                <a:cubicBezTo>
                  <a:pt x="4694932" y="5320006"/>
                  <a:pt x="4702045" y="5320006"/>
                  <a:pt x="4716273" y="5320006"/>
                </a:cubicBezTo>
                <a:cubicBezTo>
                  <a:pt x="4716273" y="5320006"/>
                  <a:pt x="4723387" y="5320006"/>
                  <a:pt x="4716273" y="5312913"/>
                </a:cubicBezTo>
                <a:cubicBezTo>
                  <a:pt x="4716273" y="5312913"/>
                  <a:pt x="4702045" y="5284540"/>
                  <a:pt x="4702045" y="5277446"/>
                </a:cubicBezTo>
                <a:cubicBezTo>
                  <a:pt x="4702045" y="5277446"/>
                  <a:pt x="4694932" y="5263260"/>
                  <a:pt x="4694932" y="5277446"/>
                </a:cubicBezTo>
                <a:cubicBezTo>
                  <a:pt x="4694932" y="5277446"/>
                  <a:pt x="4687819" y="5291633"/>
                  <a:pt x="4666478" y="5277446"/>
                </a:cubicBezTo>
                <a:cubicBezTo>
                  <a:pt x="4666478" y="5277446"/>
                  <a:pt x="4630910" y="5277446"/>
                  <a:pt x="4630910" y="5256166"/>
                </a:cubicBezTo>
                <a:cubicBezTo>
                  <a:pt x="4630910" y="5256166"/>
                  <a:pt x="4638023" y="5227792"/>
                  <a:pt x="4616684" y="5227792"/>
                </a:cubicBezTo>
                <a:cubicBezTo>
                  <a:pt x="4616684" y="5227792"/>
                  <a:pt x="4595343" y="5220699"/>
                  <a:pt x="4616684" y="5213607"/>
                </a:cubicBezTo>
                <a:cubicBezTo>
                  <a:pt x="4616684" y="5213607"/>
                  <a:pt x="4638023" y="5206512"/>
                  <a:pt x="4666478" y="5213607"/>
                </a:cubicBezTo>
                <a:cubicBezTo>
                  <a:pt x="4666478" y="5213607"/>
                  <a:pt x="4666478" y="5220699"/>
                  <a:pt x="4680706" y="5213607"/>
                </a:cubicBezTo>
                <a:cubicBezTo>
                  <a:pt x="4680706" y="5213607"/>
                  <a:pt x="4744726" y="5185232"/>
                  <a:pt x="4751841" y="5227792"/>
                </a:cubicBezTo>
                <a:cubicBezTo>
                  <a:pt x="4751841" y="5227792"/>
                  <a:pt x="4744726" y="5256166"/>
                  <a:pt x="4758954" y="5277446"/>
                </a:cubicBezTo>
                <a:cubicBezTo>
                  <a:pt x="4758954" y="5277446"/>
                  <a:pt x="4758954" y="5291633"/>
                  <a:pt x="4758954" y="5298726"/>
                </a:cubicBezTo>
                <a:cubicBezTo>
                  <a:pt x="4758954" y="5298726"/>
                  <a:pt x="4758954" y="5305820"/>
                  <a:pt x="4766067" y="5320006"/>
                </a:cubicBezTo>
                <a:cubicBezTo>
                  <a:pt x="4766067" y="5320006"/>
                  <a:pt x="4773181" y="5320006"/>
                  <a:pt x="4766067" y="5327099"/>
                </a:cubicBezTo>
                <a:cubicBezTo>
                  <a:pt x="4766067" y="5327099"/>
                  <a:pt x="4766067" y="5341286"/>
                  <a:pt x="4766067" y="5355473"/>
                </a:cubicBezTo>
                <a:cubicBezTo>
                  <a:pt x="4766067" y="5355473"/>
                  <a:pt x="4758954" y="5376753"/>
                  <a:pt x="4773181" y="5362566"/>
                </a:cubicBezTo>
                <a:cubicBezTo>
                  <a:pt x="4773181" y="5362566"/>
                  <a:pt x="4808748" y="5312913"/>
                  <a:pt x="4822976" y="5291633"/>
                </a:cubicBezTo>
                <a:cubicBezTo>
                  <a:pt x="4822976" y="5291633"/>
                  <a:pt x="4837203" y="5277446"/>
                  <a:pt x="4815863" y="5277446"/>
                </a:cubicBezTo>
                <a:cubicBezTo>
                  <a:pt x="4815863" y="5277446"/>
                  <a:pt x="4794522" y="5270353"/>
                  <a:pt x="4780295" y="5263260"/>
                </a:cubicBezTo>
                <a:cubicBezTo>
                  <a:pt x="4780295" y="5263260"/>
                  <a:pt x="4766067" y="5256166"/>
                  <a:pt x="4780295" y="5249073"/>
                </a:cubicBezTo>
                <a:cubicBezTo>
                  <a:pt x="4780295" y="5249073"/>
                  <a:pt x="4794522" y="5256166"/>
                  <a:pt x="4794522" y="5249073"/>
                </a:cubicBezTo>
                <a:cubicBezTo>
                  <a:pt x="4794522" y="5249073"/>
                  <a:pt x="4787409" y="5241980"/>
                  <a:pt x="4794522" y="5241980"/>
                </a:cubicBezTo>
                <a:cubicBezTo>
                  <a:pt x="4794522" y="5241980"/>
                  <a:pt x="4808748" y="5241980"/>
                  <a:pt x="4808748" y="5227792"/>
                </a:cubicBezTo>
                <a:cubicBezTo>
                  <a:pt x="4808748" y="5227792"/>
                  <a:pt x="4801635" y="5206512"/>
                  <a:pt x="4794522" y="5213607"/>
                </a:cubicBezTo>
                <a:cubicBezTo>
                  <a:pt x="4794522" y="5213607"/>
                  <a:pt x="4766067" y="5213607"/>
                  <a:pt x="4758954" y="5199419"/>
                </a:cubicBezTo>
                <a:cubicBezTo>
                  <a:pt x="4758954" y="5199419"/>
                  <a:pt x="4744726" y="5192326"/>
                  <a:pt x="4744726" y="5185232"/>
                </a:cubicBezTo>
                <a:cubicBezTo>
                  <a:pt x="4744726" y="5185232"/>
                  <a:pt x="4744726" y="5178139"/>
                  <a:pt x="4758954" y="5185232"/>
                </a:cubicBezTo>
                <a:cubicBezTo>
                  <a:pt x="4758954" y="5185232"/>
                  <a:pt x="4787409" y="5199419"/>
                  <a:pt x="4773181" y="5178139"/>
                </a:cubicBezTo>
                <a:cubicBezTo>
                  <a:pt x="4758954" y="5163952"/>
                  <a:pt x="4758954" y="5163952"/>
                  <a:pt x="4758954" y="5163952"/>
                </a:cubicBezTo>
                <a:cubicBezTo>
                  <a:pt x="4758954" y="5163952"/>
                  <a:pt x="4758954" y="5149766"/>
                  <a:pt x="4737613" y="5163952"/>
                </a:cubicBezTo>
                <a:cubicBezTo>
                  <a:pt x="4737613" y="5163952"/>
                  <a:pt x="4694932" y="5171046"/>
                  <a:pt x="4709159" y="5156859"/>
                </a:cubicBezTo>
                <a:cubicBezTo>
                  <a:pt x="4709159" y="5156859"/>
                  <a:pt x="4723387" y="5149766"/>
                  <a:pt x="4716273" y="5142672"/>
                </a:cubicBezTo>
                <a:cubicBezTo>
                  <a:pt x="4716273" y="5142672"/>
                  <a:pt x="4716273" y="5135579"/>
                  <a:pt x="4730500" y="5128486"/>
                </a:cubicBezTo>
                <a:cubicBezTo>
                  <a:pt x="4730500" y="5128486"/>
                  <a:pt x="4737613" y="5121393"/>
                  <a:pt x="4730500" y="5114299"/>
                </a:cubicBezTo>
                <a:cubicBezTo>
                  <a:pt x="4730500" y="5114299"/>
                  <a:pt x="4730500" y="5114299"/>
                  <a:pt x="4751841" y="5107206"/>
                </a:cubicBezTo>
                <a:cubicBezTo>
                  <a:pt x="4751841" y="5107206"/>
                  <a:pt x="4808748" y="5085926"/>
                  <a:pt x="4815863" y="5114299"/>
                </a:cubicBezTo>
                <a:cubicBezTo>
                  <a:pt x="4815863" y="5114299"/>
                  <a:pt x="4822976" y="5128486"/>
                  <a:pt x="4815863" y="5142672"/>
                </a:cubicBezTo>
                <a:cubicBezTo>
                  <a:pt x="4815863" y="5142672"/>
                  <a:pt x="4808748" y="5142672"/>
                  <a:pt x="4815863" y="5171046"/>
                </a:cubicBezTo>
                <a:cubicBezTo>
                  <a:pt x="4815863" y="5171046"/>
                  <a:pt x="4815863" y="5185232"/>
                  <a:pt x="4830089" y="5192326"/>
                </a:cubicBezTo>
                <a:cubicBezTo>
                  <a:pt x="4830089" y="5192326"/>
                  <a:pt x="4837203" y="5206512"/>
                  <a:pt x="4844316" y="5220699"/>
                </a:cubicBezTo>
                <a:cubicBezTo>
                  <a:pt x="4844316" y="5220699"/>
                  <a:pt x="4858544" y="5241980"/>
                  <a:pt x="4858544" y="5249073"/>
                </a:cubicBezTo>
                <a:cubicBezTo>
                  <a:pt x="4858544" y="5249073"/>
                  <a:pt x="4858544" y="5263260"/>
                  <a:pt x="4865657" y="5256166"/>
                </a:cubicBezTo>
                <a:cubicBezTo>
                  <a:pt x="4865657" y="5256166"/>
                  <a:pt x="4922566" y="5185232"/>
                  <a:pt x="4965247" y="5206512"/>
                </a:cubicBezTo>
                <a:cubicBezTo>
                  <a:pt x="4965247" y="5206512"/>
                  <a:pt x="4986588" y="5199419"/>
                  <a:pt x="4958133" y="5234885"/>
                </a:cubicBezTo>
                <a:cubicBezTo>
                  <a:pt x="4958133" y="5234885"/>
                  <a:pt x="4951020" y="5249073"/>
                  <a:pt x="4943906" y="5249073"/>
                </a:cubicBezTo>
                <a:cubicBezTo>
                  <a:pt x="4894111" y="5270353"/>
                  <a:pt x="4894111" y="5270353"/>
                  <a:pt x="4894111" y="5270353"/>
                </a:cubicBezTo>
                <a:cubicBezTo>
                  <a:pt x="4894111" y="5270353"/>
                  <a:pt x="4879884" y="5277446"/>
                  <a:pt x="4901225" y="5263260"/>
                </a:cubicBezTo>
                <a:cubicBezTo>
                  <a:pt x="4901225" y="5263260"/>
                  <a:pt x="4922566" y="5241980"/>
                  <a:pt x="4922566" y="5234885"/>
                </a:cubicBezTo>
                <a:cubicBezTo>
                  <a:pt x="4922566" y="5234885"/>
                  <a:pt x="4922566" y="5220699"/>
                  <a:pt x="4915451" y="5234885"/>
                </a:cubicBezTo>
                <a:cubicBezTo>
                  <a:pt x="4915451" y="5234885"/>
                  <a:pt x="4886998" y="5256166"/>
                  <a:pt x="4879884" y="5263260"/>
                </a:cubicBezTo>
                <a:cubicBezTo>
                  <a:pt x="4879884" y="5263260"/>
                  <a:pt x="4865657" y="5270353"/>
                  <a:pt x="4872770" y="5284540"/>
                </a:cubicBezTo>
                <a:cubicBezTo>
                  <a:pt x="4872770" y="5284540"/>
                  <a:pt x="4872770" y="5291633"/>
                  <a:pt x="4872770" y="5291633"/>
                </a:cubicBezTo>
                <a:cubicBezTo>
                  <a:pt x="4872770" y="5291633"/>
                  <a:pt x="4872770" y="5298726"/>
                  <a:pt x="4872770" y="5298726"/>
                </a:cubicBezTo>
                <a:cubicBezTo>
                  <a:pt x="4872770" y="5298726"/>
                  <a:pt x="4886998" y="5327099"/>
                  <a:pt x="4865657" y="5327099"/>
                </a:cubicBezTo>
                <a:cubicBezTo>
                  <a:pt x="4865657" y="5327099"/>
                  <a:pt x="4844316" y="5327099"/>
                  <a:pt x="4837203" y="5312913"/>
                </a:cubicBezTo>
                <a:cubicBezTo>
                  <a:pt x="4837203" y="5312913"/>
                  <a:pt x="4830089" y="5298726"/>
                  <a:pt x="4822976" y="5320006"/>
                </a:cubicBezTo>
                <a:cubicBezTo>
                  <a:pt x="4822976" y="5320006"/>
                  <a:pt x="4801635" y="5355473"/>
                  <a:pt x="4787409" y="5369659"/>
                </a:cubicBezTo>
                <a:cubicBezTo>
                  <a:pt x="4787409" y="5369659"/>
                  <a:pt x="4751841" y="5405126"/>
                  <a:pt x="4758954" y="5412219"/>
                </a:cubicBezTo>
                <a:cubicBezTo>
                  <a:pt x="4758954" y="5412219"/>
                  <a:pt x="4773181" y="5426406"/>
                  <a:pt x="4766067" y="5426406"/>
                </a:cubicBezTo>
                <a:cubicBezTo>
                  <a:pt x="4766067" y="5426406"/>
                  <a:pt x="4758954" y="5433499"/>
                  <a:pt x="4744726" y="5426406"/>
                </a:cubicBezTo>
                <a:cubicBezTo>
                  <a:pt x="4744726" y="5426406"/>
                  <a:pt x="4744726" y="5426406"/>
                  <a:pt x="4737613" y="5440592"/>
                </a:cubicBezTo>
                <a:cubicBezTo>
                  <a:pt x="4737613" y="5440592"/>
                  <a:pt x="4716273" y="5461872"/>
                  <a:pt x="4730500" y="5468967"/>
                </a:cubicBezTo>
                <a:cubicBezTo>
                  <a:pt x="4730500" y="5468967"/>
                  <a:pt x="4737613" y="5468967"/>
                  <a:pt x="4744726" y="5476060"/>
                </a:cubicBezTo>
                <a:cubicBezTo>
                  <a:pt x="4744726" y="5476060"/>
                  <a:pt x="4758954" y="5476060"/>
                  <a:pt x="4744726" y="5483153"/>
                </a:cubicBezTo>
                <a:close/>
                <a:moveTo>
                  <a:pt x="5022155" y="5646299"/>
                </a:moveTo>
                <a:cubicBezTo>
                  <a:pt x="5022155" y="5646299"/>
                  <a:pt x="5022155" y="5653394"/>
                  <a:pt x="5022155" y="5667579"/>
                </a:cubicBezTo>
                <a:cubicBezTo>
                  <a:pt x="5022155" y="5667579"/>
                  <a:pt x="5022155" y="5674674"/>
                  <a:pt x="5015041" y="5681767"/>
                </a:cubicBezTo>
                <a:cubicBezTo>
                  <a:pt x="4943906" y="5731420"/>
                  <a:pt x="4943906" y="5731420"/>
                  <a:pt x="4943906" y="5731420"/>
                </a:cubicBezTo>
                <a:cubicBezTo>
                  <a:pt x="4943906" y="5731420"/>
                  <a:pt x="4936792" y="5724327"/>
                  <a:pt x="4929679" y="5738513"/>
                </a:cubicBezTo>
                <a:cubicBezTo>
                  <a:pt x="4929679" y="5738513"/>
                  <a:pt x="4929679" y="5731420"/>
                  <a:pt x="4922566" y="5731420"/>
                </a:cubicBezTo>
                <a:cubicBezTo>
                  <a:pt x="4922566" y="5731420"/>
                  <a:pt x="4922566" y="5731420"/>
                  <a:pt x="4922566" y="5738513"/>
                </a:cubicBezTo>
                <a:cubicBezTo>
                  <a:pt x="4922566" y="5738513"/>
                  <a:pt x="4908338" y="5731420"/>
                  <a:pt x="4908338" y="5738513"/>
                </a:cubicBezTo>
                <a:cubicBezTo>
                  <a:pt x="4865657" y="5745607"/>
                  <a:pt x="4865657" y="5745607"/>
                  <a:pt x="4865657" y="5745607"/>
                </a:cubicBezTo>
                <a:cubicBezTo>
                  <a:pt x="4865657" y="5745607"/>
                  <a:pt x="4851430" y="5745607"/>
                  <a:pt x="4872770" y="5738513"/>
                </a:cubicBezTo>
                <a:cubicBezTo>
                  <a:pt x="4872770" y="5738513"/>
                  <a:pt x="4922566" y="5724327"/>
                  <a:pt x="4894111" y="5724327"/>
                </a:cubicBezTo>
                <a:cubicBezTo>
                  <a:pt x="4894111" y="5724327"/>
                  <a:pt x="4879884" y="5717233"/>
                  <a:pt x="4894111" y="5717233"/>
                </a:cubicBezTo>
                <a:cubicBezTo>
                  <a:pt x="4894111" y="5717233"/>
                  <a:pt x="4943906" y="5681767"/>
                  <a:pt x="4958133" y="5646299"/>
                </a:cubicBezTo>
                <a:cubicBezTo>
                  <a:pt x="4958133" y="5646299"/>
                  <a:pt x="5007928" y="5568273"/>
                  <a:pt x="4943906" y="5525713"/>
                </a:cubicBezTo>
                <a:cubicBezTo>
                  <a:pt x="4943906" y="5525713"/>
                  <a:pt x="4915451" y="5525713"/>
                  <a:pt x="4894111" y="5561180"/>
                </a:cubicBezTo>
                <a:cubicBezTo>
                  <a:pt x="4894111" y="5561180"/>
                  <a:pt x="4879884" y="5596646"/>
                  <a:pt x="4858544" y="5603739"/>
                </a:cubicBezTo>
                <a:cubicBezTo>
                  <a:pt x="4858544" y="5603739"/>
                  <a:pt x="4822976" y="5596646"/>
                  <a:pt x="4801635" y="5582460"/>
                </a:cubicBezTo>
                <a:cubicBezTo>
                  <a:pt x="4801635" y="5582460"/>
                  <a:pt x="4780295" y="5575366"/>
                  <a:pt x="4801635" y="5575366"/>
                </a:cubicBezTo>
                <a:cubicBezTo>
                  <a:pt x="4801635" y="5575366"/>
                  <a:pt x="4808748" y="5575366"/>
                  <a:pt x="4822976" y="5561180"/>
                </a:cubicBezTo>
                <a:cubicBezTo>
                  <a:pt x="4822976" y="5561180"/>
                  <a:pt x="4844316" y="5554086"/>
                  <a:pt x="4844316" y="5546993"/>
                </a:cubicBezTo>
                <a:cubicBezTo>
                  <a:pt x="4844316" y="5546993"/>
                  <a:pt x="4858544" y="5525713"/>
                  <a:pt x="4872770" y="5511526"/>
                </a:cubicBezTo>
                <a:cubicBezTo>
                  <a:pt x="4872770" y="5511526"/>
                  <a:pt x="4894111" y="5497340"/>
                  <a:pt x="4901225" y="5483153"/>
                </a:cubicBezTo>
                <a:cubicBezTo>
                  <a:pt x="4901225" y="5483153"/>
                  <a:pt x="4901225" y="5468967"/>
                  <a:pt x="4886998" y="5476060"/>
                </a:cubicBezTo>
                <a:cubicBezTo>
                  <a:pt x="4886998" y="5476060"/>
                  <a:pt x="4858544" y="5504433"/>
                  <a:pt x="4830089" y="5454780"/>
                </a:cubicBezTo>
                <a:cubicBezTo>
                  <a:pt x="4830089" y="5454780"/>
                  <a:pt x="4830089" y="5398033"/>
                  <a:pt x="4822976" y="5419312"/>
                </a:cubicBezTo>
                <a:cubicBezTo>
                  <a:pt x="4822976" y="5419312"/>
                  <a:pt x="4808748" y="5454780"/>
                  <a:pt x="4787409" y="5461872"/>
                </a:cubicBezTo>
                <a:cubicBezTo>
                  <a:pt x="4787409" y="5461872"/>
                  <a:pt x="4773181" y="5468967"/>
                  <a:pt x="4758954" y="5461872"/>
                </a:cubicBezTo>
                <a:cubicBezTo>
                  <a:pt x="4758954" y="5461872"/>
                  <a:pt x="4737613" y="5454780"/>
                  <a:pt x="4758954" y="5454780"/>
                </a:cubicBezTo>
                <a:cubicBezTo>
                  <a:pt x="4758954" y="5454780"/>
                  <a:pt x="4780295" y="5447687"/>
                  <a:pt x="4794522" y="5419312"/>
                </a:cubicBezTo>
                <a:cubicBezTo>
                  <a:pt x="4794522" y="5419312"/>
                  <a:pt x="4808748" y="5398033"/>
                  <a:pt x="4808748" y="5383846"/>
                </a:cubicBezTo>
                <a:cubicBezTo>
                  <a:pt x="4808748" y="5383846"/>
                  <a:pt x="4801635" y="5376753"/>
                  <a:pt x="4822976" y="5369659"/>
                </a:cubicBezTo>
                <a:cubicBezTo>
                  <a:pt x="4822976" y="5369659"/>
                  <a:pt x="4865657" y="5334193"/>
                  <a:pt x="4894111" y="5355473"/>
                </a:cubicBezTo>
                <a:cubicBezTo>
                  <a:pt x="4894111" y="5355473"/>
                  <a:pt x="4901225" y="5369659"/>
                  <a:pt x="4894111" y="5390939"/>
                </a:cubicBezTo>
                <a:cubicBezTo>
                  <a:pt x="4894111" y="5390939"/>
                  <a:pt x="4886998" y="5405126"/>
                  <a:pt x="4908338" y="5426406"/>
                </a:cubicBezTo>
                <a:cubicBezTo>
                  <a:pt x="4908338" y="5426406"/>
                  <a:pt x="4936792" y="5440592"/>
                  <a:pt x="4943906" y="5433499"/>
                </a:cubicBezTo>
                <a:cubicBezTo>
                  <a:pt x="4943906" y="5433499"/>
                  <a:pt x="4979473" y="5405126"/>
                  <a:pt x="4993701" y="5412219"/>
                </a:cubicBezTo>
                <a:cubicBezTo>
                  <a:pt x="4993701" y="5412219"/>
                  <a:pt x="5022155" y="5412219"/>
                  <a:pt x="5015041" y="5433499"/>
                </a:cubicBezTo>
                <a:cubicBezTo>
                  <a:pt x="5015041" y="5433499"/>
                  <a:pt x="5007928" y="5447687"/>
                  <a:pt x="5007928" y="5454780"/>
                </a:cubicBezTo>
                <a:cubicBezTo>
                  <a:pt x="5007928" y="5454780"/>
                  <a:pt x="5007928" y="5454780"/>
                  <a:pt x="4993701" y="5461872"/>
                </a:cubicBezTo>
                <a:cubicBezTo>
                  <a:pt x="4993701" y="5461872"/>
                  <a:pt x="4972360" y="5476060"/>
                  <a:pt x="4993701" y="5497340"/>
                </a:cubicBezTo>
                <a:cubicBezTo>
                  <a:pt x="5029269" y="5546993"/>
                  <a:pt x="5029269" y="5546993"/>
                  <a:pt x="5029269" y="5546993"/>
                </a:cubicBezTo>
                <a:cubicBezTo>
                  <a:pt x="5029269" y="5546993"/>
                  <a:pt x="5043495" y="5589553"/>
                  <a:pt x="5036382" y="5625019"/>
                </a:cubicBezTo>
                <a:cubicBezTo>
                  <a:pt x="5036382" y="5625019"/>
                  <a:pt x="5029269" y="5639206"/>
                  <a:pt x="5022155" y="5646299"/>
                </a:cubicBezTo>
                <a:close/>
                <a:moveTo>
                  <a:pt x="3215317" y="5582460"/>
                </a:moveTo>
                <a:cubicBezTo>
                  <a:pt x="1906427" y="5582460"/>
                  <a:pt x="846511" y="4525552"/>
                  <a:pt x="846511" y="3220377"/>
                </a:cubicBezTo>
                <a:cubicBezTo>
                  <a:pt x="846511" y="1915202"/>
                  <a:pt x="1906427" y="858294"/>
                  <a:pt x="3215317" y="858294"/>
                </a:cubicBezTo>
                <a:cubicBezTo>
                  <a:pt x="4524207" y="858294"/>
                  <a:pt x="5584124" y="1915202"/>
                  <a:pt x="5584124" y="3220377"/>
                </a:cubicBezTo>
                <a:cubicBezTo>
                  <a:pt x="5584124" y="4525552"/>
                  <a:pt x="4524207" y="5582460"/>
                  <a:pt x="3215317" y="5582460"/>
                </a:cubicBezTo>
                <a:close/>
                <a:moveTo>
                  <a:pt x="5541443" y="2255683"/>
                </a:moveTo>
                <a:cubicBezTo>
                  <a:pt x="5520102" y="2198936"/>
                  <a:pt x="5512989" y="2149282"/>
                  <a:pt x="5534330" y="2099629"/>
                </a:cubicBezTo>
                <a:cubicBezTo>
                  <a:pt x="5548556" y="2057069"/>
                  <a:pt x="5584124" y="2021603"/>
                  <a:pt x="5641033" y="2000322"/>
                </a:cubicBezTo>
                <a:cubicBezTo>
                  <a:pt x="5676600" y="1986135"/>
                  <a:pt x="5705055" y="1979042"/>
                  <a:pt x="5733508" y="1979042"/>
                </a:cubicBezTo>
                <a:cubicBezTo>
                  <a:pt x="5754849" y="1979042"/>
                  <a:pt x="5776190" y="1986135"/>
                  <a:pt x="5797530" y="1993229"/>
                </a:cubicBezTo>
                <a:cubicBezTo>
                  <a:pt x="5811757" y="2007415"/>
                  <a:pt x="5833097" y="2014510"/>
                  <a:pt x="5847325" y="2028695"/>
                </a:cubicBezTo>
                <a:cubicBezTo>
                  <a:pt x="5861552" y="2049976"/>
                  <a:pt x="5882893" y="2078349"/>
                  <a:pt x="5890006" y="2106723"/>
                </a:cubicBezTo>
                <a:cubicBezTo>
                  <a:pt x="5918460" y="2163469"/>
                  <a:pt x="5918460" y="2213122"/>
                  <a:pt x="5897119" y="2255683"/>
                </a:cubicBezTo>
                <a:cubicBezTo>
                  <a:pt x="5882893" y="2305336"/>
                  <a:pt x="5847325" y="2340803"/>
                  <a:pt x="5790416" y="2362083"/>
                </a:cubicBezTo>
                <a:cubicBezTo>
                  <a:pt x="5733508" y="2383363"/>
                  <a:pt x="5683714" y="2383363"/>
                  <a:pt x="5641033" y="2362083"/>
                </a:cubicBezTo>
                <a:cubicBezTo>
                  <a:pt x="5598350" y="2347896"/>
                  <a:pt x="5562783" y="2305336"/>
                  <a:pt x="5541443" y="2255683"/>
                </a:cubicBezTo>
                <a:close/>
                <a:moveTo>
                  <a:pt x="5982482" y="2390456"/>
                </a:moveTo>
                <a:cubicBezTo>
                  <a:pt x="6003822" y="2468482"/>
                  <a:pt x="6003822" y="2468482"/>
                  <a:pt x="6003822" y="2468482"/>
                </a:cubicBezTo>
                <a:cubicBezTo>
                  <a:pt x="5712168" y="2539416"/>
                  <a:pt x="5712168" y="2539416"/>
                  <a:pt x="5712168" y="2539416"/>
                </a:cubicBezTo>
                <a:cubicBezTo>
                  <a:pt x="5761962" y="2738030"/>
                  <a:pt x="5761962" y="2738030"/>
                  <a:pt x="5761962" y="2738030"/>
                </a:cubicBezTo>
                <a:cubicBezTo>
                  <a:pt x="5697940" y="2752217"/>
                  <a:pt x="5697940" y="2752217"/>
                  <a:pt x="5697940" y="2752217"/>
                </a:cubicBezTo>
                <a:cubicBezTo>
                  <a:pt x="5633918" y="2475577"/>
                  <a:pt x="5633918" y="2475577"/>
                  <a:pt x="5633918" y="2475577"/>
                </a:cubicBezTo>
                <a:lnTo>
                  <a:pt x="5982482" y="2390456"/>
                </a:lnTo>
                <a:close/>
                <a:moveTo>
                  <a:pt x="6060731" y="3724004"/>
                </a:moveTo>
                <a:cubicBezTo>
                  <a:pt x="5804643" y="3745285"/>
                  <a:pt x="5804643" y="3745285"/>
                  <a:pt x="5804643" y="3745285"/>
                </a:cubicBezTo>
                <a:cubicBezTo>
                  <a:pt x="6032276" y="3865871"/>
                  <a:pt x="6032276" y="3865871"/>
                  <a:pt x="6032276" y="3865871"/>
                </a:cubicBezTo>
                <a:cubicBezTo>
                  <a:pt x="6010935" y="3986458"/>
                  <a:pt x="6010935" y="3986458"/>
                  <a:pt x="6010935" y="3986458"/>
                </a:cubicBezTo>
                <a:cubicBezTo>
                  <a:pt x="5648146" y="3915524"/>
                  <a:pt x="5648146" y="3915524"/>
                  <a:pt x="5648146" y="3915524"/>
                </a:cubicBezTo>
                <a:cubicBezTo>
                  <a:pt x="5662372" y="3837498"/>
                  <a:pt x="5662372" y="3837498"/>
                  <a:pt x="5662372" y="3837498"/>
                </a:cubicBezTo>
                <a:cubicBezTo>
                  <a:pt x="5946915" y="3894244"/>
                  <a:pt x="5946915" y="3894244"/>
                  <a:pt x="5946915" y="3894244"/>
                </a:cubicBezTo>
                <a:cubicBezTo>
                  <a:pt x="5676600" y="3759471"/>
                  <a:pt x="5676600" y="3759471"/>
                  <a:pt x="5676600" y="3759471"/>
                </a:cubicBezTo>
                <a:cubicBezTo>
                  <a:pt x="5697940" y="3681444"/>
                  <a:pt x="5697940" y="3681444"/>
                  <a:pt x="5697940" y="3681444"/>
                </a:cubicBezTo>
                <a:cubicBezTo>
                  <a:pt x="5996709" y="3660164"/>
                  <a:pt x="5996709" y="3660164"/>
                  <a:pt x="5996709" y="3660164"/>
                </a:cubicBezTo>
                <a:cubicBezTo>
                  <a:pt x="5712168" y="3603418"/>
                  <a:pt x="5712168" y="3603418"/>
                  <a:pt x="5712168" y="3603418"/>
                </a:cubicBezTo>
                <a:cubicBezTo>
                  <a:pt x="5726394" y="3532483"/>
                  <a:pt x="5726394" y="3532483"/>
                  <a:pt x="5726394" y="3532483"/>
                </a:cubicBezTo>
                <a:cubicBezTo>
                  <a:pt x="6089185" y="3603418"/>
                  <a:pt x="6089185" y="3603418"/>
                  <a:pt x="6089185" y="3603418"/>
                </a:cubicBezTo>
                <a:lnTo>
                  <a:pt x="6060731" y="3724004"/>
                </a:lnTo>
                <a:close/>
                <a:moveTo>
                  <a:pt x="5804643" y="3362244"/>
                </a:moveTo>
                <a:cubicBezTo>
                  <a:pt x="5811757" y="3376431"/>
                  <a:pt x="5818871" y="3383524"/>
                  <a:pt x="5833097" y="3383524"/>
                </a:cubicBezTo>
                <a:cubicBezTo>
                  <a:pt x="5847325" y="3390617"/>
                  <a:pt x="5868665" y="3390617"/>
                  <a:pt x="5897119" y="3390617"/>
                </a:cubicBezTo>
                <a:cubicBezTo>
                  <a:pt x="6103412" y="3397711"/>
                  <a:pt x="6103412" y="3397711"/>
                  <a:pt x="6103412" y="3397711"/>
                </a:cubicBezTo>
                <a:cubicBezTo>
                  <a:pt x="6096298" y="3482830"/>
                  <a:pt x="6096298" y="3482830"/>
                  <a:pt x="6096298" y="3482830"/>
                </a:cubicBezTo>
                <a:cubicBezTo>
                  <a:pt x="5904233" y="3475737"/>
                  <a:pt x="5904233" y="3475737"/>
                  <a:pt x="5904233" y="3475737"/>
                </a:cubicBezTo>
                <a:cubicBezTo>
                  <a:pt x="5861552" y="3475737"/>
                  <a:pt x="5825984" y="3468644"/>
                  <a:pt x="5811757" y="3461550"/>
                </a:cubicBezTo>
                <a:cubicBezTo>
                  <a:pt x="5790416" y="3461550"/>
                  <a:pt x="5776190" y="3447364"/>
                  <a:pt x="5769075" y="3440270"/>
                </a:cubicBezTo>
                <a:cubicBezTo>
                  <a:pt x="5754849" y="3426084"/>
                  <a:pt x="5747736" y="3411897"/>
                  <a:pt x="5740622" y="3390617"/>
                </a:cubicBezTo>
                <a:cubicBezTo>
                  <a:pt x="5733508" y="3369337"/>
                  <a:pt x="5726394" y="3340964"/>
                  <a:pt x="5726394" y="3312591"/>
                </a:cubicBezTo>
                <a:cubicBezTo>
                  <a:pt x="5733508" y="3270030"/>
                  <a:pt x="5733508" y="3241657"/>
                  <a:pt x="5747736" y="3227470"/>
                </a:cubicBezTo>
                <a:cubicBezTo>
                  <a:pt x="5754849" y="3206190"/>
                  <a:pt x="5761962" y="3192004"/>
                  <a:pt x="5776190" y="3177817"/>
                </a:cubicBezTo>
                <a:cubicBezTo>
                  <a:pt x="5790416" y="3170724"/>
                  <a:pt x="5804643" y="3163630"/>
                  <a:pt x="5818871" y="3156537"/>
                </a:cubicBezTo>
                <a:cubicBezTo>
                  <a:pt x="5840211" y="3149444"/>
                  <a:pt x="5868665" y="3149444"/>
                  <a:pt x="5911347" y="3149444"/>
                </a:cubicBezTo>
                <a:cubicBezTo>
                  <a:pt x="6110525" y="3156537"/>
                  <a:pt x="6110525" y="3156537"/>
                  <a:pt x="6110525" y="3156537"/>
                </a:cubicBezTo>
                <a:cubicBezTo>
                  <a:pt x="6103412" y="3241657"/>
                  <a:pt x="6103412" y="3241657"/>
                  <a:pt x="6103412" y="3241657"/>
                </a:cubicBezTo>
                <a:cubicBezTo>
                  <a:pt x="5904233" y="3234564"/>
                  <a:pt x="5904233" y="3234564"/>
                  <a:pt x="5904233" y="3234564"/>
                </a:cubicBezTo>
                <a:cubicBezTo>
                  <a:pt x="5875779" y="3234564"/>
                  <a:pt x="5854438" y="3234564"/>
                  <a:pt x="5847325" y="3234564"/>
                </a:cubicBezTo>
                <a:cubicBezTo>
                  <a:pt x="5825984" y="3234564"/>
                  <a:pt x="5818871" y="3241657"/>
                  <a:pt x="5804643" y="3255843"/>
                </a:cubicBezTo>
                <a:cubicBezTo>
                  <a:pt x="5797530" y="3270030"/>
                  <a:pt x="5790416" y="3291310"/>
                  <a:pt x="5790416" y="3312591"/>
                </a:cubicBezTo>
                <a:cubicBezTo>
                  <a:pt x="5790416" y="3333871"/>
                  <a:pt x="5797530" y="3355151"/>
                  <a:pt x="5804643" y="336224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11112500" y="1041400"/>
            <a:ext cx="158355" cy="152265"/>
          </a:xfrm>
          <a:custGeom>
            <a:avLst/>
            <a:gdLst/>
            <a:ahLst/>
            <a:cxnLst/>
            <a:rect l="l" t="t" r="r" b="b"/>
            <a:pathLst>
              <a:path w="158355" h="152265">
                <a:moveTo>
                  <a:pt x="93574" y="145015"/>
                </a:moveTo>
                <a:cubicBezTo>
                  <a:pt x="100772" y="152265"/>
                  <a:pt x="115167" y="152265"/>
                  <a:pt x="122366" y="145015"/>
                </a:cubicBezTo>
                <a:cubicBezTo>
                  <a:pt x="136761" y="145015"/>
                  <a:pt x="143960" y="137765"/>
                  <a:pt x="151157" y="123262"/>
                </a:cubicBezTo>
                <a:cubicBezTo>
                  <a:pt x="158355" y="116012"/>
                  <a:pt x="158355" y="101511"/>
                  <a:pt x="158355" y="94259"/>
                </a:cubicBezTo>
                <a:cubicBezTo>
                  <a:pt x="158355" y="79759"/>
                  <a:pt x="151157" y="65256"/>
                  <a:pt x="136761" y="58006"/>
                </a:cubicBezTo>
                <a:cubicBezTo>
                  <a:pt x="129563" y="50756"/>
                  <a:pt x="115167" y="36253"/>
                  <a:pt x="93574" y="21753"/>
                </a:cubicBezTo>
                <a:cubicBezTo>
                  <a:pt x="57583" y="0"/>
                  <a:pt x="57583" y="0"/>
                  <a:pt x="57583" y="0"/>
                </a:cubicBezTo>
                <a:cubicBezTo>
                  <a:pt x="0" y="87009"/>
                  <a:pt x="0" y="87009"/>
                  <a:pt x="0" y="87009"/>
                </a:cubicBezTo>
                <a:cubicBezTo>
                  <a:pt x="35989" y="116012"/>
                  <a:pt x="35989" y="116012"/>
                  <a:pt x="35989" y="116012"/>
                </a:cubicBezTo>
                <a:cubicBezTo>
                  <a:pt x="64781" y="130514"/>
                  <a:pt x="79177" y="145015"/>
                  <a:pt x="93574" y="14501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0083800" y="6083300"/>
            <a:ext cx="127904" cy="200991"/>
          </a:xfrm>
          <a:custGeom>
            <a:avLst/>
            <a:gdLst/>
            <a:ahLst/>
            <a:cxnLst/>
            <a:rect l="l" t="t" r="r" b="b"/>
            <a:pathLst>
              <a:path w="127904" h="200991">
                <a:moveTo>
                  <a:pt x="21317" y="21534"/>
                </a:moveTo>
                <a:cubicBezTo>
                  <a:pt x="28423" y="28713"/>
                  <a:pt x="35530" y="43070"/>
                  <a:pt x="35530" y="43070"/>
                </a:cubicBezTo>
                <a:cubicBezTo>
                  <a:pt x="42635" y="57426"/>
                  <a:pt x="49741" y="57426"/>
                  <a:pt x="49741" y="57426"/>
                </a:cubicBezTo>
                <a:cubicBezTo>
                  <a:pt x="56846" y="64604"/>
                  <a:pt x="49741" y="78961"/>
                  <a:pt x="49741" y="78961"/>
                </a:cubicBezTo>
                <a:cubicBezTo>
                  <a:pt x="42635" y="86139"/>
                  <a:pt x="42635" y="93317"/>
                  <a:pt x="42635" y="93317"/>
                </a:cubicBezTo>
                <a:cubicBezTo>
                  <a:pt x="35530" y="114852"/>
                  <a:pt x="14211" y="136387"/>
                  <a:pt x="14211" y="136387"/>
                </a:cubicBezTo>
                <a:cubicBezTo>
                  <a:pt x="0" y="150743"/>
                  <a:pt x="21317" y="179456"/>
                  <a:pt x="21317" y="179456"/>
                </a:cubicBezTo>
                <a:cubicBezTo>
                  <a:pt x="28423" y="200991"/>
                  <a:pt x="56846" y="157922"/>
                  <a:pt x="56846" y="157922"/>
                </a:cubicBezTo>
                <a:cubicBezTo>
                  <a:pt x="56846" y="150743"/>
                  <a:pt x="63952" y="150743"/>
                  <a:pt x="63952" y="150743"/>
                </a:cubicBezTo>
                <a:cubicBezTo>
                  <a:pt x="71058" y="143565"/>
                  <a:pt x="71058" y="136387"/>
                  <a:pt x="71058" y="136387"/>
                </a:cubicBezTo>
                <a:cubicBezTo>
                  <a:pt x="85269" y="114852"/>
                  <a:pt x="99480" y="93317"/>
                  <a:pt x="99480" y="93317"/>
                </a:cubicBezTo>
                <a:cubicBezTo>
                  <a:pt x="106587" y="86139"/>
                  <a:pt x="120799" y="43070"/>
                  <a:pt x="120799" y="43070"/>
                </a:cubicBezTo>
                <a:cubicBezTo>
                  <a:pt x="127904" y="43070"/>
                  <a:pt x="120799" y="28713"/>
                  <a:pt x="120799" y="28713"/>
                </a:cubicBezTo>
                <a:cubicBezTo>
                  <a:pt x="120799" y="21534"/>
                  <a:pt x="85269" y="7178"/>
                  <a:pt x="85269" y="7178"/>
                </a:cubicBezTo>
                <a:cubicBezTo>
                  <a:pt x="78163" y="7178"/>
                  <a:pt x="63952" y="0"/>
                  <a:pt x="49741" y="0"/>
                </a:cubicBezTo>
                <a:cubicBezTo>
                  <a:pt x="42635" y="0"/>
                  <a:pt x="28423" y="0"/>
                  <a:pt x="28423" y="0"/>
                </a:cubicBezTo>
                <a:cubicBezTo>
                  <a:pt x="7106" y="7178"/>
                  <a:pt x="21317" y="21534"/>
                  <a:pt x="21317" y="2153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1988800" y="2247900"/>
            <a:ext cx="261897" cy="243623"/>
          </a:xfrm>
          <a:custGeom>
            <a:avLst/>
            <a:gdLst/>
            <a:ahLst/>
            <a:cxnLst/>
            <a:rect l="l" t="t" r="r" b="b"/>
            <a:pathLst>
              <a:path w="261897" h="243623">
                <a:moveTo>
                  <a:pt x="176958" y="229292"/>
                </a:moveTo>
                <a:cubicBezTo>
                  <a:pt x="212349" y="207796"/>
                  <a:pt x="240662" y="186300"/>
                  <a:pt x="247740" y="164804"/>
                </a:cubicBezTo>
                <a:cubicBezTo>
                  <a:pt x="261897" y="136143"/>
                  <a:pt x="261897" y="107481"/>
                  <a:pt x="247740" y="71653"/>
                </a:cubicBezTo>
                <a:cubicBezTo>
                  <a:pt x="233583" y="42992"/>
                  <a:pt x="219427" y="21496"/>
                  <a:pt x="191113" y="14331"/>
                </a:cubicBezTo>
                <a:cubicBezTo>
                  <a:pt x="162801" y="0"/>
                  <a:pt x="127409" y="0"/>
                  <a:pt x="92018" y="21496"/>
                </a:cubicBezTo>
                <a:cubicBezTo>
                  <a:pt x="49548" y="35827"/>
                  <a:pt x="28313" y="57323"/>
                  <a:pt x="14157" y="85984"/>
                </a:cubicBezTo>
                <a:cubicBezTo>
                  <a:pt x="0" y="114647"/>
                  <a:pt x="0" y="143308"/>
                  <a:pt x="14157" y="171969"/>
                </a:cubicBezTo>
                <a:cubicBezTo>
                  <a:pt x="28313" y="200631"/>
                  <a:pt x="49548" y="222127"/>
                  <a:pt x="77861" y="236457"/>
                </a:cubicBezTo>
                <a:cubicBezTo>
                  <a:pt x="99096" y="243623"/>
                  <a:pt x="134488" y="243623"/>
                  <a:pt x="176958" y="22929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0" y="0"/>
            <a:ext cx="12192000" cy="11430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0400" y="609600"/>
            <a:ext cx="17526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9" name="AutoShape 29"/>
          <p:cNvSpPr/>
          <p:nvPr/>
        </p:nvSpPr>
        <p:spPr>
          <a:xfrm>
            <a:off x="1841500" y="2209800"/>
            <a:ext cx="2705100" cy="233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800" b="0" i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latin typeface="Impact"/>
                <a:ea typeface="Impact"/>
                <a:cs typeface="Impact"/>
                <a:sym typeface="Impact"/>
              </a:rPr>
              <a:t>01</a:t>
            </a:r>
            <a:endParaRPr 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841500" y="36957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40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研究背景与选题意义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841500" y="4635500"/>
            <a:ext cx="53340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808080"/>
                </a:solidFill>
                <a:latin typeface="Segoe UI Light"/>
                <a:ea typeface="Segoe UI Light"/>
                <a:cs typeface="Segoe UI Light"/>
                <a:sym typeface="Segoe UI Light"/>
              </a:rPr>
              <a:t>Background of Project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327900" y="711200"/>
            <a:ext cx="41910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0" bIns="0" rtlCol="0" anchor="b" anchorCtr="0"/>
          <a:lstStyle/>
          <a:p>
            <a:pPr marL="0" indent="0" algn="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课题汇报：行业痛点分析与研究价值探讨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73100" y="59944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763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10795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12827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4859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16891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8636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轻量级ECS架构在H5高并发游戏中的应用研究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1651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87400" y="184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01 研究背景与行业趋势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3750">
            <a:off x="787413" y="23431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787400" y="2540000"/>
            <a:ext cx="3175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随着HTML5技术成熟，“链接即玩”的跨平台游戏成为主流方向。但浏览器单线程模型对性能要求严苛，尤其在“类吸血鬼幸存者”这类高并发、多实体的游戏场景中，传统开发模式面临严峻挑战。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br>
              <a:rPr lang="en-US" sz="13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300" b="0" i="0" u="none" strike="noStrike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海量游戏实体的实时渲染、逻辑计算与状态更新，极易导致主线程阻塞，出现掉帧、卡顿等问题，成为制约H5游戏体验的关键瓶颈。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381500" y="1651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508500" y="184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02 项目核心痛点与目标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3750">
            <a:off x="4508513" y="23431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508500" y="25400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C83232"/>
                </a:solidFill>
                <a:latin typeface="Noto Sans SC"/>
                <a:ea typeface="Noto Sans SC"/>
                <a:cs typeface="Noto Sans SC"/>
                <a:sym typeface="Noto Sans SC"/>
              </a:rPr>
              <a:t>▌传统架构痛点：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深继承OOP模式导致类层级臃肿、对象耦合度高，数据与逻辑混杂，维护成本指数级上升；大量实体实例化与销毁引发频繁GC，性能损耗严重。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3750">
            <a:off x="4508513" y="4057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4508500" y="42545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▌研究目标验证：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构建以轻量ECS为核心，结合“数据驱动”“对象池复用”与“Web Worker多线程”的综合方案，解决高并发下的性能瓶颈与代码可维护性问题。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064500" y="1651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191500" y="184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03 架构模式技术对比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3750">
            <a:off x="8191513" y="23431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191500" y="25400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 OOP (面向对象)：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基于继承树扩展功能，易形成“上帝类”，逻辑与数据紧耦合；实体状态变更依赖复杂的消息传递，扩展性差，难以适配动态多变的游戏需求。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3750">
            <a:off x="8191513" y="4057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8191500" y="42545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现代 ECS (实体组件系统)：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遵循“组合优于继承”，将实体、组件、系统解耦。数据与逻辑分离存储，便于CPU缓存优化；通过动态挂载组件实现能力组合，灵活性与维护性大幅提升。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60400" y="5842000"/>
            <a:ext cx="10833100" cy="635000"/>
          </a:xfrm>
          <a:prstGeom prst="roundRect">
            <a:avLst>
              <a:gd name="adj" fmla="val 0"/>
            </a:avLst>
          </a:prstGeom>
          <a:solidFill>
            <a:srgbClr val="00377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787400" y="5905500"/>
            <a:ext cx="10579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通过ECS架构重构，在保证游戏逻辑复杂度的前提下，有效降低主线程负载，提升H5游戏在移动端与PC端的跨平台运行效率与稳定性。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8890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国内外研究现状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1651000"/>
            <a:ext cx="5397500" cy="19685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87400" y="1778000"/>
            <a:ext cx="514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01. 游戏引擎架构理论：分层设计构建清晰体系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8488">
            <a:off x="787408" y="2216150"/>
            <a:ext cx="5143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787400" y="2349500"/>
            <a:ext cx="514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深度参考经典著作《Game Engine Architecture》的分层思想，构建了职责明确的五层架构体系。通过模块化拆分，确保了各功能模块的低耦合性，为游戏逻辑的扩展与维护提供了坚实的理论支撑，同时也契合了现代软件工程的设计规范。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48400" y="1651000"/>
            <a:ext cx="5397500" cy="19685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375400" y="1778000"/>
            <a:ext cx="514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02. ECS架构思想：轻量级适配H5游戏场景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8488">
            <a:off x="6375408" y="2216150"/>
            <a:ext cx="5143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375400" y="2349500"/>
            <a:ext cx="514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借鉴“组合优于继承”的核心哲学，研发了轻量级Map-ECS架构。摒弃了传统继承体系的冗余，降低了开发学习与系统集成成本，完美适配H5轻量级游戏的资源限制与运行环境，提升了实体管理与逻辑复用的效率。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" y="3937000"/>
            <a:ext cx="5397500" cy="19685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87400" y="4064000"/>
            <a:ext cx="514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03. 人群仿真技术：低成本实现逼真群体行为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8488">
            <a:off x="787408" y="4502150"/>
            <a:ext cx="5143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787400" y="4635500"/>
            <a:ext cx="514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融合经典Boids算法与社会力模型，重点优化分离力与追逐行为的计算逻辑。在保证视觉逼真度的前提下，大幅降低了计算开销，成功实现了海量怪物群体的自然运动模拟，兼顾了游戏表现力与运行性能。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48400" y="3937000"/>
            <a:ext cx="5397500" cy="19685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375400" y="4064000"/>
            <a:ext cx="514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04. H5性能优化：Web Worker实现线程分流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8488">
            <a:off x="6375408" y="4502150"/>
            <a:ext cx="5143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375400" y="4635500"/>
            <a:ext cx="514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针对H5单线程瓶颈，引入Web Worker技术重构计算流程。将怪物寻路、AI决策等密集型任务卸载至独立Worker线程，主线程仅处理高频碰撞检测与渲染同步，有效避免了主线程阻塞，显著提升了游戏的流畅度。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1130300"/>
            <a:ext cx="12192000" cy="53594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617200" y="2743200"/>
            <a:ext cx="25400" cy="12700"/>
          </a:xfrm>
          <a:prstGeom prst="roundRect">
            <a:avLst>
              <a:gd name="adj" fmla="val 0"/>
            </a:avLst>
          </a:pr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772400" y="1384300"/>
            <a:ext cx="3520357" cy="4123326"/>
          </a:xfrm>
          <a:custGeom>
            <a:avLst/>
            <a:gdLst/>
            <a:ahLst/>
            <a:cxnLst/>
            <a:rect l="l" t="t" r="r" b="b"/>
            <a:pathLst>
              <a:path w="3520357" h="4123326">
                <a:moveTo>
                  <a:pt x="2631378" y="2611676"/>
                </a:moveTo>
                <a:cubicBezTo>
                  <a:pt x="2375352" y="2561998"/>
                  <a:pt x="2375352" y="2561998"/>
                  <a:pt x="2375352" y="2561998"/>
                </a:cubicBezTo>
                <a:cubicBezTo>
                  <a:pt x="2062432" y="2625870"/>
                  <a:pt x="2062432" y="2625870"/>
                  <a:pt x="2062432" y="2625870"/>
                </a:cubicBezTo>
                <a:cubicBezTo>
                  <a:pt x="2126438" y="2561998"/>
                  <a:pt x="2126438" y="2561998"/>
                  <a:pt x="2126438" y="2561998"/>
                </a:cubicBezTo>
                <a:cubicBezTo>
                  <a:pt x="2403799" y="2476834"/>
                  <a:pt x="2403799" y="2476834"/>
                  <a:pt x="2403799" y="2476834"/>
                </a:cubicBezTo>
                <a:cubicBezTo>
                  <a:pt x="2681160" y="2569094"/>
                  <a:pt x="2681160" y="2569094"/>
                  <a:pt x="2681160" y="2569094"/>
                </a:cubicBezTo>
                <a:lnTo>
                  <a:pt x="2631378" y="2611676"/>
                </a:lnTo>
                <a:close/>
                <a:moveTo>
                  <a:pt x="2432247" y="3477504"/>
                </a:moveTo>
                <a:cubicBezTo>
                  <a:pt x="2403799" y="3328468"/>
                  <a:pt x="2403799" y="3328468"/>
                  <a:pt x="2403799" y="3328468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595819" y="2980718"/>
                  <a:pt x="2595819" y="2980718"/>
                  <a:pt x="2595819" y="2980718"/>
                </a:cubicBezTo>
                <a:cubicBezTo>
                  <a:pt x="2674048" y="3498794"/>
                  <a:pt x="2674048" y="3498794"/>
                  <a:pt x="2674048" y="3498794"/>
                </a:cubicBezTo>
                <a:cubicBezTo>
                  <a:pt x="2595819" y="3491697"/>
                  <a:pt x="2517588" y="3484601"/>
                  <a:pt x="2432247" y="3477504"/>
                </a:cubicBezTo>
                <a:close/>
                <a:moveTo>
                  <a:pt x="1898860" y="2789100"/>
                </a:moveTo>
                <a:cubicBezTo>
                  <a:pt x="2133549" y="2845876"/>
                  <a:pt x="2133549" y="2845876"/>
                  <a:pt x="2133549" y="2845876"/>
                </a:cubicBezTo>
                <a:cubicBezTo>
                  <a:pt x="2453582" y="2725227"/>
                  <a:pt x="2453582" y="2725227"/>
                  <a:pt x="2453582" y="2725227"/>
                </a:cubicBezTo>
                <a:cubicBezTo>
                  <a:pt x="2631378" y="2810391"/>
                  <a:pt x="2631378" y="2810391"/>
                  <a:pt x="2631378" y="2810391"/>
                </a:cubicBezTo>
                <a:cubicBezTo>
                  <a:pt x="2453582" y="2782004"/>
                  <a:pt x="2453582" y="2782004"/>
                  <a:pt x="2453582" y="2782004"/>
                </a:cubicBezTo>
                <a:cubicBezTo>
                  <a:pt x="2126438" y="2902651"/>
                  <a:pt x="2126438" y="2902651"/>
                  <a:pt x="2126438" y="2902651"/>
                </a:cubicBezTo>
                <a:lnTo>
                  <a:pt x="1898860" y="2789100"/>
                </a:lnTo>
                <a:close/>
                <a:moveTo>
                  <a:pt x="1223235" y="3349758"/>
                </a:moveTo>
                <a:cubicBezTo>
                  <a:pt x="1102335" y="3023300"/>
                  <a:pt x="1102335" y="3023300"/>
                  <a:pt x="1102335" y="3023300"/>
                </a:cubicBezTo>
                <a:cubicBezTo>
                  <a:pt x="938762" y="2973621"/>
                  <a:pt x="938762" y="2973621"/>
                  <a:pt x="938762" y="2973621"/>
                </a:cubicBezTo>
                <a:cubicBezTo>
                  <a:pt x="1216123" y="2888458"/>
                  <a:pt x="1216123" y="2888458"/>
                  <a:pt x="1216123" y="2888458"/>
                </a:cubicBezTo>
                <a:cubicBezTo>
                  <a:pt x="1322800" y="3243304"/>
                  <a:pt x="1322800" y="3243304"/>
                  <a:pt x="1322800" y="3243304"/>
                </a:cubicBezTo>
                <a:cubicBezTo>
                  <a:pt x="1977089" y="3143947"/>
                  <a:pt x="1977089" y="3143947"/>
                  <a:pt x="1977089" y="3143947"/>
                </a:cubicBezTo>
                <a:lnTo>
                  <a:pt x="1223235" y="3349758"/>
                </a:lnTo>
                <a:close/>
                <a:moveTo>
                  <a:pt x="1102335" y="2313605"/>
                </a:moveTo>
                <a:cubicBezTo>
                  <a:pt x="1130781" y="2313605"/>
                  <a:pt x="1130781" y="2313605"/>
                  <a:pt x="1130781" y="2313605"/>
                </a:cubicBezTo>
                <a:cubicBezTo>
                  <a:pt x="1130781" y="2491029"/>
                  <a:pt x="1130781" y="2491029"/>
                  <a:pt x="1130781" y="2491029"/>
                </a:cubicBezTo>
                <a:cubicBezTo>
                  <a:pt x="1102335" y="2491029"/>
                  <a:pt x="1102335" y="2491029"/>
                  <a:pt x="1102335" y="2491029"/>
                </a:cubicBezTo>
                <a:lnTo>
                  <a:pt x="1102335" y="2313605"/>
                </a:lnTo>
                <a:close/>
                <a:moveTo>
                  <a:pt x="1166340" y="2313605"/>
                </a:moveTo>
                <a:cubicBezTo>
                  <a:pt x="1329912" y="2313605"/>
                  <a:pt x="1329912" y="2313605"/>
                  <a:pt x="1329912" y="2313605"/>
                </a:cubicBezTo>
                <a:cubicBezTo>
                  <a:pt x="1329912" y="2491029"/>
                  <a:pt x="1329912" y="2491029"/>
                  <a:pt x="1329912" y="2491029"/>
                </a:cubicBezTo>
                <a:cubicBezTo>
                  <a:pt x="1166340" y="2491029"/>
                  <a:pt x="1166340" y="2491029"/>
                  <a:pt x="1166340" y="2491029"/>
                </a:cubicBezTo>
                <a:lnTo>
                  <a:pt x="1166340" y="2313605"/>
                </a:lnTo>
                <a:close/>
                <a:moveTo>
                  <a:pt x="768078" y="1887788"/>
                </a:moveTo>
                <a:cubicBezTo>
                  <a:pt x="768078" y="1887788"/>
                  <a:pt x="768078" y="1887788"/>
                  <a:pt x="768078" y="1887788"/>
                </a:cubicBezTo>
                <a:cubicBezTo>
                  <a:pt x="561835" y="1887788"/>
                  <a:pt x="561835" y="1887788"/>
                  <a:pt x="561835" y="1887788"/>
                </a:cubicBezTo>
                <a:cubicBezTo>
                  <a:pt x="561835" y="709695"/>
                  <a:pt x="561835" y="709695"/>
                  <a:pt x="561835" y="709695"/>
                </a:cubicBezTo>
                <a:cubicBezTo>
                  <a:pt x="782301" y="709695"/>
                  <a:pt x="782301" y="709695"/>
                  <a:pt x="782301" y="709695"/>
                </a:cubicBezTo>
                <a:cubicBezTo>
                  <a:pt x="782301" y="695500"/>
                  <a:pt x="782301" y="695500"/>
                  <a:pt x="782301" y="695500"/>
                </a:cubicBezTo>
                <a:cubicBezTo>
                  <a:pt x="1059663" y="695500"/>
                  <a:pt x="1059663" y="695500"/>
                  <a:pt x="1059663" y="695500"/>
                </a:cubicBezTo>
                <a:cubicBezTo>
                  <a:pt x="1059663" y="702598"/>
                  <a:pt x="1059663" y="709695"/>
                  <a:pt x="1066775" y="716792"/>
                </a:cubicBezTo>
                <a:cubicBezTo>
                  <a:pt x="839196" y="809052"/>
                  <a:pt x="839196" y="809052"/>
                  <a:pt x="839196" y="809052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03637" y="809052"/>
                  <a:pt x="803637" y="809052"/>
                  <a:pt x="803637" y="809052"/>
                </a:cubicBezTo>
                <a:cubicBezTo>
                  <a:pt x="853420" y="936796"/>
                  <a:pt x="853420" y="936796"/>
                  <a:pt x="853420" y="936796"/>
                </a:cubicBezTo>
                <a:cubicBezTo>
                  <a:pt x="881868" y="922603"/>
                  <a:pt x="881868" y="922603"/>
                  <a:pt x="881868" y="922603"/>
                </a:cubicBezTo>
                <a:cubicBezTo>
                  <a:pt x="874756" y="908409"/>
                  <a:pt x="874756" y="908409"/>
                  <a:pt x="874756" y="908409"/>
                </a:cubicBezTo>
                <a:cubicBezTo>
                  <a:pt x="1102335" y="816149"/>
                  <a:pt x="1102335" y="816149"/>
                  <a:pt x="1102335" y="816149"/>
                </a:cubicBezTo>
                <a:cubicBezTo>
                  <a:pt x="1109445" y="823246"/>
                  <a:pt x="1116557" y="830343"/>
                  <a:pt x="1116557" y="837439"/>
                </a:cubicBezTo>
                <a:cubicBezTo>
                  <a:pt x="952985" y="1007767"/>
                  <a:pt x="952985" y="1007767"/>
                  <a:pt x="952985" y="1007767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17426" y="1021960"/>
                  <a:pt x="917426" y="1021960"/>
                  <a:pt x="917426" y="1021960"/>
                </a:cubicBezTo>
                <a:cubicBezTo>
                  <a:pt x="1016992" y="1121317"/>
                  <a:pt x="1016992" y="1121317"/>
                  <a:pt x="1016992" y="1121317"/>
                </a:cubicBezTo>
                <a:cubicBezTo>
                  <a:pt x="1038328" y="1100027"/>
                  <a:pt x="1038328" y="1100027"/>
                  <a:pt x="1038328" y="1100027"/>
                </a:cubicBezTo>
                <a:cubicBezTo>
                  <a:pt x="1024104" y="1085832"/>
                  <a:pt x="1024104" y="1085832"/>
                  <a:pt x="1024104" y="1085832"/>
                </a:cubicBezTo>
                <a:cubicBezTo>
                  <a:pt x="1194788" y="915506"/>
                  <a:pt x="1194788" y="915506"/>
                  <a:pt x="1194788" y="915506"/>
                </a:cubicBezTo>
                <a:cubicBezTo>
                  <a:pt x="1201900" y="922603"/>
                  <a:pt x="1209012" y="929700"/>
                  <a:pt x="1216123" y="929700"/>
                </a:cubicBezTo>
                <a:cubicBezTo>
                  <a:pt x="1130781" y="1156802"/>
                  <a:pt x="1130781" y="1156802"/>
                  <a:pt x="1130781" y="1156802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02335" y="1178093"/>
                  <a:pt x="1102335" y="1178093"/>
                  <a:pt x="1102335" y="1178093"/>
                </a:cubicBezTo>
                <a:cubicBezTo>
                  <a:pt x="1230347" y="1227771"/>
                  <a:pt x="1230347" y="1227771"/>
                  <a:pt x="1230347" y="1227771"/>
                </a:cubicBezTo>
                <a:cubicBezTo>
                  <a:pt x="1244571" y="1199384"/>
                  <a:pt x="1244571" y="1199384"/>
                  <a:pt x="1244571" y="1199384"/>
                </a:cubicBezTo>
                <a:cubicBezTo>
                  <a:pt x="1230347" y="1192287"/>
                  <a:pt x="1230347" y="1192287"/>
                  <a:pt x="1230347" y="1192287"/>
                </a:cubicBezTo>
                <a:cubicBezTo>
                  <a:pt x="1315690" y="972282"/>
                  <a:pt x="1315690" y="972282"/>
                  <a:pt x="1315690" y="972282"/>
                </a:cubicBezTo>
                <a:cubicBezTo>
                  <a:pt x="1329912" y="972282"/>
                  <a:pt x="1337024" y="979378"/>
                  <a:pt x="1351248" y="979378"/>
                </a:cubicBezTo>
                <a:cubicBezTo>
                  <a:pt x="1351248" y="1213578"/>
                  <a:pt x="1351248" y="1213578"/>
                  <a:pt x="1351248" y="1213578"/>
                </a:cubicBezTo>
                <a:cubicBezTo>
                  <a:pt x="1329912" y="1213578"/>
                  <a:pt x="1329912" y="1213578"/>
                  <a:pt x="1329912" y="1213578"/>
                </a:cubicBezTo>
                <a:cubicBezTo>
                  <a:pt x="1329912" y="1887788"/>
                  <a:pt x="1329912" y="1887788"/>
                  <a:pt x="1329912" y="1887788"/>
                </a:cubicBezTo>
                <a:lnTo>
                  <a:pt x="768078" y="1887788"/>
                </a:lnTo>
                <a:close/>
                <a:moveTo>
                  <a:pt x="526275" y="1887788"/>
                </a:moveTo>
                <a:cubicBezTo>
                  <a:pt x="483605" y="1887788"/>
                  <a:pt x="483605" y="1887788"/>
                  <a:pt x="483605" y="1887788"/>
                </a:cubicBezTo>
                <a:cubicBezTo>
                  <a:pt x="483605" y="709695"/>
                  <a:pt x="483605" y="709695"/>
                  <a:pt x="483605" y="709695"/>
                </a:cubicBezTo>
                <a:cubicBezTo>
                  <a:pt x="526275" y="709695"/>
                  <a:pt x="526275" y="709695"/>
                  <a:pt x="526275" y="709695"/>
                </a:cubicBezTo>
                <a:lnTo>
                  <a:pt x="526275" y="1887788"/>
                </a:lnTo>
                <a:close/>
                <a:moveTo>
                  <a:pt x="1088111" y="787761"/>
                </a:moveTo>
                <a:cubicBezTo>
                  <a:pt x="1088111" y="794857"/>
                  <a:pt x="1095223" y="794857"/>
                  <a:pt x="1095223" y="801955"/>
                </a:cubicBezTo>
                <a:cubicBezTo>
                  <a:pt x="888978" y="887118"/>
                  <a:pt x="888978" y="887118"/>
                  <a:pt x="888978" y="887118"/>
                </a:cubicBezTo>
                <a:cubicBezTo>
                  <a:pt x="881868" y="872924"/>
                  <a:pt x="881868" y="872924"/>
                  <a:pt x="881868" y="872924"/>
                </a:cubicBezTo>
                <a:lnTo>
                  <a:pt x="1088111" y="787761"/>
                </a:lnTo>
                <a:close/>
                <a:moveTo>
                  <a:pt x="867644" y="404525"/>
                </a:moveTo>
                <a:cubicBezTo>
                  <a:pt x="874756" y="390332"/>
                  <a:pt x="874756" y="390332"/>
                  <a:pt x="874756" y="390332"/>
                </a:cubicBezTo>
                <a:cubicBezTo>
                  <a:pt x="1109445" y="489689"/>
                  <a:pt x="1109445" y="489689"/>
                  <a:pt x="1109445" y="489689"/>
                </a:cubicBezTo>
                <a:cubicBezTo>
                  <a:pt x="1102335" y="496786"/>
                  <a:pt x="1102335" y="496786"/>
                  <a:pt x="1102335" y="496786"/>
                </a:cubicBezTo>
                <a:lnTo>
                  <a:pt x="867644" y="404525"/>
                </a:lnTo>
                <a:close/>
                <a:moveTo>
                  <a:pt x="1180564" y="880021"/>
                </a:moveTo>
                <a:cubicBezTo>
                  <a:pt x="1180564" y="887118"/>
                  <a:pt x="1187676" y="887118"/>
                  <a:pt x="1194788" y="894216"/>
                </a:cubicBezTo>
                <a:cubicBezTo>
                  <a:pt x="1009880" y="1057445"/>
                  <a:pt x="1009880" y="1057445"/>
                  <a:pt x="1009880" y="1057445"/>
                </a:cubicBezTo>
                <a:cubicBezTo>
                  <a:pt x="1002768" y="1050348"/>
                  <a:pt x="1002768" y="1050348"/>
                  <a:pt x="1002768" y="1050348"/>
                </a:cubicBezTo>
                <a:lnTo>
                  <a:pt x="1180564" y="880021"/>
                </a:lnTo>
                <a:close/>
                <a:moveTo>
                  <a:pt x="995657" y="205811"/>
                </a:moveTo>
                <a:cubicBezTo>
                  <a:pt x="1024104" y="212908"/>
                  <a:pt x="1024104" y="212908"/>
                  <a:pt x="1024104" y="212908"/>
                </a:cubicBezTo>
                <a:cubicBezTo>
                  <a:pt x="1194788" y="383235"/>
                  <a:pt x="1194788" y="383235"/>
                  <a:pt x="1194788" y="383235"/>
                </a:cubicBezTo>
                <a:cubicBezTo>
                  <a:pt x="1180564" y="397429"/>
                  <a:pt x="1180564" y="397429"/>
                  <a:pt x="1180564" y="397429"/>
                </a:cubicBezTo>
                <a:lnTo>
                  <a:pt x="995657" y="205811"/>
                </a:lnTo>
                <a:close/>
                <a:moveTo>
                  <a:pt x="1287242" y="943894"/>
                </a:moveTo>
                <a:cubicBezTo>
                  <a:pt x="1294354" y="943894"/>
                  <a:pt x="1294354" y="950991"/>
                  <a:pt x="1301466" y="950991"/>
                </a:cubicBezTo>
                <a:cubicBezTo>
                  <a:pt x="1209012" y="1178093"/>
                  <a:pt x="1209012" y="1178093"/>
                  <a:pt x="1209012" y="1178093"/>
                </a:cubicBezTo>
                <a:cubicBezTo>
                  <a:pt x="1194788" y="1170996"/>
                  <a:pt x="1194788" y="1170996"/>
                  <a:pt x="1194788" y="1170996"/>
                </a:cubicBezTo>
                <a:lnTo>
                  <a:pt x="1287242" y="943894"/>
                </a:lnTo>
                <a:close/>
                <a:moveTo>
                  <a:pt x="1187676" y="70969"/>
                </a:moveTo>
                <a:cubicBezTo>
                  <a:pt x="1216123" y="120647"/>
                  <a:pt x="1216123" y="120647"/>
                  <a:pt x="1216123" y="120647"/>
                </a:cubicBezTo>
                <a:cubicBezTo>
                  <a:pt x="1315690" y="326460"/>
                  <a:pt x="1315690" y="326460"/>
                  <a:pt x="1315690" y="326460"/>
                </a:cubicBezTo>
                <a:cubicBezTo>
                  <a:pt x="1308578" y="326460"/>
                  <a:pt x="1301466" y="333557"/>
                  <a:pt x="1294354" y="333557"/>
                </a:cubicBezTo>
                <a:lnTo>
                  <a:pt x="1187676" y="70969"/>
                </a:lnTo>
                <a:close/>
                <a:moveTo>
                  <a:pt x="1401031" y="2292313"/>
                </a:moveTo>
                <a:cubicBezTo>
                  <a:pt x="1401031" y="2292313"/>
                  <a:pt x="1401031" y="2292313"/>
                  <a:pt x="1401031" y="2292313"/>
                </a:cubicBezTo>
                <a:cubicBezTo>
                  <a:pt x="1429478" y="2327798"/>
                  <a:pt x="1429478" y="2327798"/>
                  <a:pt x="1429478" y="2327798"/>
                </a:cubicBezTo>
                <a:cubicBezTo>
                  <a:pt x="1429478" y="2491029"/>
                  <a:pt x="1429478" y="2491029"/>
                  <a:pt x="1429478" y="2491029"/>
                </a:cubicBezTo>
                <a:cubicBezTo>
                  <a:pt x="1401031" y="2491029"/>
                  <a:pt x="1401031" y="2491029"/>
                  <a:pt x="1401031" y="2491029"/>
                </a:cubicBezTo>
                <a:lnTo>
                  <a:pt x="1401031" y="2292313"/>
                </a:lnTo>
                <a:close/>
                <a:moveTo>
                  <a:pt x="1401031" y="2001338"/>
                </a:moveTo>
                <a:cubicBezTo>
                  <a:pt x="1401031" y="2001338"/>
                  <a:pt x="1401031" y="2001338"/>
                  <a:pt x="1401031" y="2001338"/>
                </a:cubicBezTo>
                <a:cubicBezTo>
                  <a:pt x="1429478" y="2036823"/>
                  <a:pt x="1429478" y="2036823"/>
                  <a:pt x="1429478" y="2036823"/>
                </a:cubicBezTo>
                <a:cubicBezTo>
                  <a:pt x="1429478" y="2178762"/>
                  <a:pt x="1429478" y="2178762"/>
                  <a:pt x="1429478" y="2178762"/>
                </a:cubicBezTo>
                <a:cubicBezTo>
                  <a:pt x="1401031" y="2178762"/>
                  <a:pt x="1401031" y="2178762"/>
                  <a:pt x="1401031" y="2178762"/>
                </a:cubicBezTo>
                <a:lnTo>
                  <a:pt x="1401031" y="2001338"/>
                </a:lnTo>
                <a:close/>
                <a:moveTo>
                  <a:pt x="1401031" y="1213578"/>
                </a:moveTo>
                <a:cubicBezTo>
                  <a:pt x="1415255" y="1213578"/>
                  <a:pt x="1415255" y="1213578"/>
                  <a:pt x="1415255" y="1213578"/>
                </a:cubicBezTo>
                <a:cubicBezTo>
                  <a:pt x="1415255" y="965185"/>
                  <a:pt x="1415255" y="965185"/>
                  <a:pt x="1415255" y="965185"/>
                </a:cubicBezTo>
                <a:cubicBezTo>
                  <a:pt x="1422367" y="965185"/>
                  <a:pt x="1429478" y="965185"/>
                  <a:pt x="1429478" y="965185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894884"/>
                  <a:pt x="1429478" y="1894884"/>
                  <a:pt x="1429478" y="1894884"/>
                </a:cubicBezTo>
                <a:cubicBezTo>
                  <a:pt x="1401031" y="1894884"/>
                  <a:pt x="1401031" y="1894884"/>
                  <a:pt x="1401031" y="1894884"/>
                </a:cubicBezTo>
                <a:lnTo>
                  <a:pt x="1401031" y="1213578"/>
                </a:lnTo>
                <a:close/>
                <a:moveTo>
                  <a:pt x="1415255" y="35485"/>
                </a:moveTo>
                <a:cubicBezTo>
                  <a:pt x="1429478" y="35485"/>
                  <a:pt x="1429478" y="35485"/>
                  <a:pt x="1429478" y="35485"/>
                </a:cubicBezTo>
                <a:cubicBezTo>
                  <a:pt x="1429478" y="319363"/>
                  <a:pt x="1429478" y="319363"/>
                  <a:pt x="1429478" y="319363"/>
                </a:cubicBezTo>
                <a:cubicBezTo>
                  <a:pt x="1429478" y="319363"/>
                  <a:pt x="1422367" y="319363"/>
                  <a:pt x="1415255" y="312265"/>
                </a:cubicBezTo>
                <a:lnTo>
                  <a:pt x="1415255" y="35485"/>
                </a:lnTo>
                <a:close/>
                <a:moveTo>
                  <a:pt x="1507708" y="432914"/>
                </a:moveTo>
                <a:cubicBezTo>
                  <a:pt x="1543267" y="432914"/>
                  <a:pt x="1578827" y="468399"/>
                  <a:pt x="1578827" y="503883"/>
                </a:cubicBezTo>
                <a:cubicBezTo>
                  <a:pt x="1578827" y="546464"/>
                  <a:pt x="1543267" y="574853"/>
                  <a:pt x="1507708" y="574853"/>
                </a:cubicBezTo>
                <a:cubicBezTo>
                  <a:pt x="1465038" y="574853"/>
                  <a:pt x="1436590" y="546464"/>
                  <a:pt x="1436590" y="503883"/>
                </a:cubicBezTo>
                <a:cubicBezTo>
                  <a:pt x="1436590" y="468399"/>
                  <a:pt x="1465038" y="432914"/>
                  <a:pt x="1507708" y="432914"/>
                </a:cubicBezTo>
                <a:close/>
                <a:moveTo>
                  <a:pt x="1642834" y="1163899"/>
                </a:moveTo>
                <a:cubicBezTo>
                  <a:pt x="1635722" y="1163899"/>
                  <a:pt x="1635722" y="1163899"/>
                  <a:pt x="1635722" y="1163899"/>
                </a:cubicBezTo>
                <a:cubicBezTo>
                  <a:pt x="1543267" y="929700"/>
                  <a:pt x="1543267" y="929700"/>
                  <a:pt x="1543267" y="929700"/>
                </a:cubicBezTo>
                <a:cubicBezTo>
                  <a:pt x="1564603" y="922603"/>
                  <a:pt x="1564603" y="922603"/>
                  <a:pt x="1564603" y="922603"/>
                </a:cubicBezTo>
                <a:lnTo>
                  <a:pt x="1642834" y="1163899"/>
                </a:lnTo>
                <a:close/>
                <a:moveTo>
                  <a:pt x="1657057" y="844536"/>
                </a:moveTo>
                <a:cubicBezTo>
                  <a:pt x="1834853" y="1014863"/>
                  <a:pt x="1834853" y="1014863"/>
                  <a:pt x="1834853" y="1014863"/>
                </a:cubicBezTo>
                <a:cubicBezTo>
                  <a:pt x="1820629" y="1029057"/>
                  <a:pt x="1820629" y="1029057"/>
                  <a:pt x="1820629" y="1029057"/>
                </a:cubicBezTo>
                <a:cubicBezTo>
                  <a:pt x="1642834" y="851634"/>
                  <a:pt x="1642834" y="851634"/>
                  <a:pt x="1642834" y="851634"/>
                </a:cubicBezTo>
                <a:cubicBezTo>
                  <a:pt x="1649945" y="851634"/>
                  <a:pt x="1649945" y="844536"/>
                  <a:pt x="1657057" y="844536"/>
                </a:cubicBezTo>
                <a:close/>
                <a:moveTo>
                  <a:pt x="1713951" y="730985"/>
                </a:moveTo>
                <a:cubicBezTo>
                  <a:pt x="1941530" y="823246"/>
                  <a:pt x="1941530" y="823246"/>
                  <a:pt x="1941530" y="823246"/>
                </a:cubicBezTo>
                <a:cubicBezTo>
                  <a:pt x="1934418" y="837439"/>
                  <a:pt x="1934418" y="837439"/>
                  <a:pt x="1934418" y="837439"/>
                </a:cubicBezTo>
                <a:cubicBezTo>
                  <a:pt x="1706839" y="738082"/>
                  <a:pt x="1706839" y="738082"/>
                  <a:pt x="1706839" y="738082"/>
                </a:cubicBezTo>
                <a:cubicBezTo>
                  <a:pt x="1706839" y="738082"/>
                  <a:pt x="1713951" y="730985"/>
                  <a:pt x="1713951" y="730985"/>
                </a:cubicBezTo>
                <a:close/>
                <a:moveTo>
                  <a:pt x="1984201" y="596143"/>
                </a:moveTo>
                <a:cubicBezTo>
                  <a:pt x="2666936" y="596143"/>
                  <a:pt x="2666936" y="596143"/>
                  <a:pt x="2666936" y="596143"/>
                </a:cubicBezTo>
                <a:cubicBezTo>
                  <a:pt x="2666936" y="624531"/>
                  <a:pt x="2666936" y="624531"/>
                  <a:pt x="2666936" y="624531"/>
                </a:cubicBezTo>
                <a:cubicBezTo>
                  <a:pt x="1984201" y="624531"/>
                  <a:pt x="1984201" y="624531"/>
                  <a:pt x="1984201" y="624531"/>
                </a:cubicBezTo>
                <a:lnTo>
                  <a:pt x="1984201" y="596143"/>
                </a:lnTo>
                <a:close/>
                <a:moveTo>
                  <a:pt x="2553148" y="390332"/>
                </a:moveTo>
                <a:cubicBezTo>
                  <a:pt x="2574483" y="567756"/>
                  <a:pt x="2574483" y="567756"/>
                  <a:pt x="2574483" y="567756"/>
                </a:cubicBezTo>
                <a:cubicBezTo>
                  <a:pt x="2560259" y="567756"/>
                  <a:pt x="2560259" y="567756"/>
                  <a:pt x="2560259" y="567756"/>
                </a:cubicBezTo>
                <a:cubicBezTo>
                  <a:pt x="2546036" y="383235"/>
                  <a:pt x="2546036" y="383235"/>
                  <a:pt x="2546036" y="383235"/>
                </a:cubicBezTo>
                <a:lnTo>
                  <a:pt x="2553148" y="390332"/>
                </a:lnTo>
                <a:close/>
                <a:moveTo>
                  <a:pt x="2631378" y="475496"/>
                </a:moveTo>
                <a:cubicBezTo>
                  <a:pt x="2823398" y="589046"/>
                  <a:pt x="2823398" y="589046"/>
                  <a:pt x="2823398" y="589046"/>
                </a:cubicBezTo>
                <a:cubicBezTo>
                  <a:pt x="2823398" y="603240"/>
                  <a:pt x="2823398" y="603240"/>
                  <a:pt x="2823398" y="603240"/>
                </a:cubicBezTo>
                <a:cubicBezTo>
                  <a:pt x="2631378" y="510981"/>
                  <a:pt x="2631378" y="510981"/>
                  <a:pt x="2631378" y="510981"/>
                </a:cubicBezTo>
                <a:lnTo>
                  <a:pt x="2631378" y="475496"/>
                </a:lnTo>
                <a:close/>
                <a:moveTo>
                  <a:pt x="2922963" y="631628"/>
                </a:moveTo>
                <a:cubicBezTo>
                  <a:pt x="2930075" y="660016"/>
                  <a:pt x="2930075" y="660016"/>
                  <a:pt x="2930075" y="660016"/>
                </a:cubicBezTo>
                <a:cubicBezTo>
                  <a:pt x="2716720" y="702598"/>
                  <a:pt x="2716720" y="702598"/>
                  <a:pt x="2716720" y="702598"/>
                </a:cubicBezTo>
                <a:cubicBezTo>
                  <a:pt x="2688272" y="688403"/>
                  <a:pt x="2688272" y="688403"/>
                  <a:pt x="2688272" y="688403"/>
                </a:cubicBezTo>
                <a:lnTo>
                  <a:pt x="2922963" y="631628"/>
                </a:lnTo>
                <a:close/>
                <a:moveTo>
                  <a:pt x="3065200" y="674210"/>
                </a:moveTo>
                <a:cubicBezTo>
                  <a:pt x="2866069" y="922603"/>
                  <a:pt x="2866069" y="922603"/>
                  <a:pt x="2866069" y="922603"/>
                </a:cubicBezTo>
                <a:cubicBezTo>
                  <a:pt x="2844733" y="901313"/>
                  <a:pt x="2844733" y="901313"/>
                  <a:pt x="2844733" y="901313"/>
                </a:cubicBezTo>
                <a:cubicBezTo>
                  <a:pt x="3043864" y="645822"/>
                  <a:pt x="3043864" y="645822"/>
                  <a:pt x="3043864" y="645822"/>
                </a:cubicBezTo>
                <a:lnTo>
                  <a:pt x="3065200" y="674210"/>
                </a:lnTo>
                <a:close/>
                <a:moveTo>
                  <a:pt x="3178989" y="695500"/>
                </a:moveTo>
                <a:cubicBezTo>
                  <a:pt x="3072312" y="1021960"/>
                  <a:pt x="3072312" y="1021960"/>
                  <a:pt x="3072312" y="1021960"/>
                </a:cubicBezTo>
                <a:cubicBezTo>
                  <a:pt x="3058088" y="1014863"/>
                  <a:pt x="3058088" y="1014863"/>
                  <a:pt x="3058088" y="1014863"/>
                </a:cubicBezTo>
                <a:cubicBezTo>
                  <a:pt x="3164765" y="681307"/>
                  <a:pt x="3164765" y="681307"/>
                  <a:pt x="3164765" y="681307"/>
                </a:cubicBezTo>
                <a:lnTo>
                  <a:pt x="3178989" y="695500"/>
                </a:lnTo>
                <a:close/>
                <a:moveTo>
                  <a:pt x="3278555" y="674210"/>
                </a:moveTo>
                <a:cubicBezTo>
                  <a:pt x="3292779" y="674210"/>
                  <a:pt x="3292779" y="674210"/>
                  <a:pt x="3292779" y="674210"/>
                </a:cubicBezTo>
                <a:cubicBezTo>
                  <a:pt x="3292779" y="1100027"/>
                  <a:pt x="3292779" y="1100027"/>
                  <a:pt x="3292779" y="1100027"/>
                </a:cubicBezTo>
                <a:cubicBezTo>
                  <a:pt x="3278555" y="1100027"/>
                  <a:pt x="3278555" y="1100027"/>
                  <a:pt x="3278555" y="1100027"/>
                </a:cubicBezTo>
                <a:lnTo>
                  <a:pt x="3278555" y="674210"/>
                </a:lnTo>
                <a:close/>
                <a:moveTo>
                  <a:pt x="1472150" y="2029727"/>
                </a:moveTo>
                <a:cubicBezTo>
                  <a:pt x="1543267" y="2029727"/>
                  <a:pt x="1543267" y="2029727"/>
                  <a:pt x="1543267" y="2029727"/>
                </a:cubicBezTo>
                <a:cubicBezTo>
                  <a:pt x="1543267" y="2178762"/>
                  <a:pt x="1543267" y="2178762"/>
                  <a:pt x="1543267" y="2178762"/>
                </a:cubicBezTo>
                <a:cubicBezTo>
                  <a:pt x="1472150" y="2178762"/>
                  <a:pt x="1472150" y="2178762"/>
                  <a:pt x="1472150" y="2178762"/>
                </a:cubicBezTo>
                <a:lnTo>
                  <a:pt x="1472150" y="2029727"/>
                </a:lnTo>
                <a:close/>
                <a:moveTo>
                  <a:pt x="1578827" y="1980048"/>
                </a:moveTo>
                <a:cubicBezTo>
                  <a:pt x="1607274" y="1958758"/>
                  <a:pt x="1607274" y="1958758"/>
                  <a:pt x="1607274" y="1958758"/>
                </a:cubicBezTo>
                <a:cubicBezTo>
                  <a:pt x="1607274" y="2207151"/>
                  <a:pt x="1607274" y="2207151"/>
                  <a:pt x="1607274" y="2207151"/>
                </a:cubicBezTo>
                <a:cubicBezTo>
                  <a:pt x="1578827" y="2192956"/>
                  <a:pt x="1578827" y="2192956"/>
                  <a:pt x="1578827" y="2192956"/>
                </a:cubicBezTo>
                <a:lnTo>
                  <a:pt x="1578827" y="1980048"/>
                </a:lnTo>
                <a:close/>
                <a:moveTo>
                  <a:pt x="2453582" y="1845206"/>
                </a:moveTo>
                <a:cubicBezTo>
                  <a:pt x="2453582" y="1674880"/>
                  <a:pt x="2453582" y="1674880"/>
                  <a:pt x="2453582" y="1674880"/>
                </a:cubicBezTo>
                <a:cubicBezTo>
                  <a:pt x="2474918" y="1674880"/>
                  <a:pt x="2474918" y="1674880"/>
                  <a:pt x="2474918" y="1674880"/>
                </a:cubicBezTo>
                <a:cubicBezTo>
                  <a:pt x="2489142" y="1823916"/>
                  <a:pt x="2489142" y="1823916"/>
                  <a:pt x="2489142" y="1823916"/>
                </a:cubicBezTo>
                <a:cubicBezTo>
                  <a:pt x="2595819" y="2022630"/>
                  <a:pt x="2595819" y="2022630"/>
                  <a:pt x="2595819" y="2022630"/>
                </a:cubicBezTo>
                <a:lnTo>
                  <a:pt x="2453582" y="1845206"/>
                </a:lnTo>
                <a:close/>
                <a:moveTo>
                  <a:pt x="2823398" y="1362613"/>
                </a:moveTo>
                <a:cubicBezTo>
                  <a:pt x="2823398" y="1291645"/>
                  <a:pt x="2823398" y="1291645"/>
                  <a:pt x="2823398" y="1291645"/>
                </a:cubicBezTo>
                <a:cubicBezTo>
                  <a:pt x="2851845" y="1291645"/>
                  <a:pt x="2851845" y="1291645"/>
                  <a:pt x="2851845" y="1291645"/>
                </a:cubicBezTo>
                <a:cubicBezTo>
                  <a:pt x="2908739" y="1348420"/>
                  <a:pt x="2908739" y="1348420"/>
                  <a:pt x="2908739" y="1348420"/>
                </a:cubicBezTo>
                <a:cubicBezTo>
                  <a:pt x="2894515" y="1447777"/>
                  <a:pt x="2894515" y="1447777"/>
                  <a:pt x="2894515" y="1447777"/>
                </a:cubicBezTo>
                <a:cubicBezTo>
                  <a:pt x="2830509" y="1490359"/>
                  <a:pt x="2830509" y="1490359"/>
                  <a:pt x="2830509" y="1490359"/>
                </a:cubicBezTo>
                <a:cubicBezTo>
                  <a:pt x="2809174" y="1490359"/>
                  <a:pt x="2809174" y="1490359"/>
                  <a:pt x="2809174" y="1490359"/>
                </a:cubicBezTo>
                <a:cubicBezTo>
                  <a:pt x="2809174" y="1440680"/>
                  <a:pt x="2809174" y="1440680"/>
                  <a:pt x="2809174" y="1440680"/>
                </a:cubicBezTo>
                <a:cubicBezTo>
                  <a:pt x="2844733" y="1440680"/>
                  <a:pt x="2844733" y="1440680"/>
                  <a:pt x="2844733" y="1440680"/>
                </a:cubicBezTo>
                <a:cubicBezTo>
                  <a:pt x="2844733" y="1426487"/>
                  <a:pt x="2844733" y="1426487"/>
                  <a:pt x="2844733" y="1426487"/>
                </a:cubicBezTo>
                <a:cubicBezTo>
                  <a:pt x="2809174" y="1426487"/>
                  <a:pt x="2809174" y="1426487"/>
                  <a:pt x="2809174" y="1426487"/>
                </a:cubicBezTo>
                <a:cubicBezTo>
                  <a:pt x="2809174" y="1362613"/>
                  <a:pt x="2809174" y="1362613"/>
                  <a:pt x="2809174" y="1362613"/>
                </a:cubicBezTo>
                <a:lnTo>
                  <a:pt x="2823398" y="1362613"/>
                </a:lnTo>
                <a:close/>
                <a:moveTo>
                  <a:pt x="2894515" y="1554231"/>
                </a:moveTo>
                <a:cubicBezTo>
                  <a:pt x="2851845" y="1554231"/>
                  <a:pt x="2851845" y="1554231"/>
                  <a:pt x="2851845" y="1554231"/>
                </a:cubicBezTo>
                <a:cubicBezTo>
                  <a:pt x="2851845" y="1504552"/>
                  <a:pt x="2851845" y="1504552"/>
                  <a:pt x="2851845" y="1504552"/>
                </a:cubicBezTo>
                <a:cubicBezTo>
                  <a:pt x="2930075" y="1461971"/>
                  <a:pt x="2930075" y="1461971"/>
                  <a:pt x="2930075" y="1461971"/>
                </a:cubicBezTo>
                <a:lnTo>
                  <a:pt x="2894515" y="1554231"/>
                </a:lnTo>
                <a:close/>
                <a:moveTo>
                  <a:pt x="2937186" y="3527182"/>
                </a:moveTo>
                <a:cubicBezTo>
                  <a:pt x="3029641" y="3037493"/>
                  <a:pt x="3029641" y="3037493"/>
                  <a:pt x="3029641" y="3037493"/>
                </a:cubicBezTo>
                <a:cubicBezTo>
                  <a:pt x="3008305" y="2860069"/>
                  <a:pt x="3008305" y="2860069"/>
                  <a:pt x="3008305" y="2860069"/>
                </a:cubicBezTo>
                <a:cubicBezTo>
                  <a:pt x="2930075" y="3200723"/>
                  <a:pt x="2930075" y="3200723"/>
                  <a:pt x="2930075" y="3200723"/>
                </a:cubicBezTo>
                <a:cubicBezTo>
                  <a:pt x="2887403" y="3200723"/>
                  <a:pt x="2887403" y="3200723"/>
                  <a:pt x="2887403" y="3200723"/>
                </a:cubicBezTo>
                <a:cubicBezTo>
                  <a:pt x="2887403" y="2895554"/>
                  <a:pt x="2887403" y="2895554"/>
                  <a:pt x="2887403" y="2895554"/>
                </a:cubicBezTo>
                <a:cubicBezTo>
                  <a:pt x="3015417" y="2803294"/>
                  <a:pt x="3015417" y="2803294"/>
                  <a:pt x="3015417" y="2803294"/>
                </a:cubicBezTo>
                <a:cubicBezTo>
                  <a:pt x="3079424" y="2271023"/>
                  <a:pt x="3079424" y="2271023"/>
                  <a:pt x="3079424" y="2271023"/>
                </a:cubicBezTo>
                <a:cubicBezTo>
                  <a:pt x="2830509" y="2838779"/>
                  <a:pt x="2830509" y="2838779"/>
                  <a:pt x="2830509" y="2838779"/>
                </a:cubicBezTo>
                <a:cubicBezTo>
                  <a:pt x="2809174" y="2838779"/>
                  <a:pt x="2809174" y="2838779"/>
                  <a:pt x="2809174" y="2838779"/>
                </a:cubicBezTo>
                <a:cubicBezTo>
                  <a:pt x="2809174" y="2491029"/>
                  <a:pt x="2809174" y="2491029"/>
                  <a:pt x="2809174" y="2491029"/>
                </a:cubicBezTo>
                <a:cubicBezTo>
                  <a:pt x="2887403" y="2271023"/>
                  <a:pt x="2887403" y="2271023"/>
                  <a:pt x="2887403" y="2271023"/>
                </a:cubicBezTo>
                <a:cubicBezTo>
                  <a:pt x="2738055" y="2143277"/>
                  <a:pt x="2738055" y="2143277"/>
                  <a:pt x="2738055" y="2143277"/>
                </a:cubicBezTo>
                <a:cubicBezTo>
                  <a:pt x="2887403" y="1987145"/>
                  <a:pt x="2887403" y="1987145"/>
                  <a:pt x="2887403" y="1987145"/>
                </a:cubicBezTo>
                <a:cubicBezTo>
                  <a:pt x="2937186" y="2015533"/>
                  <a:pt x="2937186" y="2015533"/>
                  <a:pt x="2937186" y="2015533"/>
                </a:cubicBezTo>
                <a:cubicBezTo>
                  <a:pt x="2873181" y="2136181"/>
                  <a:pt x="2873181" y="2136181"/>
                  <a:pt x="2873181" y="2136181"/>
                </a:cubicBezTo>
                <a:cubicBezTo>
                  <a:pt x="3022529" y="2263926"/>
                  <a:pt x="3022529" y="2263926"/>
                  <a:pt x="3022529" y="2263926"/>
                </a:cubicBezTo>
                <a:cubicBezTo>
                  <a:pt x="3242996" y="2100697"/>
                  <a:pt x="3242996" y="2100697"/>
                  <a:pt x="3242996" y="2100697"/>
                </a:cubicBezTo>
                <a:cubicBezTo>
                  <a:pt x="3399456" y="1547134"/>
                  <a:pt x="3399456" y="1547134"/>
                  <a:pt x="3399456" y="1547134"/>
                </a:cubicBezTo>
                <a:cubicBezTo>
                  <a:pt x="3335449" y="1305838"/>
                  <a:pt x="3335449" y="1305838"/>
                  <a:pt x="3335449" y="1305838"/>
                </a:cubicBezTo>
                <a:cubicBezTo>
                  <a:pt x="3427903" y="1227771"/>
                  <a:pt x="3427903" y="1227771"/>
                  <a:pt x="3427903" y="1227771"/>
                </a:cubicBezTo>
                <a:cubicBezTo>
                  <a:pt x="3456351" y="1185191"/>
                  <a:pt x="3456351" y="1185191"/>
                  <a:pt x="3456351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285667" y="1249063"/>
                  <a:pt x="3285667" y="1249063"/>
                  <a:pt x="3285667" y="1249063"/>
                </a:cubicBezTo>
                <a:cubicBezTo>
                  <a:pt x="3250108" y="1603910"/>
                  <a:pt x="3250108" y="1603910"/>
                  <a:pt x="3250108" y="1603910"/>
                </a:cubicBezTo>
                <a:cubicBezTo>
                  <a:pt x="2965634" y="1618104"/>
                  <a:pt x="2965634" y="1618104"/>
                  <a:pt x="2965634" y="1618104"/>
                </a:cubicBezTo>
                <a:cubicBezTo>
                  <a:pt x="3271443" y="1653588"/>
                  <a:pt x="3271443" y="1653588"/>
                  <a:pt x="3271443" y="1653588"/>
                </a:cubicBezTo>
                <a:cubicBezTo>
                  <a:pt x="2958522" y="1703267"/>
                  <a:pt x="2958522" y="1703267"/>
                  <a:pt x="2958522" y="1703267"/>
                </a:cubicBezTo>
                <a:cubicBezTo>
                  <a:pt x="2994081" y="1809721"/>
                  <a:pt x="2994081" y="1809721"/>
                  <a:pt x="2994081" y="1809721"/>
                </a:cubicBezTo>
                <a:cubicBezTo>
                  <a:pt x="2937186" y="1880691"/>
                  <a:pt x="2937186" y="1880691"/>
                  <a:pt x="2937186" y="1880691"/>
                </a:cubicBezTo>
                <a:cubicBezTo>
                  <a:pt x="2802062" y="1823916"/>
                  <a:pt x="2802062" y="1823916"/>
                  <a:pt x="2802062" y="1823916"/>
                </a:cubicBezTo>
                <a:cubicBezTo>
                  <a:pt x="2681160" y="1887788"/>
                  <a:pt x="2681160" y="1887788"/>
                  <a:pt x="2681160" y="1887788"/>
                </a:cubicBezTo>
                <a:cubicBezTo>
                  <a:pt x="2617154" y="1816819"/>
                  <a:pt x="2617154" y="1816819"/>
                  <a:pt x="2617154" y="1816819"/>
                </a:cubicBezTo>
                <a:cubicBezTo>
                  <a:pt x="2695384" y="1575523"/>
                  <a:pt x="2695384" y="1575523"/>
                  <a:pt x="2695384" y="1575523"/>
                </a:cubicBezTo>
                <a:cubicBezTo>
                  <a:pt x="2730943" y="1575523"/>
                  <a:pt x="2730943" y="1575523"/>
                  <a:pt x="2730943" y="1575523"/>
                </a:cubicBezTo>
                <a:cubicBezTo>
                  <a:pt x="2752279" y="1781334"/>
                  <a:pt x="2752279" y="1781334"/>
                  <a:pt x="2752279" y="1781334"/>
                </a:cubicBezTo>
                <a:cubicBezTo>
                  <a:pt x="2802062" y="1632298"/>
                  <a:pt x="2802062" y="1632298"/>
                  <a:pt x="2802062" y="1632298"/>
                </a:cubicBezTo>
                <a:cubicBezTo>
                  <a:pt x="2922963" y="1639395"/>
                  <a:pt x="2922963" y="1639395"/>
                  <a:pt x="2922963" y="1639395"/>
                </a:cubicBezTo>
                <a:cubicBezTo>
                  <a:pt x="2873181" y="1618104"/>
                  <a:pt x="2873181" y="1618104"/>
                  <a:pt x="2873181" y="1618104"/>
                </a:cubicBezTo>
                <a:cubicBezTo>
                  <a:pt x="2951410" y="1611006"/>
                  <a:pt x="2951410" y="1611006"/>
                  <a:pt x="2951410" y="1611006"/>
                </a:cubicBezTo>
                <a:cubicBezTo>
                  <a:pt x="2930075" y="1561328"/>
                  <a:pt x="2930075" y="1561328"/>
                  <a:pt x="2930075" y="1561328"/>
                </a:cubicBezTo>
                <a:cubicBezTo>
                  <a:pt x="2972746" y="1490359"/>
                  <a:pt x="2972746" y="1490359"/>
                  <a:pt x="2972746" y="1490359"/>
                </a:cubicBezTo>
                <a:cubicBezTo>
                  <a:pt x="2994081" y="1334226"/>
                  <a:pt x="2994081" y="1334226"/>
                  <a:pt x="2994081" y="1334226"/>
                </a:cubicBezTo>
                <a:cubicBezTo>
                  <a:pt x="2887403" y="1241966"/>
                  <a:pt x="2887403" y="1241966"/>
                  <a:pt x="2887403" y="1241966"/>
                </a:cubicBezTo>
                <a:cubicBezTo>
                  <a:pt x="2802062" y="1249063"/>
                  <a:pt x="2802062" y="1249063"/>
                  <a:pt x="2802062" y="1249063"/>
                </a:cubicBezTo>
                <a:cubicBezTo>
                  <a:pt x="2730943" y="1305838"/>
                  <a:pt x="2730943" y="1305838"/>
                  <a:pt x="2730943" y="1305838"/>
                </a:cubicBezTo>
                <a:cubicBezTo>
                  <a:pt x="2709608" y="865828"/>
                  <a:pt x="2709608" y="865828"/>
                  <a:pt x="2709608" y="865828"/>
                </a:cubicBezTo>
                <a:cubicBezTo>
                  <a:pt x="2688272" y="837439"/>
                  <a:pt x="2688272" y="837439"/>
                  <a:pt x="2688272" y="837439"/>
                </a:cubicBezTo>
                <a:cubicBezTo>
                  <a:pt x="2666936" y="1568425"/>
                  <a:pt x="2666936" y="1568425"/>
                  <a:pt x="2666936" y="1568425"/>
                </a:cubicBezTo>
                <a:cubicBezTo>
                  <a:pt x="2610043" y="1653588"/>
                  <a:pt x="2610043" y="1653588"/>
                  <a:pt x="2610043" y="1653588"/>
                </a:cubicBezTo>
                <a:cubicBezTo>
                  <a:pt x="2610043" y="1653588"/>
                  <a:pt x="2602931" y="1646492"/>
                  <a:pt x="2588707" y="1596813"/>
                </a:cubicBezTo>
                <a:cubicBezTo>
                  <a:pt x="2574483" y="1547134"/>
                  <a:pt x="2595819" y="1419389"/>
                  <a:pt x="2595819" y="1419389"/>
                </a:cubicBezTo>
                <a:cubicBezTo>
                  <a:pt x="2652714" y="851634"/>
                  <a:pt x="2652714" y="851634"/>
                  <a:pt x="2652714" y="851634"/>
                </a:cubicBezTo>
                <a:cubicBezTo>
                  <a:pt x="2610043" y="901313"/>
                  <a:pt x="2610043" y="901313"/>
                  <a:pt x="2610043" y="901313"/>
                </a:cubicBezTo>
                <a:cubicBezTo>
                  <a:pt x="2581595" y="1249063"/>
                  <a:pt x="2581595" y="1249063"/>
                  <a:pt x="2581595" y="1249063"/>
                </a:cubicBezTo>
                <a:cubicBezTo>
                  <a:pt x="2453582" y="1341323"/>
                  <a:pt x="2453582" y="1341323"/>
                  <a:pt x="2453582" y="1341323"/>
                </a:cubicBezTo>
                <a:cubicBezTo>
                  <a:pt x="2418023" y="1525844"/>
                  <a:pt x="2418023" y="1525844"/>
                  <a:pt x="2418023" y="1525844"/>
                </a:cubicBezTo>
                <a:cubicBezTo>
                  <a:pt x="2467806" y="1383905"/>
                  <a:pt x="2467806" y="1383905"/>
                  <a:pt x="2467806" y="1383905"/>
                </a:cubicBezTo>
                <a:cubicBezTo>
                  <a:pt x="2567371" y="1334226"/>
                  <a:pt x="2567371" y="1334226"/>
                  <a:pt x="2567371" y="1334226"/>
                </a:cubicBezTo>
                <a:cubicBezTo>
                  <a:pt x="2553148" y="1426487"/>
                  <a:pt x="2553148" y="1426487"/>
                  <a:pt x="2553148" y="1426487"/>
                </a:cubicBezTo>
                <a:cubicBezTo>
                  <a:pt x="2489142" y="1469067"/>
                  <a:pt x="2489142" y="1469067"/>
                  <a:pt x="2489142" y="1469067"/>
                </a:cubicBezTo>
                <a:cubicBezTo>
                  <a:pt x="2361128" y="1632298"/>
                  <a:pt x="2361128" y="1632298"/>
                  <a:pt x="2361128" y="1632298"/>
                </a:cubicBezTo>
                <a:cubicBezTo>
                  <a:pt x="2346904" y="1916176"/>
                  <a:pt x="2346904" y="1916176"/>
                  <a:pt x="2346904" y="1916176"/>
                </a:cubicBezTo>
                <a:cubicBezTo>
                  <a:pt x="2631378" y="2157472"/>
                  <a:pt x="2631378" y="2157472"/>
                  <a:pt x="2631378" y="21574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802062" y="2491029"/>
                  <a:pt x="2802062" y="2491029"/>
                  <a:pt x="2802062" y="2491029"/>
                </a:cubicBezTo>
                <a:cubicBezTo>
                  <a:pt x="2752279" y="2526513"/>
                  <a:pt x="2752279" y="2526513"/>
                  <a:pt x="2752279" y="2526513"/>
                </a:cubicBezTo>
                <a:cubicBezTo>
                  <a:pt x="2489142" y="2391672"/>
                  <a:pt x="2489142" y="2391672"/>
                  <a:pt x="2489142" y="23916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062432" y="2256829"/>
                  <a:pt x="2062432" y="2256829"/>
                  <a:pt x="2062432" y="2256829"/>
                </a:cubicBezTo>
                <a:cubicBezTo>
                  <a:pt x="1799294" y="2384574"/>
                  <a:pt x="1799294" y="2384574"/>
                  <a:pt x="1799294" y="2384574"/>
                </a:cubicBezTo>
                <a:cubicBezTo>
                  <a:pt x="1799294" y="2483931"/>
                  <a:pt x="1799294" y="2483931"/>
                  <a:pt x="1799294" y="2483931"/>
                </a:cubicBezTo>
                <a:cubicBezTo>
                  <a:pt x="1799294" y="2604580"/>
                  <a:pt x="1799294" y="2604580"/>
                  <a:pt x="1799294" y="2604580"/>
                </a:cubicBezTo>
                <a:cubicBezTo>
                  <a:pt x="1628610" y="2604580"/>
                  <a:pt x="1628610" y="2604580"/>
                  <a:pt x="1628610" y="2604580"/>
                </a:cubicBezTo>
                <a:cubicBezTo>
                  <a:pt x="1564603" y="2491029"/>
                  <a:pt x="1564603" y="2491029"/>
                  <a:pt x="1564603" y="2491029"/>
                </a:cubicBezTo>
                <a:cubicBezTo>
                  <a:pt x="1472150" y="2491029"/>
                  <a:pt x="1472150" y="2491029"/>
                  <a:pt x="1472150" y="2491029"/>
                </a:cubicBezTo>
                <a:cubicBezTo>
                  <a:pt x="1472150" y="2313605"/>
                  <a:pt x="1472150" y="2313605"/>
                  <a:pt x="1472150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49945" y="2313605"/>
                  <a:pt x="1671281" y="2292313"/>
                  <a:pt x="1671281" y="2256829"/>
                </a:cubicBezTo>
                <a:cubicBezTo>
                  <a:pt x="1671281" y="2256829"/>
                  <a:pt x="1671281" y="2256829"/>
                  <a:pt x="1671281" y="2256829"/>
                </a:cubicBezTo>
                <a:cubicBezTo>
                  <a:pt x="1671281" y="2235538"/>
                  <a:pt x="1671281" y="2235538"/>
                  <a:pt x="1671281" y="2235538"/>
                </a:cubicBezTo>
                <a:cubicBezTo>
                  <a:pt x="1678393" y="2235538"/>
                  <a:pt x="1678393" y="2235538"/>
                  <a:pt x="1678393" y="2235538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1951660"/>
                  <a:pt x="1678393" y="1951660"/>
                  <a:pt x="1678393" y="1951660"/>
                </a:cubicBezTo>
                <a:cubicBezTo>
                  <a:pt x="1678393" y="1951660"/>
                  <a:pt x="1678393" y="1951660"/>
                  <a:pt x="1678393" y="1944563"/>
                </a:cubicBezTo>
                <a:cubicBezTo>
                  <a:pt x="1678393" y="1916176"/>
                  <a:pt x="1649945" y="1887788"/>
                  <a:pt x="1621498" y="1887788"/>
                </a:cubicBezTo>
                <a:cubicBezTo>
                  <a:pt x="1614386" y="1887788"/>
                  <a:pt x="1614386" y="1887788"/>
                  <a:pt x="1614386" y="1887788"/>
                </a:cubicBezTo>
                <a:cubicBezTo>
                  <a:pt x="1472150" y="1887788"/>
                  <a:pt x="1472150" y="1887788"/>
                  <a:pt x="1472150" y="1887788"/>
                </a:cubicBezTo>
                <a:cubicBezTo>
                  <a:pt x="1472150" y="1213578"/>
                  <a:pt x="1472150" y="1213578"/>
                  <a:pt x="1472150" y="1213578"/>
                </a:cubicBezTo>
                <a:cubicBezTo>
                  <a:pt x="1457926" y="1213578"/>
                  <a:pt x="1457926" y="1213578"/>
                  <a:pt x="1457926" y="1213578"/>
                </a:cubicBezTo>
                <a:cubicBezTo>
                  <a:pt x="1457926" y="979378"/>
                  <a:pt x="1457926" y="979378"/>
                  <a:pt x="1457926" y="979378"/>
                </a:cubicBezTo>
                <a:cubicBezTo>
                  <a:pt x="1465038" y="972282"/>
                  <a:pt x="1479262" y="972282"/>
                  <a:pt x="1486372" y="972282"/>
                </a:cubicBezTo>
                <a:cubicBezTo>
                  <a:pt x="1571715" y="1192287"/>
                  <a:pt x="1571715" y="1192287"/>
                  <a:pt x="1571715" y="1192287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64603" y="1227771"/>
                  <a:pt x="1564603" y="1227771"/>
                  <a:pt x="1564603" y="1227771"/>
                </a:cubicBezTo>
                <a:cubicBezTo>
                  <a:pt x="1699727" y="1178093"/>
                  <a:pt x="1699727" y="1178093"/>
                  <a:pt x="1699727" y="1178093"/>
                </a:cubicBezTo>
                <a:cubicBezTo>
                  <a:pt x="1685505" y="1149706"/>
                  <a:pt x="1685505" y="1149706"/>
                  <a:pt x="1685505" y="1149706"/>
                </a:cubicBezTo>
                <a:cubicBezTo>
                  <a:pt x="1671281" y="1156802"/>
                  <a:pt x="1671281" y="1156802"/>
                  <a:pt x="1671281" y="1156802"/>
                </a:cubicBezTo>
                <a:cubicBezTo>
                  <a:pt x="1585939" y="929700"/>
                  <a:pt x="1585939" y="929700"/>
                  <a:pt x="1585939" y="929700"/>
                </a:cubicBezTo>
                <a:cubicBezTo>
                  <a:pt x="1593050" y="922603"/>
                  <a:pt x="1600162" y="915506"/>
                  <a:pt x="1607274" y="915506"/>
                </a:cubicBezTo>
                <a:cubicBezTo>
                  <a:pt x="1777958" y="1085832"/>
                  <a:pt x="1777958" y="1085832"/>
                  <a:pt x="1777958" y="1085832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92182" y="1121317"/>
                  <a:pt x="1792182" y="1121317"/>
                  <a:pt x="1792182" y="1121317"/>
                </a:cubicBezTo>
                <a:cubicBezTo>
                  <a:pt x="1884636" y="1021960"/>
                  <a:pt x="1884636" y="1021960"/>
                  <a:pt x="1884636" y="1021960"/>
                </a:cubicBezTo>
                <a:cubicBezTo>
                  <a:pt x="1863300" y="1000670"/>
                  <a:pt x="1863300" y="1000670"/>
                  <a:pt x="1863300" y="1000670"/>
                </a:cubicBezTo>
                <a:cubicBezTo>
                  <a:pt x="1856189" y="1007767"/>
                  <a:pt x="1856189" y="1007767"/>
                  <a:pt x="1856189" y="1007767"/>
                </a:cubicBezTo>
                <a:cubicBezTo>
                  <a:pt x="1678393" y="837439"/>
                  <a:pt x="1678393" y="837439"/>
                  <a:pt x="1678393" y="837439"/>
                </a:cubicBezTo>
                <a:cubicBezTo>
                  <a:pt x="1685505" y="830343"/>
                  <a:pt x="1685505" y="823246"/>
                  <a:pt x="1692617" y="816149"/>
                </a:cubicBezTo>
                <a:cubicBezTo>
                  <a:pt x="1927306" y="908409"/>
                  <a:pt x="1927306" y="908409"/>
                  <a:pt x="1927306" y="908409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48642" y="936796"/>
                  <a:pt x="1948642" y="936796"/>
                  <a:pt x="1948642" y="936796"/>
                </a:cubicBezTo>
                <a:cubicBezTo>
                  <a:pt x="1998425" y="809052"/>
                  <a:pt x="1998425" y="809052"/>
                  <a:pt x="1998425" y="809052"/>
                </a:cubicBezTo>
                <a:cubicBezTo>
                  <a:pt x="1969977" y="794857"/>
                  <a:pt x="1969977" y="794857"/>
                  <a:pt x="1969977" y="794857"/>
                </a:cubicBezTo>
                <a:cubicBezTo>
                  <a:pt x="1969977" y="809052"/>
                  <a:pt x="1969977" y="809052"/>
                  <a:pt x="1969977" y="809052"/>
                </a:cubicBezTo>
                <a:cubicBezTo>
                  <a:pt x="1735287" y="716792"/>
                  <a:pt x="1735287" y="716792"/>
                  <a:pt x="1735287" y="716792"/>
                </a:cubicBezTo>
                <a:cubicBezTo>
                  <a:pt x="1735287" y="709695"/>
                  <a:pt x="1735287" y="702598"/>
                  <a:pt x="1735287" y="695500"/>
                </a:cubicBezTo>
                <a:cubicBezTo>
                  <a:pt x="1984201" y="695500"/>
                  <a:pt x="1984201" y="695500"/>
                  <a:pt x="1984201" y="695500"/>
                </a:cubicBezTo>
                <a:cubicBezTo>
                  <a:pt x="1984201" y="709695"/>
                  <a:pt x="1984201" y="709695"/>
                  <a:pt x="1984201" y="709695"/>
                </a:cubicBezTo>
                <a:cubicBezTo>
                  <a:pt x="2617154" y="709695"/>
                  <a:pt x="2617154" y="709695"/>
                  <a:pt x="2617154" y="709695"/>
                </a:cubicBezTo>
                <a:cubicBezTo>
                  <a:pt x="2624266" y="716792"/>
                  <a:pt x="2624266" y="730985"/>
                  <a:pt x="2631378" y="745179"/>
                </a:cubicBezTo>
                <a:cubicBezTo>
                  <a:pt x="2638490" y="773567"/>
                  <a:pt x="265982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887403" y="709695"/>
                  <a:pt x="2887403" y="709695"/>
                  <a:pt x="2887403" y="709695"/>
                </a:cubicBezTo>
                <a:cubicBezTo>
                  <a:pt x="2958522" y="709695"/>
                  <a:pt x="2958522" y="709695"/>
                  <a:pt x="2958522" y="709695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794950" y="929700"/>
                  <a:pt x="2809174" y="950991"/>
                  <a:pt x="2837621" y="965185"/>
                </a:cubicBezTo>
                <a:cubicBezTo>
                  <a:pt x="2866069" y="986475"/>
                  <a:pt x="2887403" y="993573"/>
                  <a:pt x="2894515" y="986475"/>
                </a:cubicBezTo>
                <a:cubicBezTo>
                  <a:pt x="2894515" y="986475"/>
                  <a:pt x="2894515" y="986475"/>
                  <a:pt x="2894515" y="986475"/>
                </a:cubicBezTo>
                <a:cubicBezTo>
                  <a:pt x="3114982" y="709695"/>
                  <a:pt x="3114982" y="709695"/>
                  <a:pt x="3114982" y="709695"/>
                </a:cubicBezTo>
                <a:cubicBezTo>
                  <a:pt x="3122094" y="709695"/>
                  <a:pt x="3122094" y="709695"/>
                  <a:pt x="3122094" y="709695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1193" y="1057445"/>
                  <a:pt x="3029641" y="1071639"/>
                  <a:pt x="3058088" y="1085832"/>
                </a:cubicBezTo>
                <a:cubicBezTo>
                  <a:pt x="3086536" y="1092930"/>
                  <a:pt x="3114982" y="1100027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35512"/>
                  <a:pt x="3278555" y="1142609"/>
                  <a:pt x="3314113" y="1142609"/>
                </a:cubicBezTo>
                <a:cubicBezTo>
                  <a:pt x="3349673" y="1142609"/>
                  <a:pt x="3371008" y="1135512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709695"/>
                  <a:pt x="3378120" y="709695"/>
                  <a:pt x="3378120" y="709695"/>
                </a:cubicBezTo>
                <a:cubicBezTo>
                  <a:pt x="3420791" y="709695"/>
                  <a:pt x="3420791" y="709695"/>
                  <a:pt x="3420791" y="709695"/>
                </a:cubicBezTo>
                <a:cubicBezTo>
                  <a:pt x="3420791" y="624531"/>
                  <a:pt x="3420791" y="624531"/>
                  <a:pt x="3420791" y="624531"/>
                </a:cubicBezTo>
                <a:cubicBezTo>
                  <a:pt x="2930075" y="624531"/>
                  <a:pt x="2930075" y="624531"/>
                  <a:pt x="2930075" y="624531"/>
                </a:cubicBezTo>
                <a:cubicBezTo>
                  <a:pt x="2930075" y="596143"/>
                  <a:pt x="2930075" y="596143"/>
                  <a:pt x="2930075" y="596143"/>
                </a:cubicBezTo>
                <a:cubicBezTo>
                  <a:pt x="3420791" y="596143"/>
                  <a:pt x="3420791" y="596143"/>
                  <a:pt x="3420791" y="596143"/>
                </a:cubicBezTo>
                <a:cubicBezTo>
                  <a:pt x="3420791" y="567756"/>
                  <a:pt x="3420791" y="567756"/>
                  <a:pt x="3420791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2922963" y="567756"/>
                  <a:pt x="2922963" y="567756"/>
                  <a:pt x="2922963" y="567756"/>
                </a:cubicBezTo>
                <a:cubicBezTo>
                  <a:pt x="2873181" y="560659"/>
                  <a:pt x="2745167" y="532271"/>
                  <a:pt x="2659826" y="447107"/>
                </a:cubicBezTo>
                <a:cubicBezTo>
                  <a:pt x="2538924" y="326460"/>
                  <a:pt x="2538924" y="241296"/>
                  <a:pt x="2538924" y="241296"/>
                </a:cubicBezTo>
                <a:cubicBezTo>
                  <a:pt x="2517588" y="241296"/>
                  <a:pt x="2517588" y="241296"/>
                  <a:pt x="2517588" y="241296"/>
                </a:cubicBezTo>
                <a:cubicBezTo>
                  <a:pt x="2517588" y="567756"/>
                  <a:pt x="2517588" y="567756"/>
                  <a:pt x="2517588" y="567756"/>
                </a:cubicBezTo>
                <a:cubicBezTo>
                  <a:pt x="2489142" y="567756"/>
                  <a:pt x="2489142" y="567756"/>
                  <a:pt x="2489142" y="567756"/>
                </a:cubicBezTo>
                <a:cubicBezTo>
                  <a:pt x="2489142" y="241296"/>
                  <a:pt x="2489142" y="241296"/>
                  <a:pt x="2489142" y="241296"/>
                </a:cubicBezTo>
                <a:cubicBezTo>
                  <a:pt x="2446471" y="241296"/>
                  <a:pt x="2446471" y="241296"/>
                  <a:pt x="2446471" y="241296"/>
                </a:cubicBezTo>
                <a:cubicBezTo>
                  <a:pt x="2446471" y="567756"/>
                  <a:pt x="2446471" y="567756"/>
                  <a:pt x="2446471" y="567756"/>
                </a:cubicBezTo>
                <a:cubicBezTo>
                  <a:pt x="1984201" y="567756"/>
                  <a:pt x="1984201" y="567756"/>
                  <a:pt x="1984201" y="567756"/>
                </a:cubicBezTo>
                <a:cubicBezTo>
                  <a:pt x="1984201" y="581950"/>
                  <a:pt x="1984201" y="581950"/>
                  <a:pt x="1984201" y="581950"/>
                </a:cubicBezTo>
                <a:cubicBezTo>
                  <a:pt x="1735287" y="581950"/>
                  <a:pt x="1735287" y="581950"/>
                  <a:pt x="1735287" y="581950"/>
                </a:cubicBezTo>
                <a:cubicBezTo>
                  <a:pt x="1713951" y="440011"/>
                  <a:pt x="1600162" y="326460"/>
                  <a:pt x="1457926" y="305168"/>
                </a:cubicBezTo>
                <a:cubicBezTo>
                  <a:pt x="1457926" y="28388"/>
                  <a:pt x="1457926" y="28388"/>
                  <a:pt x="1457926" y="28388"/>
                </a:cubicBezTo>
                <a:cubicBezTo>
                  <a:pt x="1472150" y="28388"/>
                  <a:pt x="1472150" y="28388"/>
                  <a:pt x="1472150" y="28388"/>
                </a:cubicBezTo>
                <a:cubicBezTo>
                  <a:pt x="1472150" y="0"/>
                  <a:pt x="1472150" y="0"/>
                  <a:pt x="1472150" y="0"/>
                </a:cubicBezTo>
                <a:cubicBezTo>
                  <a:pt x="1329912" y="0"/>
                  <a:pt x="1329912" y="0"/>
                  <a:pt x="1329912" y="0"/>
                </a:cubicBezTo>
                <a:cubicBezTo>
                  <a:pt x="1329912" y="28388"/>
                  <a:pt x="1329912" y="28388"/>
                  <a:pt x="1329912" y="28388"/>
                </a:cubicBezTo>
                <a:cubicBezTo>
                  <a:pt x="1351248" y="28388"/>
                  <a:pt x="1351248" y="28388"/>
                  <a:pt x="1351248" y="28388"/>
                </a:cubicBezTo>
                <a:cubicBezTo>
                  <a:pt x="1351248" y="305168"/>
                  <a:pt x="1351248" y="305168"/>
                  <a:pt x="1351248" y="305168"/>
                </a:cubicBezTo>
                <a:cubicBezTo>
                  <a:pt x="1337024" y="305168"/>
                  <a:pt x="1329912" y="305168"/>
                  <a:pt x="1322800" y="305168"/>
                </a:cubicBezTo>
                <a:cubicBezTo>
                  <a:pt x="1216123" y="56775"/>
                  <a:pt x="1216123" y="56775"/>
                  <a:pt x="1216123" y="56775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23235" y="21290"/>
                  <a:pt x="1223235" y="21290"/>
                  <a:pt x="1223235" y="21290"/>
                </a:cubicBezTo>
                <a:cubicBezTo>
                  <a:pt x="1095223" y="78067"/>
                  <a:pt x="1095223" y="78067"/>
                  <a:pt x="1095223" y="78067"/>
                </a:cubicBezTo>
                <a:cubicBezTo>
                  <a:pt x="1102335" y="106454"/>
                  <a:pt x="1102335" y="106454"/>
                  <a:pt x="1102335" y="106454"/>
                </a:cubicBezTo>
                <a:cubicBezTo>
                  <a:pt x="1116557" y="99357"/>
                  <a:pt x="1116557" y="99357"/>
                  <a:pt x="1116557" y="99357"/>
                </a:cubicBezTo>
                <a:cubicBezTo>
                  <a:pt x="1223235" y="347750"/>
                  <a:pt x="1223235" y="347750"/>
                  <a:pt x="1223235" y="347750"/>
                </a:cubicBezTo>
                <a:cubicBezTo>
                  <a:pt x="1216123" y="347750"/>
                  <a:pt x="1209012" y="354847"/>
                  <a:pt x="1201900" y="361944"/>
                </a:cubicBezTo>
                <a:cubicBezTo>
                  <a:pt x="1009880" y="170327"/>
                  <a:pt x="1009880" y="170327"/>
                  <a:pt x="1009880" y="170327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02768" y="141939"/>
                  <a:pt x="1002768" y="141939"/>
                  <a:pt x="1002768" y="141939"/>
                </a:cubicBezTo>
                <a:cubicBezTo>
                  <a:pt x="903202" y="241296"/>
                  <a:pt x="903202" y="241296"/>
                  <a:pt x="903202" y="241296"/>
                </a:cubicBezTo>
                <a:cubicBezTo>
                  <a:pt x="924538" y="262586"/>
                  <a:pt x="924538" y="262586"/>
                  <a:pt x="924538" y="262586"/>
                </a:cubicBezTo>
                <a:cubicBezTo>
                  <a:pt x="938762" y="248393"/>
                  <a:pt x="938762" y="248393"/>
                  <a:pt x="938762" y="248393"/>
                </a:cubicBezTo>
                <a:cubicBezTo>
                  <a:pt x="1123669" y="432914"/>
                  <a:pt x="1123669" y="432914"/>
                  <a:pt x="1123669" y="432914"/>
                </a:cubicBezTo>
                <a:cubicBezTo>
                  <a:pt x="1116557" y="440011"/>
                  <a:pt x="1116557" y="447107"/>
                  <a:pt x="1109445" y="454204"/>
                </a:cubicBezTo>
                <a:cubicBezTo>
                  <a:pt x="867644" y="361944"/>
                  <a:pt x="867644" y="361944"/>
                  <a:pt x="867644" y="361944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46308" y="333557"/>
                  <a:pt x="846308" y="333557"/>
                  <a:pt x="846308" y="333557"/>
                </a:cubicBezTo>
                <a:cubicBezTo>
                  <a:pt x="796525" y="461302"/>
                  <a:pt x="796525" y="461302"/>
                  <a:pt x="796525" y="461302"/>
                </a:cubicBezTo>
                <a:cubicBezTo>
                  <a:pt x="824973" y="468399"/>
                  <a:pt x="824973" y="468399"/>
                  <a:pt x="824973" y="468399"/>
                </a:cubicBezTo>
                <a:cubicBezTo>
                  <a:pt x="824973" y="454204"/>
                  <a:pt x="824973" y="454204"/>
                  <a:pt x="824973" y="454204"/>
                </a:cubicBezTo>
                <a:cubicBezTo>
                  <a:pt x="1066775" y="553561"/>
                  <a:pt x="1066775" y="553561"/>
                  <a:pt x="1066775" y="553561"/>
                </a:cubicBezTo>
                <a:cubicBezTo>
                  <a:pt x="1066775" y="560659"/>
                  <a:pt x="1059663" y="574853"/>
                  <a:pt x="1059663" y="581950"/>
                </a:cubicBezTo>
                <a:cubicBezTo>
                  <a:pt x="782301" y="581950"/>
                  <a:pt x="782301" y="581950"/>
                  <a:pt x="782301" y="581950"/>
                </a:cubicBezTo>
                <a:cubicBezTo>
                  <a:pt x="782301" y="567756"/>
                  <a:pt x="782301" y="567756"/>
                  <a:pt x="782301" y="567756"/>
                </a:cubicBezTo>
                <a:cubicBezTo>
                  <a:pt x="483605" y="567756"/>
                  <a:pt x="483605" y="567756"/>
                  <a:pt x="483605" y="567756"/>
                </a:cubicBezTo>
                <a:cubicBezTo>
                  <a:pt x="483605" y="567756"/>
                  <a:pt x="483605" y="567756"/>
                  <a:pt x="476493" y="567756"/>
                </a:cubicBezTo>
                <a:cubicBezTo>
                  <a:pt x="448046" y="567756"/>
                  <a:pt x="419598" y="596143"/>
                  <a:pt x="419598" y="631628"/>
                </a:cubicBezTo>
                <a:cubicBezTo>
                  <a:pt x="419598" y="631628"/>
                  <a:pt x="419598" y="631628"/>
                  <a:pt x="419598" y="631628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2001338"/>
                  <a:pt x="448046" y="2029727"/>
                  <a:pt x="476493" y="2029727"/>
                </a:cubicBezTo>
                <a:cubicBezTo>
                  <a:pt x="483605" y="2029727"/>
                  <a:pt x="483605" y="2029727"/>
                  <a:pt x="483605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29912" y="2029727"/>
                  <a:pt x="1329912" y="2029727"/>
                  <a:pt x="1329912" y="2029727"/>
                </a:cubicBezTo>
                <a:cubicBezTo>
                  <a:pt x="1329912" y="2178762"/>
                  <a:pt x="1329912" y="2178762"/>
                  <a:pt x="1329912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52551" y="2178762"/>
                  <a:pt x="1031216" y="2200054"/>
                  <a:pt x="1031216" y="2235538"/>
                </a:cubicBezTo>
                <a:cubicBezTo>
                  <a:pt x="1031216" y="2235538"/>
                  <a:pt x="1031216" y="2235538"/>
                  <a:pt x="1031216" y="2235538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491029"/>
                  <a:pt x="1031216" y="2491029"/>
                  <a:pt x="1031216" y="2491029"/>
                </a:cubicBezTo>
                <a:cubicBezTo>
                  <a:pt x="611618" y="2491029"/>
                  <a:pt x="611618" y="2491029"/>
                  <a:pt x="611618" y="2491029"/>
                </a:cubicBezTo>
                <a:cubicBezTo>
                  <a:pt x="618730" y="2838779"/>
                  <a:pt x="618730" y="2838779"/>
                  <a:pt x="618730" y="2838779"/>
                </a:cubicBezTo>
                <a:cubicBezTo>
                  <a:pt x="732518" y="2966523"/>
                  <a:pt x="732518" y="2966523"/>
                  <a:pt x="732518" y="2966523"/>
                </a:cubicBezTo>
                <a:cubicBezTo>
                  <a:pt x="732518" y="3200723"/>
                  <a:pt x="732518" y="3200723"/>
                  <a:pt x="732518" y="3200723"/>
                </a:cubicBezTo>
                <a:cubicBezTo>
                  <a:pt x="867644" y="3257498"/>
                  <a:pt x="867644" y="3257498"/>
                  <a:pt x="867644" y="3257498"/>
                </a:cubicBezTo>
                <a:cubicBezTo>
                  <a:pt x="867644" y="3583958"/>
                  <a:pt x="867644" y="3583958"/>
                  <a:pt x="867644" y="3583958"/>
                </a:cubicBezTo>
                <a:cubicBezTo>
                  <a:pt x="270250" y="3690412"/>
                  <a:pt x="49783" y="3825254"/>
                  <a:pt x="28447" y="3832351"/>
                </a:cubicBezTo>
                <a:cubicBezTo>
                  <a:pt x="0" y="3832351"/>
                  <a:pt x="135124" y="3853642"/>
                  <a:pt x="327144" y="3945903"/>
                </a:cubicBezTo>
                <a:cubicBezTo>
                  <a:pt x="568946" y="4059453"/>
                  <a:pt x="540499" y="4123326"/>
                  <a:pt x="540499" y="4123326"/>
                </a:cubicBezTo>
                <a:cubicBezTo>
                  <a:pt x="540499" y="4123326"/>
                  <a:pt x="960097" y="3853642"/>
                  <a:pt x="1870412" y="3690412"/>
                </a:cubicBezTo>
                <a:cubicBezTo>
                  <a:pt x="2346904" y="3605249"/>
                  <a:pt x="3207436" y="3569764"/>
                  <a:pt x="3520357" y="3633636"/>
                </a:cubicBezTo>
                <a:cubicBezTo>
                  <a:pt x="3520357" y="3633636"/>
                  <a:pt x="3278555" y="3576861"/>
                  <a:pt x="2937186" y="352718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184900" y="0"/>
            <a:ext cx="6882359" cy="6858000"/>
          </a:xfrm>
          <a:custGeom>
            <a:avLst/>
            <a:gdLst/>
            <a:ahLst/>
            <a:cxnLst/>
            <a:rect l="l" t="t" r="r" b="b"/>
            <a:pathLst>
              <a:path w="6882359" h="6858000">
                <a:moveTo>
                  <a:pt x="3441179" y="6758711"/>
                </a:moveTo>
                <a:cubicBezTo>
                  <a:pt x="1592612" y="6758711"/>
                  <a:pt x="99539" y="5262292"/>
                  <a:pt x="99539" y="3418362"/>
                </a:cubicBezTo>
                <a:cubicBezTo>
                  <a:pt x="99539" y="1581525"/>
                  <a:pt x="1592612" y="85104"/>
                  <a:pt x="3441179" y="85104"/>
                </a:cubicBezTo>
                <a:cubicBezTo>
                  <a:pt x="5289747" y="85104"/>
                  <a:pt x="6782821" y="1581525"/>
                  <a:pt x="6782821" y="3418362"/>
                </a:cubicBezTo>
                <a:cubicBezTo>
                  <a:pt x="6782821" y="5262292"/>
                  <a:pt x="5289747" y="6758711"/>
                  <a:pt x="3441179" y="6758711"/>
                </a:cubicBezTo>
                <a:close/>
                <a:moveTo>
                  <a:pt x="3441179" y="0"/>
                </a:moveTo>
                <a:cubicBezTo>
                  <a:pt x="1542843" y="0"/>
                  <a:pt x="0" y="1531880"/>
                  <a:pt x="0" y="3425454"/>
                </a:cubicBezTo>
                <a:cubicBezTo>
                  <a:pt x="0" y="5319028"/>
                  <a:pt x="1542843" y="6858000"/>
                  <a:pt x="3441179" y="6858000"/>
                </a:cubicBezTo>
                <a:cubicBezTo>
                  <a:pt x="5339516" y="6858000"/>
                  <a:pt x="6882359" y="5319028"/>
                  <a:pt x="6882359" y="3425454"/>
                </a:cubicBezTo>
                <a:cubicBezTo>
                  <a:pt x="6882359" y="1531880"/>
                  <a:pt x="5339516" y="0"/>
                  <a:pt x="3441179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6972300" y="2209800"/>
            <a:ext cx="249716" cy="231442"/>
          </a:xfrm>
          <a:custGeom>
            <a:avLst/>
            <a:gdLst/>
            <a:ahLst/>
            <a:cxnLst/>
            <a:rect l="l" t="t" r="r" b="b"/>
            <a:pathLst>
              <a:path w="249716" h="231442">
                <a:moveTo>
                  <a:pt x="164099" y="21698"/>
                </a:moveTo>
                <a:cubicBezTo>
                  <a:pt x="128425" y="0"/>
                  <a:pt x="92752" y="0"/>
                  <a:pt x="71347" y="7233"/>
                </a:cubicBezTo>
                <a:cubicBezTo>
                  <a:pt x="42808" y="14465"/>
                  <a:pt x="21405" y="36163"/>
                  <a:pt x="14270" y="65093"/>
                </a:cubicBezTo>
                <a:cubicBezTo>
                  <a:pt x="0" y="94023"/>
                  <a:pt x="0" y="122954"/>
                  <a:pt x="7135" y="144652"/>
                </a:cubicBezTo>
                <a:cubicBezTo>
                  <a:pt x="21405" y="173581"/>
                  <a:pt x="42808" y="195279"/>
                  <a:pt x="78482" y="209744"/>
                </a:cubicBezTo>
                <a:cubicBezTo>
                  <a:pt x="114156" y="224210"/>
                  <a:pt x="149830" y="231442"/>
                  <a:pt x="178369" y="224210"/>
                </a:cubicBezTo>
                <a:cubicBezTo>
                  <a:pt x="199772" y="209744"/>
                  <a:pt x="221177" y="195279"/>
                  <a:pt x="235447" y="166348"/>
                </a:cubicBezTo>
                <a:cubicBezTo>
                  <a:pt x="249716" y="137419"/>
                  <a:pt x="249716" y="108488"/>
                  <a:pt x="235447" y="86791"/>
                </a:cubicBezTo>
                <a:cubicBezTo>
                  <a:pt x="228312" y="57860"/>
                  <a:pt x="199772" y="36163"/>
                  <a:pt x="164099" y="21698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9169400" y="5257800"/>
            <a:ext cx="158355" cy="286259"/>
          </a:xfrm>
          <a:custGeom>
            <a:avLst/>
            <a:gdLst/>
            <a:ahLst/>
            <a:cxnLst/>
            <a:rect l="l" t="t" r="r" b="b"/>
            <a:pathLst>
              <a:path w="158355" h="286259">
                <a:moveTo>
                  <a:pt x="158355" y="0"/>
                </a:moveTo>
                <a:cubicBezTo>
                  <a:pt x="158355" y="286259"/>
                  <a:pt x="158355" y="286259"/>
                  <a:pt x="158355" y="286259"/>
                </a:cubicBezTo>
                <a:cubicBezTo>
                  <a:pt x="79177" y="286259"/>
                  <a:pt x="79177" y="286259"/>
                  <a:pt x="79177" y="286259"/>
                </a:cubicBezTo>
                <a:cubicBezTo>
                  <a:pt x="79177" y="100190"/>
                  <a:pt x="79177" y="100190"/>
                  <a:pt x="79177" y="100190"/>
                </a:cubicBezTo>
                <a:cubicBezTo>
                  <a:pt x="64781" y="107347"/>
                  <a:pt x="57583" y="114503"/>
                  <a:pt x="43188" y="121660"/>
                </a:cubicBezTo>
                <a:cubicBezTo>
                  <a:pt x="28792" y="128816"/>
                  <a:pt x="14395" y="135973"/>
                  <a:pt x="0" y="135973"/>
                </a:cubicBezTo>
                <a:cubicBezTo>
                  <a:pt x="0" y="78721"/>
                  <a:pt x="0" y="78721"/>
                  <a:pt x="0" y="78721"/>
                </a:cubicBezTo>
                <a:cubicBezTo>
                  <a:pt x="28792" y="71564"/>
                  <a:pt x="43188" y="57252"/>
                  <a:pt x="57583" y="42939"/>
                </a:cubicBezTo>
                <a:cubicBezTo>
                  <a:pt x="71980" y="35782"/>
                  <a:pt x="86375" y="21469"/>
                  <a:pt x="93574" y="0"/>
                </a:cubicBezTo>
                <a:lnTo>
                  <a:pt x="15835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9398000" y="5257800"/>
            <a:ext cx="231442" cy="286259"/>
          </a:xfrm>
          <a:custGeom>
            <a:avLst/>
            <a:gdLst/>
            <a:ahLst/>
            <a:cxnLst/>
            <a:rect l="l" t="t" r="r" b="b"/>
            <a:pathLst>
              <a:path w="231442" h="286259">
                <a:moveTo>
                  <a:pt x="151884" y="100190"/>
                </a:moveTo>
                <a:cubicBezTo>
                  <a:pt x="151884" y="85877"/>
                  <a:pt x="144652" y="71564"/>
                  <a:pt x="137419" y="64408"/>
                </a:cubicBezTo>
                <a:cubicBezTo>
                  <a:pt x="130186" y="57252"/>
                  <a:pt x="122954" y="50095"/>
                  <a:pt x="108488" y="50095"/>
                </a:cubicBezTo>
                <a:cubicBezTo>
                  <a:pt x="101256" y="50095"/>
                  <a:pt x="94023" y="57252"/>
                  <a:pt x="86791" y="64408"/>
                </a:cubicBezTo>
                <a:cubicBezTo>
                  <a:pt x="79558" y="71564"/>
                  <a:pt x="72325" y="78721"/>
                  <a:pt x="72325" y="93034"/>
                </a:cubicBezTo>
                <a:cubicBezTo>
                  <a:pt x="72325" y="114503"/>
                  <a:pt x="79558" y="121660"/>
                  <a:pt x="86791" y="128816"/>
                </a:cubicBezTo>
                <a:cubicBezTo>
                  <a:pt x="94023" y="143129"/>
                  <a:pt x="101256" y="143129"/>
                  <a:pt x="108488" y="143129"/>
                </a:cubicBezTo>
                <a:cubicBezTo>
                  <a:pt x="122954" y="143129"/>
                  <a:pt x="130186" y="143129"/>
                  <a:pt x="137419" y="128816"/>
                </a:cubicBezTo>
                <a:cubicBezTo>
                  <a:pt x="144652" y="121660"/>
                  <a:pt x="151884" y="114503"/>
                  <a:pt x="151884" y="100190"/>
                </a:cubicBezTo>
                <a:close/>
                <a:moveTo>
                  <a:pt x="7233" y="221851"/>
                </a:moveTo>
                <a:cubicBezTo>
                  <a:pt x="86791" y="214695"/>
                  <a:pt x="86791" y="214695"/>
                  <a:pt x="86791" y="214695"/>
                </a:cubicBezTo>
                <a:cubicBezTo>
                  <a:pt x="86791" y="221851"/>
                  <a:pt x="86791" y="229008"/>
                  <a:pt x="94023" y="236164"/>
                </a:cubicBezTo>
                <a:cubicBezTo>
                  <a:pt x="101256" y="236164"/>
                  <a:pt x="108488" y="243321"/>
                  <a:pt x="108488" y="243321"/>
                </a:cubicBezTo>
                <a:cubicBezTo>
                  <a:pt x="122954" y="243321"/>
                  <a:pt x="137419" y="236164"/>
                  <a:pt x="144652" y="221851"/>
                </a:cubicBezTo>
                <a:cubicBezTo>
                  <a:pt x="144652" y="214695"/>
                  <a:pt x="151884" y="193225"/>
                  <a:pt x="151884" y="164598"/>
                </a:cubicBezTo>
                <a:cubicBezTo>
                  <a:pt x="144652" y="171755"/>
                  <a:pt x="137419" y="178911"/>
                  <a:pt x="122954" y="186069"/>
                </a:cubicBezTo>
                <a:cubicBezTo>
                  <a:pt x="115721" y="186069"/>
                  <a:pt x="101256" y="193225"/>
                  <a:pt x="94023" y="193225"/>
                </a:cubicBezTo>
                <a:cubicBezTo>
                  <a:pt x="65093" y="193225"/>
                  <a:pt x="43396" y="186069"/>
                  <a:pt x="28931" y="164598"/>
                </a:cubicBezTo>
                <a:cubicBezTo>
                  <a:pt x="7233" y="150285"/>
                  <a:pt x="0" y="121660"/>
                  <a:pt x="0" y="100190"/>
                </a:cubicBezTo>
                <a:cubicBezTo>
                  <a:pt x="0" y="78721"/>
                  <a:pt x="7233" y="64408"/>
                  <a:pt x="14465" y="50095"/>
                </a:cubicBezTo>
                <a:cubicBezTo>
                  <a:pt x="21698" y="35782"/>
                  <a:pt x="36163" y="21469"/>
                  <a:pt x="50629" y="14313"/>
                </a:cubicBezTo>
                <a:cubicBezTo>
                  <a:pt x="65093" y="7156"/>
                  <a:pt x="86791" y="0"/>
                  <a:pt x="108488" y="0"/>
                </a:cubicBezTo>
                <a:cubicBezTo>
                  <a:pt x="137419" y="0"/>
                  <a:pt x="159116" y="7156"/>
                  <a:pt x="173581" y="14313"/>
                </a:cubicBezTo>
                <a:cubicBezTo>
                  <a:pt x="195279" y="28626"/>
                  <a:pt x="209744" y="42939"/>
                  <a:pt x="216977" y="64408"/>
                </a:cubicBezTo>
                <a:cubicBezTo>
                  <a:pt x="224210" y="78721"/>
                  <a:pt x="231442" y="107347"/>
                  <a:pt x="231442" y="143129"/>
                </a:cubicBezTo>
                <a:cubicBezTo>
                  <a:pt x="231442" y="193225"/>
                  <a:pt x="224210" y="229008"/>
                  <a:pt x="202512" y="250477"/>
                </a:cubicBezTo>
                <a:cubicBezTo>
                  <a:pt x="180814" y="279103"/>
                  <a:pt x="151884" y="286259"/>
                  <a:pt x="108488" y="286259"/>
                </a:cubicBezTo>
                <a:cubicBezTo>
                  <a:pt x="86791" y="286259"/>
                  <a:pt x="72325" y="286259"/>
                  <a:pt x="57860" y="279103"/>
                </a:cubicBezTo>
                <a:cubicBezTo>
                  <a:pt x="43396" y="271946"/>
                  <a:pt x="36163" y="264790"/>
                  <a:pt x="28931" y="257633"/>
                </a:cubicBezTo>
                <a:cubicBezTo>
                  <a:pt x="14465" y="250477"/>
                  <a:pt x="14465" y="236164"/>
                  <a:pt x="7233" y="221851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9639300" y="5257800"/>
            <a:ext cx="231442" cy="280167"/>
          </a:xfrm>
          <a:custGeom>
            <a:avLst/>
            <a:gdLst/>
            <a:ahLst/>
            <a:cxnLst/>
            <a:rect l="l" t="t" r="r" b="b"/>
            <a:pathLst>
              <a:path w="231442" h="280167">
                <a:moveTo>
                  <a:pt x="28931" y="0"/>
                </a:moveTo>
                <a:cubicBezTo>
                  <a:pt x="216977" y="0"/>
                  <a:pt x="216977" y="0"/>
                  <a:pt x="216977" y="0"/>
                </a:cubicBezTo>
                <a:cubicBezTo>
                  <a:pt x="216977" y="57470"/>
                  <a:pt x="216977" y="57470"/>
                  <a:pt x="216977" y="57470"/>
                </a:cubicBezTo>
                <a:cubicBezTo>
                  <a:pt x="94023" y="57470"/>
                  <a:pt x="94023" y="57470"/>
                  <a:pt x="94023" y="57470"/>
                </a:cubicBezTo>
                <a:cubicBezTo>
                  <a:pt x="86791" y="100573"/>
                  <a:pt x="86791" y="100573"/>
                  <a:pt x="86791" y="100573"/>
                </a:cubicBezTo>
                <a:cubicBezTo>
                  <a:pt x="94023" y="100573"/>
                  <a:pt x="101256" y="93389"/>
                  <a:pt x="108488" y="93389"/>
                </a:cubicBezTo>
                <a:cubicBezTo>
                  <a:pt x="122954" y="93389"/>
                  <a:pt x="130186" y="93389"/>
                  <a:pt x="137419" y="93389"/>
                </a:cubicBezTo>
                <a:cubicBezTo>
                  <a:pt x="166348" y="93389"/>
                  <a:pt x="188046" y="100573"/>
                  <a:pt x="202512" y="114940"/>
                </a:cubicBezTo>
                <a:cubicBezTo>
                  <a:pt x="224210" y="129308"/>
                  <a:pt x="231442" y="150859"/>
                  <a:pt x="231442" y="179595"/>
                </a:cubicBezTo>
                <a:cubicBezTo>
                  <a:pt x="231442" y="193962"/>
                  <a:pt x="224210" y="215513"/>
                  <a:pt x="216977" y="229880"/>
                </a:cubicBezTo>
                <a:cubicBezTo>
                  <a:pt x="209744" y="251432"/>
                  <a:pt x="195279" y="258615"/>
                  <a:pt x="180814" y="265800"/>
                </a:cubicBezTo>
                <a:cubicBezTo>
                  <a:pt x="159116" y="280167"/>
                  <a:pt x="144652" y="280167"/>
                  <a:pt x="115721" y="280167"/>
                </a:cubicBezTo>
                <a:cubicBezTo>
                  <a:pt x="94023" y="280167"/>
                  <a:pt x="79558" y="280167"/>
                  <a:pt x="65093" y="280167"/>
                </a:cubicBezTo>
                <a:cubicBezTo>
                  <a:pt x="57860" y="272983"/>
                  <a:pt x="43396" y="265800"/>
                  <a:pt x="36163" y="258615"/>
                </a:cubicBezTo>
                <a:cubicBezTo>
                  <a:pt x="28931" y="251432"/>
                  <a:pt x="14465" y="244248"/>
                  <a:pt x="14465" y="237065"/>
                </a:cubicBezTo>
                <a:cubicBezTo>
                  <a:pt x="7233" y="229880"/>
                  <a:pt x="0" y="215513"/>
                  <a:pt x="0" y="208330"/>
                </a:cubicBezTo>
                <a:cubicBezTo>
                  <a:pt x="79558" y="193962"/>
                  <a:pt x="79558" y="193962"/>
                  <a:pt x="79558" y="193962"/>
                </a:cubicBezTo>
                <a:cubicBezTo>
                  <a:pt x="79558" y="208330"/>
                  <a:pt x="79558" y="215513"/>
                  <a:pt x="86791" y="222697"/>
                </a:cubicBezTo>
                <a:cubicBezTo>
                  <a:pt x="94023" y="229880"/>
                  <a:pt x="108488" y="237065"/>
                  <a:pt x="115721" y="237065"/>
                </a:cubicBezTo>
                <a:cubicBezTo>
                  <a:pt x="122954" y="237065"/>
                  <a:pt x="137419" y="229880"/>
                  <a:pt x="144652" y="222697"/>
                </a:cubicBezTo>
                <a:cubicBezTo>
                  <a:pt x="151884" y="215513"/>
                  <a:pt x="151884" y="201145"/>
                  <a:pt x="151884" y="186778"/>
                </a:cubicBezTo>
                <a:cubicBezTo>
                  <a:pt x="151884" y="172410"/>
                  <a:pt x="151884" y="158043"/>
                  <a:pt x="144652" y="150859"/>
                </a:cubicBezTo>
                <a:cubicBezTo>
                  <a:pt x="137419" y="143675"/>
                  <a:pt x="122954" y="136492"/>
                  <a:pt x="115721" y="136492"/>
                </a:cubicBezTo>
                <a:cubicBezTo>
                  <a:pt x="108488" y="136492"/>
                  <a:pt x="101256" y="143675"/>
                  <a:pt x="94023" y="143675"/>
                </a:cubicBezTo>
                <a:cubicBezTo>
                  <a:pt x="86791" y="143675"/>
                  <a:pt x="79558" y="150859"/>
                  <a:pt x="72325" y="158043"/>
                </a:cubicBezTo>
                <a:cubicBezTo>
                  <a:pt x="7233" y="150859"/>
                  <a:pt x="7233" y="150859"/>
                  <a:pt x="7233" y="150859"/>
                </a:cubicBezTo>
                <a:lnTo>
                  <a:pt x="28931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9893300" y="5257800"/>
            <a:ext cx="219260" cy="286259"/>
          </a:xfrm>
          <a:custGeom>
            <a:avLst/>
            <a:gdLst/>
            <a:ahLst/>
            <a:cxnLst/>
            <a:rect l="l" t="t" r="r" b="b"/>
            <a:pathLst>
              <a:path w="219260" h="286259">
                <a:moveTo>
                  <a:pt x="70729" y="85877"/>
                </a:moveTo>
                <a:cubicBezTo>
                  <a:pt x="0" y="71564"/>
                  <a:pt x="0" y="71564"/>
                  <a:pt x="0" y="71564"/>
                </a:cubicBezTo>
                <a:cubicBezTo>
                  <a:pt x="7073" y="50095"/>
                  <a:pt x="21219" y="35782"/>
                  <a:pt x="35364" y="21469"/>
                </a:cubicBezTo>
                <a:cubicBezTo>
                  <a:pt x="49511" y="7156"/>
                  <a:pt x="77803" y="0"/>
                  <a:pt x="106095" y="0"/>
                </a:cubicBezTo>
                <a:cubicBezTo>
                  <a:pt x="141459" y="0"/>
                  <a:pt x="169751" y="7156"/>
                  <a:pt x="183896" y="21469"/>
                </a:cubicBezTo>
                <a:cubicBezTo>
                  <a:pt x="198043" y="35782"/>
                  <a:pt x="212188" y="50095"/>
                  <a:pt x="212188" y="71564"/>
                </a:cubicBezTo>
                <a:cubicBezTo>
                  <a:pt x="212188" y="85877"/>
                  <a:pt x="205115" y="93034"/>
                  <a:pt x="198043" y="107347"/>
                </a:cubicBezTo>
                <a:cubicBezTo>
                  <a:pt x="190969" y="114503"/>
                  <a:pt x="183896" y="121660"/>
                  <a:pt x="169751" y="128816"/>
                </a:cubicBezTo>
                <a:cubicBezTo>
                  <a:pt x="176823" y="135973"/>
                  <a:pt x="190969" y="135973"/>
                  <a:pt x="190969" y="143129"/>
                </a:cubicBezTo>
                <a:cubicBezTo>
                  <a:pt x="205115" y="143129"/>
                  <a:pt x="212188" y="150285"/>
                  <a:pt x="212188" y="164598"/>
                </a:cubicBezTo>
                <a:cubicBezTo>
                  <a:pt x="219260" y="171755"/>
                  <a:pt x="219260" y="186069"/>
                  <a:pt x="219260" y="193225"/>
                </a:cubicBezTo>
                <a:cubicBezTo>
                  <a:pt x="219260" y="214695"/>
                  <a:pt x="219260" y="229008"/>
                  <a:pt x="212188" y="243321"/>
                </a:cubicBezTo>
                <a:cubicBezTo>
                  <a:pt x="205115" y="257633"/>
                  <a:pt x="190969" y="271946"/>
                  <a:pt x="176823" y="279103"/>
                </a:cubicBezTo>
                <a:cubicBezTo>
                  <a:pt x="155604" y="286259"/>
                  <a:pt x="134386" y="286259"/>
                  <a:pt x="113167" y="286259"/>
                </a:cubicBezTo>
                <a:cubicBezTo>
                  <a:pt x="84875" y="286259"/>
                  <a:pt x="70729" y="286259"/>
                  <a:pt x="56584" y="279103"/>
                </a:cubicBezTo>
                <a:cubicBezTo>
                  <a:pt x="42437" y="271946"/>
                  <a:pt x="28292" y="264790"/>
                  <a:pt x="21219" y="250477"/>
                </a:cubicBezTo>
                <a:cubicBezTo>
                  <a:pt x="7073" y="243321"/>
                  <a:pt x="0" y="229008"/>
                  <a:pt x="0" y="207538"/>
                </a:cubicBezTo>
                <a:cubicBezTo>
                  <a:pt x="70729" y="200382"/>
                  <a:pt x="70729" y="200382"/>
                  <a:pt x="70729" y="200382"/>
                </a:cubicBezTo>
                <a:cubicBezTo>
                  <a:pt x="77803" y="214695"/>
                  <a:pt x="77803" y="229008"/>
                  <a:pt x="84875" y="229008"/>
                </a:cubicBezTo>
                <a:cubicBezTo>
                  <a:pt x="91948" y="236164"/>
                  <a:pt x="99021" y="243321"/>
                  <a:pt x="113167" y="243321"/>
                </a:cubicBezTo>
                <a:cubicBezTo>
                  <a:pt x="120240" y="243321"/>
                  <a:pt x="127312" y="236164"/>
                  <a:pt x="134386" y="229008"/>
                </a:cubicBezTo>
                <a:cubicBezTo>
                  <a:pt x="141459" y="221851"/>
                  <a:pt x="148532" y="214695"/>
                  <a:pt x="148532" y="200382"/>
                </a:cubicBezTo>
                <a:cubicBezTo>
                  <a:pt x="148532" y="186069"/>
                  <a:pt x="141459" y="178911"/>
                  <a:pt x="134386" y="171755"/>
                </a:cubicBezTo>
                <a:cubicBezTo>
                  <a:pt x="127312" y="164598"/>
                  <a:pt x="120240" y="157442"/>
                  <a:pt x="106095" y="157442"/>
                </a:cubicBezTo>
                <a:cubicBezTo>
                  <a:pt x="106095" y="157442"/>
                  <a:pt x="99021" y="164598"/>
                  <a:pt x="84875" y="164598"/>
                </a:cubicBezTo>
                <a:cubicBezTo>
                  <a:pt x="91948" y="107347"/>
                  <a:pt x="91948" y="107347"/>
                  <a:pt x="91948" y="107347"/>
                </a:cubicBezTo>
                <a:cubicBezTo>
                  <a:pt x="91948" y="107347"/>
                  <a:pt x="99021" y="107347"/>
                  <a:pt x="99021" y="107347"/>
                </a:cubicBezTo>
                <a:cubicBezTo>
                  <a:pt x="106095" y="107347"/>
                  <a:pt x="120240" y="107347"/>
                  <a:pt x="120240" y="100190"/>
                </a:cubicBezTo>
                <a:cubicBezTo>
                  <a:pt x="127312" y="93034"/>
                  <a:pt x="134386" y="85877"/>
                  <a:pt x="134386" y="78721"/>
                </a:cubicBezTo>
                <a:cubicBezTo>
                  <a:pt x="134386" y="71564"/>
                  <a:pt x="127312" y="64408"/>
                  <a:pt x="127312" y="57252"/>
                </a:cubicBezTo>
                <a:cubicBezTo>
                  <a:pt x="120240" y="50095"/>
                  <a:pt x="113167" y="50095"/>
                  <a:pt x="106095" y="50095"/>
                </a:cubicBezTo>
                <a:cubicBezTo>
                  <a:pt x="99021" y="50095"/>
                  <a:pt x="91948" y="50095"/>
                  <a:pt x="84875" y="57252"/>
                </a:cubicBezTo>
                <a:cubicBezTo>
                  <a:pt x="77803" y="64408"/>
                  <a:pt x="77803" y="71564"/>
                  <a:pt x="70729" y="85877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8001000" y="5511800"/>
            <a:ext cx="66998" cy="36543"/>
          </a:xfrm>
          <a:custGeom>
            <a:avLst/>
            <a:gdLst/>
            <a:ahLst/>
            <a:cxnLst/>
            <a:rect l="l" t="t" r="r" b="b"/>
            <a:pathLst>
              <a:path w="66998" h="36543">
                <a:moveTo>
                  <a:pt x="0" y="36543"/>
                </a:moveTo>
                <a:lnTo>
                  <a:pt x="30453" y="30452"/>
                </a:lnTo>
                <a:lnTo>
                  <a:pt x="66998" y="12181"/>
                </a:lnTo>
                <a:lnTo>
                  <a:pt x="48726" y="6091"/>
                </a:lnTo>
                <a:lnTo>
                  <a:pt x="24362" y="0"/>
                </a:lnTo>
                <a:lnTo>
                  <a:pt x="0" y="36543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394700" y="800100"/>
            <a:ext cx="170536" cy="133993"/>
          </a:xfrm>
          <a:custGeom>
            <a:avLst/>
            <a:gdLst/>
            <a:ahLst/>
            <a:cxnLst/>
            <a:rect l="l" t="t" r="r" b="b"/>
            <a:pathLst>
              <a:path w="170536" h="133993">
                <a:moveTo>
                  <a:pt x="156324" y="77575"/>
                </a:moveTo>
                <a:cubicBezTo>
                  <a:pt x="163430" y="70523"/>
                  <a:pt x="170536" y="63471"/>
                  <a:pt x="170536" y="56418"/>
                </a:cubicBezTo>
                <a:cubicBezTo>
                  <a:pt x="170536" y="42314"/>
                  <a:pt x="170536" y="35262"/>
                  <a:pt x="170536" y="28209"/>
                </a:cubicBezTo>
                <a:cubicBezTo>
                  <a:pt x="163430" y="14105"/>
                  <a:pt x="156324" y="7052"/>
                  <a:pt x="149219" y="0"/>
                </a:cubicBezTo>
                <a:cubicBezTo>
                  <a:pt x="135007" y="0"/>
                  <a:pt x="127902" y="0"/>
                  <a:pt x="113690" y="0"/>
                </a:cubicBezTo>
                <a:cubicBezTo>
                  <a:pt x="106585" y="7052"/>
                  <a:pt x="85268" y="14105"/>
                  <a:pt x="56845" y="28209"/>
                </a:cubicBezTo>
                <a:cubicBezTo>
                  <a:pt x="0" y="49366"/>
                  <a:pt x="0" y="49366"/>
                  <a:pt x="0" y="49366"/>
                </a:cubicBezTo>
                <a:cubicBezTo>
                  <a:pt x="35528" y="133993"/>
                  <a:pt x="35528" y="133993"/>
                  <a:pt x="35528" y="133993"/>
                </a:cubicBezTo>
                <a:cubicBezTo>
                  <a:pt x="92373" y="112836"/>
                  <a:pt x="92373" y="112836"/>
                  <a:pt x="92373" y="112836"/>
                </a:cubicBezTo>
                <a:cubicBezTo>
                  <a:pt x="127902" y="91680"/>
                  <a:pt x="149219" y="84628"/>
                  <a:pt x="156324" y="7757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1912600" y="1854200"/>
            <a:ext cx="140085" cy="176629"/>
          </a:xfrm>
          <a:custGeom>
            <a:avLst/>
            <a:gdLst/>
            <a:ahLst/>
            <a:cxnLst/>
            <a:rect l="l" t="t" r="r" b="b"/>
            <a:pathLst>
              <a:path w="140085" h="176629">
                <a:moveTo>
                  <a:pt x="70043" y="162499"/>
                </a:moveTo>
                <a:cubicBezTo>
                  <a:pt x="77047" y="169564"/>
                  <a:pt x="84051" y="169564"/>
                  <a:pt x="91055" y="176629"/>
                </a:cubicBezTo>
                <a:cubicBezTo>
                  <a:pt x="105063" y="176629"/>
                  <a:pt x="112069" y="169564"/>
                  <a:pt x="119073" y="169564"/>
                </a:cubicBezTo>
                <a:cubicBezTo>
                  <a:pt x="133081" y="162499"/>
                  <a:pt x="140085" y="148368"/>
                  <a:pt x="140085" y="141303"/>
                </a:cubicBezTo>
                <a:cubicBezTo>
                  <a:pt x="140085" y="134238"/>
                  <a:pt x="140085" y="120108"/>
                  <a:pt x="140085" y="105978"/>
                </a:cubicBezTo>
                <a:cubicBezTo>
                  <a:pt x="133081" y="98913"/>
                  <a:pt x="126077" y="84781"/>
                  <a:pt x="105063" y="56521"/>
                </a:cubicBezTo>
                <a:cubicBezTo>
                  <a:pt x="77047" y="0"/>
                  <a:pt x="77047" y="0"/>
                  <a:pt x="77047" y="0"/>
                </a:cubicBezTo>
                <a:cubicBezTo>
                  <a:pt x="0" y="49456"/>
                  <a:pt x="0" y="49456"/>
                  <a:pt x="0" y="49456"/>
                </a:cubicBezTo>
                <a:cubicBezTo>
                  <a:pt x="28017" y="98913"/>
                  <a:pt x="28017" y="98913"/>
                  <a:pt x="28017" y="98913"/>
                </a:cubicBezTo>
                <a:cubicBezTo>
                  <a:pt x="49030" y="134238"/>
                  <a:pt x="63038" y="155434"/>
                  <a:pt x="70043" y="16249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6921500" y="2552700"/>
            <a:ext cx="152265" cy="109630"/>
          </a:xfrm>
          <a:custGeom>
            <a:avLst/>
            <a:gdLst/>
            <a:ahLst/>
            <a:cxnLst/>
            <a:rect l="l" t="t" r="r" b="b"/>
            <a:pathLst>
              <a:path w="152265" h="109630">
                <a:moveTo>
                  <a:pt x="152265" y="0"/>
                </a:moveTo>
                <a:lnTo>
                  <a:pt x="0" y="18271"/>
                </a:lnTo>
                <a:lnTo>
                  <a:pt x="115722" y="109630"/>
                </a:lnTo>
                <a:lnTo>
                  <a:pt x="15226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9906000" y="6096000"/>
            <a:ext cx="146174" cy="237534"/>
          </a:xfrm>
          <a:custGeom>
            <a:avLst/>
            <a:gdLst/>
            <a:ahLst/>
            <a:cxnLst/>
            <a:rect l="l" t="t" r="r" b="b"/>
            <a:pathLst>
              <a:path w="146174" h="237534">
                <a:moveTo>
                  <a:pt x="48725" y="71980"/>
                </a:moveTo>
                <a:cubicBezTo>
                  <a:pt x="34803" y="71980"/>
                  <a:pt x="27842" y="86377"/>
                  <a:pt x="27842" y="86377"/>
                </a:cubicBezTo>
                <a:cubicBezTo>
                  <a:pt x="6961" y="100772"/>
                  <a:pt x="13922" y="107970"/>
                  <a:pt x="13922" y="107970"/>
                </a:cubicBezTo>
                <a:cubicBezTo>
                  <a:pt x="13922" y="115169"/>
                  <a:pt x="6961" y="136762"/>
                  <a:pt x="6961" y="136762"/>
                </a:cubicBezTo>
                <a:cubicBezTo>
                  <a:pt x="0" y="143961"/>
                  <a:pt x="0" y="165555"/>
                  <a:pt x="0" y="165555"/>
                </a:cubicBezTo>
                <a:cubicBezTo>
                  <a:pt x="0" y="172753"/>
                  <a:pt x="13922" y="187148"/>
                  <a:pt x="13922" y="187148"/>
                </a:cubicBezTo>
                <a:cubicBezTo>
                  <a:pt x="20883" y="208742"/>
                  <a:pt x="62647" y="230337"/>
                  <a:pt x="62647" y="230337"/>
                </a:cubicBezTo>
                <a:cubicBezTo>
                  <a:pt x="69606" y="237534"/>
                  <a:pt x="76567" y="237534"/>
                  <a:pt x="83528" y="237534"/>
                </a:cubicBezTo>
                <a:cubicBezTo>
                  <a:pt x="90489" y="237534"/>
                  <a:pt x="97450" y="237534"/>
                  <a:pt x="104411" y="237534"/>
                </a:cubicBezTo>
                <a:cubicBezTo>
                  <a:pt x="132253" y="237534"/>
                  <a:pt x="132253" y="208742"/>
                  <a:pt x="132253" y="208742"/>
                </a:cubicBezTo>
                <a:cubicBezTo>
                  <a:pt x="125292" y="201545"/>
                  <a:pt x="139214" y="187148"/>
                  <a:pt x="139214" y="187148"/>
                </a:cubicBezTo>
                <a:cubicBezTo>
                  <a:pt x="146174" y="179951"/>
                  <a:pt x="146174" y="172753"/>
                  <a:pt x="146174" y="172753"/>
                </a:cubicBezTo>
                <a:cubicBezTo>
                  <a:pt x="139214" y="165555"/>
                  <a:pt x="139214" y="143961"/>
                  <a:pt x="139214" y="143961"/>
                </a:cubicBezTo>
                <a:cubicBezTo>
                  <a:pt x="125292" y="136762"/>
                  <a:pt x="97450" y="115169"/>
                  <a:pt x="97450" y="115169"/>
                </a:cubicBezTo>
                <a:cubicBezTo>
                  <a:pt x="76567" y="86377"/>
                  <a:pt x="97450" y="79178"/>
                  <a:pt x="97450" y="79178"/>
                </a:cubicBezTo>
                <a:cubicBezTo>
                  <a:pt x="111370" y="86377"/>
                  <a:pt x="118331" y="79178"/>
                  <a:pt x="118331" y="79178"/>
                </a:cubicBezTo>
                <a:cubicBezTo>
                  <a:pt x="132253" y="79178"/>
                  <a:pt x="125292" y="57584"/>
                  <a:pt x="125292" y="57584"/>
                </a:cubicBezTo>
                <a:cubicBezTo>
                  <a:pt x="125292" y="43188"/>
                  <a:pt x="125292" y="35991"/>
                  <a:pt x="125292" y="35991"/>
                </a:cubicBezTo>
                <a:cubicBezTo>
                  <a:pt x="132253" y="14395"/>
                  <a:pt x="125292" y="14395"/>
                  <a:pt x="125292" y="14395"/>
                </a:cubicBezTo>
                <a:cubicBezTo>
                  <a:pt x="111370" y="0"/>
                  <a:pt x="104411" y="14395"/>
                  <a:pt x="104411" y="14395"/>
                </a:cubicBezTo>
                <a:cubicBezTo>
                  <a:pt x="97450" y="28792"/>
                  <a:pt x="69606" y="57584"/>
                  <a:pt x="69606" y="57584"/>
                </a:cubicBezTo>
                <a:cubicBezTo>
                  <a:pt x="62647" y="57584"/>
                  <a:pt x="62647" y="64783"/>
                  <a:pt x="62647" y="64783"/>
                </a:cubicBezTo>
                <a:cubicBezTo>
                  <a:pt x="55686" y="71980"/>
                  <a:pt x="48725" y="71980"/>
                  <a:pt x="48725" y="7198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8547100" y="5854700"/>
            <a:ext cx="30455" cy="79179"/>
          </a:xfrm>
          <a:custGeom>
            <a:avLst/>
            <a:gdLst/>
            <a:ahLst/>
            <a:cxnLst/>
            <a:rect l="l" t="t" r="r" b="b"/>
            <a:pathLst>
              <a:path w="30455" h="79179">
                <a:moveTo>
                  <a:pt x="0" y="0"/>
                </a:moveTo>
                <a:cubicBezTo>
                  <a:pt x="7614" y="21594"/>
                  <a:pt x="15227" y="28792"/>
                  <a:pt x="15227" y="35991"/>
                </a:cubicBezTo>
                <a:cubicBezTo>
                  <a:pt x="15227" y="43189"/>
                  <a:pt x="15227" y="50387"/>
                  <a:pt x="15227" y="50387"/>
                </a:cubicBezTo>
                <a:cubicBezTo>
                  <a:pt x="30455" y="64783"/>
                  <a:pt x="22841" y="57584"/>
                  <a:pt x="22841" y="71981"/>
                </a:cubicBezTo>
                <a:cubicBezTo>
                  <a:pt x="30455" y="79179"/>
                  <a:pt x="30455" y="71981"/>
                  <a:pt x="30455" y="64783"/>
                </a:cubicBezTo>
                <a:cubicBezTo>
                  <a:pt x="30455" y="57584"/>
                  <a:pt x="30455" y="35991"/>
                  <a:pt x="22841" y="21594"/>
                </a:cubicBezTo>
                <a:cubicBezTo>
                  <a:pt x="22841" y="14397"/>
                  <a:pt x="22841" y="7198"/>
                  <a:pt x="22841" y="0"/>
                </a:cubicBezTo>
                <a:cubicBezTo>
                  <a:pt x="15227" y="0"/>
                  <a:pt x="7614" y="0"/>
                  <a:pt x="0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8407400" y="5905500"/>
            <a:ext cx="127904" cy="48725"/>
          </a:xfrm>
          <a:custGeom>
            <a:avLst/>
            <a:gdLst/>
            <a:ahLst/>
            <a:cxnLst/>
            <a:rect l="l" t="t" r="r" b="b"/>
            <a:pathLst>
              <a:path w="127904" h="48725">
                <a:moveTo>
                  <a:pt x="0" y="48725"/>
                </a:moveTo>
                <a:cubicBezTo>
                  <a:pt x="7106" y="48725"/>
                  <a:pt x="21317" y="41764"/>
                  <a:pt x="35530" y="41764"/>
                </a:cubicBezTo>
                <a:cubicBezTo>
                  <a:pt x="63952" y="41764"/>
                  <a:pt x="106587" y="34803"/>
                  <a:pt x="120799" y="20883"/>
                </a:cubicBezTo>
                <a:cubicBezTo>
                  <a:pt x="127904" y="20883"/>
                  <a:pt x="127904" y="20883"/>
                  <a:pt x="127904" y="13922"/>
                </a:cubicBezTo>
                <a:cubicBezTo>
                  <a:pt x="127904" y="13922"/>
                  <a:pt x="127904" y="13922"/>
                  <a:pt x="127904" y="13922"/>
                </a:cubicBezTo>
                <a:cubicBezTo>
                  <a:pt x="127904" y="6961"/>
                  <a:pt x="120799" y="6961"/>
                  <a:pt x="120799" y="0"/>
                </a:cubicBezTo>
                <a:cubicBezTo>
                  <a:pt x="85269" y="27843"/>
                  <a:pt x="21317" y="34803"/>
                  <a:pt x="0" y="4872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198100" y="660400"/>
            <a:ext cx="243623" cy="261897"/>
          </a:xfrm>
          <a:custGeom>
            <a:avLst/>
            <a:gdLst/>
            <a:ahLst/>
            <a:cxnLst/>
            <a:rect l="l" t="t" r="r" b="b"/>
            <a:pathLst>
              <a:path w="243623" h="261897">
                <a:moveTo>
                  <a:pt x="85984" y="254819"/>
                </a:moveTo>
                <a:cubicBezTo>
                  <a:pt x="121812" y="261897"/>
                  <a:pt x="150473" y="261897"/>
                  <a:pt x="171969" y="247740"/>
                </a:cubicBezTo>
                <a:cubicBezTo>
                  <a:pt x="200631" y="233583"/>
                  <a:pt x="222127" y="205270"/>
                  <a:pt x="229292" y="162801"/>
                </a:cubicBezTo>
                <a:cubicBezTo>
                  <a:pt x="243623" y="120331"/>
                  <a:pt x="243623" y="84940"/>
                  <a:pt x="229292" y="63704"/>
                </a:cubicBezTo>
                <a:cubicBezTo>
                  <a:pt x="214961" y="35391"/>
                  <a:pt x="186300" y="21234"/>
                  <a:pt x="157639" y="14157"/>
                </a:cubicBezTo>
                <a:cubicBezTo>
                  <a:pt x="121812" y="0"/>
                  <a:pt x="93149" y="7078"/>
                  <a:pt x="71653" y="21234"/>
                </a:cubicBezTo>
                <a:cubicBezTo>
                  <a:pt x="42992" y="35391"/>
                  <a:pt x="21496" y="63704"/>
                  <a:pt x="14331" y="106175"/>
                </a:cubicBezTo>
                <a:cubicBezTo>
                  <a:pt x="0" y="141566"/>
                  <a:pt x="7165" y="176958"/>
                  <a:pt x="21496" y="205270"/>
                </a:cubicBezTo>
                <a:cubicBezTo>
                  <a:pt x="35827" y="233583"/>
                  <a:pt x="57323" y="247740"/>
                  <a:pt x="85984" y="25481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6413500" y="203200"/>
            <a:ext cx="6437748" cy="6419474"/>
          </a:xfrm>
          <a:custGeom>
            <a:avLst/>
            <a:gdLst/>
            <a:ahLst/>
            <a:cxnLst/>
            <a:rect l="l" t="t" r="r" b="b"/>
            <a:pathLst>
              <a:path w="6437748" h="6419474">
                <a:moveTo>
                  <a:pt x="3222431" y="0"/>
                </a:moveTo>
                <a:cubicBezTo>
                  <a:pt x="1444047" y="0"/>
                  <a:pt x="0" y="1439949"/>
                  <a:pt x="0" y="3213284"/>
                </a:cubicBezTo>
                <a:cubicBezTo>
                  <a:pt x="0" y="4979525"/>
                  <a:pt x="1444047" y="6419474"/>
                  <a:pt x="3222431" y="6419474"/>
                </a:cubicBezTo>
                <a:cubicBezTo>
                  <a:pt x="5000814" y="6419474"/>
                  <a:pt x="6437748" y="4979525"/>
                  <a:pt x="6437748" y="3213284"/>
                </a:cubicBezTo>
                <a:cubicBezTo>
                  <a:pt x="6437748" y="1439949"/>
                  <a:pt x="5000814" y="0"/>
                  <a:pt x="3222431" y="0"/>
                </a:cubicBezTo>
                <a:close/>
                <a:moveTo>
                  <a:pt x="6103412" y="3050137"/>
                </a:moveTo>
                <a:cubicBezTo>
                  <a:pt x="6039390" y="3057230"/>
                  <a:pt x="6039390" y="3057230"/>
                  <a:pt x="6039390" y="3057230"/>
                </a:cubicBezTo>
                <a:cubicBezTo>
                  <a:pt x="6018050" y="2837336"/>
                  <a:pt x="6018050" y="2837336"/>
                  <a:pt x="6018050" y="2837336"/>
                </a:cubicBezTo>
                <a:cubicBezTo>
                  <a:pt x="5939800" y="2844430"/>
                  <a:pt x="5939800" y="2844430"/>
                  <a:pt x="5939800" y="2844430"/>
                </a:cubicBezTo>
                <a:cubicBezTo>
                  <a:pt x="5961141" y="3050137"/>
                  <a:pt x="5961141" y="3050137"/>
                  <a:pt x="5961141" y="3050137"/>
                </a:cubicBezTo>
                <a:cubicBezTo>
                  <a:pt x="5897119" y="3057230"/>
                  <a:pt x="5897119" y="3057230"/>
                  <a:pt x="5897119" y="3057230"/>
                </a:cubicBezTo>
                <a:cubicBezTo>
                  <a:pt x="5875779" y="2851523"/>
                  <a:pt x="5875779" y="2851523"/>
                  <a:pt x="5875779" y="2851523"/>
                </a:cubicBezTo>
                <a:cubicBezTo>
                  <a:pt x="5776190" y="2865711"/>
                  <a:pt x="5776190" y="2865711"/>
                  <a:pt x="5776190" y="2865711"/>
                </a:cubicBezTo>
                <a:cubicBezTo>
                  <a:pt x="5804643" y="3085603"/>
                  <a:pt x="5804643" y="3085603"/>
                  <a:pt x="5804643" y="3085603"/>
                </a:cubicBezTo>
                <a:cubicBezTo>
                  <a:pt x="5740622" y="3092696"/>
                  <a:pt x="5740622" y="3092696"/>
                  <a:pt x="5740622" y="3092696"/>
                </a:cubicBezTo>
                <a:cubicBezTo>
                  <a:pt x="5705055" y="2787683"/>
                  <a:pt x="5705055" y="2787683"/>
                  <a:pt x="5705055" y="2787683"/>
                </a:cubicBezTo>
                <a:cubicBezTo>
                  <a:pt x="6074957" y="2752217"/>
                  <a:pt x="6074957" y="2752217"/>
                  <a:pt x="6074957" y="2752217"/>
                </a:cubicBezTo>
                <a:lnTo>
                  <a:pt x="6103412" y="3050137"/>
                </a:lnTo>
                <a:close/>
                <a:moveTo>
                  <a:pt x="5683714" y="1709495"/>
                </a:moveTo>
                <a:cubicBezTo>
                  <a:pt x="5705055" y="1744962"/>
                  <a:pt x="5719281" y="1773335"/>
                  <a:pt x="5719281" y="1794615"/>
                </a:cubicBezTo>
                <a:cubicBezTo>
                  <a:pt x="5726394" y="1815896"/>
                  <a:pt x="5726394" y="1830083"/>
                  <a:pt x="5719281" y="1851362"/>
                </a:cubicBezTo>
                <a:cubicBezTo>
                  <a:pt x="5712168" y="1872642"/>
                  <a:pt x="5697940" y="1886829"/>
                  <a:pt x="5676600" y="1893922"/>
                </a:cubicBezTo>
                <a:cubicBezTo>
                  <a:pt x="5655259" y="1908109"/>
                  <a:pt x="5626805" y="1915202"/>
                  <a:pt x="5605465" y="1908109"/>
                </a:cubicBezTo>
                <a:cubicBezTo>
                  <a:pt x="5577011" y="1901016"/>
                  <a:pt x="5555670" y="1886829"/>
                  <a:pt x="5534330" y="1858456"/>
                </a:cubicBezTo>
                <a:cubicBezTo>
                  <a:pt x="5534330" y="1879736"/>
                  <a:pt x="5534330" y="1893922"/>
                  <a:pt x="5534330" y="1908109"/>
                </a:cubicBezTo>
                <a:cubicBezTo>
                  <a:pt x="5527215" y="1929389"/>
                  <a:pt x="5520102" y="1950669"/>
                  <a:pt x="5505875" y="1979042"/>
                </a:cubicBezTo>
                <a:cubicBezTo>
                  <a:pt x="5470308" y="2064163"/>
                  <a:pt x="5470308" y="2064163"/>
                  <a:pt x="5470308" y="2064163"/>
                </a:cubicBezTo>
                <a:cubicBezTo>
                  <a:pt x="5420512" y="1979042"/>
                  <a:pt x="5420512" y="1979042"/>
                  <a:pt x="5420512" y="1979042"/>
                </a:cubicBezTo>
                <a:cubicBezTo>
                  <a:pt x="5456080" y="1886829"/>
                  <a:pt x="5456080" y="1886829"/>
                  <a:pt x="5456080" y="1886829"/>
                </a:cubicBezTo>
                <a:cubicBezTo>
                  <a:pt x="5470308" y="1851362"/>
                  <a:pt x="5477421" y="1830083"/>
                  <a:pt x="5477421" y="1822988"/>
                </a:cubicBezTo>
                <a:cubicBezTo>
                  <a:pt x="5484534" y="1808803"/>
                  <a:pt x="5484534" y="1801708"/>
                  <a:pt x="5477421" y="1794615"/>
                </a:cubicBezTo>
                <a:cubicBezTo>
                  <a:pt x="5477421" y="1787522"/>
                  <a:pt x="5470308" y="1773335"/>
                  <a:pt x="5463193" y="1759148"/>
                </a:cubicBezTo>
                <a:cubicBezTo>
                  <a:pt x="5448967" y="1744962"/>
                  <a:pt x="5448967" y="1744962"/>
                  <a:pt x="5448967" y="1744962"/>
                </a:cubicBezTo>
                <a:cubicBezTo>
                  <a:pt x="5320923" y="1822988"/>
                  <a:pt x="5320923" y="1822988"/>
                  <a:pt x="5320923" y="1822988"/>
                </a:cubicBezTo>
                <a:cubicBezTo>
                  <a:pt x="5278242" y="1752055"/>
                  <a:pt x="5278242" y="1752055"/>
                  <a:pt x="5278242" y="1752055"/>
                </a:cubicBezTo>
                <a:cubicBezTo>
                  <a:pt x="5591237" y="1560535"/>
                  <a:pt x="5591237" y="1560535"/>
                  <a:pt x="5591237" y="1560535"/>
                </a:cubicBezTo>
                <a:lnTo>
                  <a:pt x="5683714" y="1709495"/>
                </a:lnTo>
                <a:close/>
                <a:moveTo>
                  <a:pt x="5335151" y="1248428"/>
                </a:moveTo>
                <a:cubicBezTo>
                  <a:pt x="5541443" y="1489602"/>
                  <a:pt x="5541443" y="1489602"/>
                  <a:pt x="5541443" y="1489602"/>
                </a:cubicBezTo>
                <a:cubicBezTo>
                  <a:pt x="5491648" y="1532162"/>
                  <a:pt x="5491648" y="1532162"/>
                  <a:pt x="5491648" y="1532162"/>
                </a:cubicBezTo>
                <a:cubicBezTo>
                  <a:pt x="5413399" y="1439949"/>
                  <a:pt x="5413399" y="1439949"/>
                  <a:pt x="5413399" y="1439949"/>
                </a:cubicBezTo>
                <a:cubicBezTo>
                  <a:pt x="5178652" y="1631469"/>
                  <a:pt x="5178652" y="1631469"/>
                  <a:pt x="5178652" y="1631469"/>
                </a:cubicBezTo>
                <a:cubicBezTo>
                  <a:pt x="5128858" y="1567628"/>
                  <a:pt x="5128858" y="1567628"/>
                  <a:pt x="5128858" y="1567628"/>
                </a:cubicBezTo>
                <a:cubicBezTo>
                  <a:pt x="5363605" y="1376108"/>
                  <a:pt x="5363605" y="1376108"/>
                  <a:pt x="5363605" y="1376108"/>
                </a:cubicBezTo>
                <a:cubicBezTo>
                  <a:pt x="5292468" y="1283895"/>
                  <a:pt x="5292468" y="1283895"/>
                  <a:pt x="5292468" y="1283895"/>
                </a:cubicBezTo>
                <a:lnTo>
                  <a:pt x="5335151" y="1248428"/>
                </a:lnTo>
                <a:close/>
                <a:moveTo>
                  <a:pt x="5278242" y="1184587"/>
                </a:moveTo>
                <a:cubicBezTo>
                  <a:pt x="5235561" y="1234242"/>
                  <a:pt x="5235561" y="1234242"/>
                  <a:pt x="5235561" y="1234242"/>
                </a:cubicBezTo>
                <a:cubicBezTo>
                  <a:pt x="5079063" y="1085281"/>
                  <a:pt x="5079063" y="1085281"/>
                  <a:pt x="5079063" y="1085281"/>
                </a:cubicBezTo>
                <a:cubicBezTo>
                  <a:pt x="5022155" y="1149121"/>
                  <a:pt x="5022155" y="1149121"/>
                  <a:pt x="5022155" y="1149121"/>
                </a:cubicBezTo>
                <a:cubicBezTo>
                  <a:pt x="5171539" y="1283895"/>
                  <a:pt x="5171539" y="1283895"/>
                  <a:pt x="5171539" y="1283895"/>
                </a:cubicBezTo>
                <a:cubicBezTo>
                  <a:pt x="5128858" y="1326455"/>
                  <a:pt x="5128858" y="1326455"/>
                  <a:pt x="5128858" y="1326455"/>
                </a:cubicBezTo>
                <a:cubicBezTo>
                  <a:pt x="4979473" y="1191682"/>
                  <a:pt x="4979473" y="1191682"/>
                  <a:pt x="4979473" y="1191682"/>
                </a:cubicBezTo>
                <a:cubicBezTo>
                  <a:pt x="4915451" y="1262615"/>
                  <a:pt x="4915451" y="1262615"/>
                  <a:pt x="4915451" y="1262615"/>
                </a:cubicBezTo>
                <a:cubicBezTo>
                  <a:pt x="5079063" y="1418669"/>
                  <a:pt x="5079063" y="1418669"/>
                  <a:pt x="5079063" y="1418669"/>
                </a:cubicBezTo>
                <a:cubicBezTo>
                  <a:pt x="5036382" y="1461228"/>
                  <a:pt x="5036382" y="1461228"/>
                  <a:pt x="5036382" y="1461228"/>
                </a:cubicBezTo>
                <a:cubicBezTo>
                  <a:pt x="4815863" y="1255522"/>
                  <a:pt x="4815863" y="1255522"/>
                  <a:pt x="4815863" y="1255522"/>
                </a:cubicBezTo>
                <a:cubicBezTo>
                  <a:pt x="5057723" y="985975"/>
                  <a:pt x="5057723" y="985975"/>
                  <a:pt x="5057723" y="985975"/>
                </a:cubicBezTo>
                <a:lnTo>
                  <a:pt x="5278242" y="1184587"/>
                </a:lnTo>
                <a:close/>
                <a:moveTo>
                  <a:pt x="4730500" y="744800"/>
                </a:moveTo>
                <a:cubicBezTo>
                  <a:pt x="4837203" y="822828"/>
                  <a:pt x="4837203" y="822828"/>
                  <a:pt x="4837203" y="822828"/>
                </a:cubicBezTo>
                <a:cubicBezTo>
                  <a:pt x="4879884" y="851201"/>
                  <a:pt x="4901225" y="865388"/>
                  <a:pt x="4915451" y="879574"/>
                </a:cubicBezTo>
                <a:cubicBezTo>
                  <a:pt x="4929679" y="900854"/>
                  <a:pt x="4936792" y="922134"/>
                  <a:pt x="4943906" y="943414"/>
                </a:cubicBezTo>
                <a:cubicBezTo>
                  <a:pt x="4943906" y="964695"/>
                  <a:pt x="4936792" y="993068"/>
                  <a:pt x="4922566" y="1014348"/>
                </a:cubicBezTo>
                <a:cubicBezTo>
                  <a:pt x="4908338" y="1035628"/>
                  <a:pt x="4894111" y="1049815"/>
                  <a:pt x="4872770" y="1056908"/>
                </a:cubicBezTo>
                <a:cubicBezTo>
                  <a:pt x="4858544" y="1064001"/>
                  <a:pt x="4844316" y="1064001"/>
                  <a:pt x="4830089" y="1064001"/>
                </a:cubicBezTo>
                <a:cubicBezTo>
                  <a:pt x="4808748" y="1064001"/>
                  <a:pt x="4794522" y="1056908"/>
                  <a:pt x="4780295" y="1056908"/>
                </a:cubicBezTo>
                <a:cubicBezTo>
                  <a:pt x="4766067" y="1049815"/>
                  <a:pt x="4737613" y="1028535"/>
                  <a:pt x="4709159" y="1014348"/>
                </a:cubicBezTo>
                <a:cubicBezTo>
                  <a:pt x="4666478" y="978882"/>
                  <a:pt x="4666478" y="978882"/>
                  <a:pt x="4666478" y="978882"/>
                </a:cubicBezTo>
                <a:cubicBezTo>
                  <a:pt x="4588229" y="1092374"/>
                  <a:pt x="4588229" y="1092374"/>
                  <a:pt x="4588229" y="1092374"/>
                </a:cubicBezTo>
                <a:cubicBezTo>
                  <a:pt x="4517094" y="1049815"/>
                  <a:pt x="4517094" y="1049815"/>
                  <a:pt x="4517094" y="1049815"/>
                </a:cubicBezTo>
                <a:lnTo>
                  <a:pt x="4730500" y="744800"/>
                </a:lnTo>
                <a:close/>
                <a:moveTo>
                  <a:pt x="4495753" y="617121"/>
                </a:moveTo>
                <a:cubicBezTo>
                  <a:pt x="4474413" y="673867"/>
                  <a:pt x="4474413" y="673867"/>
                  <a:pt x="4474413" y="673867"/>
                </a:cubicBezTo>
                <a:cubicBezTo>
                  <a:pt x="4289461" y="595841"/>
                  <a:pt x="4289461" y="595841"/>
                  <a:pt x="4289461" y="595841"/>
                </a:cubicBezTo>
                <a:cubicBezTo>
                  <a:pt x="4253893" y="673867"/>
                  <a:pt x="4253893" y="673867"/>
                  <a:pt x="4253893" y="673867"/>
                </a:cubicBezTo>
                <a:cubicBezTo>
                  <a:pt x="4410391" y="744800"/>
                  <a:pt x="4410391" y="744800"/>
                  <a:pt x="4410391" y="744800"/>
                </a:cubicBezTo>
                <a:cubicBezTo>
                  <a:pt x="4389050" y="801548"/>
                  <a:pt x="4389050" y="801548"/>
                  <a:pt x="4389050" y="801548"/>
                </a:cubicBezTo>
                <a:cubicBezTo>
                  <a:pt x="4232553" y="730614"/>
                  <a:pt x="4232553" y="730614"/>
                  <a:pt x="4232553" y="730614"/>
                </a:cubicBezTo>
                <a:cubicBezTo>
                  <a:pt x="4168531" y="872481"/>
                  <a:pt x="4168531" y="872481"/>
                  <a:pt x="4168531" y="872481"/>
                </a:cubicBezTo>
                <a:cubicBezTo>
                  <a:pt x="4097396" y="844108"/>
                  <a:pt x="4097396" y="844108"/>
                  <a:pt x="4097396" y="844108"/>
                </a:cubicBezTo>
                <a:cubicBezTo>
                  <a:pt x="4239666" y="503627"/>
                  <a:pt x="4239666" y="503627"/>
                  <a:pt x="4239666" y="503627"/>
                </a:cubicBezTo>
                <a:lnTo>
                  <a:pt x="4495753" y="617121"/>
                </a:lnTo>
                <a:close/>
                <a:moveTo>
                  <a:pt x="3720379" y="546188"/>
                </a:moveTo>
                <a:cubicBezTo>
                  <a:pt x="3734605" y="510720"/>
                  <a:pt x="3748832" y="482347"/>
                  <a:pt x="3763060" y="461067"/>
                </a:cubicBezTo>
                <a:cubicBezTo>
                  <a:pt x="3777286" y="446880"/>
                  <a:pt x="3798627" y="432694"/>
                  <a:pt x="3812854" y="418507"/>
                </a:cubicBezTo>
                <a:cubicBezTo>
                  <a:pt x="3834195" y="411414"/>
                  <a:pt x="3855536" y="404321"/>
                  <a:pt x="3876876" y="404321"/>
                </a:cubicBezTo>
                <a:cubicBezTo>
                  <a:pt x="3898217" y="397227"/>
                  <a:pt x="3933784" y="404321"/>
                  <a:pt x="3962239" y="411414"/>
                </a:cubicBezTo>
                <a:cubicBezTo>
                  <a:pt x="4019146" y="425600"/>
                  <a:pt x="4061828" y="453974"/>
                  <a:pt x="4090281" y="496534"/>
                </a:cubicBezTo>
                <a:cubicBezTo>
                  <a:pt x="4111622" y="539093"/>
                  <a:pt x="4118736" y="588748"/>
                  <a:pt x="4104509" y="645494"/>
                </a:cubicBezTo>
                <a:cubicBezTo>
                  <a:pt x="4090281" y="702241"/>
                  <a:pt x="4054714" y="744800"/>
                  <a:pt x="4012033" y="766081"/>
                </a:cubicBezTo>
                <a:cubicBezTo>
                  <a:pt x="3969352" y="787361"/>
                  <a:pt x="3919557" y="794455"/>
                  <a:pt x="3862649" y="780268"/>
                </a:cubicBezTo>
                <a:cubicBezTo>
                  <a:pt x="3805740" y="766081"/>
                  <a:pt x="3763060" y="737707"/>
                  <a:pt x="3741718" y="695147"/>
                </a:cubicBezTo>
                <a:cubicBezTo>
                  <a:pt x="3713264" y="652587"/>
                  <a:pt x="3706151" y="602934"/>
                  <a:pt x="3720379" y="546188"/>
                </a:cubicBezTo>
                <a:close/>
                <a:moveTo>
                  <a:pt x="3272226" y="319201"/>
                </a:moveTo>
                <a:cubicBezTo>
                  <a:pt x="3364701" y="468160"/>
                  <a:pt x="3364701" y="468160"/>
                  <a:pt x="3364701" y="468160"/>
                </a:cubicBezTo>
                <a:cubicBezTo>
                  <a:pt x="3464291" y="326293"/>
                  <a:pt x="3464291" y="326293"/>
                  <a:pt x="3464291" y="326293"/>
                </a:cubicBezTo>
                <a:cubicBezTo>
                  <a:pt x="3556767" y="333386"/>
                  <a:pt x="3556767" y="333386"/>
                  <a:pt x="3556767" y="333386"/>
                </a:cubicBezTo>
                <a:cubicBezTo>
                  <a:pt x="3393156" y="539093"/>
                  <a:pt x="3393156" y="539093"/>
                  <a:pt x="3393156" y="539093"/>
                </a:cubicBezTo>
                <a:cubicBezTo>
                  <a:pt x="3386042" y="688054"/>
                  <a:pt x="3386042" y="688054"/>
                  <a:pt x="3386042" y="688054"/>
                </a:cubicBezTo>
                <a:cubicBezTo>
                  <a:pt x="3307794" y="688054"/>
                  <a:pt x="3307794" y="688054"/>
                  <a:pt x="3307794" y="688054"/>
                </a:cubicBezTo>
                <a:cubicBezTo>
                  <a:pt x="3314907" y="532000"/>
                  <a:pt x="3314907" y="532000"/>
                  <a:pt x="3314907" y="532000"/>
                </a:cubicBezTo>
                <a:cubicBezTo>
                  <a:pt x="3179750" y="312108"/>
                  <a:pt x="3179750" y="312108"/>
                  <a:pt x="3179750" y="312108"/>
                </a:cubicBezTo>
                <a:lnTo>
                  <a:pt x="3272226" y="319201"/>
                </a:lnTo>
                <a:close/>
                <a:moveTo>
                  <a:pt x="3137069" y="312108"/>
                </a:moveTo>
                <a:cubicBezTo>
                  <a:pt x="3144182" y="375947"/>
                  <a:pt x="3144182" y="375947"/>
                  <a:pt x="3144182" y="375947"/>
                </a:cubicBezTo>
                <a:cubicBezTo>
                  <a:pt x="3023252" y="383041"/>
                  <a:pt x="3023252" y="383041"/>
                  <a:pt x="3023252" y="383041"/>
                </a:cubicBezTo>
                <a:cubicBezTo>
                  <a:pt x="3044593" y="688054"/>
                  <a:pt x="3044593" y="688054"/>
                  <a:pt x="3044593" y="688054"/>
                </a:cubicBezTo>
                <a:cubicBezTo>
                  <a:pt x="2966344" y="695147"/>
                  <a:pt x="2966344" y="695147"/>
                  <a:pt x="2966344" y="695147"/>
                </a:cubicBezTo>
                <a:cubicBezTo>
                  <a:pt x="2937890" y="390134"/>
                  <a:pt x="2937890" y="390134"/>
                  <a:pt x="2937890" y="390134"/>
                </a:cubicBezTo>
                <a:cubicBezTo>
                  <a:pt x="2824072" y="397227"/>
                  <a:pt x="2824072" y="397227"/>
                  <a:pt x="2824072" y="397227"/>
                </a:cubicBezTo>
                <a:cubicBezTo>
                  <a:pt x="2816959" y="340481"/>
                  <a:pt x="2816959" y="340481"/>
                  <a:pt x="2816959" y="340481"/>
                </a:cubicBezTo>
                <a:lnTo>
                  <a:pt x="3137069" y="312108"/>
                </a:lnTo>
                <a:close/>
                <a:moveTo>
                  <a:pt x="2745824" y="354667"/>
                </a:moveTo>
                <a:cubicBezTo>
                  <a:pt x="2809846" y="716427"/>
                  <a:pt x="2809846" y="716427"/>
                  <a:pt x="2809846" y="716427"/>
                </a:cubicBezTo>
                <a:cubicBezTo>
                  <a:pt x="2731597" y="730614"/>
                  <a:pt x="2731597" y="730614"/>
                  <a:pt x="2731597" y="730614"/>
                </a:cubicBezTo>
                <a:cubicBezTo>
                  <a:pt x="2667575" y="368854"/>
                  <a:pt x="2667575" y="368854"/>
                  <a:pt x="2667575" y="368854"/>
                </a:cubicBezTo>
                <a:lnTo>
                  <a:pt x="2745824" y="354667"/>
                </a:lnTo>
                <a:close/>
                <a:moveTo>
                  <a:pt x="2304785" y="496534"/>
                </a:moveTo>
                <a:cubicBezTo>
                  <a:pt x="2311898" y="482347"/>
                  <a:pt x="2326126" y="461067"/>
                  <a:pt x="2347467" y="446880"/>
                </a:cubicBezTo>
                <a:cubicBezTo>
                  <a:pt x="2368807" y="432694"/>
                  <a:pt x="2390148" y="425600"/>
                  <a:pt x="2418602" y="418507"/>
                </a:cubicBezTo>
                <a:cubicBezTo>
                  <a:pt x="2468396" y="404321"/>
                  <a:pt x="2511077" y="404321"/>
                  <a:pt x="2539531" y="418507"/>
                </a:cubicBezTo>
                <a:cubicBezTo>
                  <a:pt x="2567986" y="425600"/>
                  <a:pt x="2589327" y="446880"/>
                  <a:pt x="2596440" y="482347"/>
                </a:cubicBezTo>
                <a:cubicBezTo>
                  <a:pt x="2518192" y="503627"/>
                  <a:pt x="2518192" y="503627"/>
                  <a:pt x="2518192" y="503627"/>
                </a:cubicBezTo>
                <a:cubicBezTo>
                  <a:pt x="2511077" y="489440"/>
                  <a:pt x="2503964" y="475254"/>
                  <a:pt x="2489737" y="475254"/>
                </a:cubicBezTo>
                <a:cubicBezTo>
                  <a:pt x="2475509" y="468160"/>
                  <a:pt x="2454170" y="468160"/>
                  <a:pt x="2432829" y="475254"/>
                </a:cubicBezTo>
                <a:cubicBezTo>
                  <a:pt x="2411487" y="482347"/>
                  <a:pt x="2397261" y="489440"/>
                  <a:pt x="2383034" y="503627"/>
                </a:cubicBezTo>
                <a:cubicBezTo>
                  <a:pt x="2375920" y="510720"/>
                  <a:pt x="2375920" y="517813"/>
                  <a:pt x="2375920" y="524908"/>
                </a:cubicBezTo>
                <a:cubicBezTo>
                  <a:pt x="2383034" y="539093"/>
                  <a:pt x="2390148" y="539093"/>
                  <a:pt x="2397261" y="546188"/>
                </a:cubicBezTo>
                <a:cubicBezTo>
                  <a:pt x="2411487" y="553281"/>
                  <a:pt x="2432829" y="553281"/>
                  <a:pt x="2475509" y="553281"/>
                </a:cubicBezTo>
                <a:cubicBezTo>
                  <a:pt x="2518192" y="546188"/>
                  <a:pt x="2546645" y="546188"/>
                  <a:pt x="2567986" y="553281"/>
                </a:cubicBezTo>
                <a:cubicBezTo>
                  <a:pt x="2589327" y="560374"/>
                  <a:pt x="2603553" y="567468"/>
                  <a:pt x="2617780" y="574561"/>
                </a:cubicBezTo>
                <a:cubicBezTo>
                  <a:pt x="2632008" y="588748"/>
                  <a:pt x="2646234" y="610028"/>
                  <a:pt x="2653348" y="631307"/>
                </a:cubicBezTo>
                <a:cubicBezTo>
                  <a:pt x="2653348" y="652587"/>
                  <a:pt x="2653348" y="673867"/>
                  <a:pt x="2646234" y="695147"/>
                </a:cubicBezTo>
                <a:cubicBezTo>
                  <a:pt x="2639121" y="716427"/>
                  <a:pt x="2624894" y="730614"/>
                  <a:pt x="2603553" y="744800"/>
                </a:cubicBezTo>
                <a:cubicBezTo>
                  <a:pt x="2589327" y="758988"/>
                  <a:pt x="2560872" y="773175"/>
                  <a:pt x="2525305" y="780268"/>
                </a:cubicBezTo>
                <a:cubicBezTo>
                  <a:pt x="2475509" y="794455"/>
                  <a:pt x="2432829" y="794455"/>
                  <a:pt x="2404374" y="780268"/>
                </a:cubicBezTo>
                <a:cubicBezTo>
                  <a:pt x="2368807" y="766081"/>
                  <a:pt x="2347467" y="744800"/>
                  <a:pt x="2333239" y="709334"/>
                </a:cubicBezTo>
                <a:cubicBezTo>
                  <a:pt x="2404374" y="680961"/>
                  <a:pt x="2404374" y="680961"/>
                  <a:pt x="2404374" y="680961"/>
                </a:cubicBezTo>
                <a:cubicBezTo>
                  <a:pt x="2418602" y="702241"/>
                  <a:pt x="2432829" y="716427"/>
                  <a:pt x="2447055" y="723520"/>
                </a:cubicBezTo>
                <a:cubicBezTo>
                  <a:pt x="2461283" y="730614"/>
                  <a:pt x="2482623" y="730614"/>
                  <a:pt x="2511077" y="723520"/>
                </a:cubicBezTo>
                <a:cubicBezTo>
                  <a:pt x="2532418" y="716427"/>
                  <a:pt x="2553759" y="702241"/>
                  <a:pt x="2560872" y="688054"/>
                </a:cubicBezTo>
                <a:cubicBezTo>
                  <a:pt x="2575099" y="680961"/>
                  <a:pt x="2575099" y="666774"/>
                  <a:pt x="2575099" y="652587"/>
                </a:cubicBezTo>
                <a:cubicBezTo>
                  <a:pt x="2567986" y="645494"/>
                  <a:pt x="2567986" y="638401"/>
                  <a:pt x="2560872" y="631307"/>
                </a:cubicBezTo>
                <a:cubicBezTo>
                  <a:pt x="2553759" y="631307"/>
                  <a:pt x="2539531" y="624214"/>
                  <a:pt x="2525305" y="624214"/>
                </a:cubicBezTo>
                <a:cubicBezTo>
                  <a:pt x="2518192" y="624214"/>
                  <a:pt x="2496850" y="624214"/>
                  <a:pt x="2461283" y="624214"/>
                </a:cubicBezTo>
                <a:cubicBezTo>
                  <a:pt x="2411487" y="631307"/>
                  <a:pt x="2383034" y="624214"/>
                  <a:pt x="2361693" y="617121"/>
                </a:cubicBezTo>
                <a:cubicBezTo>
                  <a:pt x="2333239" y="602934"/>
                  <a:pt x="2311898" y="581654"/>
                  <a:pt x="2304785" y="553281"/>
                </a:cubicBezTo>
                <a:cubicBezTo>
                  <a:pt x="2297671" y="539093"/>
                  <a:pt x="2297671" y="517813"/>
                  <a:pt x="2304785" y="496534"/>
                </a:cubicBezTo>
                <a:close/>
                <a:moveTo>
                  <a:pt x="2034470" y="560374"/>
                </a:moveTo>
                <a:cubicBezTo>
                  <a:pt x="2077152" y="546188"/>
                  <a:pt x="2105605" y="532000"/>
                  <a:pt x="2126946" y="532000"/>
                </a:cubicBezTo>
                <a:cubicBezTo>
                  <a:pt x="2148288" y="532000"/>
                  <a:pt x="2162514" y="532000"/>
                  <a:pt x="2183855" y="546188"/>
                </a:cubicBezTo>
                <a:cubicBezTo>
                  <a:pt x="2198082" y="553281"/>
                  <a:pt x="2212310" y="567468"/>
                  <a:pt x="2219423" y="588748"/>
                </a:cubicBezTo>
                <a:cubicBezTo>
                  <a:pt x="2233649" y="617121"/>
                  <a:pt x="2233649" y="638401"/>
                  <a:pt x="2226536" y="666774"/>
                </a:cubicBezTo>
                <a:cubicBezTo>
                  <a:pt x="2212310" y="688054"/>
                  <a:pt x="2198082" y="709334"/>
                  <a:pt x="2162514" y="723520"/>
                </a:cubicBezTo>
                <a:cubicBezTo>
                  <a:pt x="2183855" y="730614"/>
                  <a:pt x="2205195" y="730614"/>
                  <a:pt x="2219423" y="737707"/>
                </a:cubicBezTo>
                <a:cubicBezTo>
                  <a:pt x="2233649" y="744800"/>
                  <a:pt x="2254990" y="751895"/>
                  <a:pt x="2283445" y="773175"/>
                </a:cubicBezTo>
                <a:cubicBezTo>
                  <a:pt x="2354580" y="815734"/>
                  <a:pt x="2354580" y="815734"/>
                  <a:pt x="2354580" y="815734"/>
                </a:cubicBezTo>
                <a:cubicBezTo>
                  <a:pt x="2269217" y="858294"/>
                  <a:pt x="2269217" y="858294"/>
                  <a:pt x="2269217" y="858294"/>
                </a:cubicBezTo>
                <a:cubicBezTo>
                  <a:pt x="2183855" y="808641"/>
                  <a:pt x="2183855" y="808641"/>
                  <a:pt x="2183855" y="808641"/>
                </a:cubicBezTo>
                <a:cubicBezTo>
                  <a:pt x="2148288" y="794455"/>
                  <a:pt x="2134060" y="780268"/>
                  <a:pt x="2119833" y="773175"/>
                </a:cubicBezTo>
                <a:cubicBezTo>
                  <a:pt x="2112720" y="773175"/>
                  <a:pt x="2098492" y="773175"/>
                  <a:pt x="2091379" y="773175"/>
                </a:cubicBezTo>
                <a:cubicBezTo>
                  <a:pt x="2084266" y="773175"/>
                  <a:pt x="2070038" y="780268"/>
                  <a:pt x="2055811" y="787361"/>
                </a:cubicBezTo>
                <a:cubicBezTo>
                  <a:pt x="2034470" y="794455"/>
                  <a:pt x="2034470" y="794455"/>
                  <a:pt x="2034470" y="794455"/>
                </a:cubicBezTo>
                <a:cubicBezTo>
                  <a:pt x="2098492" y="929227"/>
                  <a:pt x="2098492" y="929227"/>
                  <a:pt x="2098492" y="929227"/>
                </a:cubicBezTo>
                <a:cubicBezTo>
                  <a:pt x="2027357" y="964695"/>
                  <a:pt x="2027357" y="964695"/>
                  <a:pt x="2027357" y="964695"/>
                </a:cubicBezTo>
                <a:cubicBezTo>
                  <a:pt x="1877973" y="631307"/>
                  <a:pt x="1877973" y="631307"/>
                  <a:pt x="1877973" y="631307"/>
                </a:cubicBezTo>
                <a:lnTo>
                  <a:pt x="2034470" y="560374"/>
                </a:lnTo>
                <a:close/>
                <a:moveTo>
                  <a:pt x="1778384" y="680961"/>
                </a:moveTo>
                <a:cubicBezTo>
                  <a:pt x="1813951" y="737707"/>
                  <a:pt x="1813951" y="737707"/>
                  <a:pt x="1813951" y="737707"/>
                </a:cubicBezTo>
                <a:cubicBezTo>
                  <a:pt x="1629000" y="851201"/>
                  <a:pt x="1629000" y="851201"/>
                  <a:pt x="1629000" y="851201"/>
                </a:cubicBezTo>
                <a:cubicBezTo>
                  <a:pt x="1671681" y="922134"/>
                  <a:pt x="1671681" y="922134"/>
                  <a:pt x="1671681" y="922134"/>
                </a:cubicBezTo>
                <a:cubicBezTo>
                  <a:pt x="1842406" y="815734"/>
                  <a:pt x="1842406" y="815734"/>
                  <a:pt x="1842406" y="815734"/>
                </a:cubicBezTo>
                <a:cubicBezTo>
                  <a:pt x="1877973" y="865388"/>
                  <a:pt x="1877973" y="865388"/>
                  <a:pt x="1877973" y="865388"/>
                </a:cubicBezTo>
                <a:cubicBezTo>
                  <a:pt x="1707248" y="971787"/>
                  <a:pt x="1707248" y="971787"/>
                  <a:pt x="1707248" y="971787"/>
                </a:cubicBezTo>
                <a:cubicBezTo>
                  <a:pt x="1757042" y="1056908"/>
                  <a:pt x="1757042" y="1056908"/>
                  <a:pt x="1757042" y="1056908"/>
                </a:cubicBezTo>
                <a:cubicBezTo>
                  <a:pt x="1949108" y="936321"/>
                  <a:pt x="1949108" y="936321"/>
                  <a:pt x="1949108" y="936321"/>
                </a:cubicBezTo>
                <a:cubicBezTo>
                  <a:pt x="1977563" y="985975"/>
                  <a:pt x="1977563" y="985975"/>
                  <a:pt x="1977563" y="985975"/>
                </a:cubicBezTo>
                <a:cubicBezTo>
                  <a:pt x="1721475" y="1149121"/>
                  <a:pt x="1721475" y="1149121"/>
                  <a:pt x="1721475" y="1149121"/>
                </a:cubicBezTo>
                <a:cubicBezTo>
                  <a:pt x="1522296" y="844108"/>
                  <a:pt x="1522296" y="844108"/>
                  <a:pt x="1522296" y="844108"/>
                </a:cubicBezTo>
                <a:lnTo>
                  <a:pt x="1778384" y="680961"/>
                </a:lnTo>
                <a:close/>
                <a:moveTo>
                  <a:pt x="1244868" y="1071095"/>
                </a:moveTo>
                <a:cubicBezTo>
                  <a:pt x="1493843" y="1212962"/>
                  <a:pt x="1493843" y="1212962"/>
                  <a:pt x="1493843" y="1212962"/>
                </a:cubicBezTo>
                <a:cubicBezTo>
                  <a:pt x="1394253" y="943414"/>
                  <a:pt x="1394253" y="943414"/>
                  <a:pt x="1394253" y="943414"/>
                </a:cubicBezTo>
                <a:cubicBezTo>
                  <a:pt x="1465388" y="886668"/>
                  <a:pt x="1465388" y="886668"/>
                  <a:pt x="1465388" y="886668"/>
                </a:cubicBezTo>
                <a:cubicBezTo>
                  <a:pt x="1586318" y="1255522"/>
                  <a:pt x="1586318" y="1255522"/>
                  <a:pt x="1586318" y="1255522"/>
                </a:cubicBezTo>
                <a:cubicBezTo>
                  <a:pt x="1522296" y="1312268"/>
                  <a:pt x="1522296" y="1312268"/>
                  <a:pt x="1522296" y="1312268"/>
                </a:cubicBezTo>
                <a:cubicBezTo>
                  <a:pt x="1173733" y="1127841"/>
                  <a:pt x="1173733" y="1127841"/>
                  <a:pt x="1173733" y="1127841"/>
                </a:cubicBezTo>
                <a:lnTo>
                  <a:pt x="1244868" y="1071095"/>
                </a:lnTo>
                <a:close/>
                <a:moveTo>
                  <a:pt x="1138165" y="1170402"/>
                </a:moveTo>
                <a:cubicBezTo>
                  <a:pt x="1401366" y="1425762"/>
                  <a:pt x="1401366" y="1425762"/>
                  <a:pt x="1401366" y="1425762"/>
                </a:cubicBezTo>
                <a:cubicBezTo>
                  <a:pt x="1344458" y="1482508"/>
                  <a:pt x="1344458" y="1482508"/>
                  <a:pt x="1344458" y="1482508"/>
                </a:cubicBezTo>
                <a:cubicBezTo>
                  <a:pt x="1081258" y="1234242"/>
                  <a:pt x="1081258" y="1234242"/>
                  <a:pt x="1081258" y="1234242"/>
                </a:cubicBezTo>
                <a:lnTo>
                  <a:pt x="1138165" y="1170402"/>
                </a:lnTo>
                <a:close/>
                <a:moveTo>
                  <a:pt x="860737" y="1496695"/>
                </a:moveTo>
                <a:cubicBezTo>
                  <a:pt x="1159506" y="1517975"/>
                  <a:pt x="1159506" y="1517975"/>
                  <a:pt x="1159506" y="1517975"/>
                </a:cubicBezTo>
                <a:cubicBezTo>
                  <a:pt x="960327" y="1369014"/>
                  <a:pt x="960327" y="1369014"/>
                  <a:pt x="960327" y="1369014"/>
                </a:cubicBezTo>
                <a:cubicBezTo>
                  <a:pt x="1010121" y="1305175"/>
                  <a:pt x="1010121" y="1305175"/>
                  <a:pt x="1010121" y="1305175"/>
                </a:cubicBezTo>
                <a:cubicBezTo>
                  <a:pt x="1294663" y="1532162"/>
                  <a:pt x="1294663" y="1532162"/>
                  <a:pt x="1294663" y="1532162"/>
                </a:cubicBezTo>
                <a:cubicBezTo>
                  <a:pt x="1244868" y="1596001"/>
                  <a:pt x="1244868" y="1596001"/>
                  <a:pt x="1244868" y="1596001"/>
                </a:cubicBezTo>
                <a:cubicBezTo>
                  <a:pt x="953214" y="1574721"/>
                  <a:pt x="953214" y="1574721"/>
                  <a:pt x="953214" y="1574721"/>
                </a:cubicBezTo>
                <a:cubicBezTo>
                  <a:pt x="1145278" y="1723682"/>
                  <a:pt x="1145278" y="1723682"/>
                  <a:pt x="1145278" y="1723682"/>
                </a:cubicBezTo>
                <a:cubicBezTo>
                  <a:pt x="1102597" y="1787522"/>
                  <a:pt x="1102597" y="1787522"/>
                  <a:pt x="1102597" y="1787522"/>
                </a:cubicBezTo>
                <a:cubicBezTo>
                  <a:pt x="810943" y="1560535"/>
                  <a:pt x="810943" y="1560535"/>
                  <a:pt x="810943" y="1560535"/>
                </a:cubicBezTo>
                <a:lnTo>
                  <a:pt x="860737" y="1496695"/>
                </a:lnTo>
                <a:close/>
                <a:moveTo>
                  <a:pt x="625991" y="1872642"/>
                </a:moveTo>
                <a:cubicBezTo>
                  <a:pt x="796715" y="1971949"/>
                  <a:pt x="796715" y="1971949"/>
                  <a:pt x="796715" y="1971949"/>
                </a:cubicBezTo>
                <a:cubicBezTo>
                  <a:pt x="825170" y="1986135"/>
                  <a:pt x="846511" y="1993229"/>
                  <a:pt x="853624" y="1993229"/>
                </a:cubicBezTo>
                <a:cubicBezTo>
                  <a:pt x="867851" y="2000322"/>
                  <a:pt x="882079" y="2000322"/>
                  <a:pt x="896305" y="1993229"/>
                </a:cubicBezTo>
                <a:cubicBezTo>
                  <a:pt x="910533" y="1986135"/>
                  <a:pt x="924759" y="1971949"/>
                  <a:pt x="938986" y="1950669"/>
                </a:cubicBezTo>
                <a:cubicBezTo>
                  <a:pt x="946100" y="1929389"/>
                  <a:pt x="953214" y="1915202"/>
                  <a:pt x="953214" y="1901016"/>
                </a:cubicBezTo>
                <a:cubicBezTo>
                  <a:pt x="953214" y="1886829"/>
                  <a:pt x="946100" y="1872642"/>
                  <a:pt x="931873" y="1865549"/>
                </a:cubicBezTo>
                <a:cubicBezTo>
                  <a:pt x="924759" y="1858456"/>
                  <a:pt x="903418" y="1844269"/>
                  <a:pt x="882079" y="1830083"/>
                </a:cubicBezTo>
                <a:cubicBezTo>
                  <a:pt x="704240" y="1730775"/>
                  <a:pt x="704240" y="1730775"/>
                  <a:pt x="704240" y="1730775"/>
                </a:cubicBezTo>
                <a:cubicBezTo>
                  <a:pt x="739808" y="1659842"/>
                  <a:pt x="739808" y="1659842"/>
                  <a:pt x="739808" y="1659842"/>
                </a:cubicBezTo>
                <a:cubicBezTo>
                  <a:pt x="910533" y="1759148"/>
                  <a:pt x="910533" y="1759148"/>
                  <a:pt x="910533" y="1759148"/>
                </a:cubicBezTo>
                <a:cubicBezTo>
                  <a:pt x="953214" y="1780428"/>
                  <a:pt x="974554" y="1794615"/>
                  <a:pt x="988781" y="1808803"/>
                </a:cubicBezTo>
                <a:cubicBezTo>
                  <a:pt x="1003008" y="1822988"/>
                  <a:pt x="1010121" y="1837176"/>
                  <a:pt x="1017236" y="1851362"/>
                </a:cubicBezTo>
                <a:cubicBezTo>
                  <a:pt x="1024349" y="1865549"/>
                  <a:pt x="1024349" y="1886829"/>
                  <a:pt x="1024349" y="1908109"/>
                </a:cubicBezTo>
                <a:cubicBezTo>
                  <a:pt x="1017236" y="1929389"/>
                  <a:pt x="1010121" y="1950669"/>
                  <a:pt x="995895" y="1979042"/>
                </a:cubicBezTo>
                <a:cubicBezTo>
                  <a:pt x="974554" y="2014510"/>
                  <a:pt x="953214" y="2035788"/>
                  <a:pt x="938986" y="2049976"/>
                </a:cubicBezTo>
                <a:cubicBezTo>
                  <a:pt x="924759" y="2064163"/>
                  <a:pt x="903418" y="2071256"/>
                  <a:pt x="889192" y="2078349"/>
                </a:cubicBezTo>
                <a:cubicBezTo>
                  <a:pt x="874965" y="2078349"/>
                  <a:pt x="853624" y="2078349"/>
                  <a:pt x="839398" y="2078349"/>
                </a:cubicBezTo>
                <a:cubicBezTo>
                  <a:pt x="818057" y="2071256"/>
                  <a:pt x="789602" y="2057069"/>
                  <a:pt x="754035" y="2035788"/>
                </a:cubicBezTo>
                <a:cubicBezTo>
                  <a:pt x="583310" y="1943575"/>
                  <a:pt x="583310" y="1943575"/>
                  <a:pt x="583310" y="1943575"/>
                </a:cubicBezTo>
                <a:lnTo>
                  <a:pt x="625991" y="1872642"/>
                </a:lnTo>
                <a:close/>
                <a:moveTo>
                  <a:pt x="320109" y="2851523"/>
                </a:moveTo>
                <a:cubicBezTo>
                  <a:pt x="583310" y="2723843"/>
                  <a:pt x="583310" y="2723843"/>
                  <a:pt x="583310" y="2723843"/>
                </a:cubicBezTo>
                <a:cubicBezTo>
                  <a:pt x="341450" y="2688377"/>
                  <a:pt x="341450" y="2688377"/>
                  <a:pt x="341450" y="2688377"/>
                </a:cubicBezTo>
                <a:cubicBezTo>
                  <a:pt x="355676" y="2610349"/>
                  <a:pt x="355676" y="2610349"/>
                  <a:pt x="355676" y="2610349"/>
                </a:cubicBezTo>
                <a:cubicBezTo>
                  <a:pt x="718467" y="2667097"/>
                  <a:pt x="718467" y="2667097"/>
                  <a:pt x="718467" y="2667097"/>
                </a:cubicBezTo>
                <a:cubicBezTo>
                  <a:pt x="704240" y="2745123"/>
                  <a:pt x="704240" y="2745123"/>
                  <a:pt x="704240" y="2745123"/>
                </a:cubicBezTo>
                <a:cubicBezTo>
                  <a:pt x="441039" y="2872804"/>
                  <a:pt x="441039" y="2872804"/>
                  <a:pt x="441039" y="2872804"/>
                </a:cubicBezTo>
                <a:cubicBezTo>
                  <a:pt x="675786" y="2908270"/>
                  <a:pt x="675786" y="2908270"/>
                  <a:pt x="675786" y="2908270"/>
                </a:cubicBezTo>
                <a:cubicBezTo>
                  <a:pt x="668673" y="2986297"/>
                  <a:pt x="668673" y="2986297"/>
                  <a:pt x="668673" y="2986297"/>
                </a:cubicBezTo>
                <a:cubicBezTo>
                  <a:pt x="305882" y="2929550"/>
                  <a:pt x="305882" y="2929550"/>
                  <a:pt x="305882" y="2929550"/>
                </a:cubicBezTo>
                <a:lnTo>
                  <a:pt x="320109" y="2851523"/>
                </a:lnTo>
                <a:close/>
                <a:moveTo>
                  <a:pt x="298769" y="3028857"/>
                </a:moveTo>
                <a:cubicBezTo>
                  <a:pt x="668673" y="3050137"/>
                  <a:pt x="668673" y="3050137"/>
                  <a:pt x="668673" y="3050137"/>
                </a:cubicBezTo>
                <a:cubicBezTo>
                  <a:pt x="661558" y="3128164"/>
                  <a:pt x="661558" y="3128164"/>
                  <a:pt x="661558" y="3128164"/>
                </a:cubicBezTo>
                <a:cubicBezTo>
                  <a:pt x="298769" y="3113976"/>
                  <a:pt x="298769" y="3113976"/>
                  <a:pt x="298769" y="3113976"/>
                </a:cubicBezTo>
                <a:lnTo>
                  <a:pt x="298769" y="3028857"/>
                </a:lnTo>
                <a:close/>
                <a:moveTo>
                  <a:pt x="305882" y="3454457"/>
                </a:moveTo>
                <a:cubicBezTo>
                  <a:pt x="448153" y="3447364"/>
                  <a:pt x="448153" y="3447364"/>
                  <a:pt x="448153" y="3447364"/>
                </a:cubicBezTo>
                <a:cubicBezTo>
                  <a:pt x="441039" y="3291310"/>
                  <a:pt x="441039" y="3291310"/>
                  <a:pt x="441039" y="3291310"/>
                </a:cubicBezTo>
                <a:cubicBezTo>
                  <a:pt x="298769" y="3298403"/>
                  <a:pt x="298769" y="3298403"/>
                  <a:pt x="298769" y="3298403"/>
                </a:cubicBezTo>
                <a:cubicBezTo>
                  <a:pt x="291656" y="3213284"/>
                  <a:pt x="291656" y="3213284"/>
                  <a:pt x="291656" y="3213284"/>
                </a:cubicBezTo>
                <a:cubicBezTo>
                  <a:pt x="654445" y="3192004"/>
                  <a:pt x="654445" y="3192004"/>
                  <a:pt x="654445" y="3192004"/>
                </a:cubicBezTo>
                <a:cubicBezTo>
                  <a:pt x="661558" y="3277123"/>
                  <a:pt x="661558" y="3277123"/>
                  <a:pt x="661558" y="3277123"/>
                </a:cubicBezTo>
                <a:cubicBezTo>
                  <a:pt x="505061" y="3284217"/>
                  <a:pt x="505061" y="3284217"/>
                  <a:pt x="505061" y="3284217"/>
                </a:cubicBezTo>
                <a:cubicBezTo>
                  <a:pt x="512174" y="3447364"/>
                  <a:pt x="512174" y="3447364"/>
                  <a:pt x="512174" y="3447364"/>
                </a:cubicBezTo>
                <a:cubicBezTo>
                  <a:pt x="668673" y="3433177"/>
                  <a:pt x="668673" y="3433177"/>
                  <a:pt x="668673" y="3433177"/>
                </a:cubicBezTo>
                <a:cubicBezTo>
                  <a:pt x="675786" y="3518298"/>
                  <a:pt x="675786" y="3518298"/>
                  <a:pt x="675786" y="3518298"/>
                </a:cubicBezTo>
                <a:cubicBezTo>
                  <a:pt x="305882" y="3539578"/>
                  <a:pt x="305882" y="3539578"/>
                  <a:pt x="305882" y="3539578"/>
                </a:cubicBezTo>
                <a:lnTo>
                  <a:pt x="305882" y="3454457"/>
                </a:lnTo>
                <a:close/>
                <a:moveTo>
                  <a:pt x="697126" y="3872964"/>
                </a:moveTo>
                <a:cubicBezTo>
                  <a:pt x="675786" y="3908431"/>
                  <a:pt x="633104" y="3936804"/>
                  <a:pt x="576196" y="3950992"/>
                </a:cubicBezTo>
                <a:cubicBezTo>
                  <a:pt x="519288" y="3965177"/>
                  <a:pt x="469494" y="3958085"/>
                  <a:pt x="426811" y="3929711"/>
                </a:cubicBezTo>
                <a:cubicBezTo>
                  <a:pt x="384131" y="3901338"/>
                  <a:pt x="362791" y="3858778"/>
                  <a:pt x="348563" y="3802031"/>
                </a:cubicBezTo>
                <a:cubicBezTo>
                  <a:pt x="341450" y="3752378"/>
                  <a:pt x="341450" y="3709817"/>
                  <a:pt x="362791" y="3674351"/>
                </a:cubicBezTo>
                <a:cubicBezTo>
                  <a:pt x="377017" y="3653071"/>
                  <a:pt x="391244" y="3638884"/>
                  <a:pt x="419698" y="3624697"/>
                </a:cubicBezTo>
                <a:cubicBezTo>
                  <a:pt x="455266" y="3695631"/>
                  <a:pt x="455266" y="3695631"/>
                  <a:pt x="455266" y="3695631"/>
                </a:cubicBezTo>
                <a:cubicBezTo>
                  <a:pt x="433926" y="3709817"/>
                  <a:pt x="426811" y="3716912"/>
                  <a:pt x="412585" y="3738190"/>
                </a:cubicBezTo>
                <a:cubicBezTo>
                  <a:pt x="405472" y="3752378"/>
                  <a:pt x="405472" y="3773658"/>
                  <a:pt x="412585" y="3794938"/>
                </a:cubicBezTo>
                <a:cubicBezTo>
                  <a:pt x="419698" y="3823311"/>
                  <a:pt x="433926" y="3844591"/>
                  <a:pt x="455266" y="3858778"/>
                </a:cubicBezTo>
                <a:cubicBezTo>
                  <a:pt x="476607" y="3872964"/>
                  <a:pt x="512174" y="3880058"/>
                  <a:pt x="554855" y="3865871"/>
                </a:cubicBezTo>
                <a:cubicBezTo>
                  <a:pt x="597536" y="3858778"/>
                  <a:pt x="633104" y="3844591"/>
                  <a:pt x="647332" y="3823311"/>
                </a:cubicBezTo>
                <a:cubicBezTo>
                  <a:pt x="661558" y="3802031"/>
                  <a:pt x="668673" y="3773658"/>
                  <a:pt x="661558" y="3745285"/>
                </a:cubicBezTo>
                <a:cubicBezTo>
                  <a:pt x="654445" y="3724004"/>
                  <a:pt x="647332" y="3702724"/>
                  <a:pt x="633104" y="3695631"/>
                </a:cubicBezTo>
                <a:cubicBezTo>
                  <a:pt x="611764" y="3681444"/>
                  <a:pt x="590423" y="3674351"/>
                  <a:pt x="561969" y="3674351"/>
                </a:cubicBezTo>
                <a:cubicBezTo>
                  <a:pt x="569083" y="3589231"/>
                  <a:pt x="569083" y="3589231"/>
                  <a:pt x="569083" y="3589231"/>
                </a:cubicBezTo>
                <a:cubicBezTo>
                  <a:pt x="611764" y="3596324"/>
                  <a:pt x="647332" y="3610511"/>
                  <a:pt x="668673" y="3631791"/>
                </a:cubicBezTo>
                <a:cubicBezTo>
                  <a:pt x="697126" y="3653071"/>
                  <a:pt x="711354" y="3688537"/>
                  <a:pt x="718467" y="3731097"/>
                </a:cubicBezTo>
                <a:cubicBezTo>
                  <a:pt x="732693" y="3780751"/>
                  <a:pt x="725580" y="3830404"/>
                  <a:pt x="697126" y="3872964"/>
                </a:cubicBezTo>
                <a:close/>
                <a:moveTo>
                  <a:pt x="818057" y="2340803"/>
                </a:moveTo>
                <a:cubicBezTo>
                  <a:pt x="725580" y="2347896"/>
                  <a:pt x="725580" y="2347896"/>
                  <a:pt x="725580" y="2347896"/>
                </a:cubicBezTo>
                <a:cubicBezTo>
                  <a:pt x="675786" y="2503950"/>
                  <a:pt x="675786" y="2503950"/>
                  <a:pt x="675786" y="2503950"/>
                </a:cubicBezTo>
                <a:cubicBezTo>
                  <a:pt x="746921" y="2560696"/>
                  <a:pt x="746921" y="2560696"/>
                  <a:pt x="746921" y="2560696"/>
                </a:cubicBezTo>
                <a:cubicBezTo>
                  <a:pt x="718467" y="2645816"/>
                  <a:pt x="718467" y="2645816"/>
                  <a:pt x="718467" y="2645816"/>
                </a:cubicBezTo>
                <a:cubicBezTo>
                  <a:pt x="419698" y="2383363"/>
                  <a:pt x="419698" y="2383363"/>
                  <a:pt x="419698" y="2383363"/>
                </a:cubicBezTo>
                <a:cubicBezTo>
                  <a:pt x="441039" y="2298243"/>
                  <a:pt x="441039" y="2298243"/>
                  <a:pt x="441039" y="2298243"/>
                </a:cubicBezTo>
                <a:cubicBezTo>
                  <a:pt x="839398" y="2255683"/>
                  <a:pt x="839398" y="2255683"/>
                  <a:pt x="839398" y="2255683"/>
                </a:cubicBezTo>
                <a:lnTo>
                  <a:pt x="818057" y="2340803"/>
                </a:lnTo>
                <a:close/>
                <a:moveTo>
                  <a:pt x="1792610" y="5405126"/>
                </a:moveTo>
                <a:cubicBezTo>
                  <a:pt x="1792610" y="5412219"/>
                  <a:pt x="1785497" y="5419312"/>
                  <a:pt x="1778384" y="5419312"/>
                </a:cubicBezTo>
                <a:cubicBezTo>
                  <a:pt x="1764156" y="5426406"/>
                  <a:pt x="1700135" y="5412219"/>
                  <a:pt x="1693020" y="5419312"/>
                </a:cubicBezTo>
                <a:cubicBezTo>
                  <a:pt x="1657453" y="5419312"/>
                  <a:pt x="1650340" y="5419312"/>
                  <a:pt x="1643226" y="5433499"/>
                </a:cubicBezTo>
                <a:cubicBezTo>
                  <a:pt x="1643226" y="5440592"/>
                  <a:pt x="1643226" y="5461872"/>
                  <a:pt x="1629000" y="5461872"/>
                </a:cubicBezTo>
                <a:cubicBezTo>
                  <a:pt x="1614772" y="5454780"/>
                  <a:pt x="1579204" y="5447687"/>
                  <a:pt x="1557863" y="5447687"/>
                </a:cubicBezTo>
                <a:cubicBezTo>
                  <a:pt x="1550750" y="5447687"/>
                  <a:pt x="1543637" y="5447687"/>
                  <a:pt x="1536523" y="5447687"/>
                </a:cubicBezTo>
                <a:cubicBezTo>
                  <a:pt x="1458275" y="5539900"/>
                  <a:pt x="1401366" y="5617926"/>
                  <a:pt x="1316003" y="5703047"/>
                </a:cubicBezTo>
                <a:cubicBezTo>
                  <a:pt x="1316003" y="5703047"/>
                  <a:pt x="1301777" y="5710140"/>
                  <a:pt x="1301777" y="5710140"/>
                </a:cubicBezTo>
                <a:cubicBezTo>
                  <a:pt x="1358685" y="5617926"/>
                  <a:pt x="1415593" y="5525713"/>
                  <a:pt x="1479615" y="5433499"/>
                </a:cubicBezTo>
                <a:cubicBezTo>
                  <a:pt x="1486728" y="5419312"/>
                  <a:pt x="1479615" y="5412219"/>
                  <a:pt x="1479615" y="5412219"/>
                </a:cubicBezTo>
                <a:cubicBezTo>
                  <a:pt x="1472501" y="5398033"/>
                  <a:pt x="1493843" y="5376753"/>
                  <a:pt x="1508069" y="5376753"/>
                </a:cubicBezTo>
                <a:cubicBezTo>
                  <a:pt x="1508069" y="5376753"/>
                  <a:pt x="1515182" y="5376753"/>
                  <a:pt x="1522296" y="5376753"/>
                </a:cubicBezTo>
                <a:cubicBezTo>
                  <a:pt x="1557863" y="5320006"/>
                  <a:pt x="1557863" y="5320006"/>
                  <a:pt x="1572091" y="5298726"/>
                </a:cubicBezTo>
                <a:cubicBezTo>
                  <a:pt x="1557863" y="5291633"/>
                  <a:pt x="1500956" y="5270353"/>
                  <a:pt x="1515182" y="5256166"/>
                </a:cubicBezTo>
                <a:cubicBezTo>
                  <a:pt x="1522296" y="5256166"/>
                  <a:pt x="1536523" y="5256166"/>
                  <a:pt x="1550750" y="5256166"/>
                </a:cubicBezTo>
                <a:cubicBezTo>
                  <a:pt x="1564978" y="5263260"/>
                  <a:pt x="1579204" y="5263260"/>
                  <a:pt x="1586318" y="5270353"/>
                </a:cubicBezTo>
                <a:cubicBezTo>
                  <a:pt x="1614772" y="5241980"/>
                  <a:pt x="1629000" y="5220699"/>
                  <a:pt x="1643226" y="5185232"/>
                </a:cubicBezTo>
                <a:cubicBezTo>
                  <a:pt x="1643226" y="5178139"/>
                  <a:pt x="1664567" y="5149766"/>
                  <a:pt x="1657453" y="5149766"/>
                </a:cubicBezTo>
                <a:cubicBezTo>
                  <a:pt x="1657453" y="5135579"/>
                  <a:pt x="1657453" y="5135579"/>
                  <a:pt x="1657453" y="5128486"/>
                </a:cubicBezTo>
                <a:cubicBezTo>
                  <a:pt x="1685907" y="5142672"/>
                  <a:pt x="1700135" y="5156859"/>
                  <a:pt x="1700135" y="5185232"/>
                </a:cubicBezTo>
                <a:cubicBezTo>
                  <a:pt x="1700135" y="5185232"/>
                  <a:pt x="1700135" y="5206512"/>
                  <a:pt x="1700135" y="5213607"/>
                </a:cubicBezTo>
                <a:cubicBezTo>
                  <a:pt x="1678794" y="5234885"/>
                  <a:pt x="1664567" y="5263260"/>
                  <a:pt x="1643226" y="5284540"/>
                </a:cubicBezTo>
                <a:cubicBezTo>
                  <a:pt x="1650340" y="5291633"/>
                  <a:pt x="1657453" y="5291633"/>
                  <a:pt x="1664567" y="5291633"/>
                </a:cubicBezTo>
                <a:cubicBezTo>
                  <a:pt x="1685907" y="5305820"/>
                  <a:pt x="1700135" y="5305820"/>
                  <a:pt x="1721475" y="5320006"/>
                </a:cubicBezTo>
                <a:cubicBezTo>
                  <a:pt x="1728588" y="5312913"/>
                  <a:pt x="1735703" y="5320006"/>
                  <a:pt x="1735703" y="5312913"/>
                </a:cubicBezTo>
                <a:cubicBezTo>
                  <a:pt x="1792610" y="5341286"/>
                  <a:pt x="1799725" y="5398033"/>
                  <a:pt x="1792610" y="5405126"/>
                </a:cubicBezTo>
                <a:close/>
                <a:moveTo>
                  <a:pt x="1344458" y="5213607"/>
                </a:moveTo>
                <a:cubicBezTo>
                  <a:pt x="1365799" y="5227792"/>
                  <a:pt x="1387138" y="5241980"/>
                  <a:pt x="1394253" y="5263260"/>
                </a:cubicBezTo>
                <a:cubicBezTo>
                  <a:pt x="1401366" y="5270353"/>
                  <a:pt x="1429821" y="5305820"/>
                  <a:pt x="1444047" y="5348379"/>
                </a:cubicBezTo>
                <a:cubicBezTo>
                  <a:pt x="1451160" y="5369659"/>
                  <a:pt x="1458275" y="5376753"/>
                  <a:pt x="1451160" y="5398033"/>
                </a:cubicBezTo>
                <a:cubicBezTo>
                  <a:pt x="1415593" y="5376753"/>
                  <a:pt x="1422707" y="5369659"/>
                  <a:pt x="1408480" y="5334193"/>
                </a:cubicBezTo>
                <a:cubicBezTo>
                  <a:pt x="1408480" y="5320006"/>
                  <a:pt x="1401366" y="5305820"/>
                  <a:pt x="1372912" y="5277446"/>
                </a:cubicBezTo>
                <a:cubicBezTo>
                  <a:pt x="1372912" y="5263260"/>
                  <a:pt x="1344458" y="5234885"/>
                  <a:pt x="1344458" y="5213607"/>
                </a:cubicBezTo>
                <a:close/>
                <a:moveTo>
                  <a:pt x="1863745" y="5816540"/>
                </a:moveTo>
                <a:cubicBezTo>
                  <a:pt x="1863745" y="5802353"/>
                  <a:pt x="1849519" y="5795260"/>
                  <a:pt x="1849519" y="5781073"/>
                </a:cubicBezTo>
                <a:cubicBezTo>
                  <a:pt x="1892200" y="5724327"/>
                  <a:pt x="1949108" y="5596646"/>
                  <a:pt x="1998903" y="5525713"/>
                </a:cubicBezTo>
                <a:cubicBezTo>
                  <a:pt x="2006017" y="5511526"/>
                  <a:pt x="2013130" y="5504433"/>
                  <a:pt x="2020244" y="5504433"/>
                </a:cubicBezTo>
                <a:cubicBezTo>
                  <a:pt x="2020244" y="5511526"/>
                  <a:pt x="2027357" y="5511526"/>
                  <a:pt x="2013130" y="5539900"/>
                </a:cubicBezTo>
                <a:cubicBezTo>
                  <a:pt x="2013130" y="5546993"/>
                  <a:pt x="1870860" y="5809446"/>
                  <a:pt x="1885086" y="5823633"/>
                </a:cubicBezTo>
                <a:cubicBezTo>
                  <a:pt x="1870860" y="5823633"/>
                  <a:pt x="1870860" y="5823633"/>
                  <a:pt x="1863745" y="5816540"/>
                </a:cubicBezTo>
                <a:close/>
                <a:moveTo>
                  <a:pt x="2055811" y="5880381"/>
                </a:moveTo>
                <a:cubicBezTo>
                  <a:pt x="2048698" y="5887474"/>
                  <a:pt x="2048698" y="5887474"/>
                  <a:pt x="2041585" y="5887474"/>
                </a:cubicBezTo>
                <a:cubicBezTo>
                  <a:pt x="2034470" y="5887474"/>
                  <a:pt x="2020244" y="5880381"/>
                  <a:pt x="2006017" y="5873286"/>
                </a:cubicBezTo>
                <a:cubicBezTo>
                  <a:pt x="1991789" y="5859101"/>
                  <a:pt x="1956222" y="5802353"/>
                  <a:pt x="1963335" y="5788167"/>
                </a:cubicBezTo>
                <a:cubicBezTo>
                  <a:pt x="1963335" y="5788167"/>
                  <a:pt x="1963335" y="5788167"/>
                  <a:pt x="1963335" y="5788167"/>
                </a:cubicBezTo>
                <a:cubicBezTo>
                  <a:pt x="1977563" y="5830726"/>
                  <a:pt x="2034470" y="5816540"/>
                  <a:pt x="2091379" y="5802353"/>
                </a:cubicBezTo>
                <a:cubicBezTo>
                  <a:pt x="2134060" y="5788167"/>
                  <a:pt x="2169627" y="5766887"/>
                  <a:pt x="2169627" y="5759793"/>
                </a:cubicBezTo>
                <a:cubicBezTo>
                  <a:pt x="2169627" y="5752700"/>
                  <a:pt x="2169627" y="5745607"/>
                  <a:pt x="2162514" y="5738513"/>
                </a:cubicBezTo>
                <a:cubicBezTo>
                  <a:pt x="2162514" y="5745607"/>
                  <a:pt x="2141173" y="5752700"/>
                  <a:pt x="2112720" y="5759793"/>
                </a:cubicBezTo>
                <a:cubicBezTo>
                  <a:pt x="2048698" y="5773980"/>
                  <a:pt x="1956222" y="5788167"/>
                  <a:pt x="1941995" y="5781073"/>
                </a:cubicBezTo>
                <a:cubicBezTo>
                  <a:pt x="1920654" y="5773980"/>
                  <a:pt x="1920654" y="5766887"/>
                  <a:pt x="1941995" y="5738513"/>
                </a:cubicBezTo>
                <a:cubicBezTo>
                  <a:pt x="1984676" y="5724327"/>
                  <a:pt x="2062924" y="5710140"/>
                  <a:pt x="2112720" y="5688860"/>
                </a:cubicBezTo>
                <a:cubicBezTo>
                  <a:pt x="2112720" y="5681767"/>
                  <a:pt x="2126946" y="5681767"/>
                  <a:pt x="2119833" y="5667579"/>
                </a:cubicBezTo>
                <a:cubicBezTo>
                  <a:pt x="2098492" y="5674674"/>
                  <a:pt x="2034470" y="5681767"/>
                  <a:pt x="2020244" y="5681767"/>
                </a:cubicBezTo>
                <a:cubicBezTo>
                  <a:pt x="1998903" y="5660487"/>
                  <a:pt x="2013130" y="5639206"/>
                  <a:pt x="2020244" y="5617926"/>
                </a:cubicBezTo>
                <a:cubicBezTo>
                  <a:pt x="2027357" y="5617926"/>
                  <a:pt x="2020244" y="5617926"/>
                  <a:pt x="2027357" y="5617926"/>
                </a:cubicBezTo>
                <a:cubicBezTo>
                  <a:pt x="2041585" y="5632113"/>
                  <a:pt x="2091379" y="5617926"/>
                  <a:pt x="2098492" y="5610833"/>
                </a:cubicBezTo>
                <a:cubicBezTo>
                  <a:pt x="2091379" y="5596646"/>
                  <a:pt x="2077152" y="5561180"/>
                  <a:pt x="2084266" y="5568273"/>
                </a:cubicBezTo>
                <a:cubicBezTo>
                  <a:pt x="2098492" y="5575366"/>
                  <a:pt x="2098492" y="5582460"/>
                  <a:pt x="2119833" y="5582460"/>
                </a:cubicBezTo>
                <a:cubicBezTo>
                  <a:pt x="2119833" y="5582460"/>
                  <a:pt x="2126946" y="5582460"/>
                  <a:pt x="2119833" y="5582460"/>
                </a:cubicBezTo>
                <a:cubicBezTo>
                  <a:pt x="2112720" y="5575366"/>
                  <a:pt x="2098492" y="5568273"/>
                  <a:pt x="2098492" y="5561180"/>
                </a:cubicBezTo>
                <a:cubicBezTo>
                  <a:pt x="2105605" y="5546993"/>
                  <a:pt x="2119833" y="5546993"/>
                  <a:pt x="2126946" y="5554086"/>
                </a:cubicBezTo>
                <a:cubicBezTo>
                  <a:pt x="2141173" y="5561180"/>
                  <a:pt x="2190968" y="5596646"/>
                  <a:pt x="2190968" y="5596646"/>
                </a:cubicBezTo>
                <a:cubicBezTo>
                  <a:pt x="2198082" y="5603739"/>
                  <a:pt x="2198082" y="5603739"/>
                  <a:pt x="2198082" y="5603739"/>
                </a:cubicBezTo>
                <a:cubicBezTo>
                  <a:pt x="2205195" y="5610833"/>
                  <a:pt x="2205195" y="5617926"/>
                  <a:pt x="2205195" y="5625019"/>
                </a:cubicBezTo>
                <a:cubicBezTo>
                  <a:pt x="2205195" y="5646299"/>
                  <a:pt x="2190968" y="5653394"/>
                  <a:pt x="2169627" y="5653394"/>
                </a:cubicBezTo>
                <a:cubicBezTo>
                  <a:pt x="2176742" y="5688860"/>
                  <a:pt x="2176742" y="5717233"/>
                  <a:pt x="2198082" y="5752700"/>
                </a:cubicBezTo>
                <a:cubicBezTo>
                  <a:pt x="2212310" y="5738513"/>
                  <a:pt x="2226536" y="5738513"/>
                  <a:pt x="2226536" y="5731420"/>
                </a:cubicBezTo>
                <a:cubicBezTo>
                  <a:pt x="2247877" y="5745607"/>
                  <a:pt x="2254990" y="5752700"/>
                  <a:pt x="2254990" y="5773980"/>
                </a:cubicBezTo>
                <a:cubicBezTo>
                  <a:pt x="2240763" y="5802353"/>
                  <a:pt x="2205195" y="5795260"/>
                  <a:pt x="2198082" y="5809446"/>
                </a:cubicBezTo>
                <a:cubicBezTo>
                  <a:pt x="2190968" y="5837820"/>
                  <a:pt x="2198082" y="5894567"/>
                  <a:pt x="2183855" y="5915847"/>
                </a:cubicBezTo>
                <a:cubicBezTo>
                  <a:pt x="2183855" y="5922940"/>
                  <a:pt x="2176742" y="5922940"/>
                  <a:pt x="2169627" y="5915847"/>
                </a:cubicBezTo>
                <a:cubicBezTo>
                  <a:pt x="2162514" y="5894567"/>
                  <a:pt x="2169627" y="5844913"/>
                  <a:pt x="2169627" y="5816540"/>
                </a:cubicBezTo>
                <a:cubicBezTo>
                  <a:pt x="2155401" y="5823633"/>
                  <a:pt x="2126946" y="5837820"/>
                  <a:pt x="2098492" y="5837820"/>
                </a:cubicBezTo>
                <a:cubicBezTo>
                  <a:pt x="2098492" y="5844913"/>
                  <a:pt x="2098492" y="5844913"/>
                  <a:pt x="2098492" y="5852006"/>
                </a:cubicBezTo>
                <a:cubicBezTo>
                  <a:pt x="2112720" y="5859101"/>
                  <a:pt x="2112720" y="5866194"/>
                  <a:pt x="2119833" y="5873286"/>
                </a:cubicBezTo>
                <a:cubicBezTo>
                  <a:pt x="2119833" y="5880381"/>
                  <a:pt x="2105605" y="5887474"/>
                  <a:pt x="2105605" y="5894567"/>
                </a:cubicBezTo>
                <a:cubicBezTo>
                  <a:pt x="2098492" y="5894567"/>
                  <a:pt x="2084266" y="5887474"/>
                  <a:pt x="2070038" y="5880381"/>
                </a:cubicBezTo>
                <a:cubicBezTo>
                  <a:pt x="2062924" y="5880381"/>
                  <a:pt x="2055811" y="5880381"/>
                  <a:pt x="2055811" y="5880381"/>
                </a:cubicBezTo>
                <a:close/>
                <a:moveTo>
                  <a:pt x="2254990" y="5582460"/>
                </a:moveTo>
                <a:cubicBezTo>
                  <a:pt x="2254990" y="5568273"/>
                  <a:pt x="2269217" y="5575366"/>
                  <a:pt x="2276330" y="5575366"/>
                </a:cubicBezTo>
                <a:cubicBezTo>
                  <a:pt x="2297671" y="5589553"/>
                  <a:pt x="2311898" y="5596646"/>
                  <a:pt x="2319012" y="5632113"/>
                </a:cubicBezTo>
                <a:cubicBezTo>
                  <a:pt x="2319012" y="5639206"/>
                  <a:pt x="2319012" y="5646299"/>
                  <a:pt x="2311898" y="5660487"/>
                </a:cubicBezTo>
                <a:cubicBezTo>
                  <a:pt x="2297671" y="5660487"/>
                  <a:pt x="2269217" y="5660487"/>
                  <a:pt x="2269217" y="5639206"/>
                </a:cubicBezTo>
                <a:cubicBezTo>
                  <a:pt x="2262104" y="5625019"/>
                  <a:pt x="2247877" y="5589553"/>
                  <a:pt x="2254990" y="5582460"/>
                </a:cubicBezTo>
                <a:close/>
                <a:moveTo>
                  <a:pt x="2425715" y="5688860"/>
                </a:moveTo>
                <a:cubicBezTo>
                  <a:pt x="2375920" y="5695953"/>
                  <a:pt x="2269217" y="5993873"/>
                  <a:pt x="2219423" y="6057713"/>
                </a:cubicBezTo>
                <a:cubicBezTo>
                  <a:pt x="2190968" y="6107366"/>
                  <a:pt x="2176742" y="6107366"/>
                  <a:pt x="2155401" y="6086086"/>
                </a:cubicBezTo>
                <a:cubicBezTo>
                  <a:pt x="2126946" y="6057713"/>
                  <a:pt x="2091379" y="5930034"/>
                  <a:pt x="2098492" y="5901660"/>
                </a:cubicBezTo>
                <a:cubicBezTo>
                  <a:pt x="2105605" y="5908754"/>
                  <a:pt x="2112720" y="5930034"/>
                  <a:pt x="2112720" y="5937127"/>
                </a:cubicBezTo>
                <a:cubicBezTo>
                  <a:pt x="2119833" y="5930034"/>
                  <a:pt x="2112720" y="5930034"/>
                  <a:pt x="2119833" y="5922940"/>
                </a:cubicBezTo>
                <a:cubicBezTo>
                  <a:pt x="2126946" y="5944220"/>
                  <a:pt x="2155401" y="6000967"/>
                  <a:pt x="2162514" y="6008060"/>
                </a:cubicBezTo>
                <a:cubicBezTo>
                  <a:pt x="2183855" y="6022247"/>
                  <a:pt x="2190968" y="5986780"/>
                  <a:pt x="2205195" y="5972594"/>
                </a:cubicBezTo>
                <a:cubicBezTo>
                  <a:pt x="2233649" y="5915847"/>
                  <a:pt x="2311898" y="5724327"/>
                  <a:pt x="2340352" y="5667579"/>
                </a:cubicBezTo>
                <a:cubicBezTo>
                  <a:pt x="2361693" y="5632113"/>
                  <a:pt x="2375920" y="5596646"/>
                  <a:pt x="2354580" y="5575366"/>
                </a:cubicBezTo>
                <a:cubicBezTo>
                  <a:pt x="2276330" y="5532806"/>
                  <a:pt x="2176742" y="5561180"/>
                  <a:pt x="2105605" y="5518620"/>
                </a:cubicBezTo>
                <a:cubicBezTo>
                  <a:pt x="2105605" y="5518620"/>
                  <a:pt x="2105605" y="5518620"/>
                  <a:pt x="2105605" y="5518620"/>
                </a:cubicBezTo>
                <a:cubicBezTo>
                  <a:pt x="2148288" y="5504433"/>
                  <a:pt x="2333239" y="5546993"/>
                  <a:pt x="2333239" y="5546993"/>
                </a:cubicBezTo>
                <a:cubicBezTo>
                  <a:pt x="2390148" y="5561180"/>
                  <a:pt x="2461283" y="5617926"/>
                  <a:pt x="2425715" y="5688860"/>
                </a:cubicBezTo>
                <a:close/>
                <a:moveTo>
                  <a:pt x="2596440" y="6086086"/>
                </a:moveTo>
                <a:cubicBezTo>
                  <a:pt x="2596440" y="6086086"/>
                  <a:pt x="2582212" y="6093181"/>
                  <a:pt x="2575099" y="6093181"/>
                </a:cubicBezTo>
                <a:cubicBezTo>
                  <a:pt x="2575099" y="6093181"/>
                  <a:pt x="2575099" y="6100274"/>
                  <a:pt x="2560872" y="6107366"/>
                </a:cubicBezTo>
                <a:cubicBezTo>
                  <a:pt x="2560872" y="6107366"/>
                  <a:pt x="2546645" y="6114461"/>
                  <a:pt x="2532418" y="6107366"/>
                </a:cubicBezTo>
                <a:cubicBezTo>
                  <a:pt x="2532418" y="6107366"/>
                  <a:pt x="2525305" y="6100274"/>
                  <a:pt x="2518192" y="6100274"/>
                </a:cubicBezTo>
                <a:cubicBezTo>
                  <a:pt x="2518192" y="6100274"/>
                  <a:pt x="2503964" y="6093181"/>
                  <a:pt x="2496850" y="6093181"/>
                </a:cubicBezTo>
                <a:cubicBezTo>
                  <a:pt x="2496850" y="6093181"/>
                  <a:pt x="2482623" y="6093181"/>
                  <a:pt x="2503964" y="6086086"/>
                </a:cubicBezTo>
                <a:cubicBezTo>
                  <a:pt x="2503964" y="6086086"/>
                  <a:pt x="2503964" y="6078993"/>
                  <a:pt x="2511077" y="6078993"/>
                </a:cubicBezTo>
                <a:cubicBezTo>
                  <a:pt x="2511077" y="6078993"/>
                  <a:pt x="2518192" y="6078993"/>
                  <a:pt x="2518192" y="6078993"/>
                </a:cubicBezTo>
                <a:cubicBezTo>
                  <a:pt x="2518192" y="6078993"/>
                  <a:pt x="2518192" y="6071900"/>
                  <a:pt x="2525305" y="6078993"/>
                </a:cubicBezTo>
                <a:cubicBezTo>
                  <a:pt x="2525305" y="6078993"/>
                  <a:pt x="2532418" y="6086086"/>
                  <a:pt x="2539531" y="6064808"/>
                </a:cubicBezTo>
                <a:cubicBezTo>
                  <a:pt x="2539531" y="6064808"/>
                  <a:pt x="2539531" y="6064808"/>
                  <a:pt x="2546645" y="6064808"/>
                </a:cubicBezTo>
                <a:cubicBezTo>
                  <a:pt x="2546645" y="6064808"/>
                  <a:pt x="2575099" y="6050620"/>
                  <a:pt x="2639121" y="6008060"/>
                </a:cubicBezTo>
                <a:cubicBezTo>
                  <a:pt x="2639121" y="6008060"/>
                  <a:pt x="2696030" y="5972594"/>
                  <a:pt x="2731597" y="5937127"/>
                </a:cubicBezTo>
                <a:cubicBezTo>
                  <a:pt x="2731597" y="5937127"/>
                  <a:pt x="2760052" y="5915847"/>
                  <a:pt x="2795619" y="5887474"/>
                </a:cubicBezTo>
                <a:cubicBezTo>
                  <a:pt x="2795619" y="5887474"/>
                  <a:pt x="2888094" y="5816540"/>
                  <a:pt x="2902322" y="5795260"/>
                </a:cubicBezTo>
                <a:cubicBezTo>
                  <a:pt x="2902322" y="5795260"/>
                  <a:pt x="2838300" y="5759793"/>
                  <a:pt x="2845413" y="5731420"/>
                </a:cubicBezTo>
                <a:cubicBezTo>
                  <a:pt x="2845413" y="5731420"/>
                  <a:pt x="2852527" y="5717233"/>
                  <a:pt x="2859640" y="5731420"/>
                </a:cubicBezTo>
                <a:cubicBezTo>
                  <a:pt x="2859640" y="5731420"/>
                  <a:pt x="2888094" y="5752700"/>
                  <a:pt x="2937890" y="5745607"/>
                </a:cubicBezTo>
                <a:cubicBezTo>
                  <a:pt x="2937890" y="5745607"/>
                  <a:pt x="2959230" y="5745607"/>
                  <a:pt x="2987684" y="5724327"/>
                </a:cubicBezTo>
                <a:cubicBezTo>
                  <a:pt x="2987684" y="5724327"/>
                  <a:pt x="3023252" y="5717233"/>
                  <a:pt x="3037479" y="5781073"/>
                </a:cubicBezTo>
                <a:cubicBezTo>
                  <a:pt x="3037479" y="5781073"/>
                  <a:pt x="3037479" y="5809446"/>
                  <a:pt x="3023252" y="5802353"/>
                </a:cubicBezTo>
                <a:cubicBezTo>
                  <a:pt x="3023252" y="5802353"/>
                  <a:pt x="3001912" y="5802353"/>
                  <a:pt x="2980571" y="5809446"/>
                </a:cubicBezTo>
                <a:cubicBezTo>
                  <a:pt x="2980571" y="5809446"/>
                  <a:pt x="2973457" y="5802353"/>
                  <a:pt x="2959230" y="5816540"/>
                </a:cubicBezTo>
                <a:cubicBezTo>
                  <a:pt x="2959230" y="5816540"/>
                  <a:pt x="2916549" y="5859101"/>
                  <a:pt x="2824072" y="5915847"/>
                </a:cubicBezTo>
                <a:cubicBezTo>
                  <a:pt x="2824072" y="5915847"/>
                  <a:pt x="2774278" y="5951314"/>
                  <a:pt x="2710256" y="6015153"/>
                </a:cubicBezTo>
                <a:cubicBezTo>
                  <a:pt x="2710256" y="6015153"/>
                  <a:pt x="2660462" y="6057713"/>
                  <a:pt x="2596440" y="6086086"/>
                </a:cubicBezTo>
                <a:close/>
                <a:moveTo>
                  <a:pt x="3058819" y="6086086"/>
                </a:moveTo>
                <a:cubicBezTo>
                  <a:pt x="3058819" y="6086086"/>
                  <a:pt x="3058819" y="6093181"/>
                  <a:pt x="3058819" y="6100274"/>
                </a:cubicBezTo>
                <a:cubicBezTo>
                  <a:pt x="3058819" y="6100274"/>
                  <a:pt x="3058819" y="6114461"/>
                  <a:pt x="3037479" y="6114461"/>
                </a:cubicBezTo>
                <a:cubicBezTo>
                  <a:pt x="3037479" y="6114461"/>
                  <a:pt x="2987684" y="6128647"/>
                  <a:pt x="2980571" y="6142834"/>
                </a:cubicBezTo>
                <a:cubicBezTo>
                  <a:pt x="2980571" y="6142834"/>
                  <a:pt x="2952116" y="6164114"/>
                  <a:pt x="2959230" y="6185394"/>
                </a:cubicBezTo>
                <a:cubicBezTo>
                  <a:pt x="2959230" y="6185394"/>
                  <a:pt x="2959230" y="6199580"/>
                  <a:pt x="2937890" y="6206674"/>
                </a:cubicBezTo>
                <a:cubicBezTo>
                  <a:pt x="2937890" y="6206674"/>
                  <a:pt x="2923662" y="6206674"/>
                  <a:pt x="2909435" y="6206674"/>
                </a:cubicBezTo>
                <a:cubicBezTo>
                  <a:pt x="2909435" y="6206674"/>
                  <a:pt x="2895209" y="6192487"/>
                  <a:pt x="2873868" y="6206674"/>
                </a:cubicBezTo>
                <a:cubicBezTo>
                  <a:pt x="2873868" y="6206674"/>
                  <a:pt x="2873868" y="6213767"/>
                  <a:pt x="2859640" y="6206674"/>
                </a:cubicBezTo>
                <a:cubicBezTo>
                  <a:pt x="2859640" y="6206674"/>
                  <a:pt x="2859640" y="6199580"/>
                  <a:pt x="2852527" y="6199580"/>
                </a:cubicBezTo>
                <a:cubicBezTo>
                  <a:pt x="2852527" y="6199580"/>
                  <a:pt x="2845413" y="6192487"/>
                  <a:pt x="2845413" y="6185394"/>
                </a:cubicBezTo>
                <a:cubicBezTo>
                  <a:pt x="2845413" y="6185394"/>
                  <a:pt x="2845413" y="6171207"/>
                  <a:pt x="2831187" y="6164114"/>
                </a:cubicBezTo>
                <a:cubicBezTo>
                  <a:pt x="2831187" y="6164114"/>
                  <a:pt x="2824072" y="6164114"/>
                  <a:pt x="2824072" y="6149927"/>
                </a:cubicBezTo>
                <a:cubicBezTo>
                  <a:pt x="2824072" y="6149927"/>
                  <a:pt x="2816959" y="6107366"/>
                  <a:pt x="2809846" y="6086086"/>
                </a:cubicBezTo>
                <a:cubicBezTo>
                  <a:pt x="2809846" y="6086086"/>
                  <a:pt x="2802733" y="6064808"/>
                  <a:pt x="2781391" y="6057713"/>
                </a:cubicBezTo>
                <a:cubicBezTo>
                  <a:pt x="2781391" y="6057713"/>
                  <a:pt x="2752937" y="6015153"/>
                  <a:pt x="2767165" y="6015153"/>
                </a:cubicBezTo>
                <a:cubicBezTo>
                  <a:pt x="2767165" y="6015153"/>
                  <a:pt x="2795619" y="6015153"/>
                  <a:pt x="2816959" y="6057713"/>
                </a:cubicBezTo>
                <a:cubicBezTo>
                  <a:pt x="2816959" y="6057713"/>
                  <a:pt x="2816959" y="6071900"/>
                  <a:pt x="2816959" y="6086086"/>
                </a:cubicBezTo>
                <a:cubicBezTo>
                  <a:pt x="2816959" y="6086086"/>
                  <a:pt x="2824072" y="6093181"/>
                  <a:pt x="2838300" y="6142834"/>
                </a:cubicBezTo>
                <a:cubicBezTo>
                  <a:pt x="2838300" y="6142834"/>
                  <a:pt x="2845413" y="6149927"/>
                  <a:pt x="2845413" y="6135741"/>
                </a:cubicBezTo>
                <a:cubicBezTo>
                  <a:pt x="2859640" y="6121554"/>
                  <a:pt x="2859640" y="6121554"/>
                  <a:pt x="2859640" y="6121554"/>
                </a:cubicBezTo>
                <a:cubicBezTo>
                  <a:pt x="2859640" y="6121554"/>
                  <a:pt x="2866754" y="6107366"/>
                  <a:pt x="2873868" y="6114461"/>
                </a:cubicBezTo>
                <a:cubicBezTo>
                  <a:pt x="2873868" y="6114461"/>
                  <a:pt x="2873868" y="6121554"/>
                  <a:pt x="2880981" y="6114461"/>
                </a:cubicBezTo>
                <a:cubicBezTo>
                  <a:pt x="2880981" y="6114461"/>
                  <a:pt x="2902322" y="6100274"/>
                  <a:pt x="2916549" y="6086086"/>
                </a:cubicBezTo>
                <a:cubicBezTo>
                  <a:pt x="2916549" y="6086086"/>
                  <a:pt x="2937890" y="6071900"/>
                  <a:pt x="2930776" y="6064808"/>
                </a:cubicBezTo>
                <a:cubicBezTo>
                  <a:pt x="2930776" y="6064808"/>
                  <a:pt x="2909435" y="6036433"/>
                  <a:pt x="2902322" y="6029340"/>
                </a:cubicBezTo>
                <a:cubicBezTo>
                  <a:pt x="2902322" y="6029340"/>
                  <a:pt x="2880981" y="6015153"/>
                  <a:pt x="2895209" y="6015153"/>
                </a:cubicBezTo>
                <a:cubicBezTo>
                  <a:pt x="2895209" y="6015153"/>
                  <a:pt x="2902322" y="6015153"/>
                  <a:pt x="2923662" y="6022247"/>
                </a:cubicBezTo>
                <a:cubicBezTo>
                  <a:pt x="2923662" y="6022247"/>
                  <a:pt x="2966344" y="6029340"/>
                  <a:pt x="2980571" y="6015153"/>
                </a:cubicBezTo>
                <a:cubicBezTo>
                  <a:pt x="2980571" y="6015153"/>
                  <a:pt x="2980571" y="6000967"/>
                  <a:pt x="2994797" y="6008060"/>
                </a:cubicBezTo>
                <a:cubicBezTo>
                  <a:pt x="2994797" y="6008060"/>
                  <a:pt x="3016138" y="6029340"/>
                  <a:pt x="3023252" y="6029340"/>
                </a:cubicBezTo>
                <a:cubicBezTo>
                  <a:pt x="3023252" y="6029340"/>
                  <a:pt x="3065932" y="6043527"/>
                  <a:pt x="3058819" y="6086086"/>
                </a:cubicBezTo>
                <a:close/>
                <a:moveTo>
                  <a:pt x="3450064" y="6213767"/>
                </a:moveTo>
                <a:cubicBezTo>
                  <a:pt x="3450064" y="6213767"/>
                  <a:pt x="3450064" y="6227954"/>
                  <a:pt x="3435836" y="6220860"/>
                </a:cubicBezTo>
                <a:cubicBezTo>
                  <a:pt x="3435836" y="6220860"/>
                  <a:pt x="3393156" y="6199580"/>
                  <a:pt x="3378929" y="6142834"/>
                </a:cubicBezTo>
                <a:cubicBezTo>
                  <a:pt x="3378929" y="6142834"/>
                  <a:pt x="3364701" y="6078993"/>
                  <a:pt x="3364701" y="6071900"/>
                </a:cubicBezTo>
                <a:cubicBezTo>
                  <a:pt x="3364701" y="6071900"/>
                  <a:pt x="3364701" y="6071900"/>
                  <a:pt x="3364701" y="6057713"/>
                </a:cubicBezTo>
                <a:cubicBezTo>
                  <a:pt x="3357588" y="6015153"/>
                  <a:pt x="3357588" y="6015153"/>
                  <a:pt x="3357588" y="6015153"/>
                </a:cubicBezTo>
                <a:cubicBezTo>
                  <a:pt x="3357588" y="6015153"/>
                  <a:pt x="3357588" y="6015153"/>
                  <a:pt x="3364701" y="6008060"/>
                </a:cubicBezTo>
                <a:cubicBezTo>
                  <a:pt x="3364701" y="6008060"/>
                  <a:pt x="3357588" y="6000967"/>
                  <a:pt x="3364701" y="5993873"/>
                </a:cubicBezTo>
                <a:cubicBezTo>
                  <a:pt x="3364701" y="5993873"/>
                  <a:pt x="3364701" y="5993873"/>
                  <a:pt x="3364701" y="5993873"/>
                </a:cubicBezTo>
                <a:cubicBezTo>
                  <a:pt x="3364701" y="5993873"/>
                  <a:pt x="3364701" y="5972594"/>
                  <a:pt x="3371814" y="5979687"/>
                </a:cubicBezTo>
                <a:cubicBezTo>
                  <a:pt x="3371814" y="5979687"/>
                  <a:pt x="3378929" y="5986780"/>
                  <a:pt x="3371814" y="6000967"/>
                </a:cubicBezTo>
                <a:cubicBezTo>
                  <a:pt x="3371814" y="6000967"/>
                  <a:pt x="3364701" y="6015153"/>
                  <a:pt x="3393156" y="6064808"/>
                </a:cubicBezTo>
                <a:cubicBezTo>
                  <a:pt x="3393156" y="6064808"/>
                  <a:pt x="3400269" y="6071900"/>
                  <a:pt x="3407382" y="6071900"/>
                </a:cubicBezTo>
                <a:cubicBezTo>
                  <a:pt x="3407382" y="6071900"/>
                  <a:pt x="3414497" y="6078993"/>
                  <a:pt x="3421610" y="6100274"/>
                </a:cubicBezTo>
                <a:cubicBezTo>
                  <a:pt x="3421610" y="6100274"/>
                  <a:pt x="3421610" y="6114461"/>
                  <a:pt x="3421610" y="6114461"/>
                </a:cubicBezTo>
                <a:cubicBezTo>
                  <a:pt x="3421610" y="6114461"/>
                  <a:pt x="3414497" y="6128647"/>
                  <a:pt x="3428723" y="6121554"/>
                </a:cubicBezTo>
                <a:cubicBezTo>
                  <a:pt x="3428723" y="6121554"/>
                  <a:pt x="3435836" y="6121554"/>
                  <a:pt x="3435836" y="6128647"/>
                </a:cubicBezTo>
                <a:cubicBezTo>
                  <a:pt x="3435836" y="6128647"/>
                  <a:pt x="3435836" y="6149927"/>
                  <a:pt x="3435836" y="6157021"/>
                </a:cubicBezTo>
                <a:cubicBezTo>
                  <a:pt x="3435836" y="6157021"/>
                  <a:pt x="3442950" y="6164114"/>
                  <a:pt x="3442950" y="6171207"/>
                </a:cubicBezTo>
                <a:cubicBezTo>
                  <a:pt x="3442950" y="6171207"/>
                  <a:pt x="3442950" y="6178300"/>
                  <a:pt x="3442950" y="6178300"/>
                </a:cubicBezTo>
                <a:cubicBezTo>
                  <a:pt x="3442950" y="6178300"/>
                  <a:pt x="3450064" y="6178300"/>
                  <a:pt x="3450064" y="6178300"/>
                </a:cubicBezTo>
                <a:cubicBezTo>
                  <a:pt x="3450064" y="6178300"/>
                  <a:pt x="3457177" y="6213767"/>
                  <a:pt x="3450064" y="6213767"/>
                </a:cubicBezTo>
                <a:close/>
                <a:moveTo>
                  <a:pt x="3428723" y="5915847"/>
                </a:moveTo>
                <a:cubicBezTo>
                  <a:pt x="3428723" y="5915847"/>
                  <a:pt x="3421610" y="5908754"/>
                  <a:pt x="3414497" y="5908754"/>
                </a:cubicBezTo>
                <a:cubicBezTo>
                  <a:pt x="3414497" y="5908754"/>
                  <a:pt x="3407382" y="5908754"/>
                  <a:pt x="3400269" y="5908754"/>
                </a:cubicBezTo>
                <a:cubicBezTo>
                  <a:pt x="3400269" y="5908754"/>
                  <a:pt x="3386042" y="5908754"/>
                  <a:pt x="3393156" y="5894567"/>
                </a:cubicBezTo>
                <a:cubicBezTo>
                  <a:pt x="3393156" y="5894567"/>
                  <a:pt x="3407382" y="5866194"/>
                  <a:pt x="3400269" y="5837820"/>
                </a:cubicBezTo>
                <a:cubicBezTo>
                  <a:pt x="3400269" y="5837820"/>
                  <a:pt x="3400269" y="5830726"/>
                  <a:pt x="3407382" y="5823633"/>
                </a:cubicBezTo>
                <a:cubicBezTo>
                  <a:pt x="3407382" y="5823633"/>
                  <a:pt x="3407382" y="5816540"/>
                  <a:pt x="3414497" y="5823633"/>
                </a:cubicBezTo>
                <a:cubicBezTo>
                  <a:pt x="3414497" y="5823633"/>
                  <a:pt x="3450064" y="5873286"/>
                  <a:pt x="3450064" y="5901660"/>
                </a:cubicBezTo>
                <a:cubicBezTo>
                  <a:pt x="3450064" y="5901660"/>
                  <a:pt x="3457177" y="5922940"/>
                  <a:pt x="3428723" y="5915847"/>
                </a:cubicBezTo>
                <a:close/>
                <a:moveTo>
                  <a:pt x="3841308" y="5944220"/>
                </a:moveTo>
                <a:cubicBezTo>
                  <a:pt x="3841308" y="5944220"/>
                  <a:pt x="3834195" y="5972594"/>
                  <a:pt x="3819968" y="5979687"/>
                </a:cubicBezTo>
                <a:cubicBezTo>
                  <a:pt x="3819968" y="5979687"/>
                  <a:pt x="3812854" y="5986780"/>
                  <a:pt x="3812854" y="6000967"/>
                </a:cubicBezTo>
                <a:cubicBezTo>
                  <a:pt x="3812854" y="6000967"/>
                  <a:pt x="3791514" y="6043527"/>
                  <a:pt x="3777286" y="6050620"/>
                </a:cubicBezTo>
                <a:cubicBezTo>
                  <a:pt x="3777286" y="6050620"/>
                  <a:pt x="3755946" y="6064808"/>
                  <a:pt x="3763060" y="6078993"/>
                </a:cubicBezTo>
                <a:cubicBezTo>
                  <a:pt x="3763060" y="6078993"/>
                  <a:pt x="3791514" y="6100274"/>
                  <a:pt x="3784399" y="6128647"/>
                </a:cubicBezTo>
                <a:cubicBezTo>
                  <a:pt x="3784399" y="6128647"/>
                  <a:pt x="3784399" y="6135741"/>
                  <a:pt x="3777286" y="6135741"/>
                </a:cubicBezTo>
                <a:cubicBezTo>
                  <a:pt x="3777286" y="6135741"/>
                  <a:pt x="3770173" y="6142834"/>
                  <a:pt x="3763060" y="6142834"/>
                </a:cubicBezTo>
                <a:cubicBezTo>
                  <a:pt x="3763060" y="6142834"/>
                  <a:pt x="3755946" y="6142834"/>
                  <a:pt x="3755946" y="6142834"/>
                </a:cubicBezTo>
                <a:cubicBezTo>
                  <a:pt x="3755946" y="6142834"/>
                  <a:pt x="3727492" y="6157021"/>
                  <a:pt x="3713264" y="6157021"/>
                </a:cubicBezTo>
                <a:cubicBezTo>
                  <a:pt x="3713264" y="6157021"/>
                  <a:pt x="3699038" y="6157021"/>
                  <a:pt x="3677696" y="6157021"/>
                </a:cubicBezTo>
                <a:cubicBezTo>
                  <a:pt x="3677696" y="6157021"/>
                  <a:pt x="3677696" y="6149927"/>
                  <a:pt x="3670583" y="6157021"/>
                </a:cubicBezTo>
                <a:cubicBezTo>
                  <a:pt x="3670583" y="6157021"/>
                  <a:pt x="3642129" y="6192487"/>
                  <a:pt x="3606561" y="6164114"/>
                </a:cubicBezTo>
                <a:cubicBezTo>
                  <a:pt x="3606561" y="6164114"/>
                  <a:pt x="3599448" y="6157021"/>
                  <a:pt x="3592335" y="6149927"/>
                </a:cubicBezTo>
                <a:cubicBezTo>
                  <a:pt x="3585221" y="6149927"/>
                  <a:pt x="3578107" y="6142834"/>
                  <a:pt x="3570994" y="6142834"/>
                </a:cubicBezTo>
                <a:cubicBezTo>
                  <a:pt x="3570994" y="6142834"/>
                  <a:pt x="3528313" y="6114461"/>
                  <a:pt x="3514086" y="6107366"/>
                </a:cubicBezTo>
                <a:cubicBezTo>
                  <a:pt x="3514086" y="6107366"/>
                  <a:pt x="3485632" y="6086086"/>
                  <a:pt x="3485632" y="6071900"/>
                </a:cubicBezTo>
                <a:cubicBezTo>
                  <a:pt x="3485632" y="6071900"/>
                  <a:pt x="3478519" y="6050620"/>
                  <a:pt x="3464291" y="6050620"/>
                </a:cubicBezTo>
                <a:cubicBezTo>
                  <a:pt x="3464291" y="6050620"/>
                  <a:pt x="3457177" y="6050620"/>
                  <a:pt x="3457177" y="6036433"/>
                </a:cubicBezTo>
                <a:cubicBezTo>
                  <a:pt x="3457177" y="6036433"/>
                  <a:pt x="3457177" y="6036433"/>
                  <a:pt x="3457177" y="6036433"/>
                </a:cubicBezTo>
                <a:cubicBezTo>
                  <a:pt x="3457177" y="6036433"/>
                  <a:pt x="3457177" y="6036433"/>
                  <a:pt x="3457177" y="6029340"/>
                </a:cubicBezTo>
                <a:cubicBezTo>
                  <a:pt x="3457177" y="6029340"/>
                  <a:pt x="3450064" y="6022247"/>
                  <a:pt x="3464291" y="6000967"/>
                </a:cubicBezTo>
                <a:cubicBezTo>
                  <a:pt x="3464291" y="6000967"/>
                  <a:pt x="3478519" y="5986780"/>
                  <a:pt x="3492745" y="5979687"/>
                </a:cubicBezTo>
                <a:cubicBezTo>
                  <a:pt x="3492745" y="5979687"/>
                  <a:pt x="3521199" y="5951314"/>
                  <a:pt x="3542539" y="5937127"/>
                </a:cubicBezTo>
                <a:cubicBezTo>
                  <a:pt x="3542539" y="5937127"/>
                  <a:pt x="3549654" y="5930034"/>
                  <a:pt x="3556767" y="5922940"/>
                </a:cubicBezTo>
                <a:cubicBezTo>
                  <a:pt x="3563880" y="5915847"/>
                  <a:pt x="3570994" y="5908754"/>
                  <a:pt x="3570994" y="5908754"/>
                </a:cubicBezTo>
                <a:cubicBezTo>
                  <a:pt x="3570994" y="5908754"/>
                  <a:pt x="3585221" y="5894567"/>
                  <a:pt x="3599448" y="5887474"/>
                </a:cubicBezTo>
                <a:cubicBezTo>
                  <a:pt x="3599448" y="5887474"/>
                  <a:pt x="3620789" y="5880381"/>
                  <a:pt x="3620789" y="5873286"/>
                </a:cubicBezTo>
                <a:cubicBezTo>
                  <a:pt x="3620789" y="5873286"/>
                  <a:pt x="3620789" y="5852006"/>
                  <a:pt x="3620789" y="5844913"/>
                </a:cubicBezTo>
                <a:cubicBezTo>
                  <a:pt x="3606561" y="5738513"/>
                  <a:pt x="3606561" y="5738513"/>
                  <a:pt x="3606561" y="5738513"/>
                </a:cubicBezTo>
                <a:cubicBezTo>
                  <a:pt x="3606561" y="5738513"/>
                  <a:pt x="3606561" y="5731420"/>
                  <a:pt x="3613675" y="5738513"/>
                </a:cubicBezTo>
                <a:cubicBezTo>
                  <a:pt x="3613675" y="5738513"/>
                  <a:pt x="3620789" y="5738513"/>
                  <a:pt x="3627902" y="5738513"/>
                </a:cubicBezTo>
                <a:cubicBezTo>
                  <a:pt x="3627902" y="5738513"/>
                  <a:pt x="3642129" y="5731420"/>
                  <a:pt x="3649243" y="5759793"/>
                </a:cubicBezTo>
                <a:cubicBezTo>
                  <a:pt x="3649243" y="5759793"/>
                  <a:pt x="3663470" y="5788167"/>
                  <a:pt x="3670583" y="5816540"/>
                </a:cubicBezTo>
                <a:cubicBezTo>
                  <a:pt x="3670583" y="5816540"/>
                  <a:pt x="3670583" y="5852006"/>
                  <a:pt x="3670583" y="5859101"/>
                </a:cubicBezTo>
                <a:cubicBezTo>
                  <a:pt x="3670583" y="5859101"/>
                  <a:pt x="3670583" y="5873286"/>
                  <a:pt x="3684811" y="5873286"/>
                </a:cubicBezTo>
                <a:cubicBezTo>
                  <a:pt x="3684811" y="5873286"/>
                  <a:pt x="3699038" y="5873286"/>
                  <a:pt x="3720379" y="5873286"/>
                </a:cubicBezTo>
                <a:cubicBezTo>
                  <a:pt x="3748832" y="5880381"/>
                  <a:pt x="3777286" y="5880381"/>
                  <a:pt x="3791514" y="5880381"/>
                </a:cubicBezTo>
                <a:cubicBezTo>
                  <a:pt x="3791514" y="5880381"/>
                  <a:pt x="3819968" y="5887474"/>
                  <a:pt x="3848421" y="5922940"/>
                </a:cubicBezTo>
                <a:cubicBezTo>
                  <a:pt x="3848421" y="5922940"/>
                  <a:pt x="3855536" y="5922940"/>
                  <a:pt x="3841308" y="5944220"/>
                </a:cubicBezTo>
                <a:close/>
                <a:moveTo>
                  <a:pt x="4296574" y="5738513"/>
                </a:moveTo>
                <a:cubicBezTo>
                  <a:pt x="4296574" y="5738513"/>
                  <a:pt x="4289461" y="5738513"/>
                  <a:pt x="4289461" y="5752700"/>
                </a:cubicBezTo>
                <a:cubicBezTo>
                  <a:pt x="4289461" y="5752700"/>
                  <a:pt x="4282347" y="5773980"/>
                  <a:pt x="4289461" y="5788167"/>
                </a:cubicBezTo>
                <a:cubicBezTo>
                  <a:pt x="4289461" y="5788167"/>
                  <a:pt x="4289461" y="5802353"/>
                  <a:pt x="4282347" y="5823633"/>
                </a:cubicBezTo>
                <a:cubicBezTo>
                  <a:pt x="4282347" y="5823633"/>
                  <a:pt x="4253893" y="5859101"/>
                  <a:pt x="4275234" y="5894567"/>
                </a:cubicBezTo>
                <a:cubicBezTo>
                  <a:pt x="4275234" y="5894567"/>
                  <a:pt x="4296574" y="5915847"/>
                  <a:pt x="4275234" y="5930034"/>
                </a:cubicBezTo>
                <a:cubicBezTo>
                  <a:pt x="4275234" y="5930034"/>
                  <a:pt x="4268121" y="5937127"/>
                  <a:pt x="4261006" y="5958407"/>
                </a:cubicBezTo>
                <a:cubicBezTo>
                  <a:pt x="4261006" y="5958407"/>
                  <a:pt x="4261006" y="5972594"/>
                  <a:pt x="4261006" y="5972594"/>
                </a:cubicBezTo>
                <a:cubicBezTo>
                  <a:pt x="4261006" y="5972594"/>
                  <a:pt x="4253893" y="5986780"/>
                  <a:pt x="4253893" y="5993873"/>
                </a:cubicBezTo>
                <a:cubicBezTo>
                  <a:pt x="4253893" y="5993873"/>
                  <a:pt x="4253893" y="6008060"/>
                  <a:pt x="4232553" y="6015153"/>
                </a:cubicBezTo>
                <a:cubicBezTo>
                  <a:pt x="4232553" y="6015153"/>
                  <a:pt x="4218325" y="6029340"/>
                  <a:pt x="4211212" y="6036433"/>
                </a:cubicBezTo>
                <a:cubicBezTo>
                  <a:pt x="4211212" y="6036433"/>
                  <a:pt x="4204099" y="6050620"/>
                  <a:pt x="4196986" y="6050620"/>
                </a:cubicBezTo>
                <a:cubicBezTo>
                  <a:pt x="4196986" y="6050620"/>
                  <a:pt x="4196986" y="6050620"/>
                  <a:pt x="4196986" y="6057713"/>
                </a:cubicBezTo>
                <a:cubicBezTo>
                  <a:pt x="4196986" y="6057713"/>
                  <a:pt x="4189871" y="6071900"/>
                  <a:pt x="4168531" y="6078993"/>
                </a:cubicBezTo>
                <a:cubicBezTo>
                  <a:pt x="4168531" y="6078993"/>
                  <a:pt x="4168531" y="6029340"/>
                  <a:pt x="4168531" y="6015153"/>
                </a:cubicBezTo>
                <a:cubicBezTo>
                  <a:pt x="4168531" y="6015153"/>
                  <a:pt x="4168531" y="5993873"/>
                  <a:pt x="4168531" y="5979687"/>
                </a:cubicBezTo>
                <a:cubicBezTo>
                  <a:pt x="4168531" y="5979687"/>
                  <a:pt x="4168531" y="5958407"/>
                  <a:pt x="4182758" y="5958407"/>
                </a:cubicBezTo>
                <a:cubicBezTo>
                  <a:pt x="4182758" y="5958407"/>
                  <a:pt x="4182758" y="5965500"/>
                  <a:pt x="4182758" y="5958407"/>
                </a:cubicBezTo>
                <a:cubicBezTo>
                  <a:pt x="4182758" y="5958407"/>
                  <a:pt x="4196986" y="5930034"/>
                  <a:pt x="4196986" y="5922940"/>
                </a:cubicBezTo>
                <a:cubicBezTo>
                  <a:pt x="4196986" y="5922940"/>
                  <a:pt x="4182758" y="5915847"/>
                  <a:pt x="4182758" y="5915847"/>
                </a:cubicBezTo>
                <a:cubicBezTo>
                  <a:pt x="4182758" y="5915847"/>
                  <a:pt x="4175644" y="5908754"/>
                  <a:pt x="4175644" y="5901660"/>
                </a:cubicBezTo>
                <a:cubicBezTo>
                  <a:pt x="4175644" y="5901660"/>
                  <a:pt x="4175644" y="5901660"/>
                  <a:pt x="4168531" y="5894567"/>
                </a:cubicBezTo>
                <a:cubicBezTo>
                  <a:pt x="4168531" y="5894567"/>
                  <a:pt x="4154303" y="5887474"/>
                  <a:pt x="4154303" y="5894567"/>
                </a:cubicBezTo>
                <a:cubicBezTo>
                  <a:pt x="4154303" y="5894567"/>
                  <a:pt x="4154303" y="5894567"/>
                  <a:pt x="4140077" y="5894567"/>
                </a:cubicBezTo>
                <a:cubicBezTo>
                  <a:pt x="4140077" y="5894567"/>
                  <a:pt x="4076055" y="5880381"/>
                  <a:pt x="4104509" y="5866194"/>
                </a:cubicBezTo>
                <a:cubicBezTo>
                  <a:pt x="4104509" y="5866194"/>
                  <a:pt x="4140077" y="5866194"/>
                  <a:pt x="4161417" y="5830726"/>
                </a:cubicBezTo>
                <a:cubicBezTo>
                  <a:pt x="4161417" y="5830726"/>
                  <a:pt x="4168531" y="5830726"/>
                  <a:pt x="4175644" y="5773980"/>
                </a:cubicBezTo>
                <a:cubicBezTo>
                  <a:pt x="4175644" y="5773980"/>
                  <a:pt x="4175644" y="5766887"/>
                  <a:pt x="4168531" y="5766887"/>
                </a:cubicBezTo>
                <a:cubicBezTo>
                  <a:pt x="4168531" y="5766887"/>
                  <a:pt x="4161417" y="5759793"/>
                  <a:pt x="4168531" y="5759793"/>
                </a:cubicBezTo>
                <a:cubicBezTo>
                  <a:pt x="4168531" y="5759793"/>
                  <a:pt x="4168531" y="5752700"/>
                  <a:pt x="4161417" y="5745607"/>
                </a:cubicBezTo>
                <a:cubicBezTo>
                  <a:pt x="4161417" y="5745607"/>
                  <a:pt x="4154303" y="5738513"/>
                  <a:pt x="4161417" y="5731420"/>
                </a:cubicBezTo>
                <a:cubicBezTo>
                  <a:pt x="4161417" y="5731420"/>
                  <a:pt x="4161417" y="5724327"/>
                  <a:pt x="4154303" y="5717233"/>
                </a:cubicBezTo>
                <a:cubicBezTo>
                  <a:pt x="4154303" y="5717233"/>
                  <a:pt x="4154303" y="5717233"/>
                  <a:pt x="4154303" y="5710140"/>
                </a:cubicBezTo>
                <a:cubicBezTo>
                  <a:pt x="4154303" y="5710140"/>
                  <a:pt x="4154303" y="5710140"/>
                  <a:pt x="4147190" y="5695953"/>
                </a:cubicBezTo>
                <a:cubicBezTo>
                  <a:pt x="4147190" y="5695953"/>
                  <a:pt x="4147190" y="5695953"/>
                  <a:pt x="4154303" y="5688860"/>
                </a:cubicBezTo>
                <a:cubicBezTo>
                  <a:pt x="4154303" y="5688860"/>
                  <a:pt x="4161417" y="5695953"/>
                  <a:pt x="4154303" y="5681767"/>
                </a:cubicBezTo>
                <a:cubicBezTo>
                  <a:pt x="4154303" y="5681767"/>
                  <a:pt x="4147190" y="5674674"/>
                  <a:pt x="4140077" y="5667579"/>
                </a:cubicBezTo>
                <a:cubicBezTo>
                  <a:pt x="4132964" y="5660487"/>
                  <a:pt x="4132964" y="5660487"/>
                  <a:pt x="4132964" y="5660487"/>
                </a:cubicBezTo>
                <a:cubicBezTo>
                  <a:pt x="4104509" y="5610833"/>
                  <a:pt x="4104509" y="5610833"/>
                  <a:pt x="4104509" y="5610833"/>
                </a:cubicBezTo>
                <a:cubicBezTo>
                  <a:pt x="4104509" y="5610833"/>
                  <a:pt x="4083168" y="5589553"/>
                  <a:pt x="4111622" y="5596646"/>
                </a:cubicBezTo>
                <a:cubicBezTo>
                  <a:pt x="4111622" y="5596646"/>
                  <a:pt x="4132964" y="5589553"/>
                  <a:pt x="4154303" y="5596646"/>
                </a:cubicBezTo>
                <a:cubicBezTo>
                  <a:pt x="4154303" y="5596646"/>
                  <a:pt x="4175644" y="5596646"/>
                  <a:pt x="4189871" y="5596646"/>
                </a:cubicBezTo>
                <a:cubicBezTo>
                  <a:pt x="4189871" y="5596646"/>
                  <a:pt x="4196986" y="5589553"/>
                  <a:pt x="4204099" y="5617926"/>
                </a:cubicBezTo>
                <a:cubicBezTo>
                  <a:pt x="4204099" y="5617926"/>
                  <a:pt x="4218325" y="5639206"/>
                  <a:pt x="4218325" y="5639206"/>
                </a:cubicBezTo>
                <a:cubicBezTo>
                  <a:pt x="4218325" y="5639206"/>
                  <a:pt x="4253893" y="5646299"/>
                  <a:pt x="4261006" y="5653394"/>
                </a:cubicBezTo>
                <a:cubicBezTo>
                  <a:pt x="4261006" y="5653394"/>
                  <a:pt x="4261006" y="5653394"/>
                  <a:pt x="4261006" y="5646299"/>
                </a:cubicBezTo>
                <a:cubicBezTo>
                  <a:pt x="4261006" y="5646299"/>
                  <a:pt x="4275234" y="5646299"/>
                  <a:pt x="4289461" y="5660487"/>
                </a:cubicBezTo>
                <a:cubicBezTo>
                  <a:pt x="4289461" y="5660487"/>
                  <a:pt x="4282347" y="5674674"/>
                  <a:pt x="4296574" y="5667579"/>
                </a:cubicBezTo>
                <a:cubicBezTo>
                  <a:pt x="4296574" y="5667579"/>
                  <a:pt x="4310802" y="5667579"/>
                  <a:pt x="4310802" y="5688860"/>
                </a:cubicBezTo>
                <a:cubicBezTo>
                  <a:pt x="4310802" y="5688860"/>
                  <a:pt x="4317915" y="5717233"/>
                  <a:pt x="4296574" y="5738513"/>
                </a:cubicBezTo>
                <a:close/>
                <a:moveTo>
                  <a:pt x="4495753" y="5915847"/>
                </a:moveTo>
                <a:cubicBezTo>
                  <a:pt x="4495753" y="5915847"/>
                  <a:pt x="4488640" y="5937127"/>
                  <a:pt x="4467299" y="5944220"/>
                </a:cubicBezTo>
                <a:cubicBezTo>
                  <a:pt x="4467299" y="5944220"/>
                  <a:pt x="4453072" y="5951314"/>
                  <a:pt x="4438846" y="5951314"/>
                </a:cubicBezTo>
                <a:cubicBezTo>
                  <a:pt x="4438846" y="5951314"/>
                  <a:pt x="4424618" y="5951314"/>
                  <a:pt x="4424618" y="5944220"/>
                </a:cubicBezTo>
                <a:cubicBezTo>
                  <a:pt x="4424618" y="5944220"/>
                  <a:pt x="4417504" y="5944220"/>
                  <a:pt x="4410391" y="5951314"/>
                </a:cubicBezTo>
                <a:cubicBezTo>
                  <a:pt x="4410391" y="5951314"/>
                  <a:pt x="4403278" y="5951314"/>
                  <a:pt x="4396163" y="5937127"/>
                </a:cubicBezTo>
                <a:cubicBezTo>
                  <a:pt x="4396163" y="5937127"/>
                  <a:pt x="4381937" y="5930034"/>
                  <a:pt x="4381937" y="5915847"/>
                </a:cubicBezTo>
                <a:cubicBezTo>
                  <a:pt x="4381937" y="5915847"/>
                  <a:pt x="4381937" y="5894567"/>
                  <a:pt x="4374824" y="5880381"/>
                </a:cubicBezTo>
                <a:cubicBezTo>
                  <a:pt x="4374824" y="5880381"/>
                  <a:pt x="4360596" y="5844913"/>
                  <a:pt x="4381937" y="5852006"/>
                </a:cubicBezTo>
                <a:cubicBezTo>
                  <a:pt x="4381937" y="5852006"/>
                  <a:pt x="4389050" y="5852006"/>
                  <a:pt x="4403278" y="5844913"/>
                </a:cubicBezTo>
                <a:cubicBezTo>
                  <a:pt x="4403278" y="5844913"/>
                  <a:pt x="4424618" y="5852006"/>
                  <a:pt x="4453072" y="5859101"/>
                </a:cubicBezTo>
                <a:cubicBezTo>
                  <a:pt x="4453072" y="5859101"/>
                  <a:pt x="4474413" y="5873286"/>
                  <a:pt x="4481526" y="5873286"/>
                </a:cubicBezTo>
                <a:cubicBezTo>
                  <a:pt x="4481526" y="5873286"/>
                  <a:pt x="4495753" y="5873286"/>
                  <a:pt x="4495753" y="5894567"/>
                </a:cubicBezTo>
                <a:cubicBezTo>
                  <a:pt x="4495753" y="5894567"/>
                  <a:pt x="4495753" y="5901660"/>
                  <a:pt x="4495753" y="5908754"/>
                </a:cubicBezTo>
                <a:cubicBezTo>
                  <a:pt x="4495753" y="5908754"/>
                  <a:pt x="4495753" y="5915847"/>
                  <a:pt x="4495753" y="5915847"/>
                </a:cubicBezTo>
                <a:close/>
                <a:moveTo>
                  <a:pt x="4744726" y="5483153"/>
                </a:moveTo>
                <a:cubicBezTo>
                  <a:pt x="4744726" y="5483153"/>
                  <a:pt x="4730500" y="5476060"/>
                  <a:pt x="4723387" y="5476060"/>
                </a:cubicBezTo>
                <a:cubicBezTo>
                  <a:pt x="4723387" y="5476060"/>
                  <a:pt x="4709159" y="5461872"/>
                  <a:pt x="4709159" y="5483153"/>
                </a:cubicBezTo>
                <a:cubicBezTo>
                  <a:pt x="4709159" y="5483153"/>
                  <a:pt x="4666478" y="5518620"/>
                  <a:pt x="4666478" y="5554086"/>
                </a:cubicBezTo>
                <a:cubicBezTo>
                  <a:pt x="4666478" y="5554086"/>
                  <a:pt x="4666478" y="5561180"/>
                  <a:pt x="4673591" y="5568273"/>
                </a:cubicBezTo>
                <a:cubicBezTo>
                  <a:pt x="4673591" y="5568273"/>
                  <a:pt x="4673591" y="5589553"/>
                  <a:pt x="4666478" y="5596646"/>
                </a:cubicBezTo>
                <a:cubicBezTo>
                  <a:pt x="4666478" y="5596646"/>
                  <a:pt x="4666478" y="5617926"/>
                  <a:pt x="4659365" y="5625019"/>
                </a:cubicBezTo>
                <a:cubicBezTo>
                  <a:pt x="4659365" y="5625019"/>
                  <a:pt x="4652251" y="5625019"/>
                  <a:pt x="4645138" y="5632113"/>
                </a:cubicBezTo>
                <a:cubicBezTo>
                  <a:pt x="4645138" y="5632113"/>
                  <a:pt x="4645138" y="5632113"/>
                  <a:pt x="4638023" y="5632113"/>
                </a:cubicBezTo>
                <a:cubicBezTo>
                  <a:pt x="4638023" y="5632113"/>
                  <a:pt x="4602456" y="5632113"/>
                  <a:pt x="4609570" y="5610833"/>
                </a:cubicBezTo>
                <a:cubicBezTo>
                  <a:pt x="4609570" y="5610833"/>
                  <a:pt x="4609570" y="5582460"/>
                  <a:pt x="4609570" y="5568273"/>
                </a:cubicBezTo>
                <a:cubicBezTo>
                  <a:pt x="4609570" y="5568273"/>
                  <a:pt x="4595343" y="5546993"/>
                  <a:pt x="4616684" y="5539900"/>
                </a:cubicBezTo>
                <a:cubicBezTo>
                  <a:pt x="4616684" y="5539900"/>
                  <a:pt x="4630910" y="5532806"/>
                  <a:pt x="4638023" y="5532806"/>
                </a:cubicBezTo>
                <a:cubicBezTo>
                  <a:pt x="4638023" y="5532806"/>
                  <a:pt x="4645138" y="5532806"/>
                  <a:pt x="4652251" y="5525713"/>
                </a:cubicBezTo>
                <a:cubicBezTo>
                  <a:pt x="4652251" y="5525713"/>
                  <a:pt x="4687819" y="5483153"/>
                  <a:pt x="4702045" y="5461872"/>
                </a:cubicBezTo>
                <a:cubicBezTo>
                  <a:pt x="4702045" y="5461872"/>
                  <a:pt x="4709159" y="5454780"/>
                  <a:pt x="4694932" y="5440592"/>
                </a:cubicBezTo>
                <a:cubicBezTo>
                  <a:pt x="4694932" y="5440592"/>
                  <a:pt x="4652251" y="5405126"/>
                  <a:pt x="4623797" y="5390939"/>
                </a:cubicBezTo>
                <a:cubicBezTo>
                  <a:pt x="4623797" y="5390939"/>
                  <a:pt x="4588229" y="5376753"/>
                  <a:pt x="4566888" y="5383846"/>
                </a:cubicBezTo>
                <a:cubicBezTo>
                  <a:pt x="4566888" y="5383846"/>
                  <a:pt x="4509981" y="5376753"/>
                  <a:pt x="4552662" y="5362566"/>
                </a:cubicBezTo>
                <a:cubicBezTo>
                  <a:pt x="4552662" y="5362566"/>
                  <a:pt x="4588229" y="5348379"/>
                  <a:pt x="4652251" y="5390939"/>
                </a:cubicBezTo>
                <a:cubicBezTo>
                  <a:pt x="4652251" y="5390939"/>
                  <a:pt x="4694932" y="5419312"/>
                  <a:pt x="4702045" y="5440592"/>
                </a:cubicBezTo>
                <a:cubicBezTo>
                  <a:pt x="4702045" y="5440592"/>
                  <a:pt x="4709159" y="5447687"/>
                  <a:pt x="4716273" y="5440592"/>
                </a:cubicBezTo>
                <a:cubicBezTo>
                  <a:pt x="4716273" y="5440592"/>
                  <a:pt x="4737613" y="5426406"/>
                  <a:pt x="4723387" y="5412219"/>
                </a:cubicBezTo>
                <a:cubicBezTo>
                  <a:pt x="4723387" y="5412219"/>
                  <a:pt x="4702045" y="5369659"/>
                  <a:pt x="4623797" y="5320006"/>
                </a:cubicBezTo>
                <a:cubicBezTo>
                  <a:pt x="4623797" y="5320006"/>
                  <a:pt x="4595343" y="5298726"/>
                  <a:pt x="4581116" y="5305820"/>
                </a:cubicBezTo>
                <a:cubicBezTo>
                  <a:pt x="4581116" y="5305820"/>
                  <a:pt x="4566888" y="5298726"/>
                  <a:pt x="4581116" y="5298726"/>
                </a:cubicBezTo>
                <a:cubicBezTo>
                  <a:pt x="4581116" y="5298726"/>
                  <a:pt x="4616684" y="5284540"/>
                  <a:pt x="4666478" y="5320006"/>
                </a:cubicBezTo>
                <a:cubicBezTo>
                  <a:pt x="4666478" y="5320006"/>
                  <a:pt x="4702045" y="5348379"/>
                  <a:pt x="4723387" y="5376753"/>
                </a:cubicBezTo>
                <a:cubicBezTo>
                  <a:pt x="4723387" y="5376753"/>
                  <a:pt x="4737613" y="5390939"/>
                  <a:pt x="4730500" y="5376753"/>
                </a:cubicBezTo>
                <a:cubicBezTo>
                  <a:pt x="4730500" y="5376753"/>
                  <a:pt x="4723387" y="5362566"/>
                  <a:pt x="4730500" y="5355473"/>
                </a:cubicBezTo>
                <a:cubicBezTo>
                  <a:pt x="4730500" y="5355473"/>
                  <a:pt x="4730500" y="5355473"/>
                  <a:pt x="4730500" y="5348379"/>
                </a:cubicBezTo>
                <a:cubicBezTo>
                  <a:pt x="4730500" y="5348379"/>
                  <a:pt x="4723387" y="5341286"/>
                  <a:pt x="4723387" y="5334193"/>
                </a:cubicBezTo>
                <a:cubicBezTo>
                  <a:pt x="4723387" y="5334193"/>
                  <a:pt x="4730500" y="5334193"/>
                  <a:pt x="4716273" y="5334193"/>
                </a:cubicBezTo>
                <a:cubicBezTo>
                  <a:pt x="4716273" y="5334193"/>
                  <a:pt x="4709159" y="5327099"/>
                  <a:pt x="4702045" y="5327099"/>
                </a:cubicBezTo>
                <a:cubicBezTo>
                  <a:pt x="4702045" y="5327099"/>
                  <a:pt x="4666478" y="5327099"/>
                  <a:pt x="4694932" y="5320006"/>
                </a:cubicBezTo>
                <a:cubicBezTo>
                  <a:pt x="4694932" y="5320006"/>
                  <a:pt x="4702045" y="5320006"/>
                  <a:pt x="4716273" y="5320006"/>
                </a:cubicBezTo>
                <a:cubicBezTo>
                  <a:pt x="4716273" y="5320006"/>
                  <a:pt x="4723387" y="5320006"/>
                  <a:pt x="4716273" y="5312913"/>
                </a:cubicBezTo>
                <a:cubicBezTo>
                  <a:pt x="4716273" y="5312913"/>
                  <a:pt x="4702045" y="5284540"/>
                  <a:pt x="4702045" y="5277446"/>
                </a:cubicBezTo>
                <a:cubicBezTo>
                  <a:pt x="4702045" y="5277446"/>
                  <a:pt x="4694932" y="5263260"/>
                  <a:pt x="4694932" y="5277446"/>
                </a:cubicBezTo>
                <a:cubicBezTo>
                  <a:pt x="4694932" y="5277446"/>
                  <a:pt x="4687819" y="5291633"/>
                  <a:pt x="4666478" y="5277446"/>
                </a:cubicBezTo>
                <a:cubicBezTo>
                  <a:pt x="4666478" y="5277446"/>
                  <a:pt x="4630910" y="5277446"/>
                  <a:pt x="4630910" y="5256166"/>
                </a:cubicBezTo>
                <a:cubicBezTo>
                  <a:pt x="4630910" y="5256166"/>
                  <a:pt x="4638023" y="5227792"/>
                  <a:pt x="4616684" y="5227792"/>
                </a:cubicBezTo>
                <a:cubicBezTo>
                  <a:pt x="4616684" y="5227792"/>
                  <a:pt x="4595343" y="5220699"/>
                  <a:pt x="4616684" y="5213607"/>
                </a:cubicBezTo>
                <a:cubicBezTo>
                  <a:pt x="4616684" y="5213607"/>
                  <a:pt x="4638023" y="5206512"/>
                  <a:pt x="4666478" y="5213607"/>
                </a:cubicBezTo>
                <a:cubicBezTo>
                  <a:pt x="4666478" y="5213607"/>
                  <a:pt x="4666478" y="5220699"/>
                  <a:pt x="4680706" y="5213607"/>
                </a:cubicBezTo>
                <a:cubicBezTo>
                  <a:pt x="4680706" y="5213607"/>
                  <a:pt x="4744726" y="5185232"/>
                  <a:pt x="4751841" y="5227792"/>
                </a:cubicBezTo>
                <a:cubicBezTo>
                  <a:pt x="4751841" y="5227792"/>
                  <a:pt x="4744726" y="5256166"/>
                  <a:pt x="4758954" y="5277446"/>
                </a:cubicBezTo>
                <a:cubicBezTo>
                  <a:pt x="4758954" y="5277446"/>
                  <a:pt x="4758954" y="5291633"/>
                  <a:pt x="4758954" y="5298726"/>
                </a:cubicBezTo>
                <a:cubicBezTo>
                  <a:pt x="4758954" y="5298726"/>
                  <a:pt x="4758954" y="5305820"/>
                  <a:pt x="4766067" y="5320006"/>
                </a:cubicBezTo>
                <a:cubicBezTo>
                  <a:pt x="4766067" y="5320006"/>
                  <a:pt x="4773181" y="5320006"/>
                  <a:pt x="4766067" y="5327099"/>
                </a:cubicBezTo>
                <a:cubicBezTo>
                  <a:pt x="4766067" y="5327099"/>
                  <a:pt x="4766067" y="5341286"/>
                  <a:pt x="4766067" y="5355473"/>
                </a:cubicBezTo>
                <a:cubicBezTo>
                  <a:pt x="4766067" y="5355473"/>
                  <a:pt x="4758954" y="5376753"/>
                  <a:pt x="4773181" y="5362566"/>
                </a:cubicBezTo>
                <a:cubicBezTo>
                  <a:pt x="4773181" y="5362566"/>
                  <a:pt x="4808748" y="5312913"/>
                  <a:pt x="4822976" y="5291633"/>
                </a:cubicBezTo>
                <a:cubicBezTo>
                  <a:pt x="4822976" y="5291633"/>
                  <a:pt x="4837203" y="5277446"/>
                  <a:pt x="4815863" y="5277446"/>
                </a:cubicBezTo>
                <a:cubicBezTo>
                  <a:pt x="4815863" y="5277446"/>
                  <a:pt x="4794522" y="5270353"/>
                  <a:pt x="4780295" y="5263260"/>
                </a:cubicBezTo>
                <a:cubicBezTo>
                  <a:pt x="4780295" y="5263260"/>
                  <a:pt x="4766067" y="5256166"/>
                  <a:pt x="4780295" y="5249073"/>
                </a:cubicBezTo>
                <a:cubicBezTo>
                  <a:pt x="4780295" y="5249073"/>
                  <a:pt x="4794522" y="5256166"/>
                  <a:pt x="4794522" y="5249073"/>
                </a:cubicBezTo>
                <a:cubicBezTo>
                  <a:pt x="4794522" y="5249073"/>
                  <a:pt x="4787409" y="5241980"/>
                  <a:pt x="4794522" y="5241980"/>
                </a:cubicBezTo>
                <a:cubicBezTo>
                  <a:pt x="4794522" y="5241980"/>
                  <a:pt x="4808748" y="5241980"/>
                  <a:pt x="4808748" y="5227792"/>
                </a:cubicBezTo>
                <a:cubicBezTo>
                  <a:pt x="4808748" y="5227792"/>
                  <a:pt x="4801635" y="5206512"/>
                  <a:pt x="4794522" y="5213607"/>
                </a:cubicBezTo>
                <a:cubicBezTo>
                  <a:pt x="4794522" y="5213607"/>
                  <a:pt x="4766067" y="5213607"/>
                  <a:pt x="4758954" y="5199419"/>
                </a:cubicBezTo>
                <a:cubicBezTo>
                  <a:pt x="4758954" y="5199419"/>
                  <a:pt x="4744726" y="5192326"/>
                  <a:pt x="4744726" y="5185232"/>
                </a:cubicBezTo>
                <a:cubicBezTo>
                  <a:pt x="4744726" y="5185232"/>
                  <a:pt x="4744726" y="5178139"/>
                  <a:pt x="4758954" y="5185232"/>
                </a:cubicBezTo>
                <a:cubicBezTo>
                  <a:pt x="4758954" y="5185232"/>
                  <a:pt x="4787409" y="5199419"/>
                  <a:pt x="4773181" y="5178139"/>
                </a:cubicBezTo>
                <a:cubicBezTo>
                  <a:pt x="4758954" y="5163952"/>
                  <a:pt x="4758954" y="5163952"/>
                  <a:pt x="4758954" y="5163952"/>
                </a:cubicBezTo>
                <a:cubicBezTo>
                  <a:pt x="4758954" y="5163952"/>
                  <a:pt x="4758954" y="5149766"/>
                  <a:pt x="4737613" y="5163952"/>
                </a:cubicBezTo>
                <a:cubicBezTo>
                  <a:pt x="4737613" y="5163952"/>
                  <a:pt x="4694932" y="5171046"/>
                  <a:pt x="4709159" y="5156859"/>
                </a:cubicBezTo>
                <a:cubicBezTo>
                  <a:pt x="4709159" y="5156859"/>
                  <a:pt x="4723387" y="5149766"/>
                  <a:pt x="4716273" y="5142672"/>
                </a:cubicBezTo>
                <a:cubicBezTo>
                  <a:pt x="4716273" y="5142672"/>
                  <a:pt x="4716273" y="5135579"/>
                  <a:pt x="4730500" y="5128486"/>
                </a:cubicBezTo>
                <a:cubicBezTo>
                  <a:pt x="4730500" y="5128486"/>
                  <a:pt x="4737613" y="5121393"/>
                  <a:pt x="4730500" y="5114299"/>
                </a:cubicBezTo>
                <a:cubicBezTo>
                  <a:pt x="4730500" y="5114299"/>
                  <a:pt x="4730500" y="5114299"/>
                  <a:pt x="4751841" y="5107206"/>
                </a:cubicBezTo>
                <a:cubicBezTo>
                  <a:pt x="4751841" y="5107206"/>
                  <a:pt x="4808748" y="5085926"/>
                  <a:pt x="4815863" y="5114299"/>
                </a:cubicBezTo>
                <a:cubicBezTo>
                  <a:pt x="4815863" y="5114299"/>
                  <a:pt x="4822976" y="5128486"/>
                  <a:pt x="4815863" y="5142672"/>
                </a:cubicBezTo>
                <a:cubicBezTo>
                  <a:pt x="4815863" y="5142672"/>
                  <a:pt x="4808748" y="5142672"/>
                  <a:pt x="4815863" y="5171046"/>
                </a:cubicBezTo>
                <a:cubicBezTo>
                  <a:pt x="4815863" y="5171046"/>
                  <a:pt x="4815863" y="5185232"/>
                  <a:pt x="4830089" y="5192326"/>
                </a:cubicBezTo>
                <a:cubicBezTo>
                  <a:pt x="4830089" y="5192326"/>
                  <a:pt x="4837203" y="5206512"/>
                  <a:pt x="4844316" y="5220699"/>
                </a:cubicBezTo>
                <a:cubicBezTo>
                  <a:pt x="4844316" y="5220699"/>
                  <a:pt x="4858544" y="5241980"/>
                  <a:pt x="4858544" y="5249073"/>
                </a:cubicBezTo>
                <a:cubicBezTo>
                  <a:pt x="4858544" y="5249073"/>
                  <a:pt x="4858544" y="5263260"/>
                  <a:pt x="4865657" y="5256166"/>
                </a:cubicBezTo>
                <a:cubicBezTo>
                  <a:pt x="4865657" y="5256166"/>
                  <a:pt x="4922566" y="5185232"/>
                  <a:pt x="4965247" y="5206512"/>
                </a:cubicBezTo>
                <a:cubicBezTo>
                  <a:pt x="4965247" y="5206512"/>
                  <a:pt x="4986588" y="5199419"/>
                  <a:pt x="4958133" y="5234885"/>
                </a:cubicBezTo>
                <a:cubicBezTo>
                  <a:pt x="4958133" y="5234885"/>
                  <a:pt x="4951020" y="5249073"/>
                  <a:pt x="4943906" y="5249073"/>
                </a:cubicBezTo>
                <a:cubicBezTo>
                  <a:pt x="4894111" y="5270353"/>
                  <a:pt x="4894111" y="5270353"/>
                  <a:pt x="4894111" y="5270353"/>
                </a:cubicBezTo>
                <a:cubicBezTo>
                  <a:pt x="4894111" y="5270353"/>
                  <a:pt x="4879884" y="5277446"/>
                  <a:pt x="4901225" y="5263260"/>
                </a:cubicBezTo>
                <a:cubicBezTo>
                  <a:pt x="4901225" y="5263260"/>
                  <a:pt x="4922566" y="5241980"/>
                  <a:pt x="4922566" y="5234885"/>
                </a:cubicBezTo>
                <a:cubicBezTo>
                  <a:pt x="4922566" y="5234885"/>
                  <a:pt x="4922566" y="5220699"/>
                  <a:pt x="4915451" y="5234885"/>
                </a:cubicBezTo>
                <a:cubicBezTo>
                  <a:pt x="4915451" y="5234885"/>
                  <a:pt x="4886998" y="5256166"/>
                  <a:pt x="4879884" y="5263260"/>
                </a:cubicBezTo>
                <a:cubicBezTo>
                  <a:pt x="4879884" y="5263260"/>
                  <a:pt x="4865657" y="5270353"/>
                  <a:pt x="4872770" y="5284540"/>
                </a:cubicBezTo>
                <a:cubicBezTo>
                  <a:pt x="4872770" y="5284540"/>
                  <a:pt x="4872770" y="5291633"/>
                  <a:pt x="4872770" y="5291633"/>
                </a:cubicBezTo>
                <a:cubicBezTo>
                  <a:pt x="4872770" y="5291633"/>
                  <a:pt x="4872770" y="5298726"/>
                  <a:pt x="4872770" y="5298726"/>
                </a:cubicBezTo>
                <a:cubicBezTo>
                  <a:pt x="4872770" y="5298726"/>
                  <a:pt x="4886998" y="5327099"/>
                  <a:pt x="4865657" y="5327099"/>
                </a:cubicBezTo>
                <a:cubicBezTo>
                  <a:pt x="4865657" y="5327099"/>
                  <a:pt x="4844316" y="5327099"/>
                  <a:pt x="4837203" y="5312913"/>
                </a:cubicBezTo>
                <a:cubicBezTo>
                  <a:pt x="4837203" y="5312913"/>
                  <a:pt x="4830089" y="5298726"/>
                  <a:pt x="4822976" y="5320006"/>
                </a:cubicBezTo>
                <a:cubicBezTo>
                  <a:pt x="4822976" y="5320006"/>
                  <a:pt x="4801635" y="5355473"/>
                  <a:pt x="4787409" y="5369659"/>
                </a:cubicBezTo>
                <a:cubicBezTo>
                  <a:pt x="4787409" y="5369659"/>
                  <a:pt x="4751841" y="5405126"/>
                  <a:pt x="4758954" y="5412219"/>
                </a:cubicBezTo>
                <a:cubicBezTo>
                  <a:pt x="4758954" y="5412219"/>
                  <a:pt x="4773181" y="5426406"/>
                  <a:pt x="4766067" y="5426406"/>
                </a:cubicBezTo>
                <a:cubicBezTo>
                  <a:pt x="4766067" y="5426406"/>
                  <a:pt x="4758954" y="5433499"/>
                  <a:pt x="4744726" y="5426406"/>
                </a:cubicBezTo>
                <a:cubicBezTo>
                  <a:pt x="4744726" y="5426406"/>
                  <a:pt x="4744726" y="5426406"/>
                  <a:pt x="4737613" y="5440592"/>
                </a:cubicBezTo>
                <a:cubicBezTo>
                  <a:pt x="4737613" y="5440592"/>
                  <a:pt x="4716273" y="5461872"/>
                  <a:pt x="4730500" y="5468967"/>
                </a:cubicBezTo>
                <a:cubicBezTo>
                  <a:pt x="4730500" y="5468967"/>
                  <a:pt x="4737613" y="5468967"/>
                  <a:pt x="4744726" y="5476060"/>
                </a:cubicBezTo>
                <a:cubicBezTo>
                  <a:pt x="4744726" y="5476060"/>
                  <a:pt x="4758954" y="5476060"/>
                  <a:pt x="4744726" y="5483153"/>
                </a:cubicBezTo>
                <a:close/>
                <a:moveTo>
                  <a:pt x="5022155" y="5646299"/>
                </a:moveTo>
                <a:cubicBezTo>
                  <a:pt x="5022155" y="5646299"/>
                  <a:pt x="5022155" y="5653394"/>
                  <a:pt x="5022155" y="5667579"/>
                </a:cubicBezTo>
                <a:cubicBezTo>
                  <a:pt x="5022155" y="5667579"/>
                  <a:pt x="5022155" y="5674674"/>
                  <a:pt x="5015041" y="5681767"/>
                </a:cubicBezTo>
                <a:cubicBezTo>
                  <a:pt x="4943906" y="5731420"/>
                  <a:pt x="4943906" y="5731420"/>
                  <a:pt x="4943906" y="5731420"/>
                </a:cubicBezTo>
                <a:cubicBezTo>
                  <a:pt x="4943906" y="5731420"/>
                  <a:pt x="4936792" y="5724327"/>
                  <a:pt x="4929679" y="5738513"/>
                </a:cubicBezTo>
                <a:cubicBezTo>
                  <a:pt x="4929679" y="5738513"/>
                  <a:pt x="4929679" y="5731420"/>
                  <a:pt x="4922566" y="5731420"/>
                </a:cubicBezTo>
                <a:cubicBezTo>
                  <a:pt x="4922566" y="5731420"/>
                  <a:pt x="4922566" y="5731420"/>
                  <a:pt x="4922566" y="5738513"/>
                </a:cubicBezTo>
                <a:cubicBezTo>
                  <a:pt x="4922566" y="5738513"/>
                  <a:pt x="4908338" y="5731420"/>
                  <a:pt x="4908338" y="5738513"/>
                </a:cubicBezTo>
                <a:cubicBezTo>
                  <a:pt x="4865657" y="5745607"/>
                  <a:pt x="4865657" y="5745607"/>
                  <a:pt x="4865657" y="5745607"/>
                </a:cubicBezTo>
                <a:cubicBezTo>
                  <a:pt x="4865657" y="5745607"/>
                  <a:pt x="4851430" y="5745607"/>
                  <a:pt x="4872770" y="5738513"/>
                </a:cubicBezTo>
                <a:cubicBezTo>
                  <a:pt x="4872770" y="5738513"/>
                  <a:pt x="4922566" y="5724327"/>
                  <a:pt x="4894111" y="5724327"/>
                </a:cubicBezTo>
                <a:cubicBezTo>
                  <a:pt x="4894111" y="5724327"/>
                  <a:pt x="4879884" y="5717233"/>
                  <a:pt x="4894111" y="5717233"/>
                </a:cubicBezTo>
                <a:cubicBezTo>
                  <a:pt x="4894111" y="5717233"/>
                  <a:pt x="4943906" y="5681767"/>
                  <a:pt x="4958133" y="5646299"/>
                </a:cubicBezTo>
                <a:cubicBezTo>
                  <a:pt x="4958133" y="5646299"/>
                  <a:pt x="5007928" y="5568273"/>
                  <a:pt x="4943906" y="5525713"/>
                </a:cubicBezTo>
                <a:cubicBezTo>
                  <a:pt x="4943906" y="5525713"/>
                  <a:pt x="4915451" y="5525713"/>
                  <a:pt x="4894111" y="5561180"/>
                </a:cubicBezTo>
                <a:cubicBezTo>
                  <a:pt x="4894111" y="5561180"/>
                  <a:pt x="4879884" y="5596646"/>
                  <a:pt x="4858544" y="5603739"/>
                </a:cubicBezTo>
                <a:cubicBezTo>
                  <a:pt x="4858544" y="5603739"/>
                  <a:pt x="4822976" y="5596646"/>
                  <a:pt x="4801635" y="5582460"/>
                </a:cubicBezTo>
                <a:cubicBezTo>
                  <a:pt x="4801635" y="5582460"/>
                  <a:pt x="4780295" y="5575366"/>
                  <a:pt x="4801635" y="5575366"/>
                </a:cubicBezTo>
                <a:cubicBezTo>
                  <a:pt x="4801635" y="5575366"/>
                  <a:pt x="4808748" y="5575366"/>
                  <a:pt x="4822976" y="5561180"/>
                </a:cubicBezTo>
                <a:cubicBezTo>
                  <a:pt x="4822976" y="5561180"/>
                  <a:pt x="4844316" y="5554086"/>
                  <a:pt x="4844316" y="5546993"/>
                </a:cubicBezTo>
                <a:cubicBezTo>
                  <a:pt x="4844316" y="5546993"/>
                  <a:pt x="4858544" y="5525713"/>
                  <a:pt x="4872770" y="5511526"/>
                </a:cubicBezTo>
                <a:cubicBezTo>
                  <a:pt x="4872770" y="5511526"/>
                  <a:pt x="4894111" y="5497340"/>
                  <a:pt x="4901225" y="5483153"/>
                </a:cubicBezTo>
                <a:cubicBezTo>
                  <a:pt x="4901225" y="5483153"/>
                  <a:pt x="4901225" y="5468967"/>
                  <a:pt x="4886998" y="5476060"/>
                </a:cubicBezTo>
                <a:cubicBezTo>
                  <a:pt x="4886998" y="5476060"/>
                  <a:pt x="4858544" y="5504433"/>
                  <a:pt x="4830089" y="5454780"/>
                </a:cubicBezTo>
                <a:cubicBezTo>
                  <a:pt x="4830089" y="5454780"/>
                  <a:pt x="4830089" y="5398033"/>
                  <a:pt x="4822976" y="5419312"/>
                </a:cubicBezTo>
                <a:cubicBezTo>
                  <a:pt x="4822976" y="5419312"/>
                  <a:pt x="4808748" y="5454780"/>
                  <a:pt x="4787409" y="5461872"/>
                </a:cubicBezTo>
                <a:cubicBezTo>
                  <a:pt x="4787409" y="5461872"/>
                  <a:pt x="4773181" y="5468967"/>
                  <a:pt x="4758954" y="5461872"/>
                </a:cubicBezTo>
                <a:cubicBezTo>
                  <a:pt x="4758954" y="5461872"/>
                  <a:pt x="4737613" y="5454780"/>
                  <a:pt x="4758954" y="5454780"/>
                </a:cubicBezTo>
                <a:cubicBezTo>
                  <a:pt x="4758954" y="5454780"/>
                  <a:pt x="4780295" y="5447687"/>
                  <a:pt x="4794522" y="5419312"/>
                </a:cubicBezTo>
                <a:cubicBezTo>
                  <a:pt x="4794522" y="5419312"/>
                  <a:pt x="4808748" y="5398033"/>
                  <a:pt x="4808748" y="5383846"/>
                </a:cubicBezTo>
                <a:cubicBezTo>
                  <a:pt x="4808748" y="5383846"/>
                  <a:pt x="4801635" y="5376753"/>
                  <a:pt x="4822976" y="5369659"/>
                </a:cubicBezTo>
                <a:cubicBezTo>
                  <a:pt x="4822976" y="5369659"/>
                  <a:pt x="4865657" y="5334193"/>
                  <a:pt x="4894111" y="5355473"/>
                </a:cubicBezTo>
                <a:cubicBezTo>
                  <a:pt x="4894111" y="5355473"/>
                  <a:pt x="4901225" y="5369659"/>
                  <a:pt x="4894111" y="5390939"/>
                </a:cubicBezTo>
                <a:cubicBezTo>
                  <a:pt x="4894111" y="5390939"/>
                  <a:pt x="4886998" y="5405126"/>
                  <a:pt x="4908338" y="5426406"/>
                </a:cubicBezTo>
                <a:cubicBezTo>
                  <a:pt x="4908338" y="5426406"/>
                  <a:pt x="4936792" y="5440592"/>
                  <a:pt x="4943906" y="5433499"/>
                </a:cubicBezTo>
                <a:cubicBezTo>
                  <a:pt x="4943906" y="5433499"/>
                  <a:pt x="4979473" y="5405126"/>
                  <a:pt x="4993701" y="5412219"/>
                </a:cubicBezTo>
                <a:cubicBezTo>
                  <a:pt x="4993701" y="5412219"/>
                  <a:pt x="5022155" y="5412219"/>
                  <a:pt x="5015041" y="5433499"/>
                </a:cubicBezTo>
                <a:cubicBezTo>
                  <a:pt x="5015041" y="5433499"/>
                  <a:pt x="5007928" y="5447687"/>
                  <a:pt x="5007928" y="5454780"/>
                </a:cubicBezTo>
                <a:cubicBezTo>
                  <a:pt x="5007928" y="5454780"/>
                  <a:pt x="5007928" y="5454780"/>
                  <a:pt x="4993701" y="5461872"/>
                </a:cubicBezTo>
                <a:cubicBezTo>
                  <a:pt x="4993701" y="5461872"/>
                  <a:pt x="4972360" y="5476060"/>
                  <a:pt x="4993701" y="5497340"/>
                </a:cubicBezTo>
                <a:cubicBezTo>
                  <a:pt x="5029269" y="5546993"/>
                  <a:pt x="5029269" y="5546993"/>
                  <a:pt x="5029269" y="5546993"/>
                </a:cubicBezTo>
                <a:cubicBezTo>
                  <a:pt x="5029269" y="5546993"/>
                  <a:pt x="5043495" y="5589553"/>
                  <a:pt x="5036382" y="5625019"/>
                </a:cubicBezTo>
                <a:cubicBezTo>
                  <a:pt x="5036382" y="5625019"/>
                  <a:pt x="5029269" y="5639206"/>
                  <a:pt x="5022155" y="5646299"/>
                </a:cubicBezTo>
                <a:close/>
                <a:moveTo>
                  <a:pt x="3215317" y="5582460"/>
                </a:moveTo>
                <a:cubicBezTo>
                  <a:pt x="1906427" y="5582460"/>
                  <a:pt x="846511" y="4525552"/>
                  <a:pt x="846511" y="3220377"/>
                </a:cubicBezTo>
                <a:cubicBezTo>
                  <a:pt x="846511" y="1915202"/>
                  <a:pt x="1906427" y="858294"/>
                  <a:pt x="3215317" y="858294"/>
                </a:cubicBezTo>
                <a:cubicBezTo>
                  <a:pt x="4524207" y="858294"/>
                  <a:pt x="5584124" y="1915202"/>
                  <a:pt x="5584124" y="3220377"/>
                </a:cubicBezTo>
                <a:cubicBezTo>
                  <a:pt x="5584124" y="4525552"/>
                  <a:pt x="4524207" y="5582460"/>
                  <a:pt x="3215317" y="5582460"/>
                </a:cubicBezTo>
                <a:close/>
                <a:moveTo>
                  <a:pt x="5541443" y="2255683"/>
                </a:moveTo>
                <a:cubicBezTo>
                  <a:pt x="5520102" y="2198936"/>
                  <a:pt x="5512989" y="2149282"/>
                  <a:pt x="5534330" y="2099629"/>
                </a:cubicBezTo>
                <a:cubicBezTo>
                  <a:pt x="5548556" y="2057069"/>
                  <a:pt x="5584124" y="2021603"/>
                  <a:pt x="5641033" y="2000322"/>
                </a:cubicBezTo>
                <a:cubicBezTo>
                  <a:pt x="5676600" y="1986135"/>
                  <a:pt x="5705055" y="1979042"/>
                  <a:pt x="5733508" y="1979042"/>
                </a:cubicBezTo>
                <a:cubicBezTo>
                  <a:pt x="5754849" y="1979042"/>
                  <a:pt x="5776190" y="1986135"/>
                  <a:pt x="5797530" y="1993229"/>
                </a:cubicBezTo>
                <a:cubicBezTo>
                  <a:pt x="5811757" y="2007415"/>
                  <a:pt x="5833097" y="2014510"/>
                  <a:pt x="5847325" y="2028695"/>
                </a:cubicBezTo>
                <a:cubicBezTo>
                  <a:pt x="5861552" y="2049976"/>
                  <a:pt x="5882893" y="2078349"/>
                  <a:pt x="5890006" y="2106723"/>
                </a:cubicBezTo>
                <a:cubicBezTo>
                  <a:pt x="5918460" y="2163469"/>
                  <a:pt x="5918460" y="2213122"/>
                  <a:pt x="5897119" y="2255683"/>
                </a:cubicBezTo>
                <a:cubicBezTo>
                  <a:pt x="5882893" y="2305336"/>
                  <a:pt x="5847325" y="2340803"/>
                  <a:pt x="5790416" y="2362083"/>
                </a:cubicBezTo>
                <a:cubicBezTo>
                  <a:pt x="5733508" y="2383363"/>
                  <a:pt x="5683714" y="2383363"/>
                  <a:pt x="5641033" y="2362083"/>
                </a:cubicBezTo>
                <a:cubicBezTo>
                  <a:pt x="5598350" y="2347896"/>
                  <a:pt x="5562783" y="2305336"/>
                  <a:pt x="5541443" y="2255683"/>
                </a:cubicBezTo>
                <a:close/>
                <a:moveTo>
                  <a:pt x="5982482" y="2390456"/>
                </a:moveTo>
                <a:cubicBezTo>
                  <a:pt x="6003822" y="2468482"/>
                  <a:pt x="6003822" y="2468482"/>
                  <a:pt x="6003822" y="2468482"/>
                </a:cubicBezTo>
                <a:cubicBezTo>
                  <a:pt x="5712168" y="2539416"/>
                  <a:pt x="5712168" y="2539416"/>
                  <a:pt x="5712168" y="2539416"/>
                </a:cubicBezTo>
                <a:cubicBezTo>
                  <a:pt x="5761962" y="2738030"/>
                  <a:pt x="5761962" y="2738030"/>
                  <a:pt x="5761962" y="2738030"/>
                </a:cubicBezTo>
                <a:cubicBezTo>
                  <a:pt x="5697940" y="2752217"/>
                  <a:pt x="5697940" y="2752217"/>
                  <a:pt x="5697940" y="2752217"/>
                </a:cubicBezTo>
                <a:cubicBezTo>
                  <a:pt x="5633918" y="2475577"/>
                  <a:pt x="5633918" y="2475577"/>
                  <a:pt x="5633918" y="2475577"/>
                </a:cubicBezTo>
                <a:lnTo>
                  <a:pt x="5982482" y="2390456"/>
                </a:lnTo>
                <a:close/>
                <a:moveTo>
                  <a:pt x="6060731" y="3724004"/>
                </a:moveTo>
                <a:cubicBezTo>
                  <a:pt x="5804643" y="3745285"/>
                  <a:pt x="5804643" y="3745285"/>
                  <a:pt x="5804643" y="3745285"/>
                </a:cubicBezTo>
                <a:cubicBezTo>
                  <a:pt x="6032276" y="3865871"/>
                  <a:pt x="6032276" y="3865871"/>
                  <a:pt x="6032276" y="3865871"/>
                </a:cubicBezTo>
                <a:cubicBezTo>
                  <a:pt x="6010935" y="3986458"/>
                  <a:pt x="6010935" y="3986458"/>
                  <a:pt x="6010935" y="3986458"/>
                </a:cubicBezTo>
                <a:cubicBezTo>
                  <a:pt x="5648146" y="3915524"/>
                  <a:pt x="5648146" y="3915524"/>
                  <a:pt x="5648146" y="3915524"/>
                </a:cubicBezTo>
                <a:cubicBezTo>
                  <a:pt x="5662372" y="3837498"/>
                  <a:pt x="5662372" y="3837498"/>
                  <a:pt x="5662372" y="3837498"/>
                </a:cubicBezTo>
                <a:cubicBezTo>
                  <a:pt x="5946915" y="3894244"/>
                  <a:pt x="5946915" y="3894244"/>
                  <a:pt x="5946915" y="3894244"/>
                </a:cubicBezTo>
                <a:cubicBezTo>
                  <a:pt x="5676600" y="3759471"/>
                  <a:pt x="5676600" y="3759471"/>
                  <a:pt x="5676600" y="3759471"/>
                </a:cubicBezTo>
                <a:cubicBezTo>
                  <a:pt x="5697940" y="3681444"/>
                  <a:pt x="5697940" y="3681444"/>
                  <a:pt x="5697940" y="3681444"/>
                </a:cubicBezTo>
                <a:cubicBezTo>
                  <a:pt x="5996709" y="3660164"/>
                  <a:pt x="5996709" y="3660164"/>
                  <a:pt x="5996709" y="3660164"/>
                </a:cubicBezTo>
                <a:cubicBezTo>
                  <a:pt x="5712168" y="3603418"/>
                  <a:pt x="5712168" y="3603418"/>
                  <a:pt x="5712168" y="3603418"/>
                </a:cubicBezTo>
                <a:cubicBezTo>
                  <a:pt x="5726394" y="3532483"/>
                  <a:pt x="5726394" y="3532483"/>
                  <a:pt x="5726394" y="3532483"/>
                </a:cubicBezTo>
                <a:cubicBezTo>
                  <a:pt x="6089185" y="3603418"/>
                  <a:pt x="6089185" y="3603418"/>
                  <a:pt x="6089185" y="3603418"/>
                </a:cubicBezTo>
                <a:lnTo>
                  <a:pt x="6060731" y="3724004"/>
                </a:lnTo>
                <a:close/>
                <a:moveTo>
                  <a:pt x="5804643" y="3362244"/>
                </a:moveTo>
                <a:cubicBezTo>
                  <a:pt x="5811757" y="3376431"/>
                  <a:pt x="5818871" y="3383524"/>
                  <a:pt x="5833097" y="3383524"/>
                </a:cubicBezTo>
                <a:cubicBezTo>
                  <a:pt x="5847325" y="3390617"/>
                  <a:pt x="5868665" y="3390617"/>
                  <a:pt x="5897119" y="3390617"/>
                </a:cubicBezTo>
                <a:cubicBezTo>
                  <a:pt x="6103412" y="3397711"/>
                  <a:pt x="6103412" y="3397711"/>
                  <a:pt x="6103412" y="3397711"/>
                </a:cubicBezTo>
                <a:cubicBezTo>
                  <a:pt x="6096298" y="3482830"/>
                  <a:pt x="6096298" y="3482830"/>
                  <a:pt x="6096298" y="3482830"/>
                </a:cubicBezTo>
                <a:cubicBezTo>
                  <a:pt x="5904233" y="3475737"/>
                  <a:pt x="5904233" y="3475737"/>
                  <a:pt x="5904233" y="3475737"/>
                </a:cubicBezTo>
                <a:cubicBezTo>
                  <a:pt x="5861552" y="3475737"/>
                  <a:pt x="5825984" y="3468644"/>
                  <a:pt x="5811757" y="3461550"/>
                </a:cubicBezTo>
                <a:cubicBezTo>
                  <a:pt x="5790416" y="3461550"/>
                  <a:pt x="5776190" y="3447364"/>
                  <a:pt x="5769075" y="3440270"/>
                </a:cubicBezTo>
                <a:cubicBezTo>
                  <a:pt x="5754849" y="3426084"/>
                  <a:pt x="5747736" y="3411897"/>
                  <a:pt x="5740622" y="3390617"/>
                </a:cubicBezTo>
                <a:cubicBezTo>
                  <a:pt x="5733508" y="3369337"/>
                  <a:pt x="5726394" y="3340964"/>
                  <a:pt x="5726394" y="3312591"/>
                </a:cubicBezTo>
                <a:cubicBezTo>
                  <a:pt x="5733508" y="3270030"/>
                  <a:pt x="5733508" y="3241657"/>
                  <a:pt x="5747736" y="3227470"/>
                </a:cubicBezTo>
                <a:cubicBezTo>
                  <a:pt x="5754849" y="3206190"/>
                  <a:pt x="5761962" y="3192004"/>
                  <a:pt x="5776190" y="3177817"/>
                </a:cubicBezTo>
                <a:cubicBezTo>
                  <a:pt x="5790416" y="3170724"/>
                  <a:pt x="5804643" y="3163630"/>
                  <a:pt x="5818871" y="3156537"/>
                </a:cubicBezTo>
                <a:cubicBezTo>
                  <a:pt x="5840211" y="3149444"/>
                  <a:pt x="5868665" y="3149444"/>
                  <a:pt x="5911347" y="3149444"/>
                </a:cubicBezTo>
                <a:cubicBezTo>
                  <a:pt x="6110525" y="3156537"/>
                  <a:pt x="6110525" y="3156537"/>
                  <a:pt x="6110525" y="3156537"/>
                </a:cubicBezTo>
                <a:cubicBezTo>
                  <a:pt x="6103412" y="3241657"/>
                  <a:pt x="6103412" y="3241657"/>
                  <a:pt x="6103412" y="3241657"/>
                </a:cubicBezTo>
                <a:cubicBezTo>
                  <a:pt x="5904233" y="3234564"/>
                  <a:pt x="5904233" y="3234564"/>
                  <a:pt x="5904233" y="3234564"/>
                </a:cubicBezTo>
                <a:cubicBezTo>
                  <a:pt x="5875779" y="3234564"/>
                  <a:pt x="5854438" y="3234564"/>
                  <a:pt x="5847325" y="3234564"/>
                </a:cubicBezTo>
                <a:cubicBezTo>
                  <a:pt x="5825984" y="3234564"/>
                  <a:pt x="5818871" y="3241657"/>
                  <a:pt x="5804643" y="3255843"/>
                </a:cubicBezTo>
                <a:cubicBezTo>
                  <a:pt x="5797530" y="3270030"/>
                  <a:pt x="5790416" y="3291310"/>
                  <a:pt x="5790416" y="3312591"/>
                </a:cubicBezTo>
                <a:cubicBezTo>
                  <a:pt x="5790416" y="3333871"/>
                  <a:pt x="5797530" y="3355151"/>
                  <a:pt x="5804643" y="336224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11112500" y="1041400"/>
            <a:ext cx="158355" cy="152265"/>
          </a:xfrm>
          <a:custGeom>
            <a:avLst/>
            <a:gdLst/>
            <a:ahLst/>
            <a:cxnLst/>
            <a:rect l="l" t="t" r="r" b="b"/>
            <a:pathLst>
              <a:path w="158355" h="152265">
                <a:moveTo>
                  <a:pt x="93574" y="145015"/>
                </a:moveTo>
                <a:cubicBezTo>
                  <a:pt x="100772" y="152265"/>
                  <a:pt x="115167" y="152265"/>
                  <a:pt x="122366" y="145015"/>
                </a:cubicBezTo>
                <a:cubicBezTo>
                  <a:pt x="136761" y="145015"/>
                  <a:pt x="143960" y="137765"/>
                  <a:pt x="151157" y="123262"/>
                </a:cubicBezTo>
                <a:cubicBezTo>
                  <a:pt x="158355" y="116012"/>
                  <a:pt x="158355" y="101511"/>
                  <a:pt x="158355" y="94259"/>
                </a:cubicBezTo>
                <a:cubicBezTo>
                  <a:pt x="158355" y="79759"/>
                  <a:pt x="151157" y="65256"/>
                  <a:pt x="136761" y="58006"/>
                </a:cubicBezTo>
                <a:cubicBezTo>
                  <a:pt x="129563" y="50756"/>
                  <a:pt x="115167" y="36253"/>
                  <a:pt x="93574" y="21753"/>
                </a:cubicBezTo>
                <a:cubicBezTo>
                  <a:pt x="57583" y="0"/>
                  <a:pt x="57583" y="0"/>
                  <a:pt x="57583" y="0"/>
                </a:cubicBezTo>
                <a:cubicBezTo>
                  <a:pt x="0" y="87009"/>
                  <a:pt x="0" y="87009"/>
                  <a:pt x="0" y="87009"/>
                </a:cubicBezTo>
                <a:cubicBezTo>
                  <a:pt x="35989" y="116012"/>
                  <a:pt x="35989" y="116012"/>
                  <a:pt x="35989" y="116012"/>
                </a:cubicBezTo>
                <a:cubicBezTo>
                  <a:pt x="64781" y="130514"/>
                  <a:pt x="79177" y="145015"/>
                  <a:pt x="93574" y="14501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0083800" y="6083300"/>
            <a:ext cx="127904" cy="200991"/>
          </a:xfrm>
          <a:custGeom>
            <a:avLst/>
            <a:gdLst/>
            <a:ahLst/>
            <a:cxnLst/>
            <a:rect l="l" t="t" r="r" b="b"/>
            <a:pathLst>
              <a:path w="127904" h="200991">
                <a:moveTo>
                  <a:pt x="21317" y="21534"/>
                </a:moveTo>
                <a:cubicBezTo>
                  <a:pt x="28423" y="28713"/>
                  <a:pt x="35530" y="43070"/>
                  <a:pt x="35530" y="43070"/>
                </a:cubicBezTo>
                <a:cubicBezTo>
                  <a:pt x="42635" y="57426"/>
                  <a:pt x="49741" y="57426"/>
                  <a:pt x="49741" y="57426"/>
                </a:cubicBezTo>
                <a:cubicBezTo>
                  <a:pt x="56846" y="64604"/>
                  <a:pt x="49741" y="78961"/>
                  <a:pt x="49741" y="78961"/>
                </a:cubicBezTo>
                <a:cubicBezTo>
                  <a:pt x="42635" y="86139"/>
                  <a:pt x="42635" y="93317"/>
                  <a:pt x="42635" y="93317"/>
                </a:cubicBezTo>
                <a:cubicBezTo>
                  <a:pt x="35530" y="114852"/>
                  <a:pt x="14211" y="136387"/>
                  <a:pt x="14211" y="136387"/>
                </a:cubicBezTo>
                <a:cubicBezTo>
                  <a:pt x="0" y="150743"/>
                  <a:pt x="21317" y="179456"/>
                  <a:pt x="21317" y="179456"/>
                </a:cubicBezTo>
                <a:cubicBezTo>
                  <a:pt x="28423" y="200991"/>
                  <a:pt x="56846" y="157922"/>
                  <a:pt x="56846" y="157922"/>
                </a:cubicBezTo>
                <a:cubicBezTo>
                  <a:pt x="56846" y="150743"/>
                  <a:pt x="63952" y="150743"/>
                  <a:pt x="63952" y="150743"/>
                </a:cubicBezTo>
                <a:cubicBezTo>
                  <a:pt x="71058" y="143565"/>
                  <a:pt x="71058" y="136387"/>
                  <a:pt x="71058" y="136387"/>
                </a:cubicBezTo>
                <a:cubicBezTo>
                  <a:pt x="85269" y="114852"/>
                  <a:pt x="99480" y="93317"/>
                  <a:pt x="99480" y="93317"/>
                </a:cubicBezTo>
                <a:cubicBezTo>
                  <a:pt x="106587" y="86139"/>
                  <a:pt x="120799" y="43070"/>
                  <a:pt x="120799" y="43070"/>
                </a:cubicBezTo>
                <a:cubicBezTo>
                  <a:pt x="127904" y="43070"/>
                  <a:pt x="120799" y="28713"/>
                  <a:pt x="120799" y="28713"/>
                </a:cubicBezTo>
                <a:cubicBezTo>
                  <a:pt x="120799" y="21534"/>
                  <a:pt x="85269" y="7178"/>
                  <a:pt x="85269" y="7178"/>
                </a:cubicBezTo>
                <a:cubicBezTo>
                  <a:pt x="78163" y="7178"/>
                  <a:pt x="63952" y="0"/>
                  <a:pt x="49741" y="0"/>
                </a:cubicBezTo>
                <a:cubicBezTo>
                  <a:pt x="42635" y="0"/>
                  <a:pt x="28423" y="0"/>
                  <a:pt x="28423" y="0"/>
                </a:cubicBezTo>
                <a:cubicBezTo>
                  <a:pt x="7106" y="7178"/>
                  <a:pt x="21317" y="21534"/>
                  <a:pt x="21317" y="2153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1988800" y="2247900"/>
            <a:ext cx="261897" cy="243623"/>
          </a:xfrm>
          <a:custGeom>
            <a:avLst/>
            <a:gdLst/>
            <a:ahLst/>
            <a:cxnLst/>
            <a:rect l="l" t="t" r="r" b="b"/>
            <a:pathLst>
              <a:path w="261897" h="243623">
                <a:moveTo>
                  <a:pt x="176958" y="229292"/>
                </a:moveTo>
                <a:cubicBezTo>
                  <a:pt x="212349" y="207796"/>
                  <a:pt x="240662" y="186300"/>
                  <a:pt x="247740" y="164804"/>
                </a:cubicBezTo>
                <a:cubicBezTo>
                  <a:pt x="261897" y="136143"/>
                  <a:pt x="261897" y="107481"/>
                  <a:pt x="247740" y="71653"/>
                </a:cubicBezTo>
                <a:cubicBezTo>
                  <a:pt x="233583" y="42992"/>
                  <a:pt x="219427" y="21496"/>
                  <a:pt x="191113" y="14331"/>
                </a:cubicBezTo>
                <a:cubicBezTo>
                  <a:pt x="162801" y="0"/>
                  <a:pt x="127409" y="0"/>
                  <a:pt x="92018" y="21496"/>
                </a:cubicBezTo>
                <a:cubicBezTo>
                  <a:pt x="49548" y="35827"/>
                  <a:pt x="28313" y="57323"/>
                  <a:pt x="14157" y="85984"/>
                </a:cubicBezTo>
                <a:cubicBezTo>
                  <a:pt x="0" y="114647"/>
                  <a:pt x="0" y="143308"/>
                  <a:pt x="14157" y="171969"/>
                </a:cubicBezTo>
                <a:cubicBezTo>
                  <a:pt x="28313" y="200631"/>
                  <a:pt x="49548" y="222127"/>
                  <a:pt x="77861" y="236457"/>
                </a:cubicBezTo>
                <a:cubicBezTo>
                  <a:pt x="99096" y="243623"/>
                  <a:pt x="134488" y="243623"/>
                  <a:pt x="176958" y="22929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0" y="0"/>
            <a:ext cx="12192000" cy="11430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0400" y="609600"/>
            <a:ext cx="17526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9" name="AutoShape 29"/>
          <p:cNvSpPr/>
          <p:nvPr/>
        </p:nvSpPr>
        <p:spPr>
          <a:xfrm>
            <a:off x="1841500" y="2209800"/>
            <a:ext cx="2705100" cy="233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800" b="0" i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latin typeface="Impact"/>
                <a:ea typeface="Impact"/>
                <a:cs typeface="Impact"/>
                <a:sym typeface="Impact"/>
              </a:rPr>
              <a:t>02</a:t>
            </a:r>
            <a:endParaRPr 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841500" y="3695700"/>
            <a:ext cx="50800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54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技术路线与系统需求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841500" y="4305300"/>
            <a:ext cx="50800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808080"/>
                </a:solidFill>
                <a:latin typeface="Segoe UI Light"/>
                <a:ea typeface="Segoe UI Light"/>
                <a:cs typeface="Segoe UI Light"/>
                <a:sym typeface="Segoe UI Light"/>
              </a:rPr>
              <a:t>Overview of Project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327900" y="711200"/>
            <a:ext cx="41910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0" bIns="0" rtlCol="0" anchor="b" anchorCtr="0"/>
          <a:lstStyle/>
          <a:p>
            <a:pPr marL="0" indent="0" algn="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技术路线与系统需求规划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63600" y="59944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6604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10795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12827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4859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16891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8890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项目概述与技术选型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1651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87400" y="1841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01 项目核心定位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3750">
            <a:off x="787413" y="2406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787400" y="2667000"/>
            <a:ext cx="3175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本项目致力于开发一款运行于浏览器端的2D俯视角Roguelite生存战斗游戏原型。聚焦于高自由度的战斗体验与随机生成的关卡设计，通过轻量化架构实现高性能的浏览器渲染表现，同时兼顾代码的可维护性与扩展性，为后续游戏功能迭代打下坚实基础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81500" y="1651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508500" y="1841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02 关键技术栈选型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3750">
            <a:off x="4508513" y="2406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508500" y="2667000"/>
            <a:ext cx="3175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引擎与语言：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选用LayaAir 3.x高性能HTML5引擎，搭配TypeScript静态类型语言，保障代码质量与执行效率。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架构与UI：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自研轻量ECS架构管理游戏逻辑，结合LayaAir UI2构建现代化交互界面，实现逻辑与显示解耦。</a:t>
            </a:r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数据驱动：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采用JSON配表管理游戏数值，实现数值逻辑与业务代码分离，大幅提升配置修改与平衡性调整效率。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102600" y="1651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229600" y="1841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03 核心运行技术路线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3750">
            <a:off x="8229613" y="2406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29600" y="2667000"/>
            <a:ext cx="3175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以LayaAir引擎主循环为驱动，每帧触发自定义EcsWorld进行全局更新。通过SystemScheduler统一调度各类游戏逻辑系统，系统层专注于读写实体组件数据，最后由ViewSync系统将数据变化映射至Laya显示节点完成渲染，形成“驱动-调度-逻辑-渲染”的闭环流程，确保游戏运行的高效与稳定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0400" y="5842000"/>
            <a:ext cx="10871200" cy="508000"/>
          </a:xfrm>
          <a:prstGeom prst="roundRect">
            <a:avLst>
              <a:gd name="adj" fmla="val 0"/>
            </a:avLst>
          </a:prstGeom>
          <a:solidFill>
            <a:srgbClr val="00377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787400" y="5905500"/>
            <a:ext cx="1061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基于ECS架构的高扩展性设计，实现了逻辑与数据的极致解耦，同时利用Web端技术栈降低了用户接入门槛。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引擎主循环与 ECS 更新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 dirty="0" err="1"/>
              <a:t>逻辑</a:t>
            </a:r>
            <a:r>
              <a:rPr dirty="0"/>
              <a:t> tick </a:t>
            </a:r>
            <a:r>
              <a:rPr dirty="0" err="1"/>
              <a:t>与绘制分离</a:t>
            </a:r>
            <a:endParaRPr dirty="0"/>
          </a:p>
          <a:p>
            <a:pPr algn="l">
              <a:buChar char="•"/>
            </a:pPr>
            <a:r>
              <a:rPr dirty="0" err="1"/>
              <a:t>SystemScheduler</a:t>
            </a:r>
            <a:r>
              <a:rPr dirty="0"/>
              <a:t> </a:t>
            </a:r>
            <a:r>
              <a:rPr dirty="0" err="1"/>
              <a:t>统一调度各</a:t>
            </a:r>
            <a:r>
              <a:rPr dirty="0"/>
              <a:t> System</a:t>
            </a:r>
          </a:p>
          <a:p>
            <a:pPr algn="l">
              <a:buChar char="•"/>
            </a:pPr>
            <a:r>
              <a:rPr dirty="0" err="1"/>
              <a:t>ViewSync</a:t>
            </a:r>
            <a:r>
              <a:rPr dirty="0"/>
              <a:t> </a:t>
            </a:r>
            <a:r>
              <a:rPr dirty="0" err="1"/>
              <a:t>将组件变化映射到</a:t>
            </a:r>
            <a:r>
              <a:rPr dirty="0"/>
              <a:t> Laya </a:t>
            </a:r>
            <a:r>
              <a:rPr dirty="0" err="1"/>
              <a:t>节点</a:t>
            </a:r>
            <a:endParaRPr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7217041" y="5283073"/>
            <a:ext cx="4561840" cy="73866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har char="•"/>
            </a:lvl1pPr>
          </a:lstStyle>
          <a:p>
            <a:r>
              <a:rPr lang="zh-CN" altLang="en-US" dirty="0"/>
              <a:t>每帧由 Laya.timer.frameLoop 驱动：先 EcsWorld.update，再渲染与 UI 事件分发。
图2-1  Laya 主循环与 EcsWorld 更新时序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8255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需求分析概要：基于MoSCoW方法的优先级划分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98500" y="1651000"/>
            <a:ext cx="3429000" cy="2349500"/>
          </a:xfrm>
          <a:prstGeom prst="roundRect">
            <a:avLst>
              <a:gd name="adj" fmla="val 0"/>
            </a:avLst>
          </a:prstGeom>
          <a:solidFill>
            <a:srgbClr val="003778">
              <a:alpha val="6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25500" y="1778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01 Must-have 核心必备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3750">
            <a:off x="825513" y="22161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825500" y="23495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聚焦核心玩法完整性，确保游戏基础闭环。包含玩家移动/自动攻击、多类型技能释放、怪物AI与碰撞检测、角色升级奖励机制及主菜单关卡界面的基础搭建。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81500" y="1651000"/>
            <a:ext cx="3429000" cy="2349500"/>
          </a:xfrm>
          <a:prstGeom prst="roundRect">
            <a:avLst>
              <a:gd name="adj" fmla="val 0"/>
            </a:avLst>
          </a:prstGeom>
          <a:solidFill>
            <a:srgbClr val="003778">
              <a:alpha val="6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508500" y="1778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02 Should-have 重要提升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3750">
            <a:off x="4508513" y="22161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508500" y="23495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提升游戏策略深度与重玩价值。重点实现Tab键暂停装配技能、DAG跑图系统保障关卡逻辑，以及UI全屏栈管理，确保界面切换流畅有序。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064500" y="1651000"/>
            <a:ext cx="3429000" cy="2349500"/>
          </a:xfrm>
          <a:prstGeom prst="roundRect">
            <a:avLst>
              <a:gd name="adj" fmla="val 0"/>
            </a:avLst>
          </a:prstGeom>
          <a:solidFill>
            <a:srgbClr val="003778">
              <a:alpha val="6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191500" y="1778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03 Could-have 体验优化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3750">
            <a:off x="8191513" y="22161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191500" y="23495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非核心但增强沉浸感的内容。计划补充更丰富的技能视觉特效（VFX）与沉浸式音效设计，提升玩家感官体验，作为版本迭代的优化项。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98500" y="4318000"/>
            <a:ext cx="5397500" cy="1841500"/>
          </a:xfrm>
          <a:prstGeom prst="roundRect">
            <a:avLst>
              <a:gd name="adj" fmla="val 0"/>
            </a:avLst>
          </a:prstGeom>
          <a:solidFill>
            <a:srgbClr val="003778">
              <a:alpha val="6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25500" y="4445000"/>
            <a:ext cx="514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04 Won't-have 范围界定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8488">
            <a:off x="825508" y="4883150"/>
            <a:ext cx="5143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825500" y="5016500"/>
            <a:ext cx="5143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为聚焦核心开发进度，本次版本暂不涉及复杂的社交系统（如好友、公会）及在线PVP对战模块。该部分功能将在后续成熟版本规划中另行评估。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286500" y="4318000"/>
            <a:ext cx="5397500" cy="1841500"/>
          </a:xfrm>
          <a:prstGeom prst="roundRect">
            <a:avLst>
              <a:gd name="adj" fmla="val 0"/>
            </a:avLst>
          </a:prstGeom>
          <a:solidFill>
            <a:srgbClr val="003778">
              <a:alpha val="6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413500" y="4445000"/>
            <a:ext cx="514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非功能性需求：性能与架构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8488">
            <a:off x="6413508" y="4883150"/>
            <a:ext cx="5143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6413500" y="5016500"/>
            <a:ext cx="5143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性能上确保千级怪物同屏时核心战斗逻辑帧率≥15 FPS；架构上遵循高内聚低耦合原则，建立清晰的模块分层，保障代码的可维护性与后续扩展能力。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1130300"/>
            <a:ext cx="12192000" cy="53594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617200" y="2743200"/>
            <a:ext cx="25400" cy="12700"/>
          </a:xfrm>
          <a:prstGeom prst="roundRect">
            <a:avLst>
              <a:gd name="adj" fmla="val 0"/>
            </a:avLst>
          </a:pr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772400" y="1384300"/>
            <a:ext cx="3520357" cy="4123326"/>
          </a:xfrm>
          <a:custGeom>
            <a:avLst/>
            <a:gdLst/>
            <a:ahLst/>
            <a:cxnLst/>
            <a:rect l="l" t="t" r="r" b="b"/>
            <a:pathLst>
              <a:path w="3520357" h="4123326">
                <a:moveTo>
                  <a:pt x="2631378" y="2611676"/>
                </a:moveTo>
                <a:cubicBezTo>
                  <a:pt x="2375352" y="2561998"/>
                  <a:pt x="2375352" y="2561998"/>
                  <a:pt x="2375352" y="2561998"/>
                </a:cubicBezTo>
                <a:cubicBezTo>
                  <a:pt x="2062432" y="2625870"/>
                  <a:pt x="2062432" y="2625870"/>
                  <a:pt x="2062432" y="2625870"/>
                </a:cubicBezTo>
                <a:cubicBezTo>
                  <a:pt x="2126438" y="2561998"/>
                  <a:pt x="2126438" y="2561998"/>
                  <a:pt x="2126438" y="2561998"/>
                </a:cubicBezTo>
                <a:cubicBezTo>
                  <a:pt x="2403799" y="2476834"/>
                  <a:pt x="2403799" y="2476834"/>
                  <a:pt x="2403799" y="2476834"/>
                </a:cubicBezTo>
                <a:cubicBezTo>
                  <a:pt x="2681160" y="2569094"/>
                  <a:pt x="2681160" y="2569094"/>
                  <a:pt x="2681160" y="2569094"/>
                </a:cubicBezTo>
                <a:lnTo>
                  <a:pt x="2631378" y="2611676"/>
                </a:lnTo>
                <a:close/>
                <a:moveTo>
                  <a:pt x="2432247" y="3477504"/>
                </a:moveTo>
                <a:cubicBezTo>
                  <a:pt x="2403799" y="3328468"/>
                  <a:pt x="2403799" y="3328468"/>
                  <a:pt x="2403799" y="3328468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595819" y="2980718"/>
                  <a:pt x="2595819" y="2980718"/>
                  <a:pt x="2595819" y="2980718"/>
                </a:cubicBezTo>
                <a:cubicBezTo>
                  <a:pt x="2674048" y="3498794"/>
                  <a:pt x="2674048" y="3498794"/>
                  <a:pt x="2674048" y="3498794"/>
                </a:cubicBezTo>
                <a:cubicBezTo>
                  <a:pt x="2595819" y="3491697"/>
                  <a:pt x="2517588" y="3484601"/>
                  <a:pt x="2432247" y="3477504"/>
                </a:cubicBezTo>
                <a:close/>
                <a:moveTo>
                  <a:pt x="1898860" y="2789100"/>
                </a:moveTo>
                <a:cubicBezTo>
                  <a:pt x="2133549" y="2845876"/>
                  <a:pt x="2133549" y="2845876"/>
                  <a:pt x="2133549" y="2845876"/>
                </a:cubicBezTo>
                <a:cubicBezTo>
                  <a:pt x="2453582" y="2725227"/>
                  <a:pt x="2453582" y="2725227"/>
                  <a:pt x="2453582" y="2725227"/>
                </a:cubicBezTo>
                <a:cubicBezTo>
                  <a:pt x="2631378" y="2810391"/>
                  <a:pt x="2631378" y="2810391"/>
                  <a:pt x="2631378" y="2810391"/>
                </a:cubicBezTo>
                <a:cubicBezTo>
                  <a:pt x="2453582" y="2782004"/>
                  <a:pt x="2453582" y="2782004"/>
                  <a:pt x="2453582" y="2782004"/>
                </a:cubicBezTo>
                <a:cubicBezTo>
                  <a:pt x="2126438" y="2902651"/>
                  <a:pt x="2126438" y="2902651"/>
                  <a:pt x="2126438" y="2902651"/>
                </a:cubicBezTo>
                <a:lnTo>
                  <a:pt x="1898860" y="2789100"/>
                </a:lnTo>
                <a:close/>
                <a:moveTo>
                  <a:pt x="1223235" y="3349758"/>
                </a:moveTo>
                <a:cubicBezTo>
                  <a:pt x="1102335" y="3023300"/>
                  <a:pt x="1102335" y="3023300"/>
                  <a:pt x="1102335" y="3023300"/>
                </a:cubicBezTo>
                <a:cubicBezTo>
                  <a:pt x="938762" y="2973621"/>
                  <a:pt x="938762" y="2973621"/>
                  <a:pt x="938762" y="2973621"/>
                </a:cubicBezTo>
                <a:cubicBezTo>
                  <a:pt x="1216123" y="2888458"/>
                  <a:pt x="1216123" y="2888458"/>
                  <a:pt x="1216123" y="2888458"/>
                </a:cubicBezTo>
                <a:cubicBezTo>
                  <a:pt x="1322800" y="3243304"/>
                  <a:pt x="1322800" y="3243304"/>
                  <a:pt x="1322800" y="3243304"/>
                </a:cubicBezTo>
                <a:cubicBezTo>
                  <a:pt x="1977089" y="3143947"/>
                  <a:pt x="1977089" y="3143947"/>
                  <a:pt x="1977089" y="3143947"/>
                </a:cubicBezTo>
                <a:lnTo>
                  <a:pt x="1223235" y="3349758"/>
                </a:lnTo>
                <a:close/>
                <a:moveTo>
                  <a:pt x="1102335" y="2313605"/>
                </a:moveTo>
                <a:cubicBezTo>
                  <a:pt x="1130781" y="2313605"/>
                  <a:pt x="1130781" y="2313605"/>
                  <a:pt x="1130781" y="2313605"/>
                </a:cubicBezTo>
                <a:cubicBezTo>
                  <a:pt x="1130781" y="2491029"/>
                  <a:pt x="1130781" y="2491029"/>
                  <a:pt x="1130781" y="2491029"/>
                </a:cubicBezTo>
                <a:cubicBezTo>
                  <a:pt x="1102335" y="2491029"/>
                  <a:pt x="1102335" y="2491029"/>
                  <a:pt x="1102335" y="2491029"/>
                </a:cubicBezTo>
                <a:lnTo>
                  <a:pt x="1102335" y="2313605"/>
                </a:lnTo>
                <a:close/>
                <a:moveTo>
                  <a:pt x="1166340" y="2313605"/>
                </a:moveTo>
                <a:cubicBezTo>
                  <a:pt x="1329912" y="2313605"/>
                  <a:pt x="1329912" y="2313605"/>
                  <a:pt x="1329912" y="2313605"/>
                </a:cubicBezTo>
                <a:cubicBezTo>
                  <a:pt x="1329912" y="2491029"/>
                  <a:pt x="1329912" y="2491029"/>
                  <a:pt x="1329912" y="2491029"/>
                </a:cubicBezTo>
                <a:cubicBezTo>
                  <a:pt x="1166340" y="2491029"/>
                  <a:pt x="1166340" y="2491029"/>
                  <a:pt x="1166340" y="2491029"/>
                </a:cubicBezTo>
                <a:lnTo>
                  <a:pt x="1166340" y="2313605"/>
                </a:lnTo>
                <a:close/>
                <a:moveTo>
                  <a:pt x="768078" y="1887788"/>
                </a:moveTo>
                <a:cubicBezTo>
                  <a:pt x="768078" y="1887788"/>
                  <a:pt x="768078" y="1887788"/>
                  <a:pt x="768078" y="1887788"/>
                </a:cubicBezTo>
                <a:cubicBezTo>
                  <a:pt x="561835" y="1887788"/>
                  <a:pt x="561835" y="1887788"/>
                  <a:pt x="561835" y="1887788"/>
                </a:cubicBezTo>
                <a:cubicBezTo>
                  <a:pt x="561835" y="709695"/>
                  <a:pt x="561835" y="709695"/>
                  <a:pt x="561835" y="709695"/>
                </a:cubicBezTo>
                <a:cubicBezTo>
                  <a:pt x="782301" y="709695"/>
                  <a:pt x="782301" y="709695"/>
                  <a:pt x="782301" y="709695"/>
                </a:cubicBezTo>
                <a:cubicBezTo>
                  <a:pt x="782301" y="695500"/>
                  <a:pt x="782301" y="695500"/>
                  <a:pt x="782301" y="695500"/>
                </a:cubicBezTo>
                <a:cubicBezTo>
                  <a:pt x="1059663" y="695500"/>
                  <a:pt x="1059663" y="695500"/>
                  <a:pt x="1059663" y="695500"/>
                </a:cubicBezTo>
                <a:cubicBezTo>
                  <a:pt x="1059663" y="702598"/>
                  <a:pt x="1059663" y="709695"/>
                  <a:pt x="1066775" y="716792"/>
                </a:cubicBezTo>
                <a:cubicBezTo>
                  <a:pt x="839196" y="809052"/>
                  <a:pt x="839196" y="809052"/>
                  <a:pt x="839196" y="809052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03637" y="809052"/>
                  <a:pt x="803637" y="809052"/>
                  <a:pt x="803637" y="809052"/>
                </a:cubicBezTo>
                <a:cubicBezTo>
                  <a:pt x="853420" y="936796"/>
                  <a:pt x="853420" y="936796"/>
                  <a:pt x="853420" y="936796"/>
                </a:cubicBezTo>
                <a:cubicBezTo>
                  <a:pt x="881868" y="922603"/>
                  <a:pt x="881868" y="922603"/>
                  <a:pt x="881868" y="922603"/>
                </a:cubicBezTo>
                <a:cubicBezTo>
                  <a:pt x="874756" y="908409"/>
                  <a:pt x="874756" y="908409"/>
                  <a:pt x="874756" y="908409"/>
                </a:cubicBezTo>
                <a:cubicBezTo>
                  <a:pt x="1102335" y="816149"/>
                  <a:pt x="1102335" y="816149"/>
                  <a:pt x="1102335" y="816149"/>
                </a:cubicBezTo>
                <a:cubicBezTo>
                  <a:pt x="1109445" y="823246"/>
                  <a:pt x="1116557" y="830343"/>
                  <a:pt x="1116557" y="837439"/>
                </a:cubicBezTo>
                <a:cubicBezTo>
                  <a:pt x="952985" y="1007767"/>
                  <a:pt x="952985" y="1007767"/>
                  <a:pt x="952985" y="1007767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17426" y="1021960"/>
                  <a:pt x="917426" y="1021960"/>
                  <a:pt x="917426" y="1021960"/>
                </a:cubicBezTo>
                <a:cubicBezTo>
                  <a:pt x="1016992" y="1121317"/>
                  <a:pt x="1016992" y="1121317"/>
                  <a:pt x="1016992" y="1121317"/>
                </a:cubicBezTo>
                <a:cubicBezTo>
                  <a:pt x="1038328" y="1100027"/>
                  <a:pt x="1038328" y="1100027"/>
                  <a:pt x="1038328" y="1100027"/>
                </a:cubicBezTo>
                <a:cubicBezTo>
                  <a:pt x="1024104" y="1085832"/>
                  <a:pt x="1024104" y="1085832"/>
                  <a:pt x="1024104" y="1085832"/>
                </a:cubicBezTo>
                <a:cubicBezTo>
                  <a:pt x="1194788" y="915506"/>
                  <a:pt x="1194788" y="915506"/>
                  <a:pt x="1194788" y="915506"/>
                </a:cubicBezTo>
                <a:cubicBezTo>
                  <a:pt x="1201900" y="922603"/>
                  <a:pt x="1209012" y="929700"/>
                  <a:pt x="1216123" y="929700"/>
                </a:cubicBezTo>
                <a:cubicBezTo>
                  <a:pt x="1130781" y="1156802"/>
                  <a:pt x="1130781" y="1156802"/>
                  <a:pt x="1130781" y="1156802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02335" y="1178093"/>
                  <a:pt x="1102335" y="1178093"/>
                  <a:pt x="1102335" y="1178093"/>
                </a:cubicBezTo>
                <a:cubicBezTo>
                  <a:pt x="1230347" y="1227771"/>
                  <a:pt x="1230347" y="1227771"/>
                  <a:pt x="1230347" y="1227771"/>
                </a:cubicBezTo>
                <a:cubicBezTo>
                  <a:pt x="1244571" y="1199384"/>
                  <a:pt x="1244571" y="1199384"/>
                  <a:pt x="1244571" y="1199384"/>
                </a:cubicBezTo>
                <a:cubicBezTo>
                  <a:pt x="1230347" y="1192287"/>
                  <a:pt x="1230347" y="1192287"/>
                  <a:pt x="1230347" y="1192287"/>
                </a:cubicBezTo>
                <a:cubicBezTo>
                  <a:pt x="1315690" y="972282"/>
                  <a:pt x="1315690" y="972282"/>
                  <a:pt x="1315690" y="972282"/>
                </a:cubicBezTo>
                <a:cubicBezTo>
                  <a:pt x="1329912" y="972282"/>
                  <a:pt x="1337024" y="979378"/>
                  <a:pt x="1351248" y="979378"/>
                </a:cubicBezTo>
                <a:cubicBezTo>
                  <a:pt x="1351248" y="1213578"/>
                  <a:pt x="1351248" y="1213578"/>
                  <a:pt x="1351248" y="1213578"/>
                </a:cubicBezTo>
                <a:cubicBezTo>
                  <a:pt x="1329912" y="1213578"/>
                  <a:pt x="1329912" y="1213578"/>
                  <a:pt x="1329912" y="1213578"/>
                </a:cubicBezTo>
                <a:cubicBezTo>
                  <a:pt x="1329912" y="1887788"/>
                  <a:pt x="1329912" y="1887788"/>
                  <a:pt x="1329912" y="1887788"/>
                </a:cubicBezTo>
                <a:lnTo>
                  <a:pt x="768078" y="1887788"/>
                </a:lnTo>
                <a:close/>
                <a:moveTo>
                  <a:pt x="526275" y="1887788"/>
                </a:moveTo>
                <a:cubicBezTo>
                  <a:pt x="483605" y="1887788"/>
                  <a:pt x="483605" y="1887788"/>
                  <a:pt x="483605" y="1887788"/>
                </a:cubicBezTo>
                <a:cubicBezTo>
                  <a:pt x="483605" y="709695"/>
                  <a:pt x="483605" y="709695"/>
                  <a:pt x="483605" y="709695"/>
                </a:cubicBezTo>
                <a:cubicBezTo>
                  <a:pt x="526275" y="709695"/>
                  <a:pt x="526275" y="709695"/>
                  <a:pt x="526275" y="709695"/>
                </a:cubicBezTo>
                <a:lnTo>
                  <a:pt x="526275" y="1887788"/>
                </a:lnTo>
                <a:close/>
                <a:moveTo>
                  <a:pt x="1088111" y="787761"/>
                </a:moveTo>
                <a:cubicBezTo>
                  <a:pt x="1088111" y="794857"/>
                  <a:pt x="1095223" y="794857"/>
                  <a:pt x="1095223" y="801955"/>
                </a:cubicBezTo>
                <a:cubicBezTo>
                  <a:pt x="888978" y="887118"/>
                  <a:pt x="888978" y="887118"/>
                  <a:pt x="888978" y="887118"/>
                </a:cubicBezTo>
                <a:cubicBezTo>
                  <a:pt x="881868" y="872924"/>
                  <a:pt x="881868" y="872924"/>
                  <a:pt x="881868" y="872924"/>
                </a:cubicBezTo>
                <a:lnTo>
                  <a:pt x="1088111" y="787761"/>
                </a:lnTo>
                <a:close/>
                <a:moveTo>
                  <a:pt x="867644" y="404525"/>
                </a:moveTo>
                <a:cubicBezTo>
                  <a:pt x="874756" y="390332"/>
                  <a:pt x="874756" y="390332"/>
                  <a:pt x="874756" y="390332"/>
                </a:cubicBezTo>
                <a:cubicBezTo>
                  <a:pt x="1109445" y="489689"/>
                  <a:pt x="1109445" y="489689"/>
                  <a:pt x="1109445" y="489689"/>
                </a:cubicBezTo>
                <a:cubicBezTo>
                  <a:pt x="1102335" y="496786"/>
                  <a:pt x="1102335" y="496786"/>
                  <a:pt x="1102335" y="496786"/>
                </a:cubicBezTo>
                <a:lnTo>
                  <a:pt x="867644" y="404525"/>
                </a:lnTo>
                <a:close/>
                <a:moveTo>
                  <a:pt x="1180564" y="880021"/>
                </a:moveTo>
                <a:cubicBezTo>
                  <a:pt x="1180564" y="887118"/>
                  <a:pt x="1187676" y="887118"/>
                  <a:pt x="1194788" y="894216"/>
                </a:cubicBezTo>
                <a:cubicBezTo>
                  <a:pt x="1009880" y="1057445"/>
                  <a:pt x="1009880" y="1057445"/>
                  <a:pt x="1009880" y="1057445"/>
                </a:cubicBezTo>
                <a:cubicBezTo>
                  <a:pt x="1002768" y="1050348"/>
                  <a:pt x="1002768" y="1050348"/>
                  <a:pt x="1002768" y="1050348"/>
                </a:cubicBezTo>
                <a:lnTo>
                  <a:pt x="1180564" y="880021"/>
                </a:lnTo>
                <a:close/>
                <a:moveTo>
                  <a:pt x="995657" y="205811"/>
                </a:moveTo>
                <a:cubicBezTo>
                  <a:pt x="1024104" y="212908"/>
                  <a:pt x="1024104" y="212908"/>
                  <a:pt x="1024104" y="212908"/>
                </a:cubicBezTo>
                <a:cubicBezTo>
                  <a:pt x="1194788" y="383235"/>
                  <a:pt x="1194788" y="383235"/>
                  <a:pt x="1194788" y="383235"/>
                </a:cubicBezTo>
                <a:cubicBezTo>
                  <a:pt x="1180564" y="397429"/>
                  <a:pt x="1180564" y="397429"/>
                  <a:pt x="1180564" y="397429"/>
                </a:cubicBezTo>
                <a:lnTo>
                  <a:pt x="995657" y="205811"/>
                </a:lnTo>
                <a:close/>
                <a:moveTo>
                  <a:pt x="1287242" y="943894"/>
                </a:moveTo>
                <a:cubicBezTo>
                  <a:pt x="1294354" y="943894"/>
                  <a:pt x="1294354" y="950991"/>
                  <a:pt x="1301466" y="950991"/>
                </a:cubicBezTo>
                <a:cubicBezTo>
                  <a:pt x="1209012" y="1178093"/>
                  <a:pt x="1209012" y="1178093"/>
                  <a:pt x="1209012" y="1178093"/>
                </a:cubicBezTo>
                <a:cubicBezTo>
                  <a:pt x="1194788" y="1170996"/>
                  <a:pt x="1194788" y="1170996"/>
                  <a:pt x="1194788" y="1170996"/>
                </a:cubicBezTo>
                <a:lnTo>
                  <a:pt x="1287242" y="943894"/>
                </a:lnTo>
                <a:close/>
                <a:moveTo>
                  <a:pt x="1187676" y="70969"/>
                </a:moveTo>
                <a:cubicBezTo>
                  <a:pt x="1216123" y="120647"/>
                  <a:pt x="1216123" y="120647"/>
                  <a:pt x="1216123" y="120647"/>
                </a:cubicBezTo>
                <a:cubicBezTo>
                  <a:pt x="1315690" y="326460"/>
                  <a:pt x="1315690" y="326460"/>
                  <a:pt x="1315690" y="326460"/>
                </a:cubicBezTo>
                <a:cubicBezTo>
                  <a:pt x="1308578" y="326460"/>
                  <a:pt x="1301466" y="333557"/>
                  <a:pt x="1294354" y="333557"/>
                </a:cubicBezTo>
                <a:lnTo>
                  <a:pt x="1187676" y="70969"/>
                </a:lnTo>
                <a:close/>
                <a:moveTo>
                  <a:pt x="1401031" y="2292313"/>
                </a:moveTo>
                <a:cubicBezTo>
                  <a:pt x="1401031" y="2292313"/>
                  <a:pt x="1401031" y="2292313"/>
                  <a:pt x="1401031" y="2292313"/>
                </a:cubicBezTo>
                <a:cubicBezTo>
                  <a:pt x="1429478" y="2327798"/>
                  <a:pt x="1429478" y="2327798"/>
                  <a:pt x="1429478" y="2327798"/>
                </a:cubicBezTo>
                <a:cubicBezTo>
                  <a:pt x="1429478" y="2491029"/>
                  <a:pt x="1429478" y="2491029"/>
                  <a:pt x="1429478" y="2491029"/>
                </a:cubicBezTo>
                <a:cubicBezTo>
                  <a:pt x="1401031" y="2491029"/>
                  <a:pt x="1401031" y="2491029"/>
                  <a:pt x="1401031" y="2491029"/>
                </a:cubicBezTo>
                <a:lnTo>
                  <a:pt x="1401031" y="2292313"/>
                </a:lnTo>
                <a:close/>
                <a:moveTo>
                  <a:pt x="1401031" y="2001338"/>
                </a:moveTo>
                <a:cubicBezTo>
                  <a:pt x="1401031" y="2001338"/>
                  <a:pt x="1401031" y="2001338"/>
                  <a:pt x="1401031" y="2001338"/>
                </a:cubicBezTo>
                <a:cubicBezTo>
                  <a:pt x="1429478" y="2036823"/>
                  <a:pt x="1429478" y="2036823"/>
                  <a:pt x="1429478" y="2036823"/>
                </a:cubicBezTo>
                <a:cubicBezTo>
                  <a:pt x="1429478" y="2178762"/>
                  <a:pt x="1429478" y="2178762"/>
                  <a:pt x="1429478" y="2178762"/>
                </a:cubicBezTo>
                <a:cubicBezTo>
                  <a:pt x="1401031" y="2178762"/>
                  <a:pt x="1401031" y="2178762"/>
                  <a:pt x="1401031" y="2178762"/>
                </a:cubicBezTo>
                <a:lnTo>
                  <a:pt x="1401031" y="2001338"/>
                </a:lnTo>
                <a:close/>
                <a:moveTo>
                  <a:pt x="1401031" y="1213578"/>
                </a:moveTo>
                <a:cubicBezTo>
                  <a:pt x="1415255" y="1213578"/>
                  <a:pt x="1415255" y="1213578"/>
                  <a:pt x="1415255" y="1213578"/>
                </a:cubicBezTo>
                <a:cubicBezTo>
                  <a:pt x="1415255" y="965185"/>
                  <a:pt x="1415255" y="965185"/>
                  <a:pt x="1415255" y="965185"/>
                </a:cubicBezTo>
                <a:cubicBezTo>
                  <a:pt x="1422367" y="965185"/>
                  <a:pt x="1429478" y="965185"/>
                  <a:pt x="1429478" y="965185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894884"/>
                  <a:pt x="1429478" y="1894884"/>
                  <a:pt x="1429478" y="1894884"/>
                </a:cubicBezTo>
                <a:cubicBezTo>
                  <a:pt x="1401031" y="1894884"/>
                  <a:pt x="1401031" y="1894884"/>
                  <a:pt x="1401031" y="1894884"/>
                </a:cubicBezTo>
                <a:lnTo>
                  <a:pt x="1401031" y="1213578"/>
                </a:lnTo>
                <a:close/>
                <a:moveTo>
                  <a:pt x="1415255" y="35485"/>
                </a:moveTo>
                <a:cubicBezTo>
                  <a:pt x="1429478" y="35485"/>
                  <a:pt x="1429478" y="35485"/>
                  <a:pt x="1429478" y="35485"/>
                </a:cubicBezTo>
                <a:cubicBezTo>
                  <a:pt x="1429478" y="319363"/>
                  <a:pt x="1429478" y="319363"/>
                  <a:pt x="1429478" y="319363"/>
                </a:cubicBezTo>
                <a:cubicBezTo>
                  <a:pt x="1429478" y="319363"/>
                  <a:pt x="1422367" y="319363"/>
                  <a:pt x="1415255" y="312265"/>
                </a:cubicBezTo>
                <a:lnTo>
                  <a:pt x="1415255" y="35485"/>
                </a:lnTo>
                <a:close/>
                <a:moveTo>
                  <a:pt x="1507708" y="432914"/>
                </a:moveTo>
                <a:cubicBezTo>
                  <a:pt x="1543267" y="432914"/>
                  <a:pt x="1578827" y="468399"/>
                  <a:pt x="1578827" y="503883"/>
                </a:cubicBezTo>
                <a:cubicBezTo>
                  <a:pt x="1578827" y="546464"/>
                  <a:pt x="1543267" y="574853"/>
                  <a:pt x="1507708" y="574853"/>
                </a:cubicBezTo>
                <a:cubicBezTo>
                  <a:pt x="1465038" y="574853"/>
                  <a:pt x="1436590" y="546464"/>
                  <a:pt x="1436590" y="503883"/>
                </a:cubicBezTo>
                <a:cubicBezTo>
                  <a:pt x="1436590" y="468399"/>
                  <a:pt x="1465038" y="432914"/>
                  <a:pt x="1507708" y="432914"/>
                </a:cubicBezTo>
                <a:close/>
                <a:moveTo>
                  <a:pt x="1642834" y="1163899"/>
                </a:moveTo>
                <a:cubicBezTo>
                  <a:pt x="1635722" y="1163899"/>
                  <a:pt x="1635722" y="1163899"/>
                  <a:pt x="1635722" y="1163899"/>
                </a:cubicBezTo>
                <a:cubicBezTo>
                  <a:pt x="1543267" y="929700"/>
                  <a:pt x="1543267" y="929700"/>
                  <a:pt x="1543267" y="929700"/>
                </a:cubicBezTo>
                <a:cubicBezTo>
                  <a:pt x="1564603" y="922603"/>
                  <a:pt x="1564603" y="922603"/>
                  <a:pt x="1564603" y="922603"/>
                </a:cubicBezTo>
                <a:lnTo>
                  <a:pt x="1642834" y="1163899"/>
                </a:lnTo>
                <a:close/>
                <a:moveTo>
                  <a:pt x="1657057" y="844536"/>
                </a:moveTo>
                <a:cubicBezTo>
                  <a:pt x="1834853" y="1014863"/>
                  <a:pt x="1834853" y="1014863"/>
                  <a:pt x="1834853" y="1014863"/>
                </a:cubicBezTo>
                <a:cubicBezTo>
                  <a:pt x="1820629" y="1029057"/>
                  <a:pt x="1820629" y="1029057"/>
                  <a:pt x="1820629" y="1029057"/>
                </a:cubicBezTo>
                <a:cubicBezTo>
                  <a:pt x="1642834" y="851634"/>
                  <a:pt x="1642834" y="851634"/>
                  <a:pt x="1642834" y="851634"/>
                </a:cubicBezTo>
                <a:cubicBezTo>
                  <a:pt x="1649945" y="851634"/>
                  <a:pt x="1649945" y="844536"/>
                  <a:pt x="1657057" y="844536"/>
                </a:cubicBezTo>
                <a:close/>
                <a:moveTo>
                  <a:pt x="1713951" y="730985"/>
                </a:moveTo>
                <a:cubicBezTo>
                  <a:pt x="1941530" y="823246"/>
                  <a:pt x="1941530" y="823246"/>
                  <a:pt x="1941530" y="823246"/>
                </a:cubicBezTo>
                <a:cubicBezTo>
                  <a:pt x="1934418" y="837439"/>
                  <a:pt x="1934418" y="837439"/>
                  <a:pt x="1934418" y="837439"/>
                </a:cubicBezTo>
                <a:cubicBezTo>
                  <a:pt x="1706839" y="738082"/>
                  <a:pt x="1706839" y="738082"/>
                  <a:pt x="1706839" y="738082"/>
                </a:cubicBezTo>
                <a:cubicBezTo>
                  <a:pt x="1706839" y="738082"/>
                  <a:pt x="1713951" y="730985"/>
                  <a:pt x="1713951" y="730985"/>
                </a:cubicBezTo>
                <a:close/>
                <a:moveTo>
                  <a:pt x="1984201" y="596143"/>
                </a:moveTo>
                <a:cubicBezTo>
                  <a:pt x="2666936" y="596143"/>
                  <a:pt x="2666936" y="596143"/>
                  <a:pt x="2666936" y="596143"/>
                </a:cubicBezTo>
                <a:cubicBezTo>
                  <a:pt x="2666936" y="624531"/>
                  <a:pt x="2666936" y="624531"/>
                  <a:pt x="2666936" y="624531"/>
                </a:cubicBezTo>
                <a:cubicBezTo>
                  <a:pt x="1984201" y="624531"/>
                  <a:pt x="1984201" y="624531"/>
                  <a:pt x="1984201" y="624531"/>
                </a:cubicBezTo>
                <a:lnTo>
                  <a:pt x="1984201" y="596143"/>
                </a:lnTo>
                <a:close/>
                <a:moveTo>
                  <a:pt x="2553148" y="390332"/>
                </a:moveTo>
                <a:cubicBezTo>
                  <a:pt x="2574483" y="567756"/>
                  <a:pt x="2574483" y="567756"/>
                  <a:pt x="2574483" y="567756"/>
                </a:cubicBezTo>
                <a:cubicBezTo>
                  <a:pt x="2560259" y="567756"/>
                  <a:pt x="2560259" y="567756"/>
                  <a:pt x="2560259" y="567756"/>
                </a:cubicBezTo>
                <a:cubicBezTo>
                  <a:pt x="2546036" y="383235"/>
                  <a:pt x="2546036" y="383235"/>
                  <a:pt x="2546036" y="383235"/>
                </a:cubicBezTo>
                <a:lnTo>
                  <a:pt x="2553148" y="390332"/>
                </a:lnTo>
                <a:close/>
                <a:moveTo>
                  <a:pt x="2631378" y="475496"/>
                </a:moveTo>
                <a:cubicBezTo>
                  <a:pt x="2823398" y="589046"/>
                  <a:pt x="2823398" y="589046"/>
                  <a:pt x="2823398" y="589046"/>
                </a:cubicBezTo>
                <a:cubicBezTo>
                  <a:pt x="2823398" y="603240"/>
                  <a:pt x="2823398" y="603240"/>
                  <a:pt x="2823398" y="603240"/>
                </a:cubicBezTo>
                <a:cubicBezTo>
                  <a:pt x="2631378" y="510981"/>
                  <a:pt x="2631378" y="510981"/>
                  <a:pt x="2631378" y="510981"/>
                </a:cubicBezTo>
                <a:lnTo>
                  <a:pt x="2631378" y="475496"/>
                </a:lnTo>
                <a:close/>
                <a:moveTo>
                  <a:pt x="2922963" y="631628"/>
                </a:moveTo>
                <a:cubicBezTo>
                  <a:pt x="2930075" y="660016"/>
                  <a:pt x="2930075" y="660016"/>
                  <a:pt x="2930075" y="660016"/>
                </a:cubicBezTo>
                <a:cubicBezTo>
                  <a:pt x="2716720" y="702598"/>
                  <a:pt x="2716720" y="702598"/>
                  <a:pt x="2716720" y="702598"/>
                </a:cubicBezTo>
                <a:cubicBezTo>
                  <a:pt x="2688272" y="688403"/>
                  <a:pt x="2688272" y="688403"/>
                  <a:pt x="2688272" y="688403"/>
                </a:cubicBezTo>
                <a:lnTo>
                  <a:pt x="2922963" y="631628"/>
                </a:lnTo>
                <a:close/>
                <a:moveTo>
                  <a:pt x="3065200" y="674210"/>
                </a:moveTo>
                <a:cubicBezTo>
                  <a:pt x="2866069" y="922603"/>
                  <a:pt x="2866069" y="922603"/>
                  <a:pt x="2866069" y="922603"/>
                </a:cubicBezTo>
                <a:cubicBezTo>
                  <a:pt x="2844733" y="901313"/>
                  <a:pt x="2844733" y="901313"/>
                  <a:pt x="2844733" y="901313"/>
                </a:cubicBezTo>
                <a:cubicBezTo>
                  <a:pt x="3043864" y="645822"/>
                  <a:pt x="3043864" y="645822"/>
                  <a:pt x="3043864" y="645822"/>
                </a:cubicBezTo>
                <a:lnTo>
                  <a:pt x="3065200" y="674210"/>
                </a:lnTo>
                <a:close/>
                <a:moveTo>
                  <a:pt x="3178989" y="695500"/>
                </a:moveTo>
                <a:cubicBezTo>
                  <a:pt x="3072312" y="1021960"/>
                  <a:pt x="3072312" y="1021960"/>
                  <a:pt x="3072312" y="1021960"/>
                </a:cubicBezTo>
                <a:cubicBezTo>
                  <a:pt x="3058088" y="1014863"/>
                  <a:pt x="3058088" y="1014863"/>
                  <a:pt x="3058088" y="1014863"/>
                </a:cubicBezTo>
                <a:cubicBezTo>
                  <a:pt x="3164765" y="681307"/>
                  <a:pt x="3164765" y="681307"/>
                  <a:pt x="3164765" y="681307"/>
                </a:cubicBezTo>
                <a:lnTo>
                  <a:pt x="3178989" y="695500"/>
                </a:lnTo>
                <a:close/>
                <a:moveTo>
                  <a:pt x="3278555" y="674210"/>
                </a:moveTo>
                <a:cubicBezTo>
                  <a:pt x="3292779" y="674210"/>
                  <a:pt x="3292779" y="674210"/>
                  <a:pt x="3292779" y="674210"/>
                </a:cubicBezTo>
                <a:cubicBezTo>
                  <a:pt x="3292779" y="1100027"/>
                  <a:pt x="3292779" y="1100027"/>
                  <a:pt x="3292779" y="1100027"/>
                </a:cubicBezTo>
                <a:cubicBezTo>
                  <a:pt x="3278555" y="1100027"/>
                  <a:pt x="3278555" y="1100027"/>
                  <a:pt x="3278555" y="1100027"/>
                </a:cubicBezTo>
                <a:lnTo>
                  <a:pt x="3278555" y="674210"/>
                </a:lnTo>
                <a:close/>
                <a:moveTo>
                  <a:pt x="1472150" y="2029727"/>
                </a:moveTo>
                <a:cubicBezTo>
                  <a:pt x="1543267" y="2029727"/>
                  <a:pt x="1543267" y="2029727"/>
                  <a:pt x="1543267" y="2029727"/>
                </a:cubicBezTo>
                <a:cubicBezTo>
                  <a:pt x="1543267" y="2178762"/>
                  <a:pt x="1543267" y="2178762"/>
                  <a:pt x="1543267" y="2178762"/>
                </a:cubicBezTo>
                <a:cubicBezTo>
                  <a:pt x="1472150" y="2178762"/>
                  <a:pt x="1472150" y="2178762"/>
                  <a:pt x="1472150" y="2178762"/>
                </a:cubicBezTo>
                <a:lnTo>
                  <a:pt x="1472150" y="2029727"/>
                </a:lnTo>
                <a:close/>
                <a:moveTo>
                  <a:pt x="1578827" y="1980048"/>
                </a:moveTo>
                <a:cubicBezTo>
                  <a:pt x="1607274" y="1958758"/>
                  <a:pt x="1607274" y="1958758"/>
                  <a:pt x="1607274" y="1958758"/>
                </a:cubicBezTo>
                <a:cubicBezTo>
                  <a:pt x="1607274" y="2207151"/>
                  <a:pt x="1607274" y="2207151"/>
                  <a:pt x="1607274" y="2207151"/>
                </a:cubicBezTo>
                <a:cubicBezTo>
                  <a:pt x="1578827" y="2192956"/>
                  <a:pt x="1578827" y="2192956"/>
                  <a:pt x="1578827" y="2192956"/>
                </a:cubicBezTo>
                <a:lnTo>
                  <a:pt x="1578827" y="1980048"/>
                </a:lnTo>
                <a:close/>
                <a:moveTo>
                  <a:pt x="2453582" y="1845206"/>
                </a:moveTo>
                <a:cubicBezTo>
                  <a:pt x="2453582" y="1674880"/>
                  <a:pt x="2453582" y="1674880"/>
                  <a:pt x="2453582" y="1674880"/>
                </a:cubicBezTo>
                <a:cubicBezTo>
                  <a:pt x="2474918" y="1674880"/>
                  <a:pt x="2474918" y="1674880"/>
                  <a:pt x="2474918" y="1674880"/>
                </a:cubicBezTo>
                <a:cubicBezTo>
                  <a:pt x="2489142" y="1823916"/>
                  <a:pt x="2489142" y="1823916"/>
                  <a:pt x="2489142" y="1823916"/>
                </a:cubicBezTo>
                <a:cubicBezTo>
                  <a:pt x="2595819" y="2022630"/>
                  <a:pt x="2595819" y="2022630"/>
                  <a:pt x="2595819" y="2022630"/>
                </a:cubicBezTo>
                <a:lnTo>
                  <a:pt x="2453582" y="1845206"/>
                </a:lnTo>
                <a:close/>
                <a:moveTo>
                  <a:pt x="2823398" y="1362613"/>
                </a:moveTo>
                <a:cubicBezTo>
                  <a:pt x="2823398" y="1291645"/>
                  <a:pt x="2823398" y="1291645"/>
                  <a:pt x="2823398" y="1291645"/>
                </a:cubicBezTo>
                <a:cubicBezTo>
                  <a:pt x="2851845" y="1291645"/>
                  <a:pt x="2851845" y="1291645"/>
                  <a:pt x="2851845" y="1291645"/>
                </a:cubicBezTo>
                <a:cubicBezTo>
                  <a:pt x="2908739" y="1348420"/>
                  <a:pt x="2908739" y="1348420"/>
                  <a:pt x="2908739" y="1348420"/>
                </a:cubicBezTo>
                <a:cubicBezTo>
                  <a:pt x="2894515" y="1447777"/>
                  <a:pt x="2894515" y="1447777"/>
                  <a:pt x="2894515" y="1447777"/>
                </a:cubicBezTo>
                <a:cubicBezTo>
                  <a:pt x="2830509" y="1490359"/>
                  <a:pt x="2830509" y="1490359"/>
                  <a:pt x="2830509" y="1490359"/>
                </a:cubicBezTo>
                <a:cubicBezTo>
                  <a:pt x="2809174" y="1490359"/>
                  <a:pt x="2809174" y="1490359"/>
                  <a:pt x="2809174" y="1490359"/>
                </a:cubicBezTo>
                <a:cubicBezTo>
                  <a:pt x="2809174" y="1440680"/>
                  <a:pt x="2809174" y="1440680"/>
                  <a:pt x="2809174" y="1440680"/>
                </a:cubicBezTo>
                <a:cubicBezTo>
                  <a:pt x="2844733" y="1440680"/>
                  <a:pt x="2844733" y="1440680"/>
                  <a:pt x="2844733" y="1440680"/>
                </a:cubicBezTo>
                <a:cubicBezTo>
                  <a:pt x="2844733" y="1426487"/>
                  <a:pt x="2844733" y="1426487"/>
                  <a:pt x="2844733" y="1426487"/>
                </a:cubicBezTo>
                <a:cubicBezTo>
                  <a:pt x="2809174" y="1426487"/>
                  <a:pt x="2809174" y="1426487"/>
                  <a:pt x="2809174" y="1426487"/>
                </a:cubicBezTo>
                <a:cubicBezTo>
                  <a:pt x="2809174" y="1362613"/>
                  <a:pt x="2809174" y="1362613"/>
                  <a:pt x="2809174" y="1362613"/>
                </a:cubicBezTo>
                <a:lnTo>
                  <a:pt x="2823398" y="1362613"/>
                </a:lnTo>
                <a:close/>
                <a:moveTo>
                  <a:pt x="2894515" y="1554231"/>
                </a:moveTo>
                <a:cubicBezTo>
                  <a:pt x="2851845" y="1554231"/>
                  <a:pt x="2851845" y="1554231"/>
                  <a:pt x="2851845" y="1554231"/>
                </a:cubicBezTo>
                <a:cubicBezTo>
                  <a:pt x="2851845" y="1504552"/>
                  <a:pt x="2851845" y="1504552"/>
                  <a:pt x="2851845" y="1504552"/>
                </a:cubicBezTo>
                <a:cubicBezTo>
                  <a:pt x="2930075" y="1461971"/>
                  <a:pt x="2930075" y="1461971"/>
                  <a:pt x="2930075" y="1461971"/>
                </a:cubicBezTo>
                <a:lnTo>
                  <a:pt x="2894515" y="1554231"/>
                </a:lnTo>
                <a:close/>
                <a:moveTo>
                  <a:pt x="2937186" y="3527182"/>
                </a:moveTo>
                <a:cubicBezTo>
                  <a:pt x="3029641" y="3037493"/>
                  <a:pt x="3029641" y="3037493"/>
                  <a:pt x="3029641" y="3037493"/>
                </a:cubicBezTo>
                <a:cubicBezTo>
                  <a:pt x="3008305" y="2860069"/>
                  <a:pt x="3008305" y="2860069"/>
                  <a:pt x="3008305" y="2860069"/>
                </a:cubicBezTo>
                <a:cubicBezTo>
                  <a:pt x="2930075" y="3200723"/>
                  <a:pt x="2930075" y="3200723"/>
                  <a:pt x="2930075" y="3200723"/>
                </a:cubicBezTo>
                <a:cubicBezTo>
                  <a:pt x="2887403" y="3200723"/>
                  <a:pt x="2887403" y="3200723"/>
                  <a:pt x="2887403" y="3200723"/>
                </a:cubicBezTo>
                <a:cubicBezTo>
                  <a:pt x="2887403" y="2895554"/>
                  <a:pt x="2887403" y="2895554"/>
                  <a:pt x="2887403" y="2895554"/>
                </a:cubicBezTo>
                <a:cubicBezTo>
                  <a:pt x="3015417" y="2803294"/>
                  <a:pt x="3015417" y="2803294"/>
                  <a:pt x="3015417" y="2803294"/>
                </a:cubicBezTo>
                <a:cubicBezTo>
                  <a:pt x="3079424" y="2271023"/>
                  <a:pt x="3079424" y="2271023"/>
                  <a:pt x="3079424" y="2271023"/>
                </a:cubicBezTo>
                <a:cubicBezTo>
                  <a:pt x="2830509" y="2838779"/>
                  <a:pt x="2830509" y="2838779"/>
                  <a:pt x="2830509" y="2838779"/>
                </a:cubicBezTo>
                <a:cubicBezTo>
                  <a:pt x="2809174" y="2838779"/>
                  <a:pt x="2809174" y="2838779"/>
                  <a:pt x="2809174" y="2838779"/>
                </a:cubicBezTo>
                <a:cubicBezTo>
                  <a:pt x="2809174" y="2491029"/>
                  <a:pt x="2809174" y="2491029"/>
                  <a:pt x="2809174" y="2491029"/>
                </a:cubicBezTo>
                <a:cubicBezTo>
                  <a:pt x="2887403" y="2271023"/>
                  <a:pt x="2887403" y="2271023"/>
                  <a:pt x="2887403" y="2271023"/>
                </a:cubicBezTo>
                <a:cubicBezTo>
                  <a:pt x="2738055" y="2143277"/>
                  <a:pt x="2738055" y="2143277"/>
                  <a:pt x="2738055" y="2143277"/>
                </a:cubicBezTo>
                <a:cubicBezTo>
                  <a:pt x="2887403" y="1987145"/>
                  <a:pt x="2887403" y="1987145"/>
                  <a:pt x="2887403" y="1987145"/>
                </a:cubicBezTo>
                <a:cubicBezTo>
                  <a:pt x="2937186" y="2015533"/>
                  <a:pt x="2937186" y="2015533"/>
                  <a:pt x="2937186" y="2015533"/>
                </a:cubicBezTo>
                <a:cubicBezTo>
                  <a:pt x="2873181" y="2136181"/>
                  <a:pt x="2873181" y="2136181"/>
                  <a:pt x="2873181" y="2136181"/>
                </a:cubicBezTo>
                <a:cubicBezTo>
                  <a:pt x="3022529" y="2263926"/>
                  <a:pt x="3022529" y="2263926"/>
                  <a:pt x="3022529" y="2263926"/>
                </a:cubicBezTo>
                <a:cubicBezTo>
                  <a:pt x="3242996" y="2100697"/>
                  <a:pt x="3242996" y="2100697"/>
                  <a:pt x="3242996" y="2100697"/>
                </a:cubicBezTo>
                <a:cubicBezTo>
                  <a:pt x="3399456" y="1547134"/>
                  <a:pt x="3399456" y="1547134"/>
                  <a:pt x="3399456" y="1547134"/>
                </a:cubicBezTo>
                <a:cubicBezTo>
                  <a:pt x="3335449" y="1305838"/>
                  <a:pt x="3335449" y="1305838"/>
                  <a:pt x="3335449" y="1305838"/>
                </a:cubicBezTo>
                <a:cubicBezTo>
                  <a:pt x="3427903" y="1227771"/>
                  <a:pt x="3427903" y="1227771"/>
                  <a:pt x="3427903" y="1227771"/>
                </a:cubicBezTo>
                <a:cubicBezTo>
                  <a:pt x="3456351" y="1185191"/>
                  <a:pt x="3456351" y="1185191"/>
                  <a:pt x="3456351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285667" y="1249063"/>
                  <a:pt x="3285667" y="1249063"/>
                  <a:pt x="3285667" y="1249063"/>
                </a:cubicBezTo>
                <a:cubicBezTo>
                  <a:pt x="3250108" y="1603910"/>
                  <a:pt x="3250108" y="1603910"/>
                  <a:pt x="3250108" y="1603910"/>
                </a:cubicBezTo>
                <a:cubicBezTo>
                  <a:pt x="2965634" y="1618104"/>
                  <a:pt x="2965634" y="1618104"/>
                  <a:pt x="2965634" y="1618104"/>
                </a:cubicBezTo>
                <a:cubicBezTo>
                  <a:pt x="3271443" y="1653588"/>
                  <a:pt x="3271443" y="1653588"/>
                  <a:pt x="3271443" y="1653588"/>
                </a:cubicBezTo>
                <a:cubicBezTo>
                  <a:pt x="2958522" y="1703267"/>
                  <a:pt x="2958522" y="1703267"/>
                  <a:pt x="2958522" y="1703267"/>
                </a:cubicBezTo>
                <a:cubicBezTo>
                  <a:pt x="2994081" y="1809721"/>
                  <a:pt x="2994081" y="1809721"/>
                  <a:pt x="2994081" y="1809721"/>
                </a:cubicBezTo>
                <a:cubicBezTo>
                  <a:pt x="2937186" y="1880691"/>
                  <a:pt x="2937186" y="1880691"/>
                  <a:pt x="2937186" y="1880691"/>
                </a:cubicBezTo>
                <a:cubicBezTo>
                  <a:pt x="2802062" y="1823916"/>
                  <a:pt x="2802062" y="1823916"/>
                  <a:pt x="2802062" y="1823916"/>
                </a:cubicBezTo>
                <a:cubicBezTo>
                  <a:pt x="2681160" y="1887788"/>
                  <a:pt x="2681160" y="1887788"/>
                  <a:pt x="2681160" y="1887788"/>
                </a:cubicBezTo>
                <a:cubicBezTo>
                  <a:pt x="2617154" y="1816819"/>
                  <a:pt x="2617154" y="1816819"/>
                  <a:pt x="2617154" y="1816819"/>
                </a:cubicBezTo>
                <a:cubicBezTo>
                  <a:pt x="2695384" y="1575523"/>
                  <a:pt x="2695384" y="1575523"/>
                  <a:pt x="2695384" y="1575523"/>
                </a:cubicBezTo>
                <a:cubicBezTo>
                  <a:pt x="2730943" y="1575523"/>
                  <a:pt x="2730943" y="1575523"/>
                  <a:pt x="2730943" y="1575523"/>
                </a:cubicBezTo>
                <a:cubicBezTo>
                  <a:pt x="2752279" y="1781334"/>
                  <a:pt x="2752279" y="1781334"/>
                  <a:pt x="2752279" y="1781334"/>
                </a:cubicBezTo>
                <a:cubicBezTo>
                  <a:pt x="2802062" y="1632298"/>
                  <a:pt x="2802062" y="1632298"/>
                  <a:pt x="2802062" y="1632298"/>
                </a:cubicBezTo>
                <a:cubicBezTo>
                  <a:pt x="2922963" y="1639395"/>
                  <a:pt x="2922963" y="1639395"/>
                  <a:pt x="2922963" y="1639395"/>
                </a:cubicBezTo>
                <a:cubicBezTo>
                  <a:pt x="2873181" y="1618104"/>
                  <a:pt x="2873181" y="1618104"/>
                  <a:pt x="2873181" y="1618104"/>
                </a:cubicBezTo>
                <a:cubicBezTo>
                  <a:pt x="2951410" y="1611006"/>
                  <a:pt x="2951410" y="1611006"/>
                  <a:pt x="2951410" y="1611006"/>
                </a:cubicBezTo>
                <a:cubicBezTo>
                  <a:pt x="2930075" y="1561328"/>
                  <a:pt x="2930075" y="1561328"/>
                  <a:pt x="2930075" y="1561328"/>
                </a:cubicBezTo>
                <a:cubicBezTo>
                  <a:pt x="2972746" y="1490359"/>
                  <a:pt x="2972746" y="1490359"/>
                  <a:pt x="2972746" y="1490359"/>
                </a:cubicBezTo>
                <a:cubicBezTo>
                  <a:pt x="2994081" y="1334226"/>
                  <a:pt x="2994081" y="1334226"/>
                  <a:pt x="2994081" y="1334226"/>
                </a:cubicBezTo>
                <a:cubicBezTo>
                  <a:pt x="2887403" y="1241966"/>
                  <a:pt x="2887403" y="1241966"/>
                  <a:pt x="2887403" y="1241966"/>
                </a:cubicBezTo>
                <a:cubicBezTo>
                  <a:pt x="2802062" y="1249063"/>
                  <a:pt x="2802062" y="1249063"/>
                  <a:pt x="2802062" y="1249063"/>
                </a:cubicBezTo>
                <a:cubicBezTo>
                  <a:pt x="2730943" y="1305838"/>
                  <a:pt x="2730943" y="1305838"/>
                  <a:pt x="2730943" y="1305838"/>
                </a:cubicBezTo>
                <a:cubicBezTo>
                  <a:pt x="2709608" y="865828"/>
                  <a:pt x="2709608" y="865828"/>
                  <a:pt x="2709608" y="865828"/>
                </a:cubicBezTo>
                <a:cubicBezTo>
                  <a:pt x="2688272" y="837439"/>
                  <a:pt x="2688272" y="837439"/>
                  <a:pt x="2688272" y="837439"/>
                </a:cubicBezTo>
                <a:cubicBezTo>
                  <a:pt x="2666936" y="1568425"/>
                  <a:pt x="2666936" y="1568425"/>
                  <a:pt x="2666936" y="1568425"/>
                </a:cubicBezTo>
                <a:cubicBezTo>
                  <a:pt x="2610043" y="1653588"/>
                  <a:pt x="2610043" y="1653588"/>
                  <a:pt x="2610043" y="1653588"/>
                </a:cubicBezTo>
                <a:cubicBezTo>
                  <a:pt x="2610043" y="1653588"/>
                  <a:pt x="2602931" y="1646492"/>
                  <a:pt x="2588707" y="1596813"/>
                </a:cubicBezTo>
                <a:cubicBezTo>
                  <a:pt x="2574483" y="1547134"/>
                  <a:pt x="2595819" y="1419389"/>
                  <a:pt x="2595819" y="1419389"/>
                </a:cubicBezTo>
                <a:cubicBezTo>
                  <a:pt x="2652714" y="851634"/>
                  <a:pt x="2652714" y="851634"/>
                  <a:pt x="2652714" y="851634"/>
                </a:cubicBezTo>
                <a:cubicBezTo>
                  <a:pt x="2610043" y="901313"/>
                  <a:pt x="2610043" y="901313"/>
                  <a:pt x="2610043" y="901313"/>
                </a:cubicBezTo>
                <a:cubicBezTo>
                  <a:pt x="2581595" y="1249063"/>
                  <a:pt x="2581595" y="1249063"/>
                  <a:pt x="2581595" y="1249063"/>
                </a:cubicBezTo>
                <a:cubicBezTo>
                  <a:pt x="2453582" y="1341323"/>
                  <a:pt x="2453582" y="1341323"/>
                  <a:pt x="2453582" y="1341323"/>
                </a:cubicBezTo>
                <a:cubicBezTo>
                  <a:pt x="2418023" y="1525844"/>
                  <a:pt x="2418023" y="1525844"/>
                  <a:pt x="2418023" y="1525844"/>
                </a:cubicBezTo>
                <a:cubicBezTo>
                  <a:pt x="2467806" y="1383905"/>
                  <a:pt x="2467806" y="1383905"/>
                  <a:pt x="2467806" y="1383905"/>
                </a:cubicBezTo>
                <a:cubicBezTo>
                  <a:pt x="2567371" y="1334226"/>
                  <a:pt x="2567371" y="1334226"/>
                  <a:pt x="2567371" y="1334226"/>
                </a:cubicBezTo>
                <a:cubicBezTo>
                  <a:pt x="2553148" y="1426487"/>
                  <a:pt x="2553148" y="1426487"/>
                  <a:pt x="2553148" y="1426487"/>
                </a:cubicBezTo>
                <a:cubicBezTo>
                  <a:pt x="2489142" y="1469067"/>
                  <a:pt x="2489142" y="1469067"/>
                  <a:pt x="2489142" y="1469067"/>
                </a:cubicBezTo>
                <a:cubicBezTo>
                  <a:pt x="2361128" y="1632298"/>
                  <a:pt x="2361128" y="1632298"/>
                  <a:pt x="2361128" y="1632298"/>
                </a:cubicBezTo>
                <a:cubicBezTo>
                  <a:pt x="2346904" y="1916176"/>
                  <a:pt x="2346904" y="1916176"/>
                  <a:pt x="2346904" y="1916176"/>
                </a:cubicBezTo>
                <a:cubicBezTo>
                  <a:pt x="2631378" y="2157472"/>
                  <a:pt x="2631378" y="2157472"/>
                  <a:pt x="2631378" y="21574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802062" y="2491029"/>
                  <a:pt x="2802062" y="2491029"/>
                  <a:pt x="2802062" y="2491029"/>
                </a:cubicBezTo>
                <a:cubicBezTo>
                  <a:pt x="2752279" y="2526513"/>
                  <a:pt x="2752279" y="2526513"/>
                  <a:pt x="2752279" y="2526513"/>
                </a:cubicBezTo>
                <a:cubicBezTo>
                  <a:pt x="2489142" y="2391672"/>
                  <a:pt x="2489142" y="2391672"/>
                  <a:pt x="2489142" y="23916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062432" y="2256829"/>
                  <a:pt x="2062432" y="2256829"/>
                  <a:pt x="2062432" y="2256829"/>
                </a:cubicBezTo>
                <a:cubicBezTo>
                  <a:pt x="1799294" y="2384574"/>
                  <a:pt x="1799294" y="2384574"/>
                  <a:pt x="1799294" y="2384574"/>
                </a:cubicBezTo>
                <a:cubicBezTo>
                  <a:pt x="1799294" y="2483931"/>
                  <a:pt x="1799294" y="2483931"/>
                  <a:pt x="1799294" y="2483931"/>
                </a:cubicBezTo>
                <a:cubicBezTo>
                  <a:pt x="1799294" y="2604580"/>
                  <a:pt x="1799294" y="2604580"/>
                  <a:pt x="1799294" y="2604580"/>
                </a:cubicBezTo>
                <a:cubicBezTo>
                  <a:pt x="1628610" y="2604580"/>
                  <a:pt x="1628610" y="2604580"/>
                  <a:pt x="1628610" y="2604580"/>
                </a:cubicBezTo>
                <a:cubicBezTo>
                  <a:pt x="1564603" y="2491029"/>
                  <a:pt x="1564603" y="2491029"/>
                  <a:pt x="1564603" y="2491029"/>
                </a:cubicBezTo>
                <a:cubicBezTo>
                  <a:pt x="1472150" y="2491029"/>
                  <a:pt x="1472150" y="2491029"/>
                  <a:pt x="1472150" y="2491029"/>
                </a:cubicBezTo>
                <a:cubicBezTo>
                  <a:pt x="1472150" y="2313605"/>
                  <a:pt x="1472150" y="2313605"/>
                  <a:pt x="1472150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49945" y="2313605"/>
                  <a:pt x="1671281" y="2292313"/>
                  <a:pt x="1671281" y="2256829"/>
                </a:cubicBezTo>
                <a:cubicBezTo>
                  <a:pt x="1671281" y="2256829"/>
                  <a:pt x="1671281" y="2256829"/>
                  <a:pt x="1671281" y="2256829"/>
                </a:cubicBezTo>
                <a:cubicBezTo>
                  <a:pt x="1671281" y="2235538"/>
                  <a:pt x="1671281" y="2235538"/>
                  <a:pt x="1671281" y="2235538"/>
                </a:cubicBezTo>
                <a:cubicBezTo>
                  <a:pt x="1678393" y="2235538"/>
                  <a:pt x="1678393" y="2235538"/>
                  <a:pt x="1678393" y="2235538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1951660"/>
                  <a:pt x="1678393" y="1951660"/>
                  <a:pt x="1678393" y="1951660"/>
                </a:cubicBezTo>
                <a:cubicBezTo>
                  <a:pt x="1678393" y="1951660"/>
                  <a:pt x="1678393" y="1951660"/>
                  <a:pt x="1678393" y="1944563"/>
                </a:cubicBezTo>
                <a:cubicBezTo>
                  <a:pt x="1678393" y="1916176"/>
                  <a:pt x="1649945" y="1887788"/>
                  <a:pt x="1621498" y="1887788"/>
                </a:cubicBezTo>
                <a:cubicBezTo>
                  <a:pt x="1614386" y="1887788"/>
                  <a:pt x="1614386" y="1887788"/>
                  <a:pt x="1614386" y="1887788"/>
                </a:cubicBezTo>
                <a:cubicBezTo>
                  <a:pt x="1472150" y="1887788"/>
                  <a:pt x="1472150" y="1887788"/>
                  <a:pt x="1472150" y="1887788"/>
                </a:cubicBezTo>
                <a:cubicBezTo>
                  <a:pt x="1472150" y="1213578"/>
                  <a:pt x="1472150" y="1213578"/>
                  <a:pt x="1472150" y="1213578"/>
                </a:cubicBezTo>
                <a:cubicBezTo>
                  <a:pt x="1457926" y="1213578"/>
                  <a:pt x="1457926" y="1213578"/>
                  <a:pt x="1457926" y="1213578"/>
                </a:cubicBezTo>
                <a:cubicBezTo>
                  <a:pt x="1457926" y="979378"/>
                  <a:pt x="1457926" y="979378"/>
                  <a:pt x="1457926" y="979378"/>
                </a:cubicBezTo>
                <a:cubicBezTo>
                  <a:pt x="1465038" y="972282"/>
                  <a:pt x="1479262" y="972282"/>
                  <a:pt x="1486372" y="972282"/>
                </a:cubicBezTo>
                <a:cubicBezTo>
                  <a:pt x="1571715" y="1192287"/>
                  <a:pt x="1571715" y="1192287"/>
                  <a:pt x="1571715" y="1192287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64603" y="1227771"/>
                  <a:pt x="1564603" y="1227771"/>
                  <a:pt x="1564603" y="1227771"/>
                </a:cubicBezTo>
                <a:cubicBezTo>
                  <a:pt x="1699727" y="1178093"/>
                  <a:pt x="1699727" y="1178093"/>
                  <a:pt x="1699727" y="1178093"/>
                </a:cubicBezTo>
                <a:cubicBezTo>
                  <a:pt x="1685505" y="1149706"/>
                  <a:pt x="1685505" y="1149706"/>
                  <a:pt x="1685505" y="1149706"/>
                </a:cubicBezTo>
                <a:cubicBezTo>
                  <a:pt x="1671281" y="1156802"/>
                  <a:pt x="1671281" y="1156802"/>
                  <a:pt x="1671281" y="1156802"/>
                </a:cubicBezTo>
                <a:cubicBezTo>
                  <a:pt x="1585939" y="929700"/>
                  <a:pt x="1585939" y="929700"/>
                  <a:pt x="1585939" y="929700"/>
                </a:cubicBezTo>
                <a:cubicBezTo>
                  <a:pt x="1593050" y="922603"/>
                  <a:pt x="1600162" y="915506"/>
                  <a:pt x="1607274" y="915506"/>
                </a:cubicBezTo>
                <a:cubicBezTo>
                  <a:pt x="1777958" y="1085832"/>
                  <a:pt x="1777958" y="1085832"/>
                  <a:pt x="1777958" y="1085832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92182" y="1121317"/>
                  <a:pt x="1792182" y="1121317"/>
                  <a:pt x="1792182" y="1121317"/>
                </a:cubicBezTo>
                <a:cubicBezTo>
                  <a:pt x="1884636" y="1021960"/>
                  <a:pt x="1884636" y="1021960"/>
                  <a:pt x="1884636" y="1021960"/>
                </a:cubicBezTo>
                <a:cubicBezTo>
                  <a:pt x="1863300" y="1000670"/>
                  <a:pt x="1863300" y="1000670"/>
                  <a:pt x="1863300" y="1000670"/>
                </a:cubicBezTo>
                <a:cubicBezTo>
                  <a:pt x="1856189" y="1007767"/>
                  <a:pt x="1856189" y="1007767"/>
                  <a:pt x="1856189" y="1007767"/>
                </a:cubicBezTo>
                <a:cubicBezTo>
                  <a:pt x="1678393" y="837439"/>
                  <a:pt x="1678393" y="837439"/>
                  <a:pt x="1678393" y="837439"/>
                </a:cubicBezTo>
                <a:cubicBezTo>
                  <a:pt x="1685505" y="830343"/>
                  <a:pt x="1685505" y="823246"/>
                  <a:pt x="1692617" y="816149"/>
                </a:cubicBezTo>
                <a:cubicBezTo>
                  <a:pt x="1927306" y="908409"/>
                  <a:pt x="1927306" y="908409"/>
                  <a:pt x="1927306" y="908409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48642" y="936796"/>
                  <a:pt x="1948642" y="936796"/>
                  <a:pt x="1948642" y="936796"/>
                </a:cubicBezTo>
                <a:cubicBezTo>
                  <a:pt x="1998425" y="809052"/>
                  <a:pt x="1998425" y="809052"/>
                  <a:pt x="1998425" y="809052"/>
                </a:cubicBezTo>
                <a:cubicBezTo>
                  <a:pt x="1969977" y="794857"/>
                  <a:pt x="1969977" y="794857"/>
                  <a:pt x="1969977" y="794857"/>
                </a:cubicBezTo>
                <a:cubicBezTo>
                  <a:pt x="1969977" y="809052"/>
                  <a:pt x="1969977" y="809052"/>
                  <a:pt x="1969977" y="809052"/>
                </a:cubicBezTo>
                <a:cubicBezTo>
                  <a:pt x="1735287" y="716792"/>
                  <a:pt x="1735287" y="716792"/>
                  <a:pt x="1735287" y="716792"/>
                </a:cubicBezTo>
                <a:cubicBezTo>
                  <a:pt x="1735287" y="709695"/>
                  <a:pt x="1735287" y="702598"/>
                  <a:pt x="1735287" y="695500"/>
                </a:cubicBezTo>
                <a:cubicBezTo>
                  <a:pt x="1984201" y="695500"/>
                  <a:pt x="1984201" y="695500"/>
                  <a:pt x="1984201" y="695500"/>
                </a:cubicBezTo>
                <a:cubicBezTo>
                  <a:pt x="1984201" y="709695"/>
                  <a:pt x="1984201" y="709695"/>
                  <a:pt x="1984201" y="709695"/>
                </a:cubicBezTo>
                <a:cubicBezTo>
                  <a:pt x="2617154" y="709695"/>
                  <a:pt x="2617154" y="709695"/>
                  <a:pt x="2617154" y="709695"/>
                </a:cubicBezTo>
                <a:cubicBezTo>
                  <a:pt x="2624266" y="716792"/>
                  <a:pt x="2624266" y="730985"/>
                  <a:pt x="2631378" y="745179"/>
                </a:cubicBezTo>
                <a:cubicBezTo>
                  <a:pt x="2638490" y="773567"/>
                  <a:pt x="265982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887403" y="709695"/>
                  <a:pt x="2887403" y="709695"/>
                  <a:pt x="2887403" y="709695"/>
                </a:cubicBezTo>
                <a:cubicBezTo>
                  <a:pt x="2958522" y="709695"/>
                  <a:pt x="2958522" y="709695"/>
                  <a:pt x="2958522" y="709695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794950" y="929700"/>
                  <a:pt x="2809174" y="950991"/>
                  <a:pt x="2837621" y="965185"/>
                </a:cubicBezTo>
                <a:cubicBezTo>
                  <a:pt x="2866069" y="986475"/>
                  <a:pt x="2887403" y="993573"/>
                  <a:pt x="2894515" y="986475"/>
                </a:cubicBezTo>
                <a:cubicBezTo>
                  <a:pt x="2894515" y="986475"/>
                  <a:pt x="2894515" y="986475"/>
                  <a:pt x="2894515" y="986475"/>
                </a:cubicBezTo>
                <a:cubicBezTo>
                  <a:pt x="3114982" y="709695"/>
                  <a:pt x="3114982" y="709695"/>
                  <a:pt x="3114982" y="709695"/>
                </a:cubicBezTo>
                <a:cubicBezTo>
                  <a:pt x="3122094" y="709695"/>
                  <a:pt x="3122094" y="709695"/>
                  <a:pt x="3122094" y="709695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1193" y="1057445"/>
                  <a:pt x="3029641" y="1071639"/>
                  <a:pt x="3058088" y="1085832"/>
                </a:cubicBezTo>
                <a:cubicBezTo>
                  <a:pt x="3086536" y="1092930"/>
                  <a:pt x="3114982" y="1100027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35512"/>
                  <a:pt x="3278555" y="1142609"/>
                  <a:pt x="3314113" y="1142609"/>
                </a:cubicBezTo>
                <a:cubicBezTo>
                  <a:pt x="3349673" y="1142609"/>
                  <a:pt x="3371008" y="1135512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709695"/>
                  <a:pt x="3378120" y="709695"/>
                  <a:pt x="3378120" y="709695"/>
                </a:cubicBezTo>
                <a:cubicBezTo>
                  <a:pt x="3420791" y="709695"/>
                  <a:pt x="3420791" y="709695"/>
                  <a:pt x="3420791" y="709695"/>
                </a:cubicBezTo>
                <a:cubicBezTo>
                  <a:pt x="3420791" y="624531"/>
                  <a:pt x="3420791" y="624531"/>
                  <a:pt x="3420791" y="624531"/>
                </a:cubicBezTo>
                <a:cubicBezTo>
                  <a:pt x="2930075" y="624531"/>
                  <a:pt x="2930075" y="624531"/>
                  <a:pt x="2930075" y="624531"/>
                </a:cubicBezTo>
                <a:cubicBezTo>
                  <a:pt x="2930075" y="596143"/>
                  <a:pt x="2930075" y="596143"/>
                  <a:pt x="2930075" y="596143"/>
                </a:cubicBezTo>
                <a:cubicBezTo>
                  <a:pt x="3420791" y="596143"/>
                  <a:pt x="3420791" y="596143"/>
                  <a:pt x="3420791" y="596143"/>
                </a:cubicBezTo>
                <a:cubicBezTo>
                  <a:pt x="3420791" y="567756"/>
                  <a:pt x="3420791" y="567756"/>
                  <a:pt x="3420791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2922963" y="567756"/>
                  <a:pt x="2922963" y="567756"/>
                  <a:pt x="2922963" y="567756"/>
                </a:cubicBezTo>
                <a:cubicBezTo>
                  <a:pt x="2873181" y="560659"/>
                  <a:pt x="2745167" y="532271"/>
                  <a:pt x="2659826" y="447107"/>
                </a:cubicBezTo>
                <a:cubicBezTo>
                  <a:pt x="2538924" y="326460"/>
                  <a:pt x="2538924" y="241296"/>
                  <a:pt x="2538924" y="241296"/>
                </a:cubicBezTo>
                <a:cubicBezTo>
                  <a:pt x="2517588" y="241296"/>
                  <a:pt x="2517588" y="241296"/>
                  <a:pt x="2517588" y="241296"/>
                </a:cubicBezTo>
                <a:cubicBezTo>
                  <a:pt x="2517588" y="567756"/>
                  <a:pt x="2517588" y="567756"/>
                  <a:pt x="2517588" y="567756"/>
                </a:cubicBezTo>
                <a:cubicBezTo>
                  <a:pt x="2489142" y="567756"/>
                  <a:pt x="2489142" y="567756"/>
                  <a:pt x="2489142" y="567756"/>
                </a:cubicBezTo>
                <a:cubicBezTo>
                  <a:pt x="2489142" y="241296"/>
                  <a:pt x="2489142" y="241296"/>
                  <a:pt x="2489142" y="241296"/>
                </a:cubicBezTo>
                <a:cubicBezTo>
                  <a:pt x="2446471" y="241296"/>
                  <a:pt x="2446471" y="241296"/>
                  <a:pt x="2446471" y="241296"/>
                </a:cubicBezTo>
                <a:cubicBezTo>
                  <a:pt x="2446471" y="567756"/>
                  <a:pt x="2446471" y="567756"/>
                  <a:pt x="2446471" y="567756"/>
                </a:cubicBezTo>
                <a:cubicBezTo>
                  <a:pt x="1984201" y="567756"/>
                  <a:pt x="1984201" y="567756"/>
                  <a:pt x="1984201" y="567756"/>
                </a:cubicBezTo>
                <a:cubicBezTo>
                  <a:pt x="1984201" y="581950"/>
                  <a:pt x="1984201" y="581950"/>
                  <a:pt x="1984201" y="581950"/>
                </a:cubicBezTo>
                <a:cubicBezTo>
                  <a:pt x="1735287" y="581950"/>
                  <a:pt x="1735287" y="581950"/>
                  <a:pt x="1735287" y="581950"/>
                </a:cubicBezTo>
                <a:cubicBezTo>
                  <a:pt x="1713951" y="440011"/>
                  <a:pt x="1600162" y="326460"/>
                  <a:pt x="1457926" y="305168"/>
                </a:cubicBezTo>
                <a:cubicBezTo>
                  <a:pt x="1457926" y="28388"/>
                  <a:pt x="1457926" y="28388"/>
                  <a:pt x="1457926" y="28388"/>
                </a:cubicBezTo>
                <a:cubicBezTo>
                  <a:pt x="1472150" y="28388"/>
                  <a:pt x="1472150" y="28388"/>
                  <a:pt x="1472150" y="28388"/>
                </a:cubicBezTo>
                <a:cubicBezTo>
                  <a:pt x="1472150" y="0"/>
                  <a:pt x="1472150" y="0"/>
                  <a:pt x="1472150" y="0"/>
                </a:cubicBezTo>
                <a:cubicBezTo>
                  <a:pt x="1329912" y="0"/>
                  <a:pt x="1329912" y="0"/>
                  <a:pt x="1329912" y="0"/>
                </a:cubicBezTo>
                <a:cubicBezTo>
                  <a:pt x="1329912" y="28388"/>
                  <a:pt x="1329912" y="28388"/>
                  <a:pt x="1329912" y="28388"/>
                </a:cubicBezTo>
                <a:cubicBezTo>
                  <a:pt x="1351248" y="28388"/>
                  <a:pt x="1351248" y="28388"/>
                  <a:pt x="1351248" y="28388"/>
                </a:cubicBezTo>
                <a:cubicBezTo>
                  <a:pt x="1351248" y="305168"/>
                  <a:pt x="1351248" y="305168"/>
                  <a:pt x="1351248" y="305168"/>
                </a:cubicBezTo>
                <a:cubicBezTo>
                  <a:pt x="1337024" y="305168"/>
                  <a:pt x="1329912" y="305168"/>
                  <a:pt x="1322800" y="305168"/>
                </a:cubicBezTo>
                <a:cubicBezTo>
                  <a:pt x="1216123" y="56775"/>
                  <a:pt x="1216123" y="56775"/>
                  <a:pt x="1216123" y="56775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23235" y="21290"/>
                  <a:pt x="1223235" y="21290"/>
                  <a:pt x="1223235" y="21290"/>
                </a:cubicBezTo>
                <a:cubicBezTo>
                  <a:pt x="1095223" y="78067"/>
                  <a:pt x="1095223" y="78067"/>
                  <a:pt x="1095223" y="78067"/>
                </a:cubicBezTo>
                <a:cubicBezTo>
                  <a:pt x="1102335" y="106454"/>
                  <a:pt x="1102335" y="106454"/>
                  <a:pt x="1102335" y="106454"/>
                </a:cubicBezTo>
                <a:cubicBezTo>
                  <a:pt x="1116557" y="99357"/>
                  <a:pt x="1116557" y="99357"/>
                  <a:pt x="1116557" y="99357"/>
                </a:cubicBezTo>
                <a:cubicBezTo>
                  <a:pt x="1223235" y="347750"/>
                  <a:pt x="1223235" y="347750"/>
                  <a:pt x="1223235" y="347750"/>
                </a:cubicBezTo>
                <a:cubicBezTo>
                  <a:pt x="1216123" y="347750"/>
                  <a:pt x="1209012" y="354847"/>
                  <a:pt x="1201900" y="361944"/>
                </a:cubicBezTo>
                <a:cubicBezTo>
                  <a:pt x="1009880" y="170327"/>
                  <a:pt x="1009880" y="170327"/>
                  <a:pt x="1009880" y="170327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02768" y="141939"/>
                  <a:pt x="1002768" y="141939"/>
                  <a:pt x="1002768" y="141939"/>
                </a:cubicBezTo>
                <a:cubicBezTo>
                  <a:pt x="903202" y="241296"/>
                  <a:pt x="903202" y="241296"/>
                  <a:pt x="903202" y="241296"/>
                </a:cubicBezTo>
                <a:cubicBezTo>
                  <a:pt x="924538" y="262586"/>
                  <a:pt x="924538" y="262586"/>
                  <a:pt x="924538" y="262586"/>
                </a:cubicBezTo>
                <a:cubicBezTo>
                  <a:pt x="938762" y="248393"/>
                  <a:pt x="938762" y="248393"/>
                  <a:pt x="938762" y="248393"/>
                </a:cubicBezTo>
                <a:cubicBezTo>
                  <a:pt x="1123669" y="432914"/>
                  <a:pt x="1123669" y="432914"/>
                  <a:pt x="1123669" y="432914"/>
                </a:cubicBezTo>
                <a:cubicBezTo>
                  <a:pt x="1116557" y="440011"/>
                  <a:pt x="1116557" y="447107"/>
                  <a:pt x="1109445" y="454204"/>
                </a:cubicBezTo>
                <a:cubicBezTo>
                  <a:pt x="867644" y="361944"/>
                  <a:pt x="867644" y="361944"/>
                  <a:pt x="867644" y="361944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46308" y="333557"/>
                  <a:pt x="846308" y="333557"/>
                  <a:pt x="846308" y="333557"/>
                </a:cubicBezTo>
                <a:cubicBezTo>
                  <a:pt x="796525" y="461302"/>
                  <a:pt x="796525" y="461302"/>
                  <a:pt x="796525" y="461302"/>
                </a:cubicBezTo>
                <a:cubicBezTo>
                  <a:pt x="824973" y="468399"/>
                  <a:pt x="824973" y="468399"/>
                  <a:pt x="824973" y="468399"/>
                </a:cubicBezTo>
                <a:cubicBezTo>
                  <a:pt x="824973" y="454204"/>
                  <a:pt x="824973" y="454204"/>
                  <a:pt x="824973" y="454204"/>
                </a:cubicBezTo>
                <a:cubicBezTo>
                  <a:pt x="1066775" y="553561"/>
                  <a:pt x="1066775" y="553561"/>
                  <a:pt x="1066775" y="553561"/>
                </a:cubicBezTo>
                <a:cubicBezTo>
                  <a:pt x="1066775" y="560659"/>
                  <a:pt x="1059663" y="574853"/>
                  <a:pt x="1059663" y="581950"/>
                </a:cubicBezTo>
                <a:cubicBezTo>
                  <a:pt x="782301" y="581950"/>
                  <a:pt x="782301" y="581950"/>
                  <a:pt x="782301" y="581950"/>
                </a:cubicBezTo>
                <a:cubicBezTo>
                  <a:pt x="782301" y="567756"/>
                  <a:pt x="782301" y="567756"/>
                  <a:pt x="782301" y="567756"/>
                </a:cubicBezTo>
                <a:cubicBezTo>
                  <a:pt x="483605" y="567756"/>
                  <a:pt x="483605" y="567756"/>
                  <a:pt x="483605" y="567756"/>
                </a:cubicBezTo>
                <a:cubicBezTo>
                  <a:pt x="483605" y="567756"/>
                  <a:pt x="483605" y="567756"/>
                  <a:pt x="476493" y="567756"/>
                </a:cubicBezTo>
                <a:cubicBezTo>
                  <a:pt x="448046" y="567756"/>
                  <a:pt x="419598" y="596143"/>
                  <a:pt x="419598" y="631628"/>
                </a:cubicBezTo>
                <a:cubicBezTo>
                  <a:pt x="419598" y="631628"/>
                  <a:pt x="419598" y="631628"/>
                  <a:pt x="419598" y="631628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2001338"/>
                  <a:pt x="448046" y="2029727"/>
                  <a:pt x="476493" y="2029727"/>
                </a:cubicBezTo>
                <a:cubicBezTo>
                  <a:pt x="483605" y="2029727"/>
                  <a:pt x="483605" y="2029727"/>
                  <a:pt x="483605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29912" y="2029727"/>
                  <a:pt x="1329912" y="2029727"/>
                  <a:pt x="1329912" y="2029727"/>
                </a:cubicBezTo>
                <a:cubicBezTo>
                  <a:pt x="1329912" y="2178762"/>
                  <a:pt x="1329912" y="2178762"/>
                  <a:pt x="1329912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52551" y="2178762"/>
                  <a:pt x="1031216" y="2200054"/>
                  <a:pt x="1031216" y="2235538"/>
                </a:cubicBezTo>
                <a:cubicBezTo>
                  <a:pt x="1031216" y="2235538"/>
                  <a:pt x="1031216" y="2235538"/>
                  <a:pt x="1031216" y="2235538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491029"/>
                  <a:pt x="1031216" y="2491029"/>
                  <a:pt x="1031216" y="2491029"/>
                </a:cubicBezTo>
                <a:cubicBezTo>
                  <a:pt x="611618" y="2491029"/>
                  <a:pt x="611618" y="2491029"/>
                  <a:pt x="611618" y="2491029"/>
                </a:cubicBezTo>
                <a:cubicBezTo>
                  <a:pt x="618730" y="2838779"/>
                  <a:pt x="618730" y="2838779"/>
                  <a:pt x="618730" y="2838779"/>
                </a:cubicBezTo>
                <a:cubicBezTo>
                  <a:pt x="732518" y="2966523"/>
                  <a:pt x="732518" y="2966523"/>
                  <a:pt x="732518" y="2966523"/>
                </a:cubicBezTo>
                <a:cubicBezTo>
                  <a:pt x="732518" y="3200723"/>
                  <a:pt x="732518" y="3200723"/>
                  <a:pt x="732518" y="3200723"/>
                </a:cubicBezTo>
                <a:cubicBezTo>
                  <a:pt x="867644" y="3257498"/>
                  <a:pt x="867644" y="3257498"/>
                  <a:pt x="867644" y="3257498"/>
                </a:cubicBezTo>
                <a:cubicBezTo>
                  <a:pt x="867644" y="3583958"/>
                  <a:pt x="867644" y="3583958"/>
                  <a:pt x="867644" y="3583958"/>
                </a:cubicBezTo>
                <a:cubicBezTo>
                  <a:pt x="270250" y="3690412"/>
                  <a:pt x="49783" y="3825254"/>
                  <a:pt x="28447" y="3832351"/>
                </a:cubicBezTo>
                <a:cubicBezTo>
                  <a:pt x="0" y="3832351"/>
                  <a:pt x="135124" y="3853642"/>
                  <a:pt x="327144" y="3945903"/>
                </a:cubicBezTo>
                <a:cubicBezTo>
                  <a:pt x="568946" y="4059453"/>
                  <a:pt x="540499" y="4123326"/>
                  <a:pt x="540499" y="4123326"/>
                </a:cubicBezTo>
                <a:cubicBezTo>
                  <a:pt x="540499" y="4123326"/>
                  <a:pt x="960097" y="3853642"/>
                  <a:pt x="1870412" y="3690412"/>
                </a:cubicBezTo>
                <a:cubicBezTo>
                  <a:pt x="2346904" y="3605249"/>
                  <a:pt x="3207436" y="3569764"/>
                  <a:pt x="3520357" y="3633636"/>
                </a:cubicBezTo>
                <a:cubicBezTo>
                  <a:pt x="3520357" y="3633636"/>
                  <a:pt x="3278555" y="3576861"/>
                  <a:pt x="2937186" y="352718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184900" y="0"/>
            <a:ext cx="6882359" cy="6858000"/>
          </a:xfrm>
          <a:custGeom>
            <a:avLst/>
            <a:gdLst/>
            <a:ahLst/>
            <a:cxnLst/>
            <a:rect l="l" t="t" r="r" b="b"/>
            <a:pathLst>
              <a:path w="6882359" h="6858000">
                <a:moveTo>
                  <a:pt x="3441179" y="6758711"/>
                </a:moveTo>
                <a:cubicBezTo>
                  <a:pt x="1592612" y="6758711"/>
                  <a:pt x="99539" y="5262292"/>
                  <a:pt x="99539" y="3418362"/>
                </a:cubicBezTo>
                <a:cubicBezTo>
                  <a:pt x="99539" y="1581525"/>
                  <a:pt x="1592612" y="85104"/>
                  <a:pt x="3441179" y="85104"/>
                </a:cubicBezTo>
                <a:cubicBezTo>
                  <a:pt x="5289747" y="85104"/>
                  <a:pt x="6782821" y="1581525"/>
                  <a:pt x="6782821" y="3418362"/>
                </a:cubicBezTo>
                <a:cubicBezTo>
                  <a:pt x="6782821" y="5262292"/>
                  <a:pt x="5289747" y="6758711"/>
                  <a:pt x="3441179" y="6758711"/>
                </a:cubicBezTo>
                <a:close/>
                <a:moveTo>
                  <a:pt x="3441179" y="0"/>
                </a:moveTo>
                <a:cubicBezTo>
                  <a:pt x="1542843" y="0"/>
                  <a:pt x="0" y="1531880"/>
                  <a:pt x="0" y="3425454"/>
                </a:cubicBezTo>
                <a:cubicBezTo>
                  <a:pt x="0" y="5319028"/>
                  <a:pt x="1542843" y="6858000"/>
                  <a:pt x="3441179" y="6858000"/>
                </a:cubicBezTo>
                <a:cubicBezTo>
                  <a:pt x="5339516" y="6858000"/>
                  <a:pt x="6882359" y="5319028"/>
                  <a:pt x="6882359" y="3425454"/>
                </a:cubicBezTo>
                <a:cubicBezTo>
                  <a:pt x="6882359" y="1531880"/>
                  <a:pt x="5339516" y="0"/>
                  <a:pt x="3441179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6972300" y="2209800"/>
            <a:ext cx="249716" cy="231442"/>
          </a:xfrm>
          <a:custGeom>
            <a:avLst/>
            <a:gdLst/>
            <a:ahLst/>
            <a:cxnLst/>
            <a:rect l="l" t="t" r="r" b="b"/>
            <a:pathLst>
              <a:path w="249716" h="231442">
                <a:moveTo>
                  <a:pt x="164099" y="21698"/>
                </a:moveTo>
                <a:cubicBezTo>
                  <a:pt x="128425" y="0"/>
                  <a:pt x="92752" y="0"/>
                  <a:pt x="71347" y="7233"/>
                </a:cubicBezTo>
                <a:cubicBezTo>
                  <a:pt x="42808" y="14465"/>
                  <a:pt x="21405" y="36163"/>
                  <a:pt x="14270" y="65093"/>
                </a:cubicBezTo>
                <a:cubicBezTo>
                  <a:pt x="0" y="94023"/>
                  <a:pt x="0" y="122954"/>
                  <a:pt x="7135" y="144652"/>
                </a:cubicBezTo>
                <a:cubicBezTo>
                  <a:pt x="21405" y="173581"/>
                  <a:pt x="42808" y="195279"/>
                  <a:pt x="78482" y="209744"/>
                </a:cubicBezTo>
                <a:cubicBezTo>
                  <a:pt x="114156" y="224210"/>
                  <a:pt x="149830" y="231442"/>
                  <a:pt x="178369" y="224210"/>
                </a:cubicBezTo>
                <a:cubicBezTo>
                  <a:pt x="199772" y="209744"/>
                  <a:pt x="221177" y="195279"/>
                  <a:pt x="235447" y="166348"/>
                </a:cubicBezTo>
                <a:cubicBezTo>
                  <a:pt x="249716" y="137419"/>
                  <a:pt x="249716" y="108488"/>
                  <a:pt x="235447" y="86791"/>
                </a:cubicBezTo>
                <a:cubicBezTo>
                  <a:pt x="228312" y="57860"/>
                  <a:pt x="199772" y="36163"/>
                  <a:pt x="164099" y="21698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9169400" y="5257800"/>
            <a:ext cx="158355" cy="286259"/>
          </a:xfrm>
          <a:custGeom>
            <a:avLst/>
            <a:gdLst/>
            <a:ahLst/>
            <a:cxnLst/>
            <a:rect l="l" t="t" r="r" b="b"/>
            <a:pathLst>
              <a:path w="158355" h="286259">
                <a:moveTo>
                  <a:pt x="158355" y="0"/>
                </a:moveTo>
                <a:cubicBezTo>
                  <a:pt x="158355" y="286259"/>
                  <a:pt x="158355" y="286259"/>
                  <a:pt x="158355" y="286259"/>
                </a:cubicBezTo>
                <a:cubicBezTo>
                  <a:pt x="79177" y="286259"/>
                  <a:pt x="79177" y="286259"/>
                  <a:pt x="79177" y="286259"/>
                </a:cubicBezTo>
                <a:cubicBezTo>
                  <a:pt x="79177" y="100190"/>
                  <a:pt x="79177" y="100190"/>
                  <a:pt x="79177" y="100190"/>
                </a:cubicBezTo>
                <a:cubicBezTo>
                  <a:pt x="64781" y="107347"/>
                  <a:pt x="57583" y="114503"/>
                  <a:pt x="43188" y="121660"/>
                </a:cubicBezTo>
                <a:cubicBezTo>
                  <a:pt x="28792" y="128816"/>
                  <a:pt x="14395" y="135973"/>
                  <a:pt x="0" y="135973"/>
                </a:cubicBezTo>
                <a:cubicBezTo>
                  <a:pt x="0" y="78721"/>
                  <a:pt x="0" y="78721"/>
                  <a:pt x="0" y="78721"/>
                </a:cubicBezTo>
                <a:cubicBezTo>
                  <a:pt x="28792" y="71564"/>
                  <a:pt x="43188" y="57252"/>
                  <a:pt x="57583" y="42939"/>
                </a:cubicBezTo>
                <a:cubicBezTo>
                  <a:pt x="71980" y="35782"/>
                  <a:pt x="86375" y="21469"/>
                  <a:pt x="93574" y="0"/>
                </a:cubicBezTo>
                <a:lnTo>
                  <a:pt x="15835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9398000" y="5257800"/>
            <a:ext cx="231442" cy="286259"/>
          </a:xfrm>
          <a:custGeom>
            <a:avLst/>
            <a:gdLst/>
            <a:ahLst/>
            <a:cxnLst/>
            <a:rect l="l" t="t" r="r" b="b"/>
            <a:pathLst>
              <a:path w="231442" h="286259">
                <a:moveTo>
                  <a:pt x="151884" y="100190"/>
                </a:moveTo>
                <a:cubicBezTo>
                  <a:pt x="151884" y="85877"/>
                  <a:pt x="144652" y="71564"/>
                  <a:pt x="137419" y="64408"/>
                </a:cubicBezTo>
                <a:cubicBezTo>
                  <a:pt x="130186" y="57252"/>
                  <a:pt x="122954" y="50095"/>
                  <a:pt x="108488" y="50095"/>
                </a:cubicBezTo>
                <a:cubicBezTo>
                  <a:pt x="101256" y="50095"/>
                  <a:pt x="94023" y="57252"/>
                  <a:pt x="86791" y="64408"/>
                </a:cubicBezTo>
                <a:cubicBezTo>
                  <a:pt x="79558" y="71564"/>
                  <a:pt x="72325" y="78721"/>
                  <a:pt x="72325" y="93034"/>
                </a:cubicBezTo>
                <a:cubicBezTo>
                  <a:pt x="72325" y="114503"/>
                  <a:pt x="79558" y="121660"/>
                  <a:pt x="86791" y="128816"/>
                </a:cubicBezTo>
                <a:cubicBezTo>
                  <a:pt x="94023" y="143129"/>
                  <a:pt x="101256" y="143129"/>
                  <a:pt x="108488" y="143129"/>
                </a:cubicBezTo>
                <a:cubicBezTo>
                  <a:pt x="122954" y="143129"/>
                  <a:pt x="130186" y="143129"/>
                  <a:pt x="137419" y="128816"/>
                </a:cubicBezTo>
                <a:cubicBezTo>
                  <a:pt x="144652" y="121660"/>
                  <a:pt x="151884" y="114503"/>
                  <a:pt x="151884" y="100190"/>
                </a:cubicBezTo>
                <a:close/>
                <a:moveTo>
                  <a:pt x="7233" y="221851"/>
                </a:moveTo>
                <a:cubicBezTo>
                  <a:pt x="86791" y="214695"/>
                  <a:pt x="86791" y="214695"/>
                  <a:pt x="86791" y="214695"/>
                </a:cubicBezTo>
                <a:cubicBezTo>
                  <a:pt x="86791" y="221851"/>
                  <a:pt x="86791" y="229008"/>
                  <a:pt x="94023" y="236164"/>
                </a:cubicBezTo>
                <a:cubicBezTo>
                  <a:pt x="101256" y="236164"/>
                  <a:pt x="108488" y="243321"/>
                  <a:pt x="108488" y="243321"/>
                </a:cubicBezTo>
                <a:cubicBezTo>
                  <a:pt x="122954" y="243321"/>
                  <a:pt x="137419" y="236164"/>
                  <a:pt x="144652" y="221851"/>
                </a:cubicBezTo>
                <a:cubicBezTo>
                  <a:pt x="144652" y="214695"/>
                  <a:pt x="151884" y="193225"/>
                  <a:pt x="151884" y="164598"/>
                </a:cubicBezTo>
                <a:cubicBezTo>
                  <a:pt x="144652" y="171755"/>
                  <a:pt x="137419" y="178911"/>
                  <a:pt x="122954" y="186069"/>
                </a:cubicBezTo>
                <a:cubicBezTo>
                  <a:pt x="115721" y="186069"/>
                  <a:pt x="101256" y="193225"/>
                  <a:pt x="94023" y="193225"/>
                </a:cubicBezTo>
                <a:cubicBezTo>
                  <a:pt x="65093" y="193225"/>
                  <a:pt x="43396" y="186069"/>
                  <a:pt x="28931" y="164598"/>
                </a:cubicBezTo>
                <a:cubicBezTo>
                  <a:pt x="7233" y="150285"/>
                  <a:pt x="0" y="121660"/>
                  <a:pt x="0" y="100190"/>
                </a:cubicBezTo>
                <a:cubicBezTo>
                  <a:pt x="0" y="78721"/>
                  <a:pt x="7233" y="64408"/>
                  <a:pt x="14465" y="50095"/>
                </a:cubicBezTo>
                <a:cubicBezTo>
                  <a:pt x="21698" y="35782"/>
                  <a:pt x="36163" y="21469"/>
                  <a:pt x="50629" y="14313"/>
                </a:cubicBezTo>
                <a:cubicBezTo>
                  <a:pt x="65093" y="7156"/>
                  <a:pt x="86791" y="0"/>
                  <a:pt x="108488" y="0"/>
                </a:cubicBezTo>
                <a:cubicBezTo>
                  <a:pt x="137419" y="0"/>
                  <a:pt x="159116" y="7156"/>
                  <a:pt x="173581" y="14313"/>
                </a:cubicBezTo>
                <a:cubicBezTo>
                  <a:pt x="195279" y="28626"/>
                  <a:pt x="209744" y="42939"/>
                  <a:pt x="216977" y="64408"/>
                </a:cubicBezTo>
                <a:cubicBezTo>
                  <a:pt x="224210" y="78721"/>
                  <a:pt x="231442" y="107347"/>
                  <a:pt x="231442" y="143129"/>
                </a:cubicBezTo>
                <a:cubicBezTo>
                  <a:pt x="231442" y="193225"/>
                  <a:pt x="224210" y="229008"/>
                  <a:pt x="202512" y="250477"/>
                </a:cubicBezTo>
                <a:cubicBezTo>
                  <a:pt x="180814" y="279103"/>
                  <a:pt x="151884" y="286259"/>
                  <a:pt x="108488" y="286259"/>
                </a:cubicBezTo>
                <a:cubicBezTo>
                  <a:pt x="86791" y="286259"/>
                  <a:pt x="72325" y="286259"/>
                  <a:pt x="57860" y="279103"/>
                </a:cubicBezTo>
                <a:cubicBezTo>
                  <a:pt x="43396" y="271946"/>
                  <a:pt x="36163" y="264790"/>
                  <a:pt x="28931" y="257633"/>
                </a:cubicBezTo>
                <a:cubicBezTo>
                  <a:pt x="14465" y="250477"/>
                  <a:pt x="14465" y="236164"/>
                  <a:pt x="7233" y="221851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9639300" y="5257800"/>
            <a:ext cx="231442" cy="280167"/>
          </a:xfrm>
          <a:custGeom>
            <a:avLst/>
            <a:gdLst/>
            <a:ahLst/>
            <a:cxnLst/>
            <a:rect l="l" t="t" r="r" b="b"/>
            <a:pathLst>
              <a:path w="231442" h="280167">
                <a:moveTo>
                  <a:pt x="28931" y="0"/>
                </a:moveTo>
                <a:cubicBezTo>
                  <a:pt x="216977" y="0"/>
                  <a:pt x="216977" y="0"/>
                  <a:pt x="216977" y="0"/>
                </a:cubicBezTo>
                <a:cubicBezTo>
                  <a:pt x="216977" y="57470"/>
                  <a:pt x="216977" y="57470"/>
                  <a:pt x="216977" y="57470"/>
                </a:cubicBezTo>
                <a:cubicBezTo>
                  <a:pt x="94023" y="57470"/>
                  <a:pt x="94023" y="57470"/>
                  <a:pt x="94023" y="57470"/>
                </a:cubicBezTo>
                <a:cubicBezTo>
                  <a:pt x="86791" y="100573"/>
                  <a:pt x="86791" y="100573"/>
                  <a:pt x="86791" y="100573"/>
                </a:cubicBezTo>
                <a:cubicBezTo>
                  <a:pt x="94023" y="100573"/>
                  <a:pt x="101256" y="93389"/>
                  <a:pt x="108488" y="93389"/>
                </a:cubicBezTo>
                <a:cubicBezTo>
                  <a:pt x="122954" y="93389"/>
                  <a:pt x="130186" y="93389"/>
                  <a:pt x="137419" y="93389"/>
                </a:cubicBezTo>
                <a:cubicBezTo>
                  <a:pt x="166348" y="93389"/>
                  <a:pt x="188046" y="100573"/>
                  <a:pt x="202512" y="114940"/>
                </a:cubicBezTo>
                <a:cubicBezTo>
                  <a:pt x="224210" y="129308"/>
                  <a:pt x="231442" y="150859"/>
                  <a:pt x="231442" y="179595"/>
                </a:cubicBezTo>
                <a:cubicBezTo>
                  <a:pt x="231442" y="193962"/>
                  <a:pt x="224210" y="215513"/>
                  <a:pt x="216977" y="229880"/>
                </a:cubicBezTo>
                <a:cubicBezTo>
                  <a:pt x="209744" y="251432"/>
                  <a:pt x="195279" y="258615"/>
                  <a:pt x="180814" y="265800"/>
                </a:cubicBezTo>
                <a:cubicBezTo>
                  <a:pt x="159116" y="280167"/>
                  <a:pt x="144652" y="280167"/>
                  <a:pt x="115721" y="280167"/>
                </a:cubicBezTo>
                <a:cubicBezTo>
                  <a:pt x="94023" y="280167"/>
                  <a:pt x="79558" y="280167"/>
                  <a:pt x="65093" y="280167"/>
                </a:cubicBezTo>
                <a:cubicBezTo>
                  <a:pt x="57860" y="272983"/>
                  <a:pt x="43396" y="265800"/>
                  <a:pt x="36163" y="258615"/>
                </a:cubicBezTo>
                <a:cubicBezTo>
                  <a:pt x="28931" y="251432"/>
                  <a:pt x="14465" y="244248"/>
                  <a:pt x="14465" y="237065"/>
                </a:cubicBezTo>
                <a:cubicBezTo>
                  <a:pt x="7233" y="229880"/>
                  <a:pt x="0" y="215513"/>
                  <a:pt x="0" y="208330"/>
                </a:cubicBezTo>
                <a:cubicBezTo>
                  <a:pt x="79558" y="193962"/>
                  <a:pt x="79558" y="193962"/>
                  <a:pt x="79558" y="193962"/>
                </a:cubicBezTo>
                <a:cubicBezTo>
                  <a:pt x="79558" y="208330"/>
                  <a:pt x="79558" y="215513"/>
                  <a:pt x="86791" y="222697"/>
                </a:cubicBezTo>
                <a:cubicBezTo>
                  <a:pt x="94023" y="229880"/>
                  <a:pt x="108488" y="237065"/>
                  <a:pt x="115721" y="237065"/>
                </a:cubicBezTo>
                <a:cubicBezTo>
                  <a:pt x="122954" y="237065"/>
                  <a:pt x="137419" y="229880"/>
                  <a:pt x="144652" y="222697"/>
                </a:cubicBezTo>
                <a:cubicBezTo>
                  <a:pt x="151884" y="215513"/>
                  <a:pt x="151884" y="201145"/>
                  <a:pt x="151884" y="186778"/>
                </a:cubicBezTo>
                <a:cubicBezTo>
                  <a:pt x="151884" y="172410"/>
                  <a:pt x="151884" y="158043"/>
                  <a:pt x="144652" y="150859"/>
                </a:cubicBezTo>
                <a:cubicBezTo>
                  <a:pt x="137419" y="143675"/>
                  <a:pt x="122954" y="136492"/>
                  <a:pt x="115721" y="136492"/>
                </a:cubicBezTo>
                <a:cubicBezTo>
                  <a:pt x="108488" y="136492"/>
                  <a:pt x="101256" y="143675"/>
                  <a:pt x="94023" y="143675"/>
                </a:cubicBezTo>
                <a:cubicBezTo>
                  <a:pt x="86791" y="143675"/>
                  <a:pt x="79558" y="150859"/>
                  <a:pt x="72325" y="158043"/>
                </a:cubicBezTo>
                <a:cubicBezTo>
                  <a:pt x="7233" y="150859"/>
                  <a:pt x="7233" y="150859"/>
                  <a:pt x="7233" y="150859"/>
                </a:cubicBezTo>
                <a:lnTo>
                  <a:pt x="28931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9893300" y="5257800"/>
            <a:ext cx="219260" cy="286259"/>
          </a:xfrm>
          <a:custGeom>
            <a:avLst/>
            <a:gdLst/>
            <a:ahLst/>
            <a:cxnLst/>
            <a:rect l="l" t="t" r="r" b="b"/>
            <a:pathLst>
              <a:path w="219260" h="286259">
                <a:moveTo>
                  <a:pt x="70729" y="85877"/>
                </a:moveTo>
                <a:cubicBezTo>
                  <a:pt x="0" y="71564"/>
                  <a:pt x="0" y="71564"/>
                  <a:pt x="0" y="71564"/>
                </a:cubicBezTo>
                <a:cubicBezTo>
                  <a:pt x="7073" y="50095"/>
                  <a:pt x="21219" y="35782"/>
                  <a:pt x="35364" y="21469"/>
                </a:cubicBezTo>
                <a:cubicBezTo>
                  <a:pt x="49511" y="7156"/>
                  <a:pt x="77803" y="0"/>
                  <a:pt x="106095" y="0"/>
                </a:cubicBezTo>
                <a:cubicBezTo>
                  <a:pt x="141459" y="0"/>
                  <a:pt x="169751" y="7156"/>
                  <a:pt x="183896" y="21469"/>
                </a:cubicBezTo>
                <a:cubicBezTo>
                  <a:pt x="198043" y="35782"/>
                  <a:pt x="212188" y="50095"/>
                  <a:pt x="212188" y="71564"/>
                </a:cubicBezTo>
                <a:cubicBezTo>
                  <a:pt x="212188" y="85877"/>
                  <a:pt x="205115" y="93034"/>
                  <a:pt x="198043" y="107347"/>
                </a:cubicBezTo>
                <a:cubicBezTo>
                  <a:pt x="190969" y="114503"/>
                  <a:pt x="183896" y="121660"/>
                  <a:pt x="169751" y="128816"/>
                </a:cubicBezTo>
                <a:cubicBezTo>
                  <a:pt x="176823" y="135973"/>
                  <a:pt x="190969" y="135973"/>
                  <a:pt x="190969" y="143129"/>
                </a:cubicBezTo>
                <a:cubicBezTo>
                  <a:pt x="205115" y="143129"/>
                  <a:pt x="212188" y="150285"/>
                  <a:pt x="212188" y="164598"/>
                </a:cubicBezTo>
                <a:cubicBezTo>
                  <a:pt x="219260" y="171755"/>
                  <a:pt x="219260" y="186069"/>
                  <a:pt x="219260" y="193225"/>
                </a:cubicBezTo>
                <a:cubicBezTo>
                  <a:pt x="219260" y="214695"/>
                  <a:pt x="219260" y="229008"/>
                  <a:pt x="212188" y="243321"/>
                </a:cubicBezTo>
                <a:cubicBezTo>
                  <a:pt x="205115" y="257633"/>
                  <a:pt x="190969" y="271946"/>
                  <a:pt x="176823" y="279103"/>
                </a:cubicBezTo>
                <a:cubicBezTo>
                  <a:pt x="155604" y="286259"/>
                  <a:pt x="134386" y="286259"/>
                  <a:pt x="113167" y="286259"/>
                </a:cubicBezTo>
                <a:cubicBezTo>
                  <a:pt x="84875" y="286259"/>
                  <a:pt x="70729" y="286259"/>
                  <a:pt x="56584" y="279103"/>
                </a:cubicBezTo>
                <a:cubicBezTo>
                  <a:pt x="42437" y="271946"/>
                  <a:pt x="28292" y="264790"/>
                  <a:pt x="21219" y="250477"/>
                </a:cubicBezTo>
                <a:cubicBezTo>
                  <a:pt x="7073" y="243321"/>
                  <a:pt x="0" y="229008"/>
                  <a:pt x="0" y="207538"/>
                </a:cubicBezTo>
                <a:cubicBezTo>
                  <a:pt x="70729" y="200382"/>
                  <a:pt x="70729" y="200382"/>
                  <a:pt x="70729" y="200382"/>
                </a:cubicBezTo>
                <a:cubicBezTo>
                  <a:pt x="77803" y="214695"/>
                  <a:pt x="77803" y="229008"/>
                  <a:pt x="84875" y="229008"/>
                </a:cubicBezTo>
                <a:cubicBezTo>
                  <a:pt x="91948" y="236164"/>
                  <a:pt x="99021" y="243321"/>
                  <a:pt x="113167" y="243321"/>
                </a:cubicBezTo>
                <a:cubicBezTo>
                  <a:pt x="120240" y="243321"/>
                  <a:pt x="127312" y="236164"/>
                  <a:pt x="134386" y="229008"/>
                </a:cubicBezTo>
                <a:cubicBezTo>
                  <a:pt x="141459" y="221851"/>
                  <a:pt x="148532" y="214695"/>
                  <a:pt x="148532" y="200382"/>
                </a:cubicBezTo>
                <a:cubicBezTo>
                  <a:pt x="148532" y="186069"/>
                  <a:pt x="141459" y="178911"/>
                  <a:pt x="134386" y="171755"/>
                </a:cubicBezTo>
                <a:cubicBezTo>
                  <a:pt x="127312" y="164598"/>
                  <a:pt x="120240" y="157442"/>
                  <a:pt x="106095" y="157442"/>
                </a:cubicBezTo>
                <a:cubicBezTo>
                  <a:pt x="106095" y="157442"/>
                  <a:pt x="99021" y="164598"/>
                  <a:pt x="84875" y="164598"/>
                </a:cubicBezTo>
                <a:cubicBezTo>
                  <a:pt x="91948" y="107347"/>
                  <a:pt x="91948" y="107347"/>
                  <a:pt x="91948" y="107347"/>
                </a:cubicBezTo>
                <a:cubicBezTo>
                  <a:pt x="91948" y="107347"/>
                  <a:pt x="99021" y="107347"/>
                  <a:pt x="99021" y="107347"/>
                </a:cubicBezTo>
                <a:cubicBezTo>
                  <a:pt x="106095" y="107347"/>
                  <a:pt x="120240" y="107347"/>
                  <a:pt x="120240" y="100190"/>
                </a:cubicBezTo>
                <a:cubicBezTo>
                  <a:pt x="127312" y="93034"/>
                  <a:pt x="134386" y="85877"/>
                  <a:pt x="134386" y="78721"/>
                </a:cubicBezTo>
                <a:cubicBezTo>
                  <a:pt x="134386" y="71564"/>
                  <a:pt x="127312" y="64408"/>
                  <a:pt x="127312" y="57252"/>
                </a:cubicBezTo>
                <a:cubicBezTo>
                  <a:pt x="120240" y="50095"/>
                  <a:pt x="113167" y="50095"/>
                  <a:pt x="106095" y="50095"/>
                </a:cubicBezTo>
                <a:cubicBezTo>
                  <a:pt x="99021" y="50095"/>
                  <a:pt x="91948" y="50095"/>
                  <a:pt x="84875" y="57252"/>
                </a:cubicBezTo>
                <a:cubicBezTo>
                  <a:pt x="77803" y="64408"/>
                  <a:pt x="77803" y="71564"/>
                  <a:pt x="70729" y="85877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8001000" y="5511800"/>
            <a:ext cx="66998" cy="36543"/>
          </a:xfrm>
          <a:custGeom>
            <a:avLst/>
            <a:gdLst/>
            <a:ahLst/>
            <a:cxnLst/>
            <a:rect l="l" t="t" r="r" b="b"/>
            <a:pathLst>
              <a:path w="66998" h="36543">
                <a:moveTo>
                  <a:pt x="0" y="36543"/>
                </a:moveTo>
                <a:lnTo>
                  <a:pt x="30453" y="30452"/>
                </a:lnTo>
                <a:lnTo>
                  <a:pt x="66998" y="12181"/>
                </a:lnTo>
                <a:lnTo>
                  <a:pt x="48726" y="6091"/>
                </a:lnTo>
                <a:lnTo>
                  <a:pt x="24362" y="0"/>
                </a:lnTo>
                <a:lnTo>
                  <a:pt x="0" y="36543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394700" y="800100"/>
            <a:ext cx="170536" cy="133993"/>
          </a:xfrm>
          <a:custGeom>
            <a:avLst/>
            <a:gdLst/>
            <a:ahLst/>
            <a:cxnLst/>
            <a:rect l="l" t="t" r="r" b="b"/>
            <a:pathLst>
              <a:path w="170536" h="133993">
                <a:moveTo>
                  <a:pt x="156324" y="77575"/>
                </a:moveTo>
                <a:cubicBezTo>
                  <a:pt x="163430" y="70523"/>
                  <a:pt x="170536" y="63471"/>
                  <a:pt x="170536" y="56418"/>
                </a:cubicBezTo>
                <a:cubicBezTo>
                  <a:pt x="170536" y="42314"/>
                  <a:pt x="170536" y="35262"/>
                  <a:pt x="170536" y="28209"/>
                </a:cubicBezTo>
                <a:cubicBezTo>
                  <a:pt x="163430" y="14105"/>
                  <a:pt x="156324" y="7052"/>
                  <a:pt x="149219" y="0"/>
                </a:cubicBezTo>
                <a:cubicBezTo>
                  <a:pt x="135007" y="0"/>
                  <a:pt x="127902" y="0"/>
                  <a:pt x="113690" y="0"/>
                </a:cubicBezTo>
                <a:cubicBezTo>
                  <a:pt x="106585" y="7052"/>
                  <a:pt x="85268" y="14105"/>
                  <a:pt x="56845" y="28209"/>
                </a:cubicBezTo>
                <a:cubicBezTo>
                  <a:pt x="0" y="49366"/>
                  <a:pt x="0" y="49366"/>
                  <a:pt x="0" y="49366"/>
                </a:cubicBezTo>
                <a:cubicBezTo>
                  <a:pt x="35528" y="133993"/>
                  <a:pt x="35528" y="133993"/>
                  <a:pt x="35528" y="133993"/>
                </a:cubicBezTo>
                <a:cubicBezTo>
                  <a:pt x="92373" y="112836"/>
                  <a:pt x="92373" y="112836"/>
                  <a:pt x="92373" y="112836"/>
                </a:cubicBezTo>
                <a:cubicBezTo>
                  <a:pt x="127902" y="91680"/>
                  <a:pt x="149219" y="84628"/>
                  <a:pt x="156324" y="7757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1912600" y="1854200"/>
            <a:ext cx="140085" cy="176629"/>
          </a:xfrm>
          <a:custGeom>
            <a:avLst/>
            <a:gdLst/>
            <a:ahLst/>
            <a:cxnLst/>
            <a:rect l="l" t="t" r="r" b="b"/>
            <a:pathLst>
              <a:path w="140085" h="176629">
                <a:moveTo>
                  <a:pt x="70043" y="162499"/>
                </a:moveTo>
                <a:cubicBezTo>
                  <a:pt x="77047" y="169564"/>
                  <a:pt x="84051" y="169564"/>
                  <a:pt x="91055" y="176629"/>
                </a:cubicBezTo>
                <a:cubicBezTo>
                  <a:pt x="105063" y="176629"/>
                  <a:pt x="112069" y="169564"/>
                  <a:pt x="119073" y="169564"/>
                </a:cubicBezTo>
                <a:cubicBezTo>
                  <a:pt x="133081" y="162499"/>
                  <a:pt x="140085" y="148368"/>
                  <a:pt x="140085" y="141303"/>
                </a:cubicBezTo>
                <a:cubicBezTo>
                  <a:pt x="140085" y="134238"/>
                  <a:pt x="140085" y="120108"/>
                  <a:pt x="140085" y="105978"/>
                </a:cubicBezTo>
                <a:cubicBezTo>
                  <a:pt x="133081" y="98913"/>
                  <a:pt x="126077" y="84781"/>
                  <a:pt x="105063" y="56521"/>
                </a:cubicBezTo>
                <a:cubicBezTo>
                  <a:pt x="77047" y="0"/>
                  <a:pt x="77047" y="0"/>
                  <a:pt x="77047" y="0"/>
                </a:cubicBezTo>
                <a:cubicBezTo>
                  <a:pt x="0" y="49456"/>
                  <a:pt x="0" y="49456"/>
                  <a:pt x="0" y="49456"/>
                </a:cubicBezTo>
                <a:cubicBezTo>
                  <a:pt x="28017" y="98913"/>
                  <a:pt x="28017" y="98913"/>
                  <a:pt x="28017" y="98913"/>
                </a:cubicBezTo>
                <a:cubicBezTo>
                  <a:pt x="49030" y="134238"/>
                  <a:pt x="63038" y="155434"/>
                  <a:pt x="70043" y="16249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6921500" y="2552700"/>
            <a:ext cx="152265" cy="109630"/>
          </a:xfrm>
          <a:custGeom>
            <a:avLst/>
            <a:gdLst/>
            <a:ahLst/>
            <a:cxnLst/>
            <a:rect l="l" t="t" r="r" b="b"/>
            <a:pathLst>
              <a:path w="152265" h="109630">
                <a:moveTo>
                  <a:pt x="152265" y="0"/>
                </a:moveTo>
                <a:lnTo>
                  <a:pt x="0" y="18271"/>
                </a:lnTo>
                <a:lnTo>
                  <a:pt x="115722" y="109630"/>
                </a:lnTo>
                <a:lnTo>
                  <a:pt x="15226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9906000" y="6096000"/>
            <a:ext cx="146174" cy="237534"/>
          </a:xfrm>
          <a:custGeom>
            <a:avLst/>
            <a:gdLst/>
            <a:ahLst/>
            <a:cxnLst/>
            <a:rect l="l" t="t" r="r" b="b"/>
            <a:pathLst>
              <a:path w="146174" h="237534">
                <a:moveTo>
                  <a:pt x="48725" y="71980"/>
                </a:moveTo>
                <a:cubicBezTo>
                  <a:pt x="34803" y="71980"/>
                  <a:pt x="27842" y="86377"/>
                  <a:pt x="27842" y="86377"/>
                </a:cubicBezTo>
                <a:cubicBezTo>
                  <a:pt x="6961" y="100772"/>
                  <a:pt x="13922" y="107970"/>
                  <a:pt x="13922" y="107970"/>
                </a:cubicBezTo>
                <a:cubicBezTo>
                  <a:pt x="13922" y="115169"/>
                  <a:pt x="6961" y="136762"/>
                  <a:pt x="6961" y="136762"/>
                </a:cubicBezTo>
                <a:cubicBezTo>
                  <a:pt x="0" y="143961"/>
                  <a:pt x="0" y="165555"/>
                  <a:pt x="0" y="165555"/>
                </a:cubicBezTo>
                <a:cubicBezTo>
                  <a:pt x="0" y="172753"/>
                  <a:pt x="13922" y="187148"/>
                  <a:pt x="13922" y="187148"/>
                </a:cubicBezTo>
                <a:cubicBezTo>
                  <a:pt x="20883" y="208742"/>
                  <a:pt x="62647" y="230337"/>
                  <a:pt x="62647" y="230337"/>
                </a:cubicBezTo>
                <a:cubicBezTo>
                  <a:pt x="69606" y="237534"/>
                  <a:pt x="76567" y="237534"/>
                  <a:pt x="83528" y="237534"/>
                </a:cubicBezTo>
                <a:cubicBezTo>
                  <a:pt x="90489" y="237534"/>
                  <a:pt x="97450" y="237534"/>
                  <a:pt x="104411" y="237534"/>
                </a:cubicBezTo>
                <a:cubicBezTo>
                  <a:pt x="132253" y="237534"/>
                  <a:pt x="132253" y="208742"/>
                  <a:pt x="132253" y="208742"/>
                </a:cubicBezTo>
                <a:cubicBezTo>
                  <a:pt x="125292" y="201545"/>
                  <a:pt x="139214" y="187148"/>
                  <a:pt x="139214" y="187148"/>
                </a:cubicBezTo>
                <a:cubicBezTo>
                  <a:pt x="146174" y="179951"/>
                  <a:pt x="146174" y="172753"/>
                  <a:pt x="146174" y="172753"/>
                </a:cubicBezTo>
                <a:cubicBezTo>
                  <a:pt x="139214" y="165555"/>
                  <a:pt x="139214" y="143961"/>
                  <a:pt x="139214" y="143961"/>
                </a:cubicBezTo>
                <a:cubicBezTo>
                  <a:pt x="125292" y="136762"/>
                  <a:pt x="97450" y="115169"/>
                  <a:pt x="97450" y="115169"/>
                </a:cubicBezTo>
                <a:cubicBezTo>
                  <a:pt x="76567" y="86377"/>
                  <a:pt x="97450" y="79178"/>
                  <a:pt x="97450" y="79178"/>
                </a:cubicBezTo>
                <a:cubicBezTo>
                  <a:pt x="111370" y="86377"/>
                  <a:pt x="118331" y="79178"/>
                  <a:pt x="118331" y="79178"/>
                </a:cubicBezTo>
                <a:cubicBezTo>
                  <a:pt x="132253" y="79178"/>
                  <a:pt x="125292" y="57584"/>
                  <a:pt x="125292" y="57584"/>
                </a:cubicBezTo>
                <a:cubicBezTo>
                  <a:pt x="125292" y="43188"/>
                  <a:pt x="125292" y="35991"/>
                  <a:pt x="125292" y="35991"/>
                </a:cubicBezTo>
                <a:cubicBezTo>
                  <a:pt x="132253" y="14395"/>
                  <a:pt x="125292" y="14395"/>
                  <a:pt x="125292" y="14395"/>
                </a:cubicBezTo>
                <a:cubicBezTo>
                  <a:pt x="111370" y="0"/>
                  <a:pt x="104411" y="14395"/>
                  <a:pt x="104411" y="14395"/>
                </a:cubicBezTo>
                <a:cubicBezTo>
                  <a:pt x="97450" y="28792"/>
                  <a:pt x="69606" y="57584"/>
                  <a:pt x="69606" y="57584"/>
                </a:cubicBezTo>
                <a:cubicBezTo>
                  <a:pt x="62647" y="57584"/>
                  <a:pt x="62647" y="64783"/>
                  <a:pt x="62647" y="64783"/>
                </a:cubicBezTo>
                <a:cubicBezTo>
                  <a:pt x="55686" y="71980"/>
                  <a:pt x="48725" y="71980"/>
                  <a:pt x="48725" y="7198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8547100" y="5854700"/>
            <a:ext cx="30455" cy="79179"/>
          </a:xfrm>
          <a:custGeom>
            <a:avLst/>
            <a:gdLst/>
            <a:ahLst/>
            <a:cxnLst/>
            <a:rect l="l" t="t" r="r" b="b"/>
            <a:pathLst>
              <a:path w="30455" h="79179">
                <a:moveTo>
                  <a:pt x="0" y="0"/>
                </a:moveTo>
                <a:cubicBezTo>
                  <a:pt x="7614" y="21594"/>
                  <a:pt x="15227" y="28792"/>
                  <a:pt x="15227" y="35991"/>
                </a:cubicBezTo>
                <a:cubicBezTo>
                  <a:pt x="15227" y="43189"/>
                  <a:pt x="15227" y="50387"/>
                  <a:pt x="15227" y="50387"/>
                </a:cubicBezTo>
                <a:cubicBezTo>
                  <a:pt x="30455" y="64783"/>
                  <a:pt x="22841" y="57584"/>
                  <a:pt x="22841" y="71981"/>
                </a:cubicBezTo>
                <a:cubicBezTo>
                  <a:pt x="30455" y="79179"/>
                  <a:pt x="30455" y="71981"/>
                  <a:pt x="30455" y="64783"/>
                </a:cubicBezTo>
                <a:cubicBezTo>
                  <a:pt x="30455" y="57584"/>
                  <a:pt x="30455" y="35991"/>
                  <a:pt x="22841" y="21594"/>
                </a:cubicBezTo>
                <a:cubicBezTo>
                  <a:pt x="22841" y="14397"/>
                  <a:pt x="22841" y="7198"/>
                  <a:pt x="22841" y="0"/>
                </a:cubicBezTo>
                <a:cubicBezTo>
                  <a:pt x="15227" y="0"/>
                  <a:pt x="7614" y="0"/>
                  <a:pt x="0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8407400" y="5905500"/>
            <a:ext cx="127904" cy="48725"/>
          </a:xfrm>
          <a:custGeom>
            <a:avLst/>
            <a:gdLst/>
            <a:ahLst/>
            <a:cxnLst/>
            <a:rect l="l" t="t" r="r" b="b"/>
            <a:pathLst>
              <a:path w="127904" h="48725">
                <a:moveTo>
                  <a:pt x="0" y="48725"/>
                </a:moveTo>
                <a:cubicBezTo>
                  <a:pt x="7106" y="48725"/>
                  <a:pt x="21317" y="41764"/>
                  <a:pt x="35530" y="41764"/>
                </a:cubicBezTo>
                <a:cubicBezTo>
                  <a:pt x="63952" y="41764"/>
                  <a:pt x="106587" y="34803"/>
                  <a:pt x="120799" y="20883"/>
                </a:cubicBezTo>
                <a:cubicBezTo>
                  <a:pt x="127904" y="20883"/>
                  <a:pt x="127904" y="20883"/>
                  <a:pt x="127904" y="13922"/>
                </a:cubicBezTo>
                <a:cubicBezTo>
                  <a:pt x="127904" y="13922"/>
                  <a:pt x="127904" y="13922"/>
                  <a:pt x="127904" y="13922"/>
                </a:cubicBezTo>
                <a:cubicBezTo>
                  <a:pt x="127904" y="6961"/>
                  <a:pt x="120799" y="6961"/>
                  <a:pt x="120799" y="0"/>
                </a:cubicBezTo>
                <a:cubicBezTo>
                  <a:pt x="85269" y="27843"/>
                  <a:pt x="21317" y="34803"/>
                  <a:pt x="0" y="4872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198100" y="660400"/>
            <a:ext cx="243623" cy="261897"/>
          </a:xfrm>
          <a:custGeom>
            <a:avLst/>
            <a:gdLst/>
            <a:ahLst/>
            <a:cxnLst/>
            <a:rect l="l" t="t" r="r" b="b"/>
            <a:pathLst>
              <a:path w="243623" h="261897">
                <a:moveTo>
                  <a:pt x="85984" y="254819"/>
                </a:moveTo>
                <a:cubicBezTo>
                  <a:pt x="121812" y="261897"/>
                  <a:pt x="150473" y="261897"/>
                  <a:pt x="171969" y="247740"/>
                </a:cubicBezTo>
                <a:cubicBezTo>
                  <a:pt x="200631" y="233583"/>
                  <a:pt x="222127" y="205270"/>
                  <a:pt x="229292" y="162801"/>
                </a:cubicBezTo>
                <a:cubicBezTo>
                  <a:pt x="243623" y="120331"/>
                  <a:pt x="243623" y="84940"/>
                  <a:pt x="229292" y="63704"/>
                </a:cubicBezTo>
                <a:cubicBezTo>
                  <a:pt x="214961" y="35391"/>
                  <a:pt x="186300" y="21234"/>
                  <a:pt x="157639" y="14157"/>
                </a:cubicBezTo>
                <a:cubicBezTo>
                  <a:pt x="121812" y="0"/>
                  <a:pt x="93149" y="7078"/>
                  <a:pt x="71653" y="21234"/>
                </a:cubicBezTo>
                <a:cubicBezTo>
                  <a:pt x="42992" y="35391"/>
                  <a:pt x="21496" y="63704"/>
                  <a:pt x="14331" y="106175"/>
                </a:cubicBezTo>
                <a:cubicBezTo>
                  <a:pt x="0" y="141566"/>
                  <a:pt x="7165" y="176958"/>
                  <a:pt x="21496" y="205270"/>
                </a:cubicBezTo>
                <a:cubicBezTo>
                  <a:pt x="35827" y="233583"/>
                  <a:pt x="57323" y="247740"/>
                  <a:pt x="85984" y="25481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6413500" y="203200"/>
            <a:ext cx="6437748" cy="6419474"/>
          </a:xfrm>
          <a:custGeom>
            <a:avLst/>
            <a:gdLst/>
            <a:ahLst/>
            <a:cxnLst/>
            <a:rect l="l" t="t" r="r" b="b"/>
            <a:pathLst>
              <a:path w="6437748" h="6419474">
                <a:moveTo>
                  <a:pt x="3222431" y="0"/>
                </a:moveTo>
                <a:cubicBezTo>
                  <a:pt x="1444047" y="0"/>
                  <a:pt x="0" y="1439949"/>
                  <a:pt x="0" y="3213284"/>
                </a:cubicBezTo>
                <a:cubicBezTo>
                  <a:pt x="0" y="4979525"/>
                  <a:pt x="1444047" y="6419474"/>
                  <a:pt x="3222431" y="6419474"/>
                </a:cubicBezTo>
                <a:cubicBezTo>
                  <a:pt x="5000814" y="6419474"/>
                  <a:pt x="6437748" y="4979525"/>
                  <a:pt x="6437748" y="3213284"/>
                </a:cubicBezTo>
                <a:cubicBezTo>
                  <a:pt x="6437748" y="1439949"/>
                  <a:pt x="5000814" y="0"/>
                  <a:pt x="3222431" y="0"/>
                </a:cubicBezTo>
                <a:close/>
                <a:moveTo>
                  <a:pt x="6103412" y="3050137"/>
                </a:moveTo>
                <a:cubicBezTo>
                  <a:pt x="6039390" y="3057230"/>
                  <a:pt x="6039390" y="3057230"/>
                  <a:pt x="6039390" y="3057230"/>
                </a:cubicBezTo>
                <a:cubicBezTo>
                  <a:pt x="6018050" y="2837336"/>
                  <a:pt x="6018050" y="2837336"/>
                  <a:pt x="6018050" y="2837336"/>
                </a:cubicBezTo>
                <a:cubicBezTo>
                  <a:pt x="5939800" y="2844430"/>
                  <a:pt x="5939800" y="2844430"/>
                  <a:pt x="5939800" y="2844430"/>
                </a:cubicBezTo>
                <a:cubicBezTo>
                  <a:pt x="5961141" y="3050137"/>
                  <a:pt x="5961141" y="3050137"/>
                  <a:pt x="5961141" y="3050137"/>
                </a:cubicBezTo>
                <a:cubicBezTo>
                  <a:pt x="5897119" y="3057230"/>
                  <a:pt x="5897119" y="3057230"/>
                  <a:pt x="5897119" y="3057230"/>
                </a:cubicBezTo>
                <a:cubicBezTo>
                  <a:pt x="5875779" y="2851523"/>
                  <a:pt x="5875779" y="2851523"/>
                  <a:pt x="5875779" y="2851523"/>
                </a:cubicBezTo>
                <a:cubicBezTo>
                  <a:pt x="5776190" y="2865711"/>
                  <a:pt x="5776190" y="2865711"/>
                  <a:pt x="5776190" y="2865711"/>
                </a:cubicBezTo>
                <a:cubicBezTo>
                  <a:pt x="5804643" y="3085603"/>
                  <a:pt x="5804643" y="3085603"/>
                  <a:pt x="5804643" y="3085603"/>
                </a:cubicBezTo>
                <a:cubicBezTo>
                  <a:pt x="5740622" y="3092696"/>
                  <a:pt x="5740622" y="3092696"/>
                  <a:pt x="5740622" y="3092696"/>
                </a:cubicBezTo>
                <a:cubicBezTo>
                  <a:pt x="5705055" y="2787683"/>
                  <a:pt x="5705055" y="2787683"/>
                  <a:pt x="5705055" y="2787683"/>
                </a:cubicBezTo>
                <a:cubicBezTo>
                  <a:pt x="6074957" y="2752217"/>
                  <a:pt x="6074957" y="2752217"/>
                  <a:pt x="6074957" y="2752217"/>
                </a:cubicBezTo>
                <a:lnTo>
                  <a:pt x="6103412" y="3050137"/>
                </a:lnTo>
                <a:close/>
                <a:moveTo>
                  <a:pt x="5683714" y="1709495"/>
                </a:moveTo>
                <a:cubicBezTo>
                  <a:pt x="5705055" y="1744962"/>
                  <a:pt x="5719281" y="1773335"/>
                  <a:pt x="5719281" y="1794615"/>
                </a:cubicBezTo>
                <a:cubicBezTo>
                  <a:pt x="5726394" y="1815896"/>
                  <a:pt x="5726394" y="1830083"/>
                  <a:pt x="5719281" y="1851362"/>
                </a:cubicBezTo>
                <a:cubicBezTo>
                  <a:pt x="5712168" y="1872642"/>
                  <a:pt x="5697940" y="1886829"/>
                  <a:pt x="5676600" y="1893922"/>
                </a:cubicBezTo>
                <a:cubicBezTo>
                  <a:pt x="5655259" y="1908109"/>
                  <a:pt x="5626805" y="1915202"/>
                  <a:pt x="5605465" y="1908109"/>
                </a:cubicBezTo>
                <a:cubicBezTo>
                  <a:pt x="5577011" y="1901016"/>
                  <a:pt x="5555670" y="1886829"/>
                  <a:pt x="5534330" y="1858456"/>
                </a:cubicBezTo>
                <a:cubicBezTo>
                  <a:pt x="5534330" y="1879736"/>
                  <a:pt x="5534330" y="1893922"/>
                  <a:pt x="5534330" y="1908109"/>
                </a:cubicBezTo>
                <a:cubicBezTo>
                  <a:pt x="5527215" y="1929389"/>
                  <a:pt x="5520102" y="1950669"/>
                  <a:pt x="5505875" y="1979042"/>
                </a:cubicBezTo>
                <a:cubicBezTo>
                  <a:pt x="5470308" y="2064163"/>
                  <a:pt x="5470308" y="2064163"/>
                  <a:pt x="5470308" y="2064163"/>
                </a:cubicBezTo>
                <a:cubicBezTo>
                  <a:pt x="5420512" y="1979042"/>
                  <a:pt x="5420512" y="1979042"/>
                  <a:pt x="5420512" y="1979042"/>
                </a:cubicBezTo>
                <a:cubicBezTo>
                  <a:pt x="5456080" y="1886829"/>
                  <a:pt x="5456080" y="1886829"/>
                  <a:pt x="5456080" y="1886829"/>
                </a:cubicBezTo>
                <a:cubicBezTo>
                  <a:pt x="5470308" y="1851362"/>
                  <a:pt x="5477421" y="1830083"/>
                  <a:pt x="5477421" y="1822988"/>
                </a:cubicBezTo>
                <a:cubicBezTo>
                  <a:pt x="5484534" y="1808803"/>
                  <a:pt x="5484534" y="1801708"/>
                  <a:pt x="5477421" y="1794615"/>
                </a:cubicBezTo>
                <a:cubicBezTo>
                  <a:pt x="5477421" y="1787522"/>
                  <a:pt x="5470308" y="1773335"/>
                  <a:pt x="5463193" y="1759148"/>
                </a:cubicBezTo>
                <a:cubicBezTo>
                  <a:pt x="5448967" y="1744962"/>
                  <a:pt x="5448967" y="1744962"/>
                  <a:pt x="5448967" y="1744962"/>
                </a:cubicBezTo>
                <a:cubicBezTo>
                  <a:pt x="5320923" y="1822988"/>
                  <a:pt x="5320923" y="1822988"/>
                  <a:pt x="5320923" y="1822988"/>
                </a:cubicBezTo>
                <a:cubicBezTo>
                  <a:pt x="5278242" y="1752055"/>
                  <a:pt x="5278242" y="1752055"/>
                  <a:pt x="5278242" y="1752055"/>
                </a:cubicBezTo>
                <a:cubicBezTo>
                  <a:pt x="5591237" y="1560535"/>
                  <a:pt x="5591237" y="1560535"/>
                  <a:pt x="5591237" y="1560535"/>
                </a:cubicBezTo>
                <a:lnTo>
                  <a:pt x="5683714" y="1709495"/>
                </a:lnTo>
                <a:close/>
                <a:moveTo>
                  <a:pt x="5335151" y="1248428"/>
                </a:moveTo>
                <a:cubicBezTo>
                  <a:pt x="5541443" y="1489602"/>
                  <a:pt x="5541443" y="1489602"/>
                  <a:pt x="5541443" y="1489602"/>
                </a:cubicBezTo>
                <a:cubicBezTo>
                  <a:pt x="5491648" y="1532162"/>
                  <a:pt x="5491648" y="1532162"/>
                  <a:pt x="5491648" y="1532162"/>
                </a:cubicBezTo>
                <a:cubicBezTo>
                  <a:pt x="5413399" y="1439949"/>
                  <a:pt x="5413399" y="1439949"/>
                  <a:pt x="5413399" y="1439949"/>
                </a:cubicBezTo>
                <a:cubicBezTo>
                  <a:pt x="5178652" y="1631469"/>
                  <a:pt x="5178652" y="1631469"/>
                  <a:pt x="5178652" y="1631469"/>
                </a:cubicBezTo>
                <a:cubicBezTo>
                  <a:pt x="5128858" y="1567628"/>
                  <a:pt x="5128858" y="1567628"/>
                  <a:pt x="5128858" y="1567628"/>
                </a:cubicBezTo>
                <a:cubicBezTo>
                  <a:pt x="5363605" y="1376108"/>
                  <a:pt x="5363605" y="1376108"/>
                  <a:pt x="5363605" y="1376108"/>
                </a:cubicBezTo>
                <a:cubicBezTo>
                  <a:pt x="5292468" y="1283895"/>
                  <a:pt x="5292468" y="1283895"/>
                  <a:pt x="5292468" y="1283895"/>
                </a:cubicBezTo>
                <a:lnTo>
                  <a:pt x="5335151" y="1248428"/>
                </a:lnTo>
                <a:close/>
                <a:moveTo>
                  <a:pt x="5278242" y="1184587"/>
                </a:moveTo>
                <a:cubicBezTo>
                  <a:pt x="5235561" y="1234242"/>
                  <a:pt x="5235561" y="1234242"/>
                  <a:pt x="5235561" y="1234242"/>
                </a:cubicBezTo>
                <a:cubicBezTo>
                  <a:pt x="5079063" y="1085281"/>
                  <a:pt x="5079063" y="1085281"/>
                  <a:pt x="5079063" y="1085281"/>
                </a:cubicBezTo>
                <a:cubicBezTo>
                  <a:pt x="5022155" y="1149121"/>
                  <a:pt x="5022155" y="1149121"/>
                  <a:pt x="5022155" y="1149121"/>
                </a:cubicBezTo>
                <a:cubicBezTo>
                  <a:pt x="5171539" y="1283895"/>
                  <a:pt x="5171539" y="1283895"/>
                  <a:pt x="5171539" y="1283895"/>
                </a:cubicBezTo>
                <a:cubicBezTo>
                  <a:pt x="5128858" y="1326455"/>
                  <a:pt x="5128858" y="1326455"/>
                  <a:pt x="5128858" y="1326455"/>
                </a:cubicBezTo>
                <a:cubicBezTo>
                  <a:pt x="4979473" y="1191682"/>
                  <a:pt x="4979473" y="1191682"/>
                  <a:pt x="4979473" y="1191682"/>
                </a:cubicBezTo>
                <a:cubicBezTo>
                  <a:pt x="4915451" y="1262615"/>
                  <a:pt x="4915451" y="1262615"/>
                  <a:pt x="4915451" y="1262615"/>
                </a:cubicBezTo>
                <a:cubicBezTo>
                  <a:pt x="5079063" y="1418669"/>
                  <a:pt x="5079063" y="1418669"/>
                  <a:pt x="5079063" y="1418669"/>
                </a:cubicBezTo>
                <a:cubicBezTo>
                  <a:pt x="5036382" y="1461228"/>
                  <a:pt x="5036382" y="1461228"/>
                  <a:pt x="5036382" y="1461228"/>
                </a:cubicBezTo>
                <a:cubicBezTo>
                  <a:pt x="4815863" y="1255522"/>
                  <a:pt x="4815863" y="1255522"/>
                  <a:pt x="4815863" y="1255522"/>
                </a:cubicBezTo>
                <a:cubicBezTo>
                  <a:pt x="5057723" y="985975"/>
                  <a:pt x="5057723" y="985975"/>
                  <a:pt x="5057723" y="985975"/>
                </a:cubicBezTo>
                <a:lnTo>
                  <a:pt x="5278242" y="1184587"/>
                </a:lnTo>
                <a:close/>
                <a:moveTo>
                  <a:pt x="4730500" y="744800"/>
                </a:moveTo>
                <a:cubicBezTo>
                  <a:pt x="4837203" y="822828"/>
                  <a:pt x="4837203" y="822828"/>
                  <a:pt x="4837203" y="822828"/>
                </a:cubicBezTo>
                <a:cubicBezTo>
                  <a:pt x="4879884" y="851201"/>
                  <a:pt x="4901225" y="865388"/>
                  <a:pt x="4915451" y="879574"/>
                </a:cubicBezTo>
                <a:cubicBezTo>
                  <a:pt x="4929679" y="900854"/>
                  <a:pt x="4936792" y="922134"/>
                  <a:pt x="4943906" y="943414"/>
                </a:cubicBezTo>
                <a:cubicBezTo>
                  <a:pt x="4943906" y="964695"/>
                  <a:pt x="4936792" y="993068"/>
                  <a:pt x="4922566" y="1014348"/>
                </a:cubicBezTo>
                <a:cubicBezTo>
                  <a:pt x="4908338" y="1035628"/>
                  <a:pt x="4894111" y="1049815"/>
                  <a:pt x="4872770" y="1056908"/>
                </a:cubicBezTo>
                <a:cubicBezTo>
                  <a:pt x="4858544" y="1064001"/>
                  <a:pt x="4844316" y="1064001"/>
                  <a:pt x="4830089" y="1064001"/>
                </a:cubicBezTo>
                <a:cubicBezTo>
                  <a:pt x="4808748" y="1064001"/>
                  <a:pt x="4794522" y="1056908"/>
                  <a:pt x="4780295" y="1056908"/>
                </a:cubicBezTo>
                <a:cubicBezTo>
                  <a:pt x="4766067" y="1049815"/>
                  <a:pt x="4737613" y="1028535"/>
                  <a:pt x="4709159" y="1014348"/>
                </a:cubicBezTo>
                <a:cubicBezTo>
                  <a:pt x="4666478" y="978882"/>
                  <a:pt x="4666478" y="978882"/>
                  <a:pt x="4666478" y="978882"/>
                </a:cubicBezTo>
                <a:cubicBezTo>
                  <a:pt x="4588229" y="1092374"/>
                  <a:pt x="4588229" y="1092374"/>
                  <a:pt x="4588229" y="1092374"/>
                </a:cubicBezTo>
                <a:cubicBezTo>
                  <a:pt x="4517094" y="1049815"/>
                  <a:pt x="4517094" y="1049815"/>
                  <a:pt x="4517094" y="1049815"/>
                </a:cubicBezTo>
                <a:lnTo>
                  <a:pt x="4730500" y="744800"/>
                </a:lnTo>
                <a:close/>
                <a:moveTo>
                  <a:pt x="4495753" y="617121"/>
                </a:moveTo>
                <a:cubicBezTo>
                  <a:pt x="4474413" y="673867"/>
                  <a:pt x="4474413" y="673867"/>
                  <a:pt x="4474413" y="673867"/>
                </a:cubicBezTo>
                <a:cubicBezTo>
                  <a:pt x="4289461" y="595841"/>
                  <a:pt x="4289461" y="595841"/>
                  <a:pt x="4289461" y="595841"/>
                </a:cubicBezTo>
                <a:cubicBezTo>
                  <a:pt x="4253893" y="673867"/>
                  <a:pt x="4253893" y="673867"/>
                  <a:pt x="4253893" y="673867"/>
                </a:cubicBezTo>
                <a:cubicBezTo>
                  <a:pt x="4410391" y="744800"/>
                  <a:pt x="4410391" y="744800"/>
                  <a:pt x="4410391" y="744800"/>
                </a:cubicBezTo>
                <a:cubicBezTo>
                  <a:pt x="4389050" y="801548"/>
                  <a:pt x="4389050" y="801548"/>
                  <a:pt x="4389050" y="801548"/>
                </a:cubicBezTo>
                <a:cubicBezTo>
                  <a:pt x="4232553" y="730614"/>
                  <a:pt x="4232553" y="730614"/>
                  <a:pt x="4232553" y="730614"/>
                </a:cubicBezTo>
                <a:cubicBezTo>
                  <a:pt x="4168531" y="872481"/>
                  <a:pt x="4168531" y="872481"/>
                  <a:pt x="4168531" y="872481"/>
                </a:cubicBezTo>
                <a:cubicBezTo>
                  <a:pt x="4097396" y="844108"/>
                  <a:pt x="4097396" y="844108"/>
                  <a:pt x="4097396" y="844108"/>
                </a:cubicBezTo>
                <a:cubicBezTo>
                  <a:pt x="4239666" y="503627"/>
                  <a:pt x="4239666" y="503627"/>
                  <a:pt x="4239666" y="503627"/>
                </a:cubicBezTo>
                <a:lnTo>
                  <a:pt x="4495753" y="617121"/>
                </a:lnTo>
                <a:close/>
                <a:moveTo>
                  <a:pt x="3720379" y="546188"/>
                </a:moveTo>
                <a:cubicBezTo>
                  <a:pt x="3734605" y="510720"/>
                  <a:pt x="3748832" y="482347"/>
                  <a:pt x="3763060" y="461067"/>
                </a:cubicBezTo>
                <a:cubicBezTo>
                  <a:pt x="3777286" y="446880"/>
                  <a:pt x="3798627" y="432694"/>
                  <a:pt x="3812854" y="418507"/>
                </a:cubicBezTo>
                <a:cubicBezTo>
                  <a:pt x="3834195" y="411414"/>
                  <a:pt x="3855536" y="404321"/>
                  <a:pt x="3876876" y="404321"/>
                </a:cubicBezTo>
                <a:cubicBezTo>
                  <a:pt x="3898217" y="397227"/>
                  <a:pt x="3933784" y="404321"/>
                  <a:pt x="3962239" y="411414"/>
                </a:cubicBezTo>
                <a:cubicBezTo>
                  <a:pt x="4019146" y="425600"/>
                  <a:pt x="4061828" y="453974"/>
                  <a:pt x="4090281" y="496534"/>
                </a:cubicBezTo>
                <a:cubicBezTo>
                  <a:pt x="4111622" y="539093"/>
                  <a:pt x="4118736" y="588748"/>
                  <a:pt x="4104509" y="645494"/>
                </a:cubicBezTo>
                <a:cubicBezTo>
                  <a:pt x="4090281" y="702241"/>
                  <a:pt x="4054714" y="744800"/>
                  <a:pt x="4012033" y="766081"/>
                </a:cubicBezTo>
                <a:cubicBezTo>
                  <a:pt x="3969352" y="787361"/>
                  <a:pt x="3919557" y="794455"/>
                  <a:pt x="3862649" y="780268"/>
                </a:cubicBezTo>
                <a:cubicBezTo>
                  <a:pt x="3805740" y="766081"/>
                  <a:pt x="3763060" y="737707"/>
                  <a:pt x="3741718" y="695147"/>
                </a:cubicBezTo>
                <a:cubicBezTo>
                  <a:pt x="3713264" y="652587"/>
                  <a:pt x="3706151" y="602934"/>
                  <a:pt x="3720379" y="546188"/>
                </a:cubicBezTo>
                <a:close/>
                <a:moveTo>
                  <a:pt x="3272226" y="319201"/>
                </a:moveTo>
                <a:cubicBezTo>
                  <a:pt x="3364701" y="468160"/>
                  <a:pt x="3364701" y="468160"/>
                  <a:pt x="3364701" y="468160"/>
                </a:cubicBezTo>
                <a:cubicBezTo>
                  <a:pt x="3464291" y="326293"/>
                  <a:pt x="3464291" y="326293"/>
                  <a:pt x="3464291" y="326293"/>
                </a:cubicBezTo>
                <a:cubicBezTo>
                  <a:pt x="3556767" y="333386"/>
                  <a:pt x="3556767" y="333386"/>
                  <a:pt x="3556767" y="333386"/>
                </a:cubicBezTo>
                <a:cubicBezTo>
                  <a:pt x="3393156" y="539093"/>
                  <a:pt x="3393156" y="539093"/>
                  <a:pt x="3393156" y="539093"/>
                </a:cubicBezTo>
                <a:cubicBezTo>
                  <a:pt x="3386042" y="688054"/>
                  <a:pt x="3386042" y="688054"/>
                  <a:pt x="3386042" y="688054"/>
                </a:cubicBezTo>
                <a:cubicBezTo>
                  <a:pt x="3307794" y="688054"/>
                  <a:pt x="3307794" y="688054"/>
                  <a:pt x="3307794" y="688054"/>
                </a:cubicBezTo>
                <a:cubicBezTo>
                  <a:pt x="3314907" y="532000"/>
                  <a:pt x="3314907" y="532000"/>
                  <a:pt x="3314907" y="532000"/>
                </a:cubicBezTo>
                <a:cubicBezTo>
                  <a:pt x="3179750" y="312108"/>
                  <a:pt x="3179750" y="312108"/>
                  <a:pt x="3179750" y="312108"/>
                </a:cubicBezTo>
                <a:lnTo>
                  <a:pt x="3272226" y="319201"/>
                </a:lnTo>
                <a:close/>
                <a:moveTo>
                  <a:pt x="3137069" y="312108"/>
                </a:moveTo>
                <a:cubicBezTo>
                  <a:pt x="3144182" y="375947"/>
                  <a:pt x="3144182" y="375947"/>
                  <a:pt x="3144182" y="375947"/>
                </a:cubicBezTo>
                <a:cubicBezTo>
                  <a:pt x="3023252" y="383041"/>
                  <a:pt x="3023252" y="383041"/>
                  <a:pt x="3023252" y="383041"/>
                </a:cubicBezTo>
                <a:cubicBezTo>
                  <a:pt x="3044593" y="688054"/>
                  <a:pt x="3044593" y="688054"/>
                  <a:pt x="3044593" y="688054"/>
                </a:cubicBezTo>
                <a:cubicBezTo>
                  <a:pt x="2966344" y="695147"/>
                  <a:pt x="2966344" y="695147"/>
                  <a:pt x="2966344" y="695147"/>
                </a:cubicBezTo>
                <a:cubicBezTo>
                  <a:pt x="2937890" y="390134"/>
                  <a:pt x="2937890" y="390134"/>
                  <a:pt x="2937890" y="390134"/>
                </a:cubicBezTo>
                <a:cubicBezTo>
                  <a:pt x="2824072" y="397227"/>
                  <a:pt x="2824072" y="397227"/>
                  <a:pt x="2824072" y="397227"/>
                </a:cubicBezTo>
                <a:cubicBezTo>
                  <a:pt x="2816959" y="340481"/>
                  <a:pt x="2816959" y="340481"/>
                  <a:pt x="2816959" y="340481"/>
                </a:cubicBezTo>
                <a:lnTo>
                  <a:pt x="3137069" y="312108"/>
                </a:lnTo>
                <a:close/>
                <a:moveTo>
                  <a:pt x="2745824" y="354667"/>
                </a:moveTo>
                <a:cubicBezTo>
                  <a:pt x="2809846" y="716427"/>
                  <a:pt x="2809846" y="716427"/>
                  <a:pt x="2809846" y="716427"/>
                </a:cubicBezTo>
                <a:cubicBezTo>
                  <a:pt x="2731597" y="730614"/>
                  <a:pt x="2731597" y="730614"/>
                  <a:pt x="2731597" y="730614"/>
                </a:cubicBezTo>
                <a:cubicBezTo>
                  <a:pt x="2667575" y="368854"/>
                  <a:pt x="2667575" y="368854"/>
                  <a:pt x="2667575" y="368854"/>
                </a:cubicBezTo>
                <a:lnTo>
                  <a:pt x="2745824" y="354667"/>
                </a:lnTo>
                <a:close/>
                <a:moveTo>
                  <a:pt x="2304785" y="496534"/>
                </a:moveTo>
                <a:cubicBezTo>
                  <a:pt x="2311898" y="482347"/>
                  <a:pt x="2326126" y="461067"/>
                  <a:pt x="2347467" y="446880"/>
                </a:cubicBezTo>
                <a:cubicBezTo>
                  <a:pt x="2368807" y="432694"/>
                  <a:pt x="2390148" y="425600"/>
                  <a:pt x="2418602" y="418507"/>
                </a:cubicBezTo>
                <a:cubicBezTo>
                  <a:pt x="2468396" y="404321"/>
                  <a:pt x="2511077" y="404321"/>
                  <a:pt x="2539531" y="418507"/>
                </a:cubicBezTo>
                <a:cubicBezTo>
                  <a:pt x="2567986" y="425600"/>
                  <a:pt x="2589327" y="446880"/>
                  <a:pt x="2596440" y="482347"/>
                </a:cubicBezTo>
                <a:cubicBezTo>
                  <a:pt x="2518192" y="503627"/>
                  <a:pt x="2518192" y="503627"/>
                  <a:pt x="2518192" y="503627"/>
                </a:cubicBezTo>
                <a:cubicBezTo>
                  <a:pt x="2511077" y="489440"/>
                  <a:pt x="2503964" y="475254"/>
                  <a:pt x="2489737" y="475254"/>
                </a:cubicBezTo>
                <a:cubicBezTo>
                  <a:pt x="2475509" y="468160"/>
                  <a:pt x="2454170" y="468160"/>
                  <a:pt x="2432829" y="475254"/>
                </a:cubicBezTo>
                <a:cubicBezTo>
                  <a:pt x="2411487" y="482347"/>
                  <a:pt x="2397261" y="489440"/>
                  <a:pt x="2383034" y="503627"/>
                </a:cubicBezTo>
                <a:cubicBezTo>
                  <a:pt x="2375920" y="510720"/>
                  <a:pt x="2375920" y="517813"/>
                  <a:pt x="2375920" y="524908"/>
                </a:cubicBezTo>
                <a:cubicBezTo>
                  <a:pt x="2383034" y="539093"/>
                  <a:pt x="2390148" y="539093"/>
                  <a:pt x="2397261" y="546188"/>
                </a:cubicBezTo>
                <a:cubicBezTo>
                  <a:pt x="2411487" y="553281"/>
                  <a:pt x="2432829" y="553281"/>
                  <a:pt x="2475509" y="553281"/>
                </a:cubicBezTo>
                <a:cubicBezTo>
                  <a:pt x="2518192" y="546188"/>
                  <a:pt x="2546645" y="546188"/>
                  <a:pt x="2567986" y="553281"/>
                </a:cubicBezTo>
                <a:cubicBezTo>
                  <a:pt x="2589327" y="560374"/>
                  <a:pt x="2603553" y="567468"/>
                  <a:pt x="2617780" y="574561"/>
                </a:cubicBezTo>
                <a:cubicBezTo>
                  <a:pt x="2632008" y="588748"/>
                  <a:pt x="2646234" y="610028"/>
                  <a:pt x="2653348" y="631307"/>
                </a:cubicBezTo>
                <a:cubicBezTo>
                  <a:pt x="2653348" y="652587"/>
                  <a:pt x="2653348" y="673867"/>
                  <a:pt x="2646234" y="695147"/>
                </a:cubicBezTo>
                <a:cubicBezTo>
                  <a:pt x="2639121" y="716427"/>
                  <a:pt x="2624894" y="730614"/>
                  <a:pt x="2603553" y="744800"/>
                </a:cubicBezTo>
                <a:cubicBezTo>
                  <a:pt x="2589327" y="758988"/>
                  <a:pt x="2560872" y="773175"/>
                  <a:pt x="2525305" y="780268"/>
                </a:cubicBezTo>
                <a:cubicBezTo>
                  <a:pt x="2475509" y="794455"/>
                  <a:pt x="2432829" y="794455"/>
                  <a:pt x="2404374" y="780268"/>
                </a:cubicBezTo>
                <a:cubicBezTo>
                  <a:pt x="2368807" y="766081"/>
                  <a:pt x="2347467" y="744800"/>
                  <a:pt x="2333239" y="709334"/>
                </a:cubicBezTo>
                <a:cubicBezTo>
                  <a:pt x="2404374" y="680961"/>
                  <a:pt x="2404374" y="680961"/>
                  <a:pt x="2404374" y="680961"/>
                </a:cubicBezTo>
                <a:cubicBezTo>
                  <a:pt x="2418602" y="702241"/>
                  <a:pt x="2432829" y="716427"/>
                  <a:pt x="2447055" y="723520"/>
                </a:cubicBezTo>
                <a:cubicBezTo>
                  <a:pt x="2461283" y="730614"/>
                  <a:pt x="2482623" y="730614"/>
                  <a:pt x="2511077" y="723520"/>
                </a:cubicBezTo>
                <a:cubicBezTo>
                  <a:pt x="2532418" y="716427"/>
                  <a:pt x="2553759" y="702241"/>
                  <a:pt x="2560872" y="688054"/>
                </a:cubicBezTo>
                <a:cubicBezTo>
                  <a:pt x="2575099" y="680961"/>
                  <a:pt x="2575099" y="666774"/>
                  <a:pt x="2575099" y="652587"/>
                </a:cubicBezTo>
                <a:cubicBezTo>
                  <a:pt x="2567986" y="645494"/>
                  <a:pt x="2567986" y="638401"/>
                  <a:pt x="2560872" y="631307"/>
                </a:cubicBezTo>
                <a:cubicBezTo>
                  <a:pt x="2553759" y="631307"/>
                  <a:pt x="2539531" y="624214"/>
                  <a:pt x="2525305" y="624214"/>
                </a:cubicBezTo>
                <a:cubicBezTo>
                  <a:pt x="2518192" y="624214"/>
                  <a:pt x="2496850" y="624214"/>
                  <a:pt x="2461283" y="624214"/>
                </a:cubicBezTo>
                <a:cubicBezTo>
                  <a:pt x="2411487" y="631307"/>
                  <a:pt x="2383034" y="624214"/>
                  <a:pt x="2361693" y="617121"/>
                </a:cubicBezTo>
                <a:cubicBezTo>
                  <a:pt x="2333239" y="602934"/>
                  <a:pt x="2311898" y="581654"/>
                  <a:pt x="2304785" y="553281"/>
                </a:cubicBezTo>
                <a:cubicBezTo>
                  <a:pt x="2297671" y="539093"/>
                  <a:pt x="2297671" y="517813"/>
                  <a:pt x="2304785" y="496534"/>
                </a:cubicBezTo>
                <a:close/>
                <a:moveTo>
                  <a:pt x="2034470" y="560374"/>
                </a:moveTo>
                <a:cubicBezTo>
                  <a:pt x="2077152" y="546188"/>
                  <a:pt x="2105605" y="532000"/>
                  <a:pt x="2126946" y="532000"/>
                </a:cubicBezTo>
                <a:cubicBezTo>
                  <a:pt x="2148288" y="532000"/>
                  <a:pt x="2162514" y="532000"/>
                  <a:pt x="2183855" y="546188"/>
                </a:cubicBezTo>
                <a:cubicBezTo>
                  <a:pt x="2198082" y="553281"/>
                  <a:pt x="2212310" y="567468"/>
                  <a:pt x="2219423" y="588748"/>
                </a:cubicBezTo>
                <a:cubicBezTo>
                  <a:pt x="2233649" y="617121"/>
                  <a:pt x="2233649" y="638401"/>
                  <a:pt x="2226536" y="666774"/>
                </a:cubicBezTo>
                <a:cubicBezTo>
                  <a:pt x="2212310" y="688054"/>
                  <a:pt x="2198082" y="709334"/>
                  <a:pt x="2162514" y="723520"/>
                </a:cubicBezTo>
                <a:cubicBezTo>
                  <a:pt x="2183855" y="730614"/>
                  <a:pt x="2205195" y="730614"/>
                  <a:pt x="2219423" y="737707"/>
                </a:cubicBezTo>
                <a:cubicBezTo>
                  <a:pt x="2233649" y="744800"/>
                  <a:pt x="2254990" y="751895"/>
                  <a:pt x="2283445" y="773175"/>
                </a:cubicBezTo>
                <a:cubicBezTo>
                  <a:pt x="2354580" y="815734"/>
                  <a:pt x="2354580" y="815734"/>
                  <a:pt x="2354580" y="815734"/>
                </a:cubicBezTo>
                <a:cubicBezTo>
                  <a:pt x="2269217" y="858294"/>
                  <a:pt x="2269217" y="858294"/>
                  <a:pt x="2269217" y="858294"/>
                </a:cubicBezTo>
                <a:cubicBezTo>
                  <a:pt x="2183855" y="808641"/>
                  <a:pt x="2183855" y="808641"/>
                  <a:pt x="2183855" y="808641"/>
                </a:cubicBezTo>
                <a:cubicBezTo>
                  <a:pt x="2148288" y="794455"/>
                  <a:pt x="2134060" y="780268"/>
                  <a:pt x="2119833" y="773175"/>
                </a:cubicBezTo>
                <a:cubicBezTo>
                  <a:pt x="2112720" y="773175"/>
                  <a:pt x="2098492" y="773175"/>
                  <a:pt x="2091379" y="773175"/>
                </a:cubicBezTo>
                <a:cubicBezTo>
                  <a:pt x="2084266" y="773175"/>
                  <a:pt x="2070038" y="780268"/>
                  <a:pt x="2055811" y="787361"/>
                </a:cubicBezTo>
                <a:cubicBezTo>
                  <a:pt x="2034470" y="794455"/>
                  <a:pt x="2034470" y="794455"/>
                  <a:pt x="2034470" y="794455"/>
                </a:cubicBezTo>
                <a:cubicBezTo>
                  <a:pt x="2098492" y="929227"/>
                  <a:pt x="2098492" y="929227"/>
                  <a:pt x="2098492" y="929227"/>
                </a:cubicBezTo>
                <a:cubicBezTo>
                  <a:pt x="2027357" y="964695"/>
                  <a:pt x="2027357" y="964695"/>
                  <a:pt x="2027357" y="964695"/>
                </a:cubicBezTo>
                <a:cubicBezTo>
                  <a:pt x="1877973" y="631307"/>
                  <a:pt x="1877973" y="631307"/>
                  <a:pt x="1877973" y="631307"/>
                </a:cubicBezTo>
                <a:lnTo>
                  <a:pt x="2034470" y="560374"/>
                </a:lnTo>
                <a:close/>
                <a:moveTo>
                  <a:pt x="1778384" y="680961"/>
                </a:moveTo>
                <a:cubicBezTo>
                  <a:pt x="1813951" y="737707"/>
                  <a:pt x="1813951" y="737707"/>
                  <a:pt x="1813951" y="737707"/>
                </a:cubicBezTo>
                <a:cubicBezTo>
                  <a:pt x="1629000" y="851201"/>
                  <a:pt x="1629000" y="851201"/>
                  <a:pt x="1629000" y="851201"/>
                </a:cubicBezTo>
                <a:cubicBezTo>
                  <a:pt x="1671681" y="922134"/>
                  <a:pt x="1671681" y="922134"/>
                  <a:pt x="1671681" y="922134"/>
                </a:cubicBezTo>
                <a:cubicBezTo>
                  <a:pt x="1842406" y="815734"/>
                  <a:pt x="1842406" y="815734"/>
                  <a:pt x="1842406" y="815734"/>
                </a:cubicBezTo>
                <a:cubicBezTo>
                  <a:pt x="1877973" y="865388"/>
                  <a:pt x="1877973" y="865388"/>
                  <a:pt x="1877973" y="865388"/>
                </a:cubicBezTo>
                <a:cubicBezTo>
                  <a:pt x="1707248" y="971787"/>
                  <a:pt x="1707248" y="971787"/>
                  <a:pt x="1707248" y="971787"/>
                </a:cubicBezTo>
                <a:cubicBezTo>
                  <a:pt x="1757042" y="1056908"/>
                  <a:pt x="1757042" y="1056908"/>
                  <a:pt x="1757042" y="1056908"/>
                </a:cubicBezTo>
                <a:cubicBezTo>
                  <a:pt x="1949108" y="936321"/>
                  <a:pt x="1949108" y="936321"/>
                  <a:pt x="1949108" y="936321"/>
                </a:cubicBezTo>
                <a:cubicBezTo>
                  <a:pt x="1977563" y="985975"/>
                  <a:pt x="1977563" y="985975"/>
                  <a:pt x="1977563" y="985975"/>
                </a:cubicBezTo>
                <a:cubicBezTo>
                  <a:pt x="1721475" y="1149121"/>
                  <a:pt x="1721475" y="1149121"/>
                  <a:pt x="1721475" y="1149121"/>
                </a:cubicBezTo>
                <a:cubicBezTo>
                  <a:pt x="1522296" y="844108"/>
                  <a:pt x="1522296" y="844108"/>
                  <a:pt x="1522296" y="844108"/>
                </a:cubicBezTo>
                <a:lnTo>
                  <a:pt x="1778384" y="680961"/>
                </a:lnTo>
                <a:close/>
                <a:moveTo>
                  <a:pt x="1244868" y="1071095"/>
                </a:moveTo>
                <a:cubicBezTo>
                  <a:pt x="1493843" y="1212962"/>
                  <a:pt x="1493843" y="1212962"/>
                  <a:pt x="1493843" y="1212962"/>
                </a:cubicBezTo>
                <a:cubicBezTo>
                  <a:pt x="1394253" y="943414"/>
                  <a:pt x="1394253" y="943414"/>
                  <a:pt x="1394253" y="943414"/>
                </a:cubicBezTo>
                <a:cubicBezTo>
                  <a:pt x="1465388" y="886668"/>
                  <a:pt x="1465388" y="886668"/>
                  <a:pt x="1465388" y="886668"/>
                </a:cubicBezTo>
                <a:cubicBezTo>
                  <a:pt x="1586318" y="1255522"/>
                  <a:pt x="1586318" y="1255522"/>
                  <a:pt x="1586318" y="1255522"/>
                </a:cubicBezTo>
                <a:cubicBezTo>
                  <a:pt x="1522296" y="1312268"/>
                  <a:pt x="1522296" y="1312268"/>
                  <a:pt x="1522296" y="1312268"/>
                </a:cubicBezTo>
                <a:cubicBezTo>
                  <a:pt x="1173733" y="1127841"/>
                  <a:pt x="1173733" y="1127841"/>
                  <a:pt x="1173733" y="1127841"/>
                </a:cubicBezTo>
                <a:lnTo>
                  <a:pt x="1244868" y="1071095"/>
                </a:lnTo>
                <a:close/>
                <a:moveTo>
                  <a:pt x="1138165" y="1170402"/>
                </a:moveTo>
                <a:cubicBezTo>
                  <a:pt x="1401366" y="1425762"/>
                  <a:pt x="1401366" y="1425762"/>
                  <a:pt x="1401366" y="1425762"/>
                </a:cubicBezTo>
                <a:cubicBezTo>
                  <a:pt x="1344458" y="1482508"/>
                  <a:pt x="1344458" y="1482508"/>
                  <a:pt x="1344458" y="1482508"/>
                </a:cubicBezTo>
                <a:cubicBezTo>
                  <a:pt x="1081258" y="1234242"/>
                  <a:pt x="1081258" y="1234242"/>
                  <a:pt x="1081258" y="1234242"/>
                </a:cubicBezTo>
                <a:lnTo>
                  <a:pt x="1138165" y="1170402"/>
                </a:lnTo>
                <a:close/>
                <a:moveTo>
                  <a:pt x="860737" y="1496695"/>
                </a:moveTo>
                <a:cubicBezTo>
                  <a:pt x="1159506" y="1517975"/>
                  <a:pt x="1159506" y="1517975"/>
                  <a:pt x="1159506" y="1517975"/>
                </a:cubicBezTo>
                <a:cubicBezTo>
                  <a:pt x="960327" y="1369014"/>
                  <a:pt x="960327" y="1369014"/>
                  <a:pt x="960327" y="1369014"/>
                </a:cubicBezTo>
                <a:cubicBezTo>
                  <a:pt x="1010121" y="1305175"/>
                  <a:pt x="1010121" y="1305175"/>
                  <a:pt x="1010121" y="1305175"/>
                </a:cubicBezTo>
                <a:cubicBezTo>
                  <a:pt x="1294663" y="1532162"/>
                  <a:pt x="1294663" y="1532162"/>
                  <a:pt x="1294663" y="1532162"/>
                </a:cubicBezTo>
                <a:cubicBezTo>
                  <a:pt x="1244868" y="1596001"/>
                  <a:pt x="1244868" y="1596001"/>
                  <a:pt x="1244868" y="1596001"/>
                </a:cubicBezTo>
                <a:cubicBezTo>
                  <a:pt x="953214" y="1574721"/>
                  <a:pt x="953214" y="1574721"/>
                  <a:pt x="953214" y="1574721"/>
                </a:cubicBezTo>
                <a:cubicBezTo>
                  <a:pt x="1145278" y="1723682"/>
                  <a:pt x="1145278" y="1723682"/>
                  <a:pt x="1145278" y="1723682"/>
                </a:cubicBezTo>
                <a:cubicBezTo>
                  <a:pt x="1102597" y="1787522"/>
                  <a:pt x="1102597" y="1787522"/>
                  <a:pt x="1102597" y="1787522"/>
                </a:cubicBezTo>
                <a:cubicBezTo>
                  <a:pt x="810943" y="1560535"/>
                  <a:pt x="810943" y="1560535"/>
                  <a:pt x="810943" y="1560535"/>
                </a:cubicBezTo>
                <a:lnTo>
                  <a:pt x="860737" y="1496695"/>
                </a:lnTo>
                <a:close/>
                <a:moveTo>
                  <a:pt x="625991" y="1872642"/>
                </a:moveTo>
                <a:cubicBezTo>
                  <a:pt x="796715" y="1971949"/>
                  <a:pt x="796715" y="1971949"/>
                  <a:pt x="796715" y="1971949"/>
                </a:cubicBezTo>
                <a:cubicBezTo>
                  <a:pt x="825170" y="1986135"/>
                  <a:pt x="846511" y="1993229"/>
                  <a:pt x="853624" y="1993229"/>
                </a:cubicBezTo>
                <a:cubicBezTo>
                  <a:pt x="867851" y="2000322"/>
                  <a:pt x="882079" y="2000322"/>
                  <a:pt x="896305" y="1993229"/>
                </a:cubicBezTo>
                <a:cubicBezTo>
                  <a:pt x="910533" y="1986135"/>
                  <a:pt x="924759" y="1971949"/>
                  <a:pt x="938986" y="1950669"/>
                </a:cubicBezTo>
                <a:cubicBezTo>
                  <a:pt x="946100" y="1929389"/>
                  <a:pt x="953214" y="1915202"/>
                  <a:pt x="953214" y="1901016"/>
                </a:cubicBezTo>
                <a:cubicBezTo>
                  <a:pt x="953214" y="1886829"/>
                  <a:pt x="946100" y="1872642"/>
                  <a:pt x="931873" y="1865549"/>
                </a:cubicBezTo>
                <a:cubicBezTo>
                  <a:pt x="924759" y="1858456"/>
                  <a:pt x="903418" y="1844269"/>
                  <a:pt x="882079" y="1830083"/>
                </a:cubicBezTo>
                <a:cubicBezTo>
                  <a:pt x="704240" y="1730775"/>
                  <a:pt x="704240" y="1730775"/>
                  <a:pt x="704240" y="1730775"/>
                </a:cubicBezTo>
                <a:cubicBezTo>
                  <a:pt x="739808" y="1659842"/>
                  <a:pt x="739808" y="1659842"/>
                  <a:pt x="739808" y="1659842"/>
                </a:cubicBezTo>
                <a:cubicBezTo>
                  <a:pt x="910533" y="1759148"/>
                  <a:pt x="910533" y="1759148"/>
                  <a:pt x="910533" y="1759148"/>
                </a:cubicBezTo>
                <a:cubicBezTo>
                  <a:pt x="953214" y="1780428"/>
                  <a:pt x="974554" y="1794615"/>
                  <a:pt x="988781" y="1808803"/>
                </a:cubicBezTo>
                <a:cubicBezTo>
                  <a:pt x="1003008" y="1822988"/>
                  <a:pt x="1010121" y="1837176"/>
                  <a:pt x="1017236" y="1851362"/>
                </a:cubicBezTo>
                <a:cubicBezTo>
                  <a:pt x="1024349" y="1865549"/>
                  <a:pt x="1024349" y="1886829"/>
                  <a:pt x="1024349" y="1908109"/>
                </a:cubicBezTo>
                <a:cubicBezTo>
                  <a:pt x="1017236" y="1929389"/>
                  <a:pt x="1010121" y="1950669"/>
                  <a:pt x="995895" y="1979042"/>
                </a:cubicBezTo>
                <a:cubicBezTo>
                  <a:pt x="974554" y="2014510"/>
                  <a:pt x="953214" y="2035788"/>
                  <a:pt x="938986" y="2049976"/>
                </a:cubicBezTo>
                <a:cubicBezTo>
                  <a:pt x="924759" y="2064163"/>
                  <a:pt x="903418" y="2071256"/>
                  <a:pt x="889192" y="2078349"/>
                </a:cubicBezTo>
                <a:cubicBezTo>
                  <a:pt x="874965" y="2078349"/>
                  <a:pt x="853624" y="2078349"/>
                  <a:pt x="839398" y="2078349"/>
                </a:cubicBezTo>
                <a:cubicBezTo>
                  <a:pt x="818057" y="2071256"/>
                  <a:pt x="789602" y="2057069"/>
                  <a:pt x="754035" y="2035788"/>
                </a:cubicBezTo>
                <a:cubicBezTo>
                  <a:pt x="583310" y="1943575"/>
                  <a:pt x="583310" y="1943575"/>
                  <a:pt x="583310" y="1943575"/>
                </a:cubicBezTo>
                <a:lnTo>
                  <a:pt x="625991" y="1872642"/>
                </a:lnTo>
                <a:close/>
                <a:moveTo>
                  <a:pt x="320109" y="2851523"/>
                </a:moveTo>
                <a:cubicBezTo>
                  <a:pt x="583310" y="2723843"/>
                  <a:pt x="583310" y="2723843"/>
                  <a:pt x="583310" y="2723843"/>
                </a:cubicBezTo>
                <a:cubicBezTo>
                  <a:pt x="341450" y="2688377"/>
                  <a:pt x="341450" y="2688377"/>
                  <a:pt x="341450" y="2688377"/>
                </a:cubicBezTo>
                <a:cubicBezTo>
                  <a:pt x="355676" y="2610349"/>
                  <a:pt x="355676" y="2610349"/>
                  <a:pt x="355676" y="2610349"/>
                </a:cubicBezTo>
                <a:cubicBezTo>
                  <a:pt x="718467" y="2667097"/>
                  <a:pt x="718467" y="2667097"/>
                  <a:pt x="718467" y="2667097"/>
                </a:cubicBezTo>
                <a:cubicBezTo>
                  <a:pt x="704240" y="2745123"/>
                  <a:pt x="704240" y="2745123"/>
                  <a:pt x="704240" y="2745123"/>
                </a:cubicBezTo>
                <a:cubicBezTo>
                  <a:pt x="441039" y="2872804"/>
                  <a:pt x="441039" y="2872804"/>
                  <a:pt x="441039" y="2872804"/>
                </a:cubicBezTo>
                <a:cubicBezTo>
                  <a:pt x="675786" y="2908270"/>
                  <a:pt x="675786" y="2908270"/>
                  <a:pt x="675786" y="2908270"/>
                </a:cubicBezTo>
                <a:cubicBezTo>
                  <a:pt x="668673" y="2986297"/>
                  <a:pt x="668673" y="2986297"/>
                  <a:pt x="668673" y="2986297"/>
                </a:cubicBezTo>
                <a:cubicBezTo>
                  <a:pt x="305882" y="2929550"/>
                  <a:pt x="305882" y="2929550"/>
                  <a:pt x="305882" y="2929550"/>
                </a:cubicBezTo>
                <a:lnTo>
                  <a:pt x="320109" y="2851523"/>
                </a:lnTo>
                <a:close/>
                <a:moveTo>
                  <a:pt x="298769" y="3028857"/>
                </a:moveTo>
                <a:cubicBezTo>
                  <a:pt x="668673" y="3050137"/>
                  <a:pt x="668673" y="3050137"/>
                  <a:pt x="668673" y="3050137"/>
                </a:cubicBezTo>
                <a:cubicBezTo>
                  <a:pt x="661558" y="3128164"/>
                  <a:pt x="661558" y="3128164"/>
                  <a:pt x="661558" y="3128164"/>
                </a:cubicBezTo>
                <a:cubicBezTo>
                  <a:pt x="298769" y="3113976"/>
                  <a:pt x="298769" y="3113976"/>
                  <a:pt x="298769" y="3113976"/>
                </a:cubicBezTo>
                <a:lnTo>
                  <a:pt x="298769" y="3028857"/>
                </a:lnTo>
                <a:close/>
                <a:moveTo>
                  <a:pt x="305882" y="3454457"/>
                </a:moveTo>
                <a:cubicBezTo>
                  <a:pt x="448153" y="3447364"/>
                  <a:pt x="448153" y="3447364"/>
                  <a:pt x="448153" y="3447364"/>
                </a:cubicBezTo>
                <a:cubicBezTo>
                  <a:pt x="441039" y="3291310"/>
                  <a:pt x="441039" y="3291310"/>
                  <a:pt x="441039" y="3291310"/>
                </a:cubicBezTo>
                <a:cubicBezTo>
                  <a:pt x="298769" y="3298403"/>
                  <a:pt x="298769" y="3298403"/>
                  <a:pt x="298769" y="3298403"/>
                </a:cubicBezTo>
                <a:cubicBezTo>
                  <a:pt x="291656" y="3213284"/>
                  <a:pt x="291656" y="3213284"/>
                  <a:pt x="291656" y="3213284"/>
                </a:cubicBezTo>
                <a:cubicBezTo>
                  <a:pt x="654445" y="3192004"/>
                  <a:pt x="654445" y="3192004"/>
                  <a:pt x="654445" y="3192004"/>
                </a:cubicBezTo>
                <a:cubicBezTo>
                  <a:pt x="661558" y="3277123"/>
                  <a:pt x="661558" y="3277123"/>
                  <a:pt x="661558" y="3277123"/>
                </a:cubicBezTo>
                <a:cubicBezTo>
                  <a:pt x="505061" y="3284217"/>
                  <a:pt x="505061" y="3284217"/>
                  <a:pt x="505061" y="3284217"/>
                </a:cubicBezTo>
                <a:cubicBezTo>
                  <a:pt x="512174" y="3447364"/>
                  <a:pt x="512174" y="3447364"/>
                  <a:pt x="512174" y="3447364"/>
                </a:cubicBezTo>
                <a:cubicBezTo>
                  <a:pt x="668673" y="3433177"/>
                  <a:pt x="668673" y="3433177"/>
                  <a:pt x="668673" y="3433177"/>
                </a:cubicBezTo>
                <a:cubicBezTo>
                  <a:pt x="675786" y="3518298"/>
                  <a:pt x="675786" y="3518298"/>
                  <a:pt x="675786" y="3518298"/>
                </a:cubicBezTo>
                <a:cubicBezTo>
                  <a:pt x="305882" y="3539578"/>
                  <a:pt x="305882" y="3539578"/>
                  <a:pt x="305882" y="3539578"/>
                </a:cubicBezTo>
                <a:lnTo>
                  <a:pt x="305882" y="3454457"/>
                </a:lnTo>
                <a:close/>
                <a:moveTo>
                  <a:pt x="697126" y="3872964"/>
                </a:moveTo>
                <a:cubicBezTo>
                  <a:pt x="675786" y="3908431"/>
                  <a:pt x="633104" y="3936804"/>
                  <a:pt x="576196" y="3950992"/>
                </a:cubicBezTo>
                <a:cubicBezTo>
                  <a:pt x="519288" y="3965177"/>
                  <a:pt x="469494" y="3958085"/>
                  <a:pt x="426811" y="3929711"/>
                </a:cubicBezTo>
                <a:cubicBezTo>
                  <a:pt x="384131" y="3901338"/>
                  <a:pt x="362791" y="3858778"/>
                  <a:pt x="348563" y="3802031"/>
                </a:cubicBezTo>
                <a:cubicBezTo>
                  <a:pt x="341450" y="3752378"/>
                  <a:pt x="341450" y="3709817"/>
                  <a:pt x="362791" y="3674351"/>
                </a:cubicBezTo>
                <a:cubicBezTo>
                  <a:pt x="377017" y="3653071"/>
                  <a:pt x="391244" y="3638884"/>
                  <a:pt x="419698" y="3624697"/>
                </a:cubicBezTo>
                <a:cubicBezTo>
                  <a:pt x="455266" y="3695631"/>
                  <a:pt x="455266" y="3695631"/>
                  <a:pt x="455266" y="3695631"/>
                </a:cubicBezTo>
                <a:cubicBezTo>
                  <a:pt x="433926" y="3709817"/>
                  <a:pt x="426811" y="3716912"/>
                  <a:pt x="412585" y="3738190"/>
                </a:cubicBezTo>
                <a:cubicBezTo>
                  <a:pt x="405472" y="3752378"/>
                  <a:pt x="405472" y="3773658"/>
                  <a:pt x="412585" y="3794938"/>
                </a:cubicBezTo>
                <a:cubicBezTo>
                  <a:pt x="419698" y="3823311"/>
                  <a:pt x="433926" y="3844591"/>
                  <a:pt x="455266" y="3858778"/>
                </a:cubicBezTo>
                <a:cubicBezTo>
                  <a:pt x="476607" y="3872964"/>
                  <a:pt x="512174" y="3880058"/>
                  <a:pt x="554855" y="3865871"/>
                </a:cubicBezTo>
                <a:cubicBezTo>
                  <a:pt x="597536" y="3858778"/>
                  <a:pt x="633104" y="3844591"/>
                  <a:pt x="647332" y="3823311"/>
                </a:cubicBezTo>
                <a:cubicBezTo>
                  <a:pt x="661558" y="3802031"/>
                  <a:pt x="668673" y="3773658"/>
                  <a:pt x="661558" y="3745285"/>
                </a:cubicBezTo>
                <a:cubicBezTo>
                  <a:pt x="654445" y="3724004"/>
                  <a:pt x="647332" y="3702724"/>
                  <a:pt x="633104" y="3695631"/>
                </a:cubicBezTo>
                <a:cubicBezTo>
                  <a:pt x="611764" y="3681444"/>
                  <a:pt x="590423" y="3674351"/>
                  <a:pt x="561969" y="3674351"/>
                </a:cubicBezTo>
                <a:cubicBezTo>
                  <a:pt x="569083" y="3589231"/>
                  <a:pt x="569083" y="3589231"/>
                  <a:pt x="569083" y="3589231"/>
                </a:cubicBezTo>
                <a:cubicBezTo>
                  <a:pt x="611764" y="3596324"/>
                  <a:pt x="647332" y="3610511"/>
                  <a:pt x="668673" y="3631791"/>
                </a:cubicBezTo>
                <a:cubicBezTo>
                  <a:pt x="697126" y="3653071"/>
                  <a:pt x="711354" y="3688537"/>
                  <a:pt x="718467" y="3731097"/>
                </a:cubicBezTo>
                <a:cubicBezTo>
                  <a:pt x="732693" y="3780751"/>
                  <a:pt x="725580" y="3830404"/>
                  <a:pt x="697126" y="3872964"/>
                </a:cubicBezTo>
                <a:close/>
                <a:moveTo>
                  <a:pt x="818057" y="2340803"/>
                </a:moveTo>
                <a:cubicBezTo>
                  <a:pt x="725580" y="2347896"/>
                  <a:pt x="725580" y="2347896"/>
                  <a:pt x="725580" y="2347896"/>
                </a:cubicBezTo>
                <a:cubicBezTo>
                  <a:pt x="675786" y="2503950"/>
                  <a:pt x="675786" y="2503950"/>
                  <a:pt x="675786" y="2503950"/>
                </a:cubicBezTo>
                <a:cubicBezTo>
                  <a:pt x="746921" y="2560696"/>
                  <a:pt x="746921" y="2560696"/>
                  <a:pt x="746921" y="2560696"/>
                </a:cubicBezTo>
                <a:cubicBezTo>
                  <a:pt x="718467" y="2645816"/>
                  <a:pt x="718467" y="2645816"/>
                  <a:pt x="718467" y="2645816"/>
                </a:cubicBezTo>
                <a:cubicBezTo>
                  <a:pt x="419698" y="2383363"/>
                  <a:pt x="419698" y="2383363"/>
                  <a:pt x="419698" y="2383363"/>
                </a:cubicBezTo>
                <a:cubicBezTo>
                  <a:pt x="441039" y="2298243"/>
                  <a:pt x="441039" y="2298243"/>
                  <a:pt x="441039" y="2298243"/>
                </a:cubicBezTo>
                <a:cubicBezTo>
                  <a:pt x="839398" y="2255683"/>
                  <a:pt x="839398" y="2255683"/>
                  <a:pt x="839398" y="2255683"/>
                </a:cubicBezTo>
                <a:lnTo>
                  <a:pt x="818057" y="2340803"/>
                </a:lnTo>
                <a:close/>
                <a:moveTo>
                  <a:pt x="1792610" y="5405126"/>
                </a:moveTo>
                <a:cubicBezTo>
                  <a:pt x="1792610" y="5412219"/>
                  <a:pt x="1785497" y="5419312"/>
                  <a:pt x="1778384" y="5419312"/>
                </a:cubicBezTo>
                <a:cubicBezTo>
                  <a:pt x="1764156" y="5426406"/>
                  <a:pt x="1700135" y="5412219"/>
                  <a:pt x="1693020" y="5419312"/>
                </a:cubicBezTo>
                <a:cubicBezTo>
                  <a:pt x="1657453" y="5419312"/>
                  <a:pt x="1650340" y="5419312"/>
                  <a:pt x="1643226" y="5433499"/>
                </a:cubicBezTo>
                <a:cubicBezTo>
                  <a:pt x="1643226" y="5440592"/>
                  <a:pt x="1643226" y="5461872"/>
                  <a:pt x="1629000" y="5461872"/>
                </a:cubicBezTo>
                <a:cubicBezTo>
                  <a:pt x="1614772" y="5454780"/>
                  <a:pt x="1579204" y="5447687"/>
                  <a:pt x="1557863" y="5447687"/>
                </a:cubicBezTo>
                <a:cubicBezTo>
                  <a:pt x="1550750" y="5447687"/>
                  <a:pt x="1543637" y="5447687"/>
                  <a:pt x="1536523" y="5447687"/>
                </a:cubicBezTo>
                <a:cubicBezTo>
                  <a:pt x="1458275" y="5539900"/>
                  <a:pt x="1401366" y="5617926"/>
                  <a:pt x="1316003" y="5703047"/>
                </a:cubicBezTo>
                <a:cubicBezTo>
                  <a:pt x="1316003" y="5703047"/>
                  <a:pt x="1301777" y="5710140"/>
                  <a:pt x="1301777" y="5710140"/>
                </a:cubicBezTo>
                <a:cubicBezTo>
                  <a:pt x="1358685" y="5617926"/>
                  <a:pt x="1415593" y="5525713"/>
                  <a:pt x="1479615" y="5433499"/>
                </a:cubicBezTo>
                <a:cubicBezTo>
                  <a:pt x="1486728" y="5419312"/>
                  <a:pt x="1479615" y="5412219"/>
                  <a:pt x="1479615" y="5412219"/>
                </a:cubicBezTo>
                <a:cubicBezTo>
                  <a:pt x="1472501" y="5398033"/>
                  <a:pt x="1493843" y="5376753"/>
                  <a:pt x="1508069" y="5376753"/>
                </a:cubicBezTo>
                <a:cubicBezTo>
                  <a:pt x="1508069" y="5376753"/>
                  <a:pt x="1515182" y="5376753"/>
                  <a:pt x="1522296" y="5376753"/>
                </a:cubicBezTo>
                <a:cubicBezTo>
                  <a:pt x="1557863" y="5320006"/>
                  <a:pt x="1557863" y="5320006"/>
                  <a:pt x="1572091" y="5298726"/>
                </a:cubicBezTo>
                <a:cubicBezTo>
                  <a:pt x="1557863" y="5291633"/>
                  <a:pt x="1500956" y="5270353"/>
                  <a:pt x="1515182" y="5256166"/>
                </a:cubicBezTo>
                <a:cubicBezTo>
                  <a:pt x="1522296" y="5256166"/>
                  <a:pt x="1536523" y="5256166"/>
                  <a:pt x="1550750" y="5256166"/>
                </a:cubicBezTo>
                <a:cubicBezTo>
                  <a:pt x="1564978" y="5263260"/>
                  <a:pt x="1579204" y="5263260"/>
                  <a:pt x="1586318" y="5270353"/>
                </a:cubicBezTo>
                <a:cubicBezTo>
                  <a:pt x="1614772" y="5241980"/>
                  <a:pt x="1629000" y="5220699"/>
                  <a:pt x="1643226" y="5185232"/>
                </a:cubicBezTo>
                <a:cubicBezTo>
                  <a:pt x="1643226" y="5178139"/>
                  <a:pt x="1664567" y="5149766"/>
                  <a:pt x="1657453" y="5149766"/>
                </a:cubicBezTo>
                <a:cubicBezTo>
                  <a:pt x="1657453" y="5135579"/>
                  <a:pt x="1657453" y="5135579"/>
                  <a:pt x="1657453" y="5128486"/>
                </a:cubicBezTo>
                <a:cubicBezTo>
                  <a:pt x="1685907" y="5142672"/>
                  <a:pt x="1700135" y="5156859"/>
                  <a:pt x="1700135" y="5185232"/>
                </a:cubicBezTo>
                <a:cubicBezTo>
                  <a:pt x="1700135" y="5185232"/>
                  <a:pt x="1700135" y="5206512"/>
                  <a:pt x="1700135" y="5213607"/>
                </a:cubicBezTo>
                <a:cubicBezTo>
                  <a:pt x="1678794" y="5234885"/>
                  <a:pt x="1664567" y="5263260"/>
                  <a:pt x="1643226" y="5284540"/>
                </a:cubicBezTo>
                <a:cubicBezTo>
                  <a:pt x="1650340" y="5291633"/>
                  <a:pt x="1657453" y="5291633"/>
                  <a:pt x="1664567" y="5291633"/>
                </a:cubicBezTo>
                <a:cubicBezTo>
                  <a:pt x="1685907" y="5305820"/>
                  <a:pt x="1700135" y="5305820"/>
                  <a:pt x="1721475" y="5320006"/>
                </a:cubicBezTo>
                <a:cubicBezTo>
                  <a:pt x="1728588" y="5312913"/>
                  <a:pt x="1735703" y="5320006"/>
                  <a:pt x="1735703" y="5312913"/>
                </a:cubicBezTo>
                <a:cubicBezTo>
                  <a:pt x="1792610" y="5341286"/>
                  <a:pt x="1799725" y="5398033"/>
                  <a:pt x="1792610" y="5405126"/>
                </a:cubicBezTo>
                <a:close/>
                <a:moveTo>
                  <a:pt x="1344458" y="5213607"/>
                </a:moveTo>
                <a:cubicBezTo>
                  <a:pt x="1365799" y="5227792"/>
                  <a:pt x="1387138" y="5241980"/>
                  <a:pt x="1394253" y="5263260"/>
                </a:cubicBezTo>
                <a:cubicBezTo>
                  <a:pt x="1401366" y="5270353"/>
                  <a:pt x="1429821" y="5305820"/>
                  <a:pt x="1444047" y="5348379"/>
                </a:cubicBezTo>
                <a:cubicBezTo>
                  <a:pt x="1451160" y="5369659"/>
                  <a:pt x="1458275" y="5376753"/>
                  <a:pt x="1451160" y="5398033"/>
                </a:cubicBezTo>
                <a:cubicBezTo>
                  <a:pt x="1415593" y="5376753"/>
                  <a:pt x="1422707" y="5369659"/>
                  <a:pt x="1408480" y="5334193"/>
                </a:cubicBezTo>
                <a:cubicBezTo>
                  <a:pt x="1408480" y="5320006"/>
                  <a:pt x="1401366" y="5305820"/>
                  <a:pt x="1372912" y="5277446"/>
                </a:cubicBezTo>
                <a:cubicBezTo>
                  <a:pt x="1372912" y="5263260"/>
                  <a:pt x="1344458" y="5234885"/>
                  <a:pt x="1344458" y="5213607"/>
                </a:cubicBezTo>
                <a:close/>
                <a:moveTo>
                  <a:pt x="1863745" y="5816540"/>
                </a:moveTo>
                <a:cubicBezTo>
                  <a:pt x="1863745" y="5802353"/>
                  <a:pt x="1849519" y="5795260"/>
                  <a:pt x="1849519" y="5781073"/>
                </a:cubicBezTo>
                <a:cubicBezTo>
                  <a:pt x="1892200" y="5724327"/>
                  <a:pt x="1949108" y="5596646"/>
                  <a:pt x="1998903" y="5525713"/>
                </a:cubicBezTo>
                <a:cubicBezTo>
                  <a:pt x="2006017" y="5511526"/>
                  <a:pt x="2013130" y="5504433"/>
                  <a:pt x="2020244" y="5504433"/>
                </a:cubicBezTo>
                <a:cubicBezTo>
                  <a:pt x="2020244" y="5511526"/>
                  <a:pt x="2027357" y="5511526"/>
                  <a:pt x="2013130" y="5539900"/>
                </a:cubicBezTo>
                <a:cubicBezTo>
                  <a:pt x="2013130" y="5546993"/>
                  <a:pt x="1870860" y="5809446"/>
                  <a:pt x="1885086" y="5823633"/>
                </a:cubicBezTo>
                <a:cubicBezTo>
                  <a:pt x="1870860" y="5823633"/>
                  <a:pt x="1870860" y="5823633"/>
                  <a:pt x="1863745" y="5816540"/>
                </a:cubicBezTo>
                <a:close/>
                <a:moveTo>
                  <a:pt x="2055811" y="5880381"/>
                </a:moveTo>
                <a:cubicBezTo>
                  <a:pt x="2048698" y="5887474"/>
                  <a:pt x="2048698" y="5887474"/>
                  <a:pt x="2041585" y="5887474"/>
                </a:cubicBezTo>
                <a:cubicBezTo>
                  <a:pt x="2034470" y="5887474"/>
                  <a:pt x="2020244" y="5880381"/>
                  <a:pt x="2006017" y="5873286"/>
                </a:cubicBezTo>
                <a:cubicBezTo>
                  <a:pt x="1991789" y="5859101"/>
                  <a:pt x="1956222" y="5802353"/>
                  <a:pt x="1963335" y="5788167"/>
                </a:cubicBezTo>
                <a:cubicBezTo>
                  <a:pt x="1963335" y="5788167"/>
                  <a:pt x="1963335" y="5788167"/>
                  <a:pt x="1963335" y="5788167"/>
                </a:cubicBezTo>
                <a:cubicBezTo>
                  <a:pt x="1977563" y="5830726"/>
                  <a:pt x="2034470" y="5816540"/>
                  <a:pt x="2091379" y="5802353"/>
                </a:cubicBezTo>
                <a:cubicBezTo>
                  <a:pt x="2134060" y="5788167"/>
                  <a:pt x="2169627" y="5766887"/>
                  <a:pt x="2169627" y="5759793"/>
                </a:cubicBezTo>
                <a:cubicBezTo>
                  <a:pt x="2169627" y="5752700"/>
                  <a:pt x="2169627" y="5745607"/>
                  <a:pt x="2162514" y="5738513"/>
                </a:cubicBezTo>
                <a:cubicBezTo>
                  <a:pt x="2162514" y="5745607"/>
                  <a:pt x="2141173" y="5752700"/>
                  <a:pt x="2112720" y="5759793"/>
                </a:cubicBezTo>
                <a:cubicBezTo>
                  <a:pt x="2048698" y="5773980"/>
                  <a:pt x="1956222" y="5788167"/>
                  <a:pt x="1941995" y="5781073"/>
                </a:cubicBezTo>
                <a:cubicBezTo>
                  <a:pt x="1920654" y="5773980"/>
                  <a:pt x="1920654" y="5766887"/>
                  <a:pt x="1941995" y="5738513"/>
                </a:cubicBezTo>
                <a:cubicBezTo>
                  <a:pt x="1984676" y="5724327"/>
                  <a:pt x="2062924" y="5710140"/>
                  <a:pt x="2112720" y="5688860"/>
                </a:cubicBezTo>
                <a:cubicBezTo>
                  <a:pt x="2112720" y="5681767"/>
                  <a:pt x="2126946" y="5681767"/>
                  <a:pt x="2119833" y="5667579"/>
                </a:cubicBezTo>
                <a:cubicBezTo>
                  <a:pt x="2098492" y="5674674"/>
                  <a:pt x="2034470" y="5681767"/>
                  <a:pt x="2020244" y="5681767"/>
                </a:cubicBezTo>
                <a:cubicBezTo>
                  <a:pt x="1998903" y="5660487"/>
                  <a:pt x="2013130" y="5639206"/>
                  <a:pt x="2020244" y="5617926"/>
                </a:cubicBezTo>
                <a:cubicBezTo>
                  <a:pt x="2027357" y="5617926"/>
                  <a:pt x="2020244" y="5617926"/>
                  <a:pt x="2027357" y="5617926"/>
                </a:cubicBezTo>
                <a:cubicBezTo>
                  <a:pt x="2041585" y="5632113"/>
                  <a:pt x="2091379" y="5617926"/>
                  <a:pt x="2098492" y="5610833"/>
                </a:cubicBezTo>
                <a:cubicBezTo>
                  <a:pt x="2091379" y="5596646"/>
                  <a:pt x="2077152" y="5561180"/>
                  <a:pt x="2084266" y="5568273"/>
                </a:cubicBezTo>
                <a:cubicBezTo>
                  <a:pt x="2098492" y="5575366"/>
                  <a:pt x="2098492" y="5582460"/>
                  <a:pt x="2119833" y="5582460"/>
                </a:cubicBezTo>
                <a:cubicBezTo>
                  <a:pt x="2119833" y="5582460"/>
                  <a:pt x="2126946" y="5582460"/>
                  <a:pt x="2119833" y="5582460"/>
                </a:cubicBezTo>
                <a:cubicBezTo>
                  <a:pt x="2112720" y="5575366"/>
                  <a:pt x="2098492" y="5568273"/>
                  <a:pt x="2098492" y="5561180"/>
                </a:cubicBezTo>
                <a:cubicBezTo>
                  <a:pt x="2105605" y="5546993"/>
                  <a:pt x="2119833" y="5546993"/>
                  <a:pt x="2126946" y="5554086"/>
                </a:cubicBezTo>
                <a:cubicBezTo>
                  <a:pt x="2141173" y="5561180"/>
                  <a:pt x="2190968" y="5596646"/>
                  <a:pt x="2190968" y="5596646"/>
                </a:cubicBezTo>
                <a:cubicBezTo>
                  <a:pt x="2198082" y="5603739"/>
                  <a:pt x="2198082" y="5603739"/>
                  <a:pt x="2198082" y="5603739"/>
                </a:cubicBezTo>
                <a:cubicBezTo>
                  <a:pt x="2205195" y="5610833"/>
                  <a:pt x="2205195" y="5617926"/>
                  <a:pt x="2205195" y="5625019"/>
                </a:cubicBezTo>
                <a:cubicBezTo>
                  <a:pt x="2205195" y="5646299"/>
                  <a:pt x="2190968" y="5653394"/>
                  <a:pt x="2169627" y="5653394"/>
                </a:cubicBezTo>
                <a:cubicBezTo>
                  <a:pt x="2176742" y="5688860"/>
                  <a:pt x="2176742" y="5717233"/>
                  <a:pt x="2198082" y="5752700"/>
                </a:cubicBezTo>
                <a:cubicBezTo>
                  <a:pt x="2212310" y="5738513"/>
                  <a:pt x="2226536" y="5738513"/>
                  <a:pt x="2226536" y="5731420"/>
                </a:cubicBezTo>
                <a:cubicBezTo>
                  <a:pt x="2247877" y="5745607"/>
                  <a:pt x="2254990" y="5752700"/>
                  <a:pt x="2254990" y="5773980"/>
                </a:cubicBezTo>
                <a:cubicBezTo>
                  <a:pt x="2240763" y="5802353"/>
                  <a:pt x="2205195" y="5795260"/>
                  <a:pt x="2198082" y="5809446"/>
                </a:cubicBezTo>
                <a:cubicBezTo>
                  <a:pt x="2190968" y="5837820"/>
                  <a:pt x="2198082" y="5894567"/>
                  <a:pt x="2183855" y="5915847"/>
                </a:cubicBezTo>
                <a:cubicBezTo>
                  <a:pt x="2183855" y="5922940"/>
                  <a:pt x="2176742" y="5922940"/>
                  <a:pt x="2169627" y="5915847"/>
                </a:cubicBezTo>
                <a:cubicBezTo>
                  <a:pt x="2162514" y="5894567"/>
                  <a:pt x="2169627" y="5844913"/>
                  <a:pt x="2169627" y="5816540"/>
                </a:cubicBezTo>
                <a:cubicBezTo>
                  <a:pt x="2155401" y="5823633"/>
                  <a:pt x="2126946" y="5837820"/>
                  <a:pt x="2098492" y="5837820"/>
                </a:cubicBezTo>
                <a:cubicBezTo>
                  <a:pt x="2098492" y="5844913"/>
                  <a:pt x="2098492" y="5844913"/>
                  <a:pt x="2098492" y="5852006"/>
                </a:cubicBezTo>
                <a:cubicBezTo>
                  <a:pt x="2112720" y="5859101"/>
                  <a:pt x="2112720" y="5866194"/>
                  <a:pt x="2119833" y="5873286"/>
                </a:cubicBezTo>
                <a:cubicBezTo>
                  <a:pt x="2119833" y="5880381"/>
                  <a:pt x="2105605" y="5887474"/>
                  <a:pt x="2105605" y="5894567"/>
                </a:cubicBezTo>
                <a:cubicBezTo>
                  <a:pt x="2098492" y="5894567"/>
                  <a:pt x="2084266" y="5887474"/>
                  <a:pt x="2070038" y="5880381"/>
                </a:cubicBezTo>
                <a:cubicBezTo>
                  <a:pt x="2062924" y="5880381"/>
                  <a:pt x="2055811" y="5880381"/>
                  <a:pt x="2055811" y="5880381"/>
                </a:cubicBezTo>
                <a:close/>
                <a:moveTo>
                  <a:pt x="2254990" y="5582460"/>
                </a:moveTo>
                <a:cubicBezTo>
                  <a:pt x="2254990" y="5568273"/>
                  <a:pt x="2269217" y="5575366"/>
                  <a:pt x="2276330" y="5575366"/>
                </a:cubicBezTo>
                <a:cubicBezTo>
                  <a:pt x="2297671" y="5589553"/>
                  <a:pt x="2311898" y="5596646"/>
                  <a:pt x="2319012" y="5632113"/>
                </a:cubicBezTo>
                <a:cubicBezTo>
                  <a:pt x="2319012" y="5639206"/>
                  <a:pt x="2319012" y="5646299"/>
                  <a:pt x="2311898" y="5660487"/>
                </a:cubicBezTo>
                <a:cubicBezTo>
                  <a:pt x="2297671" y="5660487"/>
                  <a:pt x="2269217" y="5660487"/>
                  <a:pt x="2269217" y="5639206"/>
                </a:cubicBezTo>
                <a:cubicBezTo>
                  <a:pt x="2262104" y="5625019"/>
                  <a:pt x="2247877" y="5589553"/>
                  <a:pt x="2254990" y="5582460"/>
                </a:cubicBezTo>
                <a:close/>
                <a:moveTo>
                  <a:pt x="2425715" y="5688860"/>
                </a:moveTo>
                <a:cubicBezTo>
                  <a:pt x="2375920" y="5695953"/>
                  <a:pt x="2269217" y="5993873"/>
                  <a:pt x="2219423" y="6057713"/>
                </a:cubicBezTo>
                <a:cubicBezTo>
                  <a:pt x="2190968" y="6107366"/>
                  <a:pt x="2176742" y="6107366"/>
                  <a:pt x="2155401" y="6086086"/>
                </a:cubicBezTo>
                <a:cubicBezTo>
                  <a:pt x="2126946" y="6057713"/>
                  <a:pt x="2091379" y="5930034"/>
                  <a:pt x="2098492" y="5901660"/>
                </a:cubicBezTo>
                <a:cubicBezTo>
                  <a:pt x="2105605" y="5908754"/>
                  <a:pt x="2112720" y="5930034"/>
                  <a:pt x="2112720" y="5937127"/>
                </a:cubicBezTo>
                <a:cubicBezTo>
                  <a:pt x="2119833" y="5930034"/>
                  <a:pt x="2112720" y="5930034"/>
                  <a:pt x="2119833" y="5922940"/>
                </a:cubicBezTo>
                <a:cubicBezTo>
                  <a:pt x="2126946" y="5944220"/>
                  <a:pt x="2155401" y="6000967"/>
                  <a:pt x="2162514" y="6008060"/>
                </a:cubicBezTo>
                <a:cubicBezTo>
                  <a:pt x="2183855" y="6022247"/>
                  <a:pt x="2190968" y="5986780"/>
                  <a:pt x="2205195" y="5972594"/>
                </a:cubicBezTo>
                <a:cubicBezTo>
                  <a:pt x="2233649" y="5915847"/>
                  <a:pt x="2311898" y="5724327"/>
                  <a:pt x="2340352" y="5667579"/>
                </a:cubicBezTo>
                <a:cubicBezTo>
                  <a:pt x="2361693" y="5632113"/>
                  <a:pt x="2375920" y="5596646"/>
                  <a:pt x="2354580" y="5575366"/>
                </a:cubicBezTo>
                <a:cubicBezTo>
                  <a:pt x="2276330" y="5532806"/>
                  <a:pt x="2176742" y="5561180"/>
                  <a:pt x="2105605" y="5518620"/>
                </a:cubicBezTo>
                <a:cubicBezTo>
                  <a:pt x="2105605" y="5518620"/>
                  <a:pt x="2105605" y="5518620"/>
                  <a:pt x="2105605" y="5518620"/>
                </a:cubicBezTo>
                <a:cubicBezTo>
                  <a:pt x="2148288" y="5504433"/>
                  <a:pt x="2333239" y="5546993"/>
                  <a:pt x="2333239" y="5546993"/>
                </a:cubicBezTo>
                <a:cubicBezTo>
                  <a:pt x="2390148" y="5561180"/>
                  <a:pt x="2461283" y="5617926"/>
                  <a:pt x="2425715" y="5688860"/>
                </a:cubicBezTo>
                <a:close/>
                <a:moveTo>
                  <a:pt x="2596440" y="6086086"/>
                </a:moveTo>
                <a:cubicBezTo>
                  <a:pt x="2596440" y="6086086"/>
                  <a:pt x="2582212" y="6093181"/>
                  <a:pt x="2575099" y="6093181"/>
                </a:cubicBezTo>
                <a:cubicBezTo>
                  <a:pt x="2575099" y="6093181"/>
                  <a:pt x="2575099" y="6100274"/>
                  <a:pt x="2560872" y="6107366"/>
                </a:cubicBezTo>
                <a:cubicBezTo>
                  <a:pt x="2560872" y="6107366"/>
                  <a:pt x="2546645" y="6114461"/>
                  <a:pt x="2532418" y="6107366"/>
                </a:cubicBezTo>
                <a:cubicBezTo>
                  <a:pt x="2532418" y="6107366"/>
                  <a:pt x="2525305" y="6100274"/>
                  <a:pt x="2518192" y="6100274"/>
                </a:cubicBezTo>
                <a:cubicBezTo>
                  <a:pt x="2518192" y="6100274"/>
                  <a:pt x="2503964" y="6093181"/>
                  <a:pt x="2496850" y="6093181"/>
                </a:cubicBezTo>
                <a:cubicBezTo>
                  <a:pt x="2496850" y="6093181"/>
                  <a:pt x="2482623" y="6093181"/>
                  <a:pt x="2503964" y="6086086"/>
                </a:cubicBezTo>
                <a:cubicBezTo>
                  <a:pt x="2503964" y="6086086"/>
                  <a:pt x="2503964" y="6078993"/>
                  <a:pt x="2511077" y="6078993"/>
                </a:cubicBezTo>
                <a:cubicBezTo>
                  <a:pt x="2511077" y="6078993"/>
                  <a:pt x="2518192" y="6078993"/>
                  <a:pt x="2518192" y="6078993"/>
                </a:cubicBezTo>
                <a:cubicBezTo>
                  <a:pt x="2518192" y="6078993"/>
                  <a:pt x="2518192" y="6071900"/>
                  <a:pt x="2525305" y="6078993"/>
                </a:cubicBezTo>
                <a:cubicBezTo>
                  <a:pt x="2525305" y="6078993"/>
                  <a:pt x="2532418" y="6086086"/>
                  <a:pt x="2539531" y="6064808"/>
                </a:cubicBezTo>
                <a:cubicBezTo>
                  <a:pt x="2539531" y="6064808"/>
                  <a:pt x="2539531" y="6064808"/>
                  <a:pt x="2546645" y="6064808"/>
                </a:cubicBezTo>
                <a:cubicBezTo>
                  <a:pt x="2546645" y="6064808"/>
                  <a:pt x="2575099" y="6050620"/>
                  <a:pt x="2639121" y="6008060"/>
                </a:cubicBezTo>
                <a:cubicBezTo>
                  <a:pt x="2639121" y="6008060"/>
                  <a:pt x="2696030" y="5972594"/>
                  <a:pt x="2731597" y="5937127"/>
                </a:cubicBezTo>
                <a:cubicBezTo>
                  <a:pt x="2731597" y="5937127"/>
                  <a:pt x="2760052" y="5915847"/>
                  <a:pt x="2795619" y="5887474"/>
                </a:cubicBezTo>
                <a:cubicBezTo>
                  <a:pt x="2795619" y="5887474"/>
                  <a:pt x="2888094" y="5816540"/>
                  <a:pt x="2902322" y="5795260"/>
                </a:cubicBezTo>
                <a:cubicBezTo>
                  <a:pt x="2902322" y="5795260"/>
                  <a:pt x="2838300" y="5759793"/>
                  <a:pt x="2845413" y="5731420"/>
                </a:cubicBezTo>
                <a:cubicBezTo>
                  <a:pt x="2845413" y="5731420"/>
                  <a:pt x="2852527" y="5717233"/>
                  <a:pt x="2859640" y="5731420"/>
                </a:cubicBezTo>
                <a:cubicBezTo>
                  <a:pt x="2859640" y="5731420"/>
                  <a:pt x="2888094" y="5752700"/>
                  <a:pt x="2937890" y="5745607"/>
                </a:cubicBezTo>
                <a:cubicBezTo>
                  <a:pt x="2937890" y="5745607"/>
                  <a:pt x="2959230" y="5745607"/>
                  <a:pt x="2987684" y="5724327"/>
                </a:cubicBezTo>
                <a:cubicBezTo>
                  <a:pt x="2987684" y="5724327"/>
                  <a:pt x="3023252" y="5717233"/>
                  <a:pt x="3037479" y="5781073"/>
                </a:cubicBezTo>
                <a:cubicBezTo>
                  <a:pt x="3037479" y="5781073"/>
                  <a:pt x="3037479" y="5809446"/>
                  <a:pt x="3023252" y="5802353"/>
                </a:cubicBezTo>
                <a:cubicBezTo>
                  <a:pt x="3023252" y="5802353"/>
                  <a:pt x="3001912" y="5802353"/>
                  <a:pt x="2980571" y="5809446"/>
                </a:cubicBezTo>
                <a:cubicBezTo>
                  <a:pt x="2980571" y="5809446"/>
                  <a:pt x="2973457" y="5802353"/>
                  <a:pt x="2959230" y="5816540"/>
                </a:cubicBezTo>
                <a:cubicBezTo>
                  <a:pt x="2959230" y="5816540"/>
                  <a:pt x="2916549" y="5859101"/>
                  <a:pt x="2824072" y="5915847"/>
                </a:cubicBezTo>
                <a:cubicBezTo>
                  <a:pt x="2824072" y="5915847"/>
                  <a:pt x="2774278" y="5951314"/>
                  <a:pt x="2710256" y="6015153"/>
                </a:cubicBezTo>
                <a:cubicBezTo>
                  <a:pt x="2710256" y="6015153"/>
                  <a:pt x="2660462" y="6057713"/>
                  <a:pt x="2596440" y="6086086"/>
                </a:cubicBezTo>
                <a:close/>
                <a:moveTo>
                  <a:pt x="3058819" y="6086086"/>
                </a:moveTo>
                <a:cubicBezTo>
                  <a:pt x="3058819" y="6086086"/>
                  <a:pt x="3058819" y="6093181"/>
                  <a:pt x="3058819" y="6100274"/>
                </a:cubicBezTo>
                <a:cubicBezTo>
                  <a:pt x="3058819" y="6100274"/>
                  <a:pt x="3058819" y="6114461"/>
                  <a:pt x="3037479" y="6114461"/>
                </a:cubicBezTo>
                <a:cubicBezTo>
                  <a:pt x="3037479" y="6114461"/>
                  <a:pt x="2987684" y="6128647"/>
                  <a:pt x="2980571" y="6142834"/>
                </a:cubicBezTo>
                <a:cubicBezTo>
                  <a:pt x="2980571" y="6142834"/>
                  <a:pt x="2952116" y="6164114"/>
                  <a:pt x="2959230" y="6185394"/>
                </a:cubicBezTo>
                <a:cubicBezTo>
                  <a:pt x="2959230" y="6185394"/>
                  <a:pt x="2959230" y="6199580"/>
                  <a:pt x="2937890" y="6206674"/>
                </a:cubicBezTo>
                <a:cubicBezTo>
                  <a:pt x="2937890" y="6206674"/>
                  <a:pt x="2923662" y="6206674"/>
                  <a:pt x="2909435" y="6206674"/>
                </a:cubicBezTo>
                <a:cubicBezTo>
                  <a:pt x="2909435" y="6206674"/>
                  <a:pt x="2895209" y="6192487"/>
                  <a:pt x="2873868" y="6206674"/>
                </a:cubicBezTo>
                <a:cubicBezTo>
                  <a:pt x="2873868" y="6206674"/>
                  <a:pt x="2873868" y="6213767"/>
                  <a:pt x="2859640" y="6206674"/>
                </a:cubicBezTo>
                <a:cubicBezTo>
                  <a:pt x="2859640" y="6206674"/>
                  <a:pt x="2859640" y="6199580"/>
                  <a:pt x="2852527" y="6199580"/>
                </a:cubicBezTo>
                <a:cubicBezTo>
                  <a:pt x="2852527" y="6199580"/>
                  <a:pt x="2845413" y="6192487"/>
                  <a:pt x="2845413" y="6185394"/>
                </a:cubicBezTo>
                <a:cubicBezTo>
                  <a:pt x="2845413" y="6185394"/>
                  <a:pt x="2845413" y="6171207"/>
                  <a:pt x="2831187" y="6164114"/>
                </a:cubicBezTo>
                <a:cubicBezTo>
                  <a:pt x="2831187" y="6164114"/>
                  <a:pt x="2824072" y="6164114"/>
                  <a:pt x="2824072" y="6149927"/>
                </a:cubicBezTo>
                <a:cubicBezTo>
                  <a:pt x="2824072" y="6149927"/>
                  <a:pt x="2816959" y="6107366"/>
                  <a:pt x="2809846" y="6086086"/>
                </a:cubicBezTo>
                <a:cubicBezTo>
                  <a:pt x="2809846" y="6086086"/>
                  <a:pt x="2802733" y="6064808"/>
                  <a:pt x="2781391" y="6057713"/>
                </a:cubicBezTo>
                <a:cubicBezTo>
                  <a:pt x="2781391" y="6057713"/>
                  <a:pt x="2752937" y="6015153"/>
                  <a:pt x="2767165" y="6015153"/>
                </a:cubicBezTo>
                <a:cubicBezTo>
                  <a:pt x="2767165" y="6015153"/>
                  <a:pt x="2795619" y="6015153"/>
                  <a:pt x="2816959" y="6057713"/>
                </a:cubicBezTo>
                <a:cubicBezTo>
                  <a:pt x="2816959" y="6057713"/>
                  <a:pt x="2816959" y="6071900"/>
                  <a:pt x="2816959" y="6086086"/>
                </a:cubicBezTo>
                <a:cubicBezTo>
                  <a:pt x="2816959" y="6086086"/>
                  <a:pt x="2824072" y="6093181"/>
                  <a:pt x="2838300" y="6142834"/>
                </a:cubicBezTo>
                <a:cubicBezTo>
                  <a:pt x="2838300" y="6142834"/>
                  <a:pt x="2845413" y="6149927"/>
                  <a:pt x="2845413" y="6135741"/>
                </a:cubicBezTo>
                <a:cubicBezTo>
                  <a:pt x="2859640" y="6121554"/>
                  <a:pt x="2859640" y="6121554"/>
                  <a:pt x="2859640" y="6121554"/>
                </a:cubicBezTo>
                <a:cubicBezTo>
                  <a:pt x="2859640" y="6121554"/>
                  <a:pt x="2866754" y="6107366"/>
                  <a:pt x="2873868" y="6114461"/>
                </a:cubicBezTo>
                <a:cubicBezTo>
                  <a:pt x="2873868" y="6114461"/>
                  <a:pt x="2873868" y="6121554"/>
                  <a:pt x="2880981" y="6114461"/>
                </a:cubicBezTo>
                <a:cubicBezTo>
                  <a:pt x="2880981" y="6114461"/>
                  <a:pt x="2902322" y="6100274"/>
                  <a:pt x="2916549" y="6086086"/>
                </a:cubicBezTo>
                <a:cubicBezTo>
                  <a:pt x="2916549" y="6086086"/>
                  <a:pt x="2937890" y="6071900"/>
                  <a:pt x="2930776" y="6064808"/>
                </a:cubicBezTo>
                <a:cubicBezTo>
                  <a:pt x="2930776" y="6064808"/>
                  <a:pt x="2909435" y="6036433"/>
                  <a:pt x="2902322" y="6029340"/>
                </a:cubicBezTo>
                <a:cubicBezTo>
                  <a:pt x="2902322" y="6029340"/>
                  <a:pt x="2880981" y="6015153"/>
                  <a:pt x="2895209" y="6015153"/>
                </a:cubicBezTo>
                <a:cubicBezTo>
                  <a:pt x="2895209" y="6015153"/>
                  <a:pt x="2902322" y="6015153"/>
                  <a:pt x="2923662" y="6022247"/>
                </a:cubicBezTo>
                <a:cubicBezTo>
                  <a:pt x="2923662" y="6022247"/>
                  <a:pt x="2966344" y="6029340"/>
                  <a:pt x="2980571" y="6015153"/>
                </a:cubicBezTo>
                <a:cubicBezTo>
                  <a:pt x="2980571" y="6015153"/>
                  <a:pt x="2980571" y="6000967"/>
                  <a:pt x="2994797" y="6008060"/>
                </a:cubicBezTo>
                <a:cubicBezTo>
                  <a:pt x="2994797" y="6008060"/>
                  <a:pt x="3016138" y="6029340"/>
                  <a:pt x="3023252" y="6029340"/>
                </a:cubicBezTo>
                <a:cubicBezTo>
                  <a:pt x="3023252" y="6029340"/>
                  <a:pt x="3065932" y="6043527"/>
                  <a:pt x="3058819" y="6086086"/>
                </a:cubicBezTo>
                <a:close/>
                <a:moveTo>
                  <a:pt x="3450064" y="6213767"/>
                </a:moveTo>
                <a:cubicBezTo>
                  <a:pt x="3450064" y="6213767"/>
                  <a:pt x="3450064" y="6227954"/>
                  <a:pt x="3435836" y="6220860"/>
                </a:cubicBezTo>
                <a:cubicBezTo>
                  <a:pt x="3435836" y="6220860"/>
                  <a:pt x="3393156" y="6199580"/>
                  <a:pt x="3378929" y="6142834"/>
                </a:cubicBezTo>
                <a:cubicBezTo>
                  <a:pt x="3378929" y="6142834"/>
                  <a:pt x="3364701" y="6078993"/>
                  <a:pt x="3364701" y="6071900"/>
                </a:cubicBezTo>
                <a:cubicBezTo>
                  <a:pt x="3364701" y="6071900"/>
                  <a:pt x="3364701" y="6071900"/>
                  <a:pt x="3364701" y="6057713"/>
                </a:cubicBezTo>
                <a:cubicBezTo>
                  <a:pt x="3357588" y="6015153"/>
                  <a:pt x="3357588" y="6015153"/>
                  <a:pt x="3357588" y="6015153"/>
                </a:cubicBezTo>
                <a:cubicBezTo>
                  <a:pt x="3357588" y="6015153"/>
                  <a:pt x="3357588" y="6015153"/>
                  <a:pt x="3364701" y="6008060"/>
                </a:cubicBezTo>
                <a:cubicBezTo>
                  <a:pt x="3364701" y="6008060"/>
                  <a:pt x="3357588" y="6000967"/>
                  <a:pt x="3364701" y="5993873"/>
                </a:cubicBezTo>
                <a:cubicBezTo>
                  <a:pt x="3364701" y="5993873"/>
                  <a:pt x="3364701" y="5993873"/>
                  <a:pt x="3364701" y="5993873"/>
                </a:cubicBezTo>
                <a:cubicBezTo>
                  <a:pt x="3364701" y="5993873"/>
                  <a:pt x="3364701" y="5972594"/>
                  <a:pt x="3371814" y="5979687"/>
                </a:cubicBezTo>
                <a:cubicBezTo>
                  <a:pt x="3371814" y="5979687"/>
                  <a:pt x="3378929" y="5986780"/>
                  <a:pt x="3371814" y="6000967"/>
                </a:cubicBezTo>
                <a:cubicBezTo>
                  <a:pt x="3371814" y="6000967"/>
                  <a:pt x="3364701" y="6015153"/>
                  <a:pt x="3393156" y="6064808"/>
                </a:cubicBezTo>
                <a:cubicBezTo>
                  <a:pt x="3393156" y="6064808"/>
                  <a:pt x="3400269" y="6071900"/>
                  <a:pt x="3407382" y="6071900"/>
                </a:cubicBezTo>
                <a:cubicBezTo>
                  <a:pt x="3407382" y="6071900"/>
                  <a:pt x="3414497" y="6078993"/>
                  <a:pt x="3421610" y="6100274"/>
                </a:cubicBezTo>
                <a:cubicBezTo>
                  <a:pt x="3421610" y="6100274"/>
                  <a:pt x="3421610" y="6114461"/>
                  <a:pt x="3421610" y="6114461"/>
                </a:cubicBezTo>
                <a:cubicBezTo>
                  <a:pt x="3421610" y="6114461"/>
                  <a:pt x="3414497" y="6128647"/>
                  <a:pt x="3428723" y="6121554"/>
                </a:cubicBezTo>
                <a:cubicBezTo>
                  <a:pt x="3428723" y="6121554"/>
                  <a:pt x="3435836" y="6121554"/>
                  <a:pt x="3435836" y="6128647"/>
                </a:cubicBezTo>
                <a:cubicBezTo>
                  <a:pt x="3435836" y="6128647"/>
                  <a:pt x="3435836" y="6149927"/>
                  <a:pt x="3435836" y="6157021"/>
                </a:cubicBezTo>
                <a:cubicBezTo>
                  <a:pt x="3435836" y="6157021"/>
                  <a:pt x="3442950" y="6164114"/>
                  <a:pt x="3442950" y="6171207"/>
                </a:cubicBezTo>
                <a:cubicBezTo>
                  <a:pt x="3442950" y="6171207"/>
                  <a:pt x="3442950" y="6178300"/>
                  <a:pt x="3442950" y="6178300"/>
                </a:cubicBezTo>
                <a:cubicBezTo>
                  <a:pt x="3442950" y="6178300"/>
                  <a:pt x="3450064" y="6178300"/>
                  <a:pt x="3450064" y="6178300"/>
                </a:cubicBezTo>
                <a:cubicBezTo>
                  <a:pt x="3450064" y="6178300"/>
                  <a:pt x="3457177" y="6213767"/>
                  <a:pt x="3450064" y="6213767"/>
                </a:cubicBezTo>
                <a:close/>
                <a:moveTo>
                  <a:pt x="3428723" y="5915847"/>
                </a:moveTo>
                <a:cubicBezTo>
                  <a:pt x="3428723" y="5915847"/>
                  <a:pt x="3421610" y="5908754"/>
                  <a:pt x="3414497" y="5908754"/>
                </a:cubicBezTo>
                <a:cubicBezTo>
                  <a:pt x="3414497" y="5908754"/>
                  <a:pt x="3407382" y="5908754"/>
                  <a:pt x="3400269" y="5908754"/>
                </a:cubicBezTo>
                <a:cubicBezTo>
                  <a:pt x="3400269" y="5908754"/>
                  <a:pt x="3386042" y="5908754"/>
                  <a:pt x="3393156" y="5894567"/>
                </a:cubicBezTo>
                <a:cubicBezTo>
                  <a:pt x="3393156" y="5894567"/>
                  <a:pt x="3407382" y="5866194"/>
                  <a:pt x="3400269" y="5837820"/>
                </a:cubicBezTo>
                <a:cubicBezTo>
                  <a:pt x="3400269" y="5837820"/>
                  <a:pt x="3400269" y="5830726"/>
                  <a:pt x="3407382" y="5823633"/>
                </a:cubicBezTo>
                <a:cubicBezTo>
                  <a:pt x="3407382" y="5823633"/>
                  <a:pt x="3407382" y="5816540"/>
                  <a:pt x="3414497" y="5823633"/>
                </a:cubicBezTo>
                <a:cubicBezTo>
                  <a:pt x="3414497" y="5823633"/>
                  <a:pt x="3450064" y="5873286"/>
                  <a:pt x="3450064" y="5901660"/>
                </a:cubicBezTo>
                <a:cubicBezTo>
                  <a:pt x="3450064" y="5901660"/>
                  <a:pt x="3457177" y="5922940"/>
                  <a:pt x="3428723" y="5915847"/>
                </a:cubicBezTo>
                <a:close/>
                <a:moveTo>
                  <a:pt x="3841308" y="5944220"/>
                </a:moveTo>
                <a:cubicBezTo>
                  <a:pt x="3841308" y="5944220"/>
                  <a:pt x="3834195" y="5972594"/>
                  <a:pt x="3819968" y="5979687"/>
                </a:cubicBezTo>
                <a:cubicBezTo>
                  <a:pt x="3819968" y="5979687"/>
                  <a:pt x="3812854" y="5986780"/>
                  <a:pt x="3812854" y="6000967"/>
                </a:cubicBezTo>
                <a:cubicBezTo>
                  <a:pt x="3812854" y="6000967"/>
                  <a:pt x="3791514" y="6043527"/>
                  <a:pt x="3777286" y="6050620"/>
                </a:cubicBezTo>
                <a:cubicBezTo>
                  <a:pt x="3777286" y="6050620"/>
                  <a:pt x="3755946" y="6064808"/>
                  <a:pt x="3763060" y="6078993"/>
                </a:cubicBezTo>
                <a:cubicBezTo>
                  <a:pt x="3763060" y="6078993"/>
                  <a:pt x="3791514" y="6100274"/>
                  <a:pt x="3784399" y="6128647"/>
                </a:cubicBezTo>
                <a:cubicBezTo>
                  <a:pt x="3784399" y="6128647"/>
                  <a:pt x="3784399" y="6135741"/>
                  <a:pt x="3777286" y="6135741"/>
                </a:cubicBezTo>
                <a:cubicBezTo>
                  <a:pt x="3777286" y="6135741"/>
                  <a:pt x="3770173" y="6142834"/>
                  <a:pt x="3763060" y="6142834"/>
                </a:cubicBezTo>
                <a:cubicBezTo>
                  <a:pt x="3763060" y="6142834"/>
                  <a:pt x="3755946" y="6142834"/>
                  <a:pt x="3755946" y="6142834"/>
                </a:cubicBezTo>
                <a:cubicBezTo>
                  <a:pt x="3755946" y="6142834"/>
                  <a:pt x="3727492" y="6157021"/>
                  <a:pt x="3713264" y="6157021"/>
                </a:cubicBezTo>
                <a:cubicBezTo>
                  <a:pt x="3713264" y="6157021"/>
                  <a:pt x="3699038" y="6157021"/>
                  <a:pt x="3677696" y="6157021"/>
                </a:cubicBezTo>
                <a:cubicBezTo>
                  <a:pt x="3677696" y="6157021"/>
                  <a:pt x="3677696" y="6149927"/>
                  <a:pt x="3670583" y="6157021"/>
                </a:cubicBezTo>
                <a:cubicBezTo>
                  <a:pt x="3670583" y="6157021"/>
                  <a:pt x="3642129" y="6192487"/>
                  <a:pt x="3606561" y="6164114"/>
                </a:cubicBezTo>
                <a:cubicBezTo>
                  <a:pt x="3606561" y="6164114"/>
                  <a:pt x="3599448" y="6157021"/>
                  <a:pt x="3592335" y="6149927"/>
                </a:cubicBezTo>
                <a:cubicBezTo>
                  <a:pt x="3585221" y="6149927"/>
                  <a:pt x="3578107" y="6142834"/>
                  <a:pt x="3570994" y="6142834"/>
                </a:cubicBezTo>
                <a:cubicBezTo>
                  <a:pt x="3570994" y="6142834"/>
                  <a:pt x="3528313" y="6114461"/>
                  <a:pt x="3514086" y="6107366"/>
                </a:cubicBezTo>
                <a:cubicBezTo>
                  <a:pt x="3514086" y="6107366"/>
                  <a:pt x="3485632" y="6086086"/>
                  <a:pt x="3485632" y="6071900"/>
                </a:cubicBezTo>
                <a:cubicBezTo>
                  <a:pt x="3485632" y="6071900"/>
                  <a:pt x="3478519" y="6050620"/>
                  <a:pt x="3464291" y="6050620"/>
                </a:cubicBezTo>
                <a:cubicBezTo>
                  <a:pt x="3464291" y="6050620"/>
                  <a:pt x="3457177" y="6050620"/>
                  <a:pt x="3457177" y="6036433"/>
                </a:cubicBezTo>
                <a:cubicBezTo>
                  <a:pt x="3457177" y="6036433"/>
                  <a:pt x="3457177" y="6036433"/>
                  <a:pt x="3457177" y="6036433"/>
                </a:cubicBezTo>
                <a:cubicBezTo>
                  <a:pt x="3457177" y="6036433"/>
                  <a:pt x="3457177" y="6036433"/>
                  <a:pt x="3457177" y="6029340"/>
                </a:cubicBezTo>
                <a:cubicBezTo>
                  <a:pt x="3457177" y="6029340"/>
                  <a:pt x="3450064" y="6022247"/>
                  <a:pt x="3464291" y="6000967"/>
                </a:cubicBezTo>
                <a:cubicBezTo>
                  <a:pt x="3464291" y="6000967"/>
                  <a:pt x="3478519" y="5986780"/>
                  <a:pt x="3492745" y="5979687"/>
                </a:cubicBezTo>
                <a:cubicBezTo>
                  <a:pt x="3492745" y="5979687"/>
                  <a:pt x="3521199" y="5951314"/>
                  <a:pt x="3542539" y="5937127"/>
                </a:cubicBezTo>
                <a:cubicBezTo>
                  <a:pt x="3542539" y="5937127"/>
                  <a:pt x="3549654" y="5930034"/>
                  <a:pt x="3556767" y="5922940"/>
                </a:cubicBezTo>
                <a:cubicBezTo>
                  <a:pt x="3563880" y="5915847"/>
                  <a:pt x="3570994" y="5908754"/>
                  <a:pt x="3570994" y="5908754"/>
                </a:cubicBezTo>
                <a:cubicBezTo>
                  <a:pt x="3570994" y="5908754"/>
                  <a:pt x="3585221" y="5894567"/>
                  <a:pt x="3599448" y="5887474"/>
                </a:cubicBezTo>
                <a:cubicBezTo>
                  <a:pt x="3599448" y="5887474"/>
                  <a:pt x="3620789" y="5880381"/>
                  <a:pt x="3620789" y="5873286"/>
                </a:cubicBezTo>
                <a:cubicBezTo>
                  <a:pt x="3620789" y="5873286"/>
                  <a:pt x="3620789" y="5852006"/>
                  <a:pt x="3620789" y="5844913"/>
                </a:cubicBezTo>
                <a:cubicBezTo>
                  <a:pt x="3606561" y="5738513"/>
                  <a:pt x="3606561" y="5738513"/>
                  <a:pt x="3606561" y="5738513"/>
                </a:cubicBezTo>
                <a:cubicBezTo>
                  <a:pt x="3606561" y="5738513"/>
                  <a:pt x="3606561" y="5731420"/>
                  <a:pt x="3613675" y="5738513"/>
                </a:cubicBezTo>
                <a:cubicBezTo>
                  <a:pt x="3613675" y="5738513"/>
                  <a:pt x="3620789" y="5738513"/>
                  <a:pt x="3627902" y="5738513"/>
                </a:cubicBezTo>
                <a:cubicBezTo>
                  <a:pt x="3627902" y="5738513"/>
                  <a:pt x="3642129" y="5731420"/>
                  <a:pt x="3649243" y="5759793"/>
                </a:cubicBezTo>
                <a:cubicBezTo>
                  <a:pt x="3649243" y="5759793"/>
                  <a:pt x="3663470" y="5788167"/>
                  <a:pt x="3670583" y="5816540"/>
                </a:cubicBezTo>
                <a:cubicBezTo>
                  <a:pt x="3670583" y="5816540"/>
                  <a:pt x="3670583" y="5852006"/>
                  <a:pt x="3670583" y="5859101"/>
                </a:cubicBezTo>
                <a:cubicBezTo>
                  <a:pt x="3670583" y="5859101"/>
                  <a:pt x="3670583" y="5873286"/>
                  <a:pt x="3684811" y="5873286"/>
                </a:cubicBezTo>
                <a:cubicBezTo>
                  <a:pt x="3684811" y="5873286"/>
                  <a:pt x="3699038" y="5873286"/>
                  <a:pt x="3720379" y="5873286"/>
                </a:cubicBezTo>
                <a:cubicBezTo>
                  <a:pt x="3748832" y="5880381"/>
                  <a:pt x="3777286" y="5880381"/>
                  <a:pt x="3791514" y="5880381"/>
                </a:cubicBezTo>
                <a:cubicBezTo>
                  <a:pt x="3791514" y="5880381"/>
                  <a:pt x="3819968" y="5887474"/>
                  <a:pt x="3848421" y="5922940"/>
                </a:cubicBezTo>
                <a:cubicBezTo>
                  <a:pt x="3848421" y="5922940"/>
                  <a:pt x="3855536" y="5922940"/>
                  <a:pt x="3841308" y="5944220"/>
                </a:cubicBezTo>
                <a:close/>
                <a:moveTo>
                  <a:pt x="4296574" y="5738513"/>
                </a:moveTo>
                <a:cubicBezTo>
                  <a:pt x="4296574" y="5738513"/>
                  <a:pt x="4289461" y="5738513"/>
                  <a:pt x="4289461" y="5752700"/>
                </a:cubicBezTo>
                <a:cubicBezTo>
                  <a:pt x="4289461" y="5752700"/>
                  <a:pt x="4282347" y="5773980"/>
                  <a:pt x="4289461" y="5788167"/>
                </a:cubicBezTo>
                <a:cubicBezTo>
                  <a:pt x="4289461" y="5788167"/>
                  <a:pt x="4289461" y="5802353"/>
                  <a:pt x="4282347" y="5823633"/>
                </a:cubicBezTo>
                <a:cubicBezTo>
                  <a:pt x="4282347" y="5823633"/>
                  <a:pt x="4253893" y="5859101"/>
                  <a:pt x="4275234" y="5894567"/>
                </a:cubicBezTo>
                <a:cubicBezTo>
                  <a:pt x="4275234" y="5894567"/>
                  <a:pt x="4296574" y="5915847"/>
                  <a:pt x="4275234" y="5930034"/>
                </a:cubicBezTo>
                <a:cubicBezTo>
                  <a:pt x="4275234" y="5930034"/>
                  <a:pt x="4268121" y="5937127"/>
                  <a:pt x="4261006" y="5958407"/>
                </a:cubicBezTo>
                <a:cubicBezTo>
                  <a:pt x="4261006" y="5958407"/>
                  <a:pt x="4261006" y="5972594"/>
                  <a:pt x="4261006" y="5972594"/>
                </a:cubicBezTo>
                <a:cubicBezTo>
                  <a:pt x="4261006" y="5972594"/>
                  <a:pt x="4253893" y="5986780"/>
                  <a:pt x="4253893" y="5993873"/>
                </a:cubicBezTo>
                <a:cubicBezTo>
                  <a:pt x="4253893" y="5993873"/>
                  <a:pt x="4253893" y="6008060"/>
                  <a:pt x="4232553" y="6015153"/>
                </a:cubicBezTo>
                <a:cubicBezTo>
                  <a:pt x="4232553" y="6015153"/>
                  <a:pt x="4218325" y="6029340"/>
                  <a:pt x="4211212" y="6036433"/>
                </a:cubicBezTo>
                <a:cubicBezTo>
                  <a:pt x="4211212" y="6036433"/>
                  <a:pt x="4204099" y="6050620"/>
                  <a:pt x="4196986" y="6050620"/>
                </a:cubicBezTo>
                <a:cubicBezTo>
                  <a:pt x="4196986" y="6050620"/>
                  <a:pt x="4196986" y="6050620"/>
                  <a:pt x="4196986" y="6057713"/>
                </a:cubicBezTo>
                <a:cubicBezTo>
                  <a:pt x="4196986" y="6057713"/>
                  <a:pt x="4189871" y="6071900"/>
                  <a:pt x="4168531" y="6078993"/>
                </a:cubicBezTo>
                <a:cubicBezTo>
                  <a:pt x="4168531" y="6078993"/>
                  <a:pt x="4168531" y="6029340"/>
                  <a:pt x="4168531" y="6015153"/>
                </a:cubicBezTo>
                <a:cubicBezTo>
                  <a:pt x="4168531" y="6015153"/>
                  <a:pt x="4168531" y="5993873"/>
                  <a:pt x="4168531" y="5979687"/>
                </a:cubicBezTo>
                <a:cubicBezTo>
                  <a:pt x="4168531" y="5979687"/>
                  <a:pt x="4168531" y="5958407"/>
                  <a:pt x="4182758" y="5958407"/>
                </a:cubicBezTo>
                <a:cubicBezTo>
                  <a:pt x="4182758" y="5958407"/>
                  <a:pt x="4182758" y="5965500"/>
                  <a:pt x="4182758" y="5958407"/>
                </a:cubicBezTo>
                <a:cubicBezTo>
                  <a:pt x="4182758" y="5958407"/>
                  <a:pt x="4196986" y="5930034"/>
                  <a:pt x="4196986" y="5922940"/>
                </a:cubicBezTo>
                <a:cubicBezTo>
                  <a:pt x="4196986" y="5922940"/>
                  <a:pt x="4182758" y="5915847"/>
                  <a:pt x="4182758" y="5915847"/>
                </a:cubicBezTo>
                <a:cubicBezTo>
                  <a:pt x="4182758" y="5915847"/>
                  <a:pt x="4175644" y="5908754"/>
                  <a:pt x="4175644" y="5901660"/>
                </a:cubicBezTo>
                <a:cubicBezTo>
                  <a:pt x="4175644" y="5901660"/>
                  <a:pt x="4175644" y="5901660"/>
                  <a:pt x="4168531" y="5894567"/>
                </a:cubicBezTo>
                <a:cubicBezTo>
                  <a:pt x="4168531" y="5894567"/>
                  <a:pt x="4154303" y="5887474"/>
                  <a:pt x="4154303" y="5894567"/>
                </a:cubicBezTo>
                <a:cubicBezTo>
                  <a:pt x="4154303" y="5894567"/>
                  <a:pt x="4154303" y="5894567"/>
                  <a:pt x="4140077" y="5894567"/>
                </a:cubicBezTo>
                <a:cubicBezTo>
                  <a:pt x="4140077" y="5894567"/>
                  <a:pt x="4076055" y="5880381"/>
                  <a:pt x="4104509" y="5866194"/>
                </a:cubicBezTo>
                <a:cubicBezTo>
                  <a:pt x="4104509" y="5866194"/>
                  <a:pt x="4140077" y="5866194"/>
                  <a:pt x="4161417" y="5830726"/>
                </a:cubicBezTo>
                <a:cubicBezTo>
                  <a:pt x="4161417" y="5830726"/>
                  <a:pt x="4168531" y="5830726"/>
                  <a:pt x="4175644" y="5773980"/>
                </a:cubicBezTo>
                <a:cubicBezTo>
                  <a:pt x="4175644" y="5773980"/>
                  <a:pt x="4175644" y="5766887"/>
                  <a:pt x="4168531" y="5766887"/>
                </a:cubicBezTo>
                <a:cubicBezTo>
                  <a:pt x="4168531" y="5766887"/>
                  <a:pt x="4161417" y="5759793"/>
                  <a:pt x="4168531" y="5759793"/>
                </a:cubicBezTo>
                <a:cubicBezTo>
                  <a:pt x="4168531" y="5759793"/>
                  <a:pt x="4168531" y="5752700"/>
                  <a:pt x="4161417" y="5745607"/>
                </a:cubicBezTo>
                <a:cubicBezTo>
                  <a:pt x="4161417" y="5745607"/>
                  <a:pt x="4154303" y="5738513"/>
                  <a:pt x="4161417" y="5731420"/>
                </a:cubicBezTo>
                <a:cubicBezTo>
                  <a:pt x="4161417" y="5731420"/>
                  <a:pt x="4161417" y="5724327"/>
                  <a:pt x="4154303" y="5717233"/>
                </a:cubicBezTo>
                <a:cubicBezTo>
                  <a:pt x="4154303" y="5717233"/>
                  <a:pt x="4154303" y="5717233"/>
                  <a:pt x="4154303" y="5710140"/>
                </a:cubicBezTo>
                <a:cubicBezTo>
                  <a:pt x="4154303" y="5710140"/>
                  <a:pt x="4154303" y="5710140"/>
                  <a:pt x="4147190" y="5695953"/>
                </a:cubicBezTo>
                <a:cubicBezTo>
                  <a:pt x="4147190" y="5695953"/>
                  <a:pt x="4147190" y="5695953"/>
                  <a:pt x="4154303" y="5688860"/>
                </a:cubicBezTo>
                <a:cubicBezTo>
                  <a:pt x="4154303" y="5688860"/>
                  <a:pt x="4161417" y="5695953"/>
                  <a:pt x="4154303" y="5681767"/>
                </a:cubicBezTo>
                <a:cubicBezTo>
                  <a:pt x="4154303" y="5681767"/>
                  <a:pt x="4147190" y="5674674"/>
                  <a:pt x="4140077" y="5667579"/>
                </a:cubicBezTo>
                <a:cubicBezTo>
                  <a:pt x="4132964" y="5660487"/>
                  <a:pt x="4132964" y="5660487"/>
                  <a:pt x="4132964" y="5660487"/>
                </a:cubicBezTo>
                <a:cubicBezTo>
                  <a:pt x="4104509" y="5610833"/>
                  <a:pt x="4104509" y="5610833"/>
                  <a:pt x="4104509" y="5610833"/>
                </a:cubicBezTo>
                <a:cubicBezTo>
                  <a:pt x="4104509" y="5610833"/>
                  <a:pt x="4083168" y="5589553"/>
                  <a:pt x="4111622" y="5596646"/>
                </a:cubicBezTo>
                <a:cubicBezTo>
                  <a:pt x="4111622" y="5596646"/>
                  <a:pt x="4132964" y="5589553"/>
                  <a:pt x="4154303" y="5596646"/>
                </a:cubicBezTo>
                <a:cubicBezTo>
                  <a:pt x="4154303" y="5596646"/>
                  <a:pt x="4175644" y="5596646"/>
                  <a:pt x="4189871" y="5596646"/>
                </a:cubicBezTo>
                <a:cubicBezTo>
                  <a:pt x="4189871" y="5596646"/>
                  <a:pt x="4196986" y="5589553"/>
                  <a:pt x="4204099" y="5617926"/>
                </a:cubicBezTo>
                <a:cubicBezTo>
                  <a:pt x="4204099" y="5617926"/>
                  <a:pt x="4218325" y="5639206"/>
                  <a:pt x="4218325" y="5639206"/>
                </a:cubicBezTo>
                <a:cubicBezTo>
                  <a:pt x="4218325" y="5639206"/>
                  <a:pt x="4253893" y="5646299"/>
                  <a:pt x="4261006" y="5653394"/>
                </a:cubicBezTo>
                <a:cubicBezTo>
                  <a:pt x="4261006" y="5653394"/>
                  <a:pt x="4261006" y="5653394"/>
                  <a:pt x="4261006" y="5646299"/>
                </a:cubicBezTo>
                <a:cubicBezTo>
                  <a:pt x="4261006" y="5646299"/>
                  <a:pt x="4275234" y="5646299"/>
                  <a:pt x="4289461" y="5660487"/>
                </a:cubicBezTo>
                <a:cubicBezTo>
                  <a:pt x="4289461" y="5660487"/>
                  <a:pt x="4282347" y="5674674"/>
                  <a:pt x="4296574" y="5667579"/>
                </a:cubicBezTo>
                <a:cubicBezTo>
                  <a:pt x="4296574" y="5667579"/>
                  <a:pt x="4310802" y="5667579"/>
                  <a:pt x="4310802" y="5688860"/>
                </a:cubicBezTo>
                <a:cubicBezTo>
                  <a:pt x="4310802" y="5688860"/>
                  <a:pt x="4317915" y="5717233"/>
                  <a:pt x="4296574" y="5738513"/>
                </a:cubicBezTo>
                <a:close/>
                <a:moveTo>
                  <a:pt x="4495753" y="5915847"/>
                </a:moveTo>
                <a:cubicBezTo>
                  <a:pt x="4495753" y="5915847"/>
                  <a:pt x="4488640" y="5937127"/>
                  <a:pt x="4467299" y="5944220"/>
                </a:cubicBezTo>
                <a:cubicBezTo>
                  <a:pt x="4467299" y="5944220"/>
                  <a:pt x="4453072" y="5951314"/>
                  <a:pt x="4438846" y="5951314"/>
                </a:cubicBezTo>
                <a:cubicBezTo>
                  <a:pt x="4438846" y="5951314"/>
                  <a:pt x="4424618" y="5951314"/>
                  <a:pt x="4424618" y="5944220"/>
                </a:cubicBezTo>
                <a:cubicBezTo>
                  <a:pt x="4424618" y="5944220"/>
                  <a:pt x="4417504" y="5944220"/>
                  <a:pt x="4410391" y="5951314"/>
                </a:cubicBezTo>
                <a:cubicBezTo>
                  <a:pt x="4410391" y="5951314"/>
                  <a:pt x="4403278" y="5951314"/>
                  <a:pt x="4396163" y="5937127"/>
                </a:cubicBezTo>
                <a:cubicBezTo>
                  <a:pt x="4396163" y="5937127"/>
                  <a:pt x="4381937" y="5930034"/>
                  <a:pt x="4381937" y="5915847"/>
                </a:cubicBezTo>
                <a:cubicBezTo>
                  <a:pt x="4381937" y="5915847"/>
                  <a:pt x="4381937" y="5894567"/>
                  <a:pt x="4374824" y="5880381"/>
                </a:cubicBezTo>
                <a:cubicBezTo>
                  <a:pt x="4374824" y="5880381"/>
                  <a:pt x="4360596" y="5844913"/>
                  <a:pt x="4381937" y="5852006"/>
                </a:cubicBezTo>
                <a:cubicBezTo>
                  <a:pt x="4381937" y="5852006"/>
                  <a:pt x="4389050" y="5852006"/>
                  <a:pt x="4403278" y="5844913"/>
                </a:cubicBezTo>
                <a:cubicBezTo>
                  <a:pt x="4403278" y="5844913"/>
                  <a:pt x="4424618" y="5852006"/>
                  <a:pt x="4453072" y="5859101"/>
                </a:cubicBezTo>
                <a:cubicBezTo>
                  <a:pt x="4453072" y="5859101"/>
                  <a:pt x="4474413" y="5873286"/>
                  <a:pt x="4481526" y="5873286"/>
                </a:cubicBezTo>
                <a:cubicBezTo>
                  <a:pt x="4481526" y="5873286"/>
                  <a:pt x="4495753" y="5873286"/>
                  <a:pt x="4495753" y="5894567"/>
                </a:cubicBezTo>
                <a:cubicBezTo>
                  <a:pt x="4495753" y="5894567"/>
                  <a:pt x="4495753" y="5901660"/>
                  <a:pt x="4495753" y="5908754"/>
                </a:cubicBezTo>
                <a:cubicBezTo>
                  <a:pt x="4495753" y="5908754"/>
                  <a:pt x="4495753" y="5915847"/>
                  <a:pt x="4495753" y="5915847"/>
                </a:cubicBezTo>
                <a:close/>
                <a:moveTo>
                  <a:pt x="4744726" y="5483153"/>
                </a:moveTo>
                <a:cubicBezTo>
                  <a:pt x="4744726" y="5483153"/>
                  <a:pt x="4730500" y="5476060"/>
                  <a:pt x="4723387" y="5476060"/>
                </a:cubicBezTo>
                <a:cubicBezTo>
                  <a:pt x="4723387" y="5476060"/>
                  <a:pt x="4709159" y="5461872"/>
                  <a:pt x="4709159" y="5483153"/>
                </a:cubicBezTo>
                <a:cubicBezTo>
                  <a:pt x="4709159" y="5483153"/>
                  <a:pt x="4666478" y="5518620"/>
                  <a:pt x="4666478" y="5554086"/>
                </a:cubicBezTo>
                <a:cubicBezTo>
                  <a:pt x="4666478" y="5554086"/>
                  <a:pt x="4666478" y="5561180"/>
                  <a:pt x="4673591" y="5568273"/>
                </a:cubicBezTo>
                <a:cubicBezTo>
                  <a:pt x="4673591" y="5568273"/>
                  <a:pt x="4673591" y="5589553"/>
                  <a:pt x="4666478" y="5596646"/>
                </a:cubicBezTo>
                <a:cubicBezTo>
                  <a:pt x="4666478" y="5596646"/>
                  <a:pt x="4666478" y="5617926"/>
                  <a:pt x="4659365" y="5625019"/>
                </a:cubicBezTo>
                <a:cubicBezTo>
                  <a:pt x="4659365" y="5625019"/>
                  <a:pt x="4652251" y="5625019"/>
                  <a:pt x="4645138" y="5632113"/>
                </a:cubicBezTo>
                <a:cubicBezTo>
                  <a:pt x="4645138" y="5632113"/>
                  <a:pt x="4645138" y="5632113"/>
                  <a:pt x="4638023" y="5632113"/>
                </a:cubicBezTo>
                <a:cubicBezTo>
                  <a:pt x="4638023" y="5632113"/>
                  <a:pt x="4602456" y="5632113"/>
                  <a:pt x="4609570" y="5610833"/>
                </a:cubicBezTo>
                <a:cubicBezTo>
                  <a:pt x="4609570" y="5610833"/>
                  <a:pt x="4609570" y="5582460"/>
                  <a:pt x="4609570" y="5568273"/>
                </a:cubicBezTo>
                <a:cubicBezTo>
                  <a:pt x="4609570" y="5568273"/>
                  <a:pt x="4595343" y="5546993"/>
                  <a:pt x="4616684" y="5539900"/>
                </a:cubicBezTo>
                <a:cubicBezTo>
                  <a:pt x="4616684" y="5539900"/>
                  <a:pt x="4630910" y="5532806"/>
                  <a:pt x="4638023" y="5532806"/>
                </a:cubicBezTo>
                <a:cubicBezTo>
                  <a:pt x="4638023" y="5532806"/>
                  <a:pt x="4645138" y="5532806"/>
                  <a:pt x="4652251" y="5525713"/>
                </a:cubicBezTo>
                <a:cubicBezTo>
                  <a:pt x="4652251" y="5525713"/>
                  <a:pt x="4687819" y="5483153"/>
                  <a:pt x="4702045" y="5461872"/>
                </a:cubicBezTo>
                <a:cubicBezTo>
                  <a:pt x="4702045" y="5461872"/>
                  <a:pt x="4709159" y="5454780"/>
                  <a:pt x="4694932" y="5440592"/>
                </a:cubicBezTo>
                <a:cubicBezTo>
                  <a:pt x="4694932" y="5440592"/>
                  <a:pt x="4652251" y="5405126"/>
                  <a:pt x="4623797" y="5390939"/>
                </a:cubicBezTo>
                <a:cubicBezTo>
                  <a:pt x="4623797" y="5390939"/>
                  <a:pt x="4588229" y="5376753"/>
                  <a:pt x="4566888" y="5383846"/>
                </a:cubicBezTo>
                <a:cubicBezTo>
                  <a:pt x="4566888" y="5383846"/>
                  <a:pt x="4509981" y="5376753"/>
                  <a:pt x="4552662" y="5362566"/>
                </a:cubicBezTo>
                <a:cubicBezTo>
                  <a:pt x="4552662" y="5362566"/>
                  <a:pt x="4588229" y="5348379"/>
                  <a:pt x="4652251" y="5390939"/>
                </a:cubicBezTo>
                <a:cubicBezTo>
                  <a:pt x="4652251" y="5390939"/>
                  <a:pt x="4694932" y="5419312"/>
                  <a:pt x="4702045" y="5440592"/>
                </a:cubicBezTo>
                <a:cubicBezTo>
                  <a:pt x="4702045" y="5440592"/>
                  <a:pt x="4709159" y="5447687"/>
                  <a:pt x="4716273" y="5440592"/>
                </a:cubicBezTo>
                <a:cubicBezTo>
                  <a:pt x="4716273" y="5440592"/>
                  <a:pt x="4737613" y="5426406"/>
                  <a:pt x="4723387" y="5412219"/>
                </a:cubicBezTo>
                <a:cubicBezTo>
                  <a:pt x="4723387" y="5412219"/>
                  <a:pt x="4702045" y="5369659"/>
                  <a:pt x="4623797" y="5320006"/>
                </a:cubicBezTo>
                <a:cubicBezTo>
                  <a:pt x="4623797" y="5320006"/>
                  <a:pt x="4595343" y="5298726"/>
                  <a:pt x="4581116" y="5305820"/>
                </a:cubicBezTo>
                <a:cubicBezTo>
                  <a:pt x="4581116" y="5305820"/>
                  <a:pt x="4566888" y="5298726"/>
                  <a:pt x="4581116" y="5298726"/>
                </a:cubicBezTo>
                <a:cubicBezTo>
                  <a:pt x="4581116" y="5298726"/>
                  <a:pt x="4616684" y="5284540"/>
                  <a:pt x="4666478" y="5320006"/>
                </a:cubicBezTo>
                <a:cubicBezTo>
                  <a:pt x="4666478" y="5320006"/>
                  <a:pt x="4702045" y="5348379"/>
                  <a:pt x="4723387" y="5376753"/>
                </a:cubicBezTo>
                <a:cubicBezTo>
                  <a:pt x="4723387" y="5376753"/>
                  <a:pt x="4737613" y="5390939"/>
                  <a:pt x="4730500" y="5376753"/>
                </a:cubicBezTo>
                <a:cubicBezTo>
                  <a:pt x="4730500" y="5376753"/>
                  <a:pt x="4723387" y="5362566"/>
                  <a:pt x="4730500" y="5355473"/>
                </a:cubicBezTo>
                <a:cubicBezTo>
                  <a:pt x="4730500" y="5355473"/>
                  <a:pt x="4730500" y="5355473"/>
                  <a:pt x="4730500" y="5348379"/>
                </a:cubicBezTo>
                <a:cubicBezTo>
                  <a:pt x="4730500" y="5348379"/>
                  <a:pt x="4723387" y="5341286"/>
                  <a:pt x="4723387" y="5334193"/>
                </a:cubicBezTo>
                <a:cubicBezTo>
                  <a:pt x="4723387" y="5334193"/>
                  <a:pt x="4730500" y="5334193"/>
                  <a:pt x="4716273" y="5334193"/>
                </a:cubicBezTo>
                <a:cubicBezTo>
                  <a:pt x="4716273" y="5334193"/>
                  <a:pt x="4709159" y="5327099"/>
                  <a:pt x="4702045" y="5327099"/>
                </a:cubicBezTo>
                <a:cubicBezTo>
                  <a:pt x="4702045" y="5327099"/>
                  <a:pt x="4666478" y="5327099"/>
                  <a:pt x="4694932" y="5320006"/>
                </a:cubicBezTo>
                <a:cubicBezTo>
                  <a:pt x="4694932" y="5320006"/>
                  <a:pt x="4702045" y="5320006"/>
                  <a:pt x="4716273" y="5320006"/>
                </a:cubicBezTo>
                <a:cubicBezTo>
                  <a:pt x="4716273" y="5320006"/>
                  <a:pt x="4723387" y="5320006"/>
                  <a:pt x="4716273" y="5312913"/>
                </a:cubicBezTo>
                <a:cubicBezTo>
                  <a:pt x="4716273" y="5312913"/>
                  <a:pt x="4702045" y="5284540"/>
                  <a:pt x="4702045" y="5277446"/>
                </a:cubicBezTo>
                <a:cubicBezTo>
                  <a:pt x="4702045" y="5277446"/>
                  <a:pt x="4694932" y="5263260"/>
                  <a:pt x="4694932" y="5277446"/>
                </a:cubicBezTo>
                <a:cubicBezTo>
                  <a:pt x="4694932" y="5277446"/>
                  <a:pt x="4687819" y="5291633"/>
                  <a:pt x="4666478" y="5277446"/>
                </a:cubicBezTo>
                <a:cubicBezTo>
                  <a:pt x="4666478" y="5277446"/>
                  <a:pt x="4630910" y="5277446"/>
                  <a:pt x="4630910" y="5256166"/>
                </a:cubicBezTo>
                <a:cubicBezTo>
                  <a:pt x="4630910" y="5256166"/>
                  <a:pt x="4638023" y="5227792"/>
                  <a:pt x="4616684" y="5227792"/>
                </a:cubicBezTo>
                <a:cubicBezTo>
                  <a:pt x="4616684" y="5227792"/>
                  <a:pt x="4595343" y="5220699"/>
                  <a:pt x="4616684" y="5213607"/>
                </a:cubicBezTo>
                <a:cubicBezTo>
                  <a:pt x="4616684" y="5213607"/>
                  <a:pt x="4638023" y="5206512"/>
                  <a:pt x="4666478" y="5213607"/>
                </a:cubicBezTo>
                <a:cubicBezTo>
                  <a:pt x="4666478" y="5213607"/>
                  <a:pt x="4666478" y="5220699"/>
                  <a:pt x="4680706" y="5213607"/>
                </a:cubicBezTo>
                <a:cubicBezTo>
                  <a:pt x="4680706" y="5213607"/>
                  <a:pt x="4744726" y="5185232"/>
                  <a:pt x="4751841" y="5227792"/>
                </a:cubicBezTo>
                <a:cubicBezTo>
                  <a:pt x="4751841" y="5227792"/>
                  <a:pt x="4744726" y="5256166"/>
                  <a:pt x="4758954" y="5277446"/>
                </a:cubicBezTo>
                <a:cubicBezTo>
                  <a:pt x="4758954" y="5277446"/>
                  <a:pt x="4758954" y="5291633"/>
                  <a:pt x="4758954" y="5298726"/>
                </a:cubicBezTo>
                <a:cubicBezTo>
                  <a:pt x="4758954" y="5298726"/>
                  <a:pt x="4758954" y="5305820"/>
                  <a:pt x="4766067" y="5320006"/>
                </a:cubicBezTo>
                <a:cubicBezTo>
                  <a:pt x="4766067" y="5320006"/>
                  <a:pt x="4773181" y="5320006"/>
                  <a:pt x="4766067" y="5327099"/>
                </a:cubicBezTo>
                <a:cubicBezTo>
                  <a:pt x="4766067" y="5327099"/>
                  <a:pt x="4766067" y="5341286"/>
                  <a:pt x="4766067" y="5355473"/>
                </a:cubicBezTo>
                <a:cubicBezTo>
                  <a:pt x="4766067" y="5355473"/>
                  <a:pt x="4758954" y="5376753"/>
                  <a:pt x="4773181" y="5362566"/>
                </a:cubicBezTo>
                <a:cubicBezTo>
                  <a:pt x="4773181" y="5362566"/>
                  <a:pt x="4808748" y="5312913"/>
                  <a:pt x="4822976" y="5291633"/>
                </a:cubicBezTo>
                <a:cubicBezTo>
                  <a:pt x="4822976" y="5291633"/>
                  <a:pt x="4837203" y="5277446"/>
                  <a:pt x="4815863" y="5277446"/>
                </a:cubicBezTo>
                <a:cubicBezTo>
                  <a:pt x="4815863" y="5277446"/>
                  <a:pt x="4794522" y="5270353"/>
                  <a:pt x="4780295" y="5263260"/>
                </a:cubicBezTo>
                <a:cubicBezTo>
                  <a:pt x="4780295" y="5263260"/>
                  <a:pt x="4766067" y="5256166"/>
                  <a:pt x="4780295" y="5249073"/>
                </a:cubicBezTo>
                <a:cubicBezTo>
                  <a:pt x="4780295" y="5249073"/>
                  <a:pt x="4794522" y="5256166"/>
                  <a:pt x="4794522" y="5249073"/>
                </a:cubicBezTo>
                <a:cubicBezTo>
                  <a:pt x="4794522" y="5249073"/>
                  <a:pt x="4787409" y="5241980"/>
                  <a:pt x="4794522" y="5241980"/>
                </a:cubicBezTo>
                <a:cubicBezTo>
                  <a:pt x="4794522" y="5241980"/>
                  <a:pt x="4808748" y="5241980"/>
                  <a:pt x="4808748" y="5227792"/>
                </a:cubicBezTo>
                <a:cubicBezTo>
                  <a:pt x="4808748" y="5227792"/>
                  <a:pt x="4801635" y="5206512"/>
                  <a:pt x="4794522" y="5213607"/>
                </a:cubicBezTo>
                <a:cubicBezTo>
                  <a:pt x="4794522" y="5213607"/>
                  <a:pt x="4766067" y="5213607"/>
                  <a:pt x="4758954" y="5199419"/>
                </a:cubicBezTo>
                <a:cubicBezTo>
                  <a:pt x="4758954" y="5199419"/>
                  <a:pt x="4744726" y="5192326"/>
                  <a:pt x="4744726" y="5185232"/>
                </a:cubicBezTo>
                <a:cubicBezTo>
                  <a:pt x="4744726" y="5185232"/>
                  <a:pt x="4744726" y="5178139"/>
                  <a:pt x="4758954" y="5185232"/>
                </a:cubicBezTo>
                <a:cubicBezTo>
                  <a:pt x="4758954" y="5185232"/>
                  <a:pt x="4787409" y="5199419"/>
                  <a:pt x="4773181" y="5178139"/>
                </a:cubicBezTo>
                <a:cubicBezTo>
                  <a:pt x="4758954" y="5163952"/>
                  <a:pt x="4758954" y="5163952"/>
                  <a:pt x="4758954" y="5163952"/>
                </a:cubicBezTo>
                <a:cubicBezTo>
                  <a:pt x="4758954" y="5163952"/>
                  <a:pt x="4758954" y="5149766"/>
                  <a:pt x="4737613" y="5163952"/>
                </a:cubicBezTo>
                <a:cubicBezTo>
                  <a:pt x="4737613" y="5163952"/>
                  <a:pt x="4694932" y="5171046"/>
                  <a:pt x="4709159" y="5156859"/>
                </a:cubicBezTo>
                <a:cubicBezTo>
                  <a:pt x="4709159" y="5156859"/>
                  <a:pt x="4723387" y="5149766"/>
                  <a:pt x="4716273" y="5142672"/>
                </a:cubicBezTo>
                <a:cubicBezTo>
                  <a:pt x="4716273" y="5142672"/>
                  <a:pt x="4716273" y="5135579"/>
                  <a:pt x="4730500" y="5128486"/>
                </a:cubicBezTo>
                <a:cubicBezTo>
                  <a:pt x="4730500" y="5128486"/>
                  <a:pt x="4737613" y="5121393"/>
                  <a:pt x="4730500" y="5114299"/>
                </a:cubicBezTo>
                <a:cubicBezTo>
                  <a:pt x="4730500" y="5114299"/>
                  <a:pt x="4730500" y="5114299"/>
                  <a:pt x="4751841" y="5107206"/>
                </a:cubicBezTo>
                <a:cubicBezTo>
                  <a:pt x="4751841" y="5107206"/>
                  <a:pt x="4808748" y="5085926"/>
                  <a:pt x="4815863" y="5114299"/>
                </a:cubicBezTo>
                <a:cubicBezTo>
                  <a:pt x="4815863" y="5114299"/>
                  <a:pt x="4822976" y="5128486"/>
                  <a:pt x="4815863" y="5142672"/>
                </a:cubicBezTo>
                <a:cubicBezTo>
                  <a:pt x="4815863" y="5142672"/>
                  <a:pt x="4808748" y="5142672"/>
                  <a:pt x="4815863" y="5171046"/>
                </a:cubicBezTo>
                <a:cubicBezTo>
                  <a:pt x="4815863" y="5171046"/>
                  <a:pt x="4815863" y="5185232"/>
                  <a:pt x="4830089" y="5192326"/>
                </a:cubicBezTo>
                <a:cubicBezTo>
                  <a:pt x="4830089" y="5192326"/>
                  <a:pt x="4837203" y="5206512"/>
                  <a:pt x="4844316" y="5220699"/>
                </a:cubicBezTo>
                <a:cubicBezTo>
                  <a:pt x="4844316" y="5220699"/>
                  <a:pt x="4858544" y="5241980"/>
                  <a:pt x="4858544" y="5249073"/>
                </a:cubicBezTo>
                <a:cubicBezTo>
                  <a:pt x="4858544" y="5249073"/>
                  <a:pt x="4858544" y="5263260"/>
                  <a:pt x="4865657" y="5256166"/>
                </a:cubicBezTo>
                <a:cubicBezTo>
                  <a:pt x="4865657" y="5256166"/>
                  <a:pt x="4922566" y="5185232"/>
                  <a:pt x="4965247" y="5206512"/>
                </a:cubicBezTo>
                <a:cubicBezTo>
                  <a:pt x="4965247" y="5206512"/>
                  <a:pt x="4986588" y="5199419"/>
                  <a:pt x="4958133" y="5234885"/>
                </a:cubicBezTo>
                <a:cubicBezTo>
                  <a:pt x="4958133" y="5234885"/>
                  <a:pt x="4951020" y="5249073"/>
                  <a:pt x="4943906" y="5249073"/>
                </a:cubicBezTo>
                <a:cubicBezTo>
                  <a:pt x="4894111" y="5270353"/>
                  <a:pt x="4894111" y="5270353"/>
                  <a:pt x="4894111" y="5270353"/>
                </a:cubicBezTo>
                <a:cubicBezTo>
                  <a:pt x="4894111" y="5270353"/>
                  <a:pt x="4879884" y="5277446"/>
                  <a:pt x="4901225" y="5263260"/>
                </a:cubicBezTo>
                <a:cubicBezTo>
                  <a:pt x="4901225" y="5263260"/>
                  <a:pt x="4922566" y="5241980"/>
                  <a:pt x="4922566" y="5234885"/>
                </a:cubicBezTo>
                <a:cubicBezTo>
                  <a:pt x="4922566" y="5234885"/>
                  <a:pt x="4922566" y="5220699"/>
                  <a:pt x="4915451" y="5234885"/>
                </a:cubicBezTo>
                <a:cubicBezTo>
                  <a:pt x="4915451" y="5234885"/>
                  <a:pt x="4886998" y="5256166"/>
                  <a:pt x="4879884" y="5263260"/>
                </a:cubicBezTo>
                <a:cubicBezTo>
                  <a:pt x="4879884" y="5263260"/>
                  <a:pt x="4865657" y="5270353"/>
                  <a:pt x="4872770" y="5284540"/>
                </a:cubicBezTo>
                <a:cubicBezTo>
                  <a:pt x="4872770" y="5284540"/>
                  <a:pt x="4872770" y="5291633"/>
                  <a:pt x="4872770" y="5291633"/>
                </a:cubicBezTo>
                <a:cubicBezTo>
                  <a:pt x="4872770" y="5291633"/>
                  <a:pt x="4872770" y="5298726"/>
                  <a:pt x="4872770" y="5298726"/>
                </a:cubicBezTo>
                <a:cubicBezTo>
                  <a:pt x="4872770" y="5298726"/>
                  <a:pt x="4886998" y="5327099"/>
                  <a:pt x="4865657" y="5327099"/>
                </a:cubicBezTo>
                <a:cubicBezTo>
                  <a:pt x="4865657" y="5327099"/>
                  <a:pt x="4844316" y="5327099"/>
                  <a:pt x="4837203" y="5312913"/>
                </a:cubicBezTo>
                <a:cubicBezTo>
                  <a:pt x="4837203" y="5312913"/>
                  <a:pt x="4830089" y="5298726"/>
                  <a:pt x="4822976" y="5320006"/>
                </a:cubicBezTo>
                <a:cubicBezTo>
                  <a:pt x="4822976" y="5320006"/>
                  <a:pt x="4801635" y="5355473"/>
                  <a:pt x="4787409" y="5369659"/>
                </a:cubicBezTo>
                <a:cubicBezTo>
                  <a:pt x="4787409" y="5369659"/>
                  <a:pt x="4751841" y="5405126"/>
                  <a:pt x="4758954" y="5412219"/>
                </a:cubicBezTo>
                <a:cubicBezTo>
                  <a:pt x="4758954" y="5412219"/>
                  <a:pt x="4773181" y="5426406"/>
                  <a:pt x="4766067" y="5426406"/>
                </a:cubicBezTo>
                <a:cubicBezTo>
                  <a:pt x="4766067" y="5426406"/>
                  <a:pt x="4758954" y="5433499"/>
                  <a:pt x="4744726" y="5426406"/>
                </a:cubicBezTo>
                <a:cubicBezTo>
                  <a:pt x="4744726" y="5426406"/>
                  <a:pt x="4744726" y="5426406"/>
                  <a:pt x="4737613" y="5440592"/>
                </a:cubicBezTo>
                <a:cubicBezTo>
                  <a:pt x="4737613" y="5440592"/>
                  <a:pt x="4716273" y="5461872"/>
                  <a:pt x="4730500" y="5468967"/>
                </a:cubicBezTo>
                <a:cubicBezTo>
                  <a:pt x="4730500" y="5468967"/>
                  <a:pt x="4737613" y="5468967"/>
                  <a:pt x="4744726" y="5476060"/>
                </a:cubicBezTo>
                <a:cubicBezTo>
                  <a:pt x="4744726" y="5476060"/>
                  <a:pt x="4758954" y="5476060"/>
                  <a:pt x="4744726" y="5483153"/>
                </a:cubicBezTo>
                <a:close/>
                <a:moveTo>
                  <a:pt x="5022155" y="5646299"/>
                </a:moveTo>
                <a:cubicBezTo>
                  <a:pt x="5022155" y="5646299"/>
                  <a:pt x="5022155" y="5653394"/>
                  <a:pt x="5022155" y="5667579"/>
                </a:cubicBezTo>
                <a:cubicBezTo>
                  <a:pt x="5022155" y="5667579"/>
                  <a:pt x="5022155" y="5674674"/>
                  <a:pt x="5015041" y="5681767"/>
                </a:cubicBezTo>
                <a:cubicBezTo>
                  <a:pt x="4943906" y="5731420"/>
                  <a:pt x="4943906" y="5731420"/>
                  <a:pt x="4943906" y="5731420"/>
                </a:cubicBezTo>
                <a:cubicBezTo>
                  <a:pt x="4943906" y="5731420"/>
                  <a:pt x="4936792" y="5724327"/>
                  <a:pt x="4929679" y="5738513"/>
                </a:cubicBezTo>
                <a:cubicBezTo>
                  <a:pt x="4929679" y="5738513"/>
                  <a:pt x="4929679" y="5731420"/>
                  <a:pt x="4922566" y="5731420"/>
                </a:cubicBezTo>
                <a:cubicBezTo>
                  <a:pt x="4922566" y="5731420"/>
                  <a:pt x="4922566" y="5731420"/>
                  <a:pt x="4922566" y="5738513"/>
                </a:cubicBezTo>
                <a:cubicBezTo>
                  <a:pt x="4922566" y="5738513"/>
                  <a:pt x="4908338" y="5731420"/>
                  <a:pt x="4908338" y="5738513"/>
                </a:cubicBezTo>
                <a:cubicBezTo>
                  <a:pt x="4865657" y="5745607"/>
                  <a:pt x="4865657" y="5745607"/>
                  <a:pt x="4865657" y="5745607"/>
                </a:cubicBezTo>
                <a:cubicBezTo>
                  <a:pt x="4865657" y="5745607"/>
                  <a:pt x="4851430" y="5745607"/>
                  <a:pt x="4872770" y="5738513"/>
                </a:cubicBezTo>
                <a:cubicBezTo>
                  <a:pt x="4872770" y="5738513"/>
                  <a:pt x="4922566" y="5724327"/>
                  <a:pt x="4894111" y="5724327"/>
                </a:cubicBezTo>
                <a:cubicBezTo>
                  <a:pt x="4894111" y="5724327"/>
                  <a:pt x="4879884" y="5717233"/>
                  <a:pt x="4894111" y="5717233"/>
                </a:cubicBezTo>
                <a:cubicBezTo>
                  <a:pt x="4894111" y="5717233"/>
                  <a:pt x="4943906" y="5681767"/>
                  <a:pt x="4958133" y="5646299"/>
                </a:cubicBezTo>
                <a:cubicBezTo>
                  <a:pt x="4958133" y="5646299"/>
                  <a:pt x="5007928" y="5568273"/>
                  <a:pt x="4943906" y="5525713"/>
                </a:cubicBezTo>
                <a:cubicBezTo>
                  <a:pt x="4943906" y="5525713"/>
                  <a:pt x="4915451" y="5525713"/>
                  <a:pt x="4894111" y="5561180"/>
                </a:cubicBezTo>
                <a:cubicBezTo>
                  <a:pt x="4894111" y="5561180"/>
                  <a:pt x="4879884" y="5596646"/>
                  <a:pt x="4858544" y="5603739"/>
                </a:cubicBezTo>
                <a:cubicBezTo>
                  <a:pt x="4858544" y="5603739"/>
                  <a:pt x="4822976" y="5596646"/>
                  <a:pt x="4801635" y="5582460"/>
                </a:cubicBezTo>
                <a:cubicBezTo>
                  <a:pt x="4801635" y="5582460"/>
                  <a:pt x="4780295" y="5575366"/>
                  <a:pt x="4801635" y="5575366"/>
                </a:cubicBezTo>
                <a:cubicBezTo>
                  <a:pt x="4801635" y="5575366"/>
                  <a:pt x="4808748" y="5575366"/>
                  <a:pt x="4822976" y="5561180"/>
                </a:cubicBezTo>
                <a:cubicBezTo>
                  <a:pt x="4822976" y="5561180"/>
                  <a:pt x="4844316" y="5554086"/>
                  <a:pt x="4844316" y="5546993"/>
                </a:cubicBezTo>
                <a:cubicBezTo>
                  <a:pt x="4844316" y="5546993"/>
                  <a:pt x="4858544" y="5525713"/>
                  <a:pt x="4872770" y="5511526"/>
                </a:cubicBezTo>
                <a:cubicBezTo>
                  <a:pt x="4872770" y="5511526"/>
                  <a:pt x="4894111" y="5497340"/>
                  <a:pt x="4901225" y="5483153"/>
                </a:cubicBezTo>
                <a:cubicBezTo>
                  <a:pt x="4901225" y="5483153"/>
                  <a:pt x="4901225" y="5468967"/>
                  <a:pt x="4886998" y="5476060"/>
                </a:cubicBezTo>
                <a:cubicBezTo>
                  <a:pt x="4886998" y="5476060"/>
                  <a:pt x="4858544" y="5504433"/>
                  <a:pt x="4830089" y="5454780"/>
                </a:cubicBezTo>
                <a:cubicBezTo>
                  <a:pt x="4830089" y="5454780"/>
                  <a:pt x="4830089" y="5398033"/>
                  <a:pt x="4822976" y="5419312"/>
                </a:cubicBezTo>
                <a:cubicBezTo>
                  <a:pt x="4822976" y="5419312"/>
                  <a:pt x="4808748" y="5454780"/>
                  <a:pt x="4787409" y="5461872"/>
                </a:cubicBezTo>
                <a:cubicBezTo>
                  <a:pt x="4787409" y="5461872"/>
                  <a:pt x="4773181" y="5468967"/>
                  <a:pt x="4758954" y="5461872"/>
                </a:cubicBezTo>
                <a:cubicBezTo>
                  <a:pt x="4758954" y="5461872"/>
                  <a:pt x="4737613" y="5454780"/>
                  <a:pt x="4758954" y="5454780"/>
                </a:cubicBezTo>
                <a:cubicBezTo>
                  <a:pt x="4758954" y="5454780"/>
                  <a:pt x="4780295" y="5447687"/>
                  <a:pt x="4794522" y="5419312"/>
                </a:cubicBezTo>
                <a:cubicBezTo>
                  <a:pt x="4794522" y="5419312"/>
                  <a:pt x="4808748" y="5398033"/>
                  <a:pt x="4808748" y="5383846"/>
                </a:cubicBezTo>
                <a:cubicBezTo>
                  <a:pt x="4808748" y="5383846"/>
                  <a:pt x="4801635" y="5376753"/>
                  <a:pt x="4822976" y="5369659"/>
                </a:cubicBezTo>
                <a:cubicBezTo>
                  <a:pt x="4822976" y="5369659"/>
                  <a:pt x="4865657" y="5334193"/>
                  <a:pt x="4894111" y="5355473"/>
                </a:cubicBezTo>
                <a:cubicBezTo>
                  <a:pt x="4894111" y="5355473"/>
                  <a:pt x="4901225" y="5369659"/>
                  <a:pt x="4894111" y="5390939"/>
                </a:cubicBezTo>
                <a:cubicBezTo>
                  <a:pt x="4894111" y="5390939"/>
                  <a:pt x="4886998" y="5405126"/>
                  <a:pt x="4908338" y="5426406"/>
                </a:cubicBezTo>
                <a:cubicBezTo>
                  <a:pt x="4908338" y="5426406"/>
                  <a:pt x="4936792" y="5440592"/>
                  <a:pt x="4943906" y="5433499"/>
                </a:cubicBezTo>
                <a:cubicBezTo>
                  <a:pt x="4943906" y="5433499"/>
                  <a:pt x="4979473" y="5405126"/>
                  <a:pt x="4993701" y="5412219"/>
                </a:cubicBezTo>
                <a:cubicBezTo>
                  <a:pt x="4993701" y="5412219"/>
                  <a:pt x="5022155" y="5412219"/>
                  <a:pt x="5015041" y="5433499"/>
                </a:cubicBezTo>
                <a:cubicBezTo>
                  <a:pt x="5015041" y="5433499"/>
                  <a:pt x="5007928" y="5447687"/>
                  <a:pt x="5007928" y="5454780"/>
                </a:cubicBezTo>
                <a:cubicBezTo>
                  <a:pt x="5007928" y="5454780"/>
                  <a:pt x="5007928" y="5454780"/>
                  <a:pt x="4993701" y="5461872"/>
                </a:cubicBezTo>
                <a:cubicBezTo>
                  <a:pt x="4993701" y="5461872"/>
                  <a:pt x="4972360" y="5476060"/>
                  <a:pt x="4993701" y="5497340"/>
                </a:cubicBezTo>
                <a:cubicBezTo>
                  <a:pt x="5029269" y="5546993"/>
                  <a:pt x="5029269" y="5546993"/>
                  <a:pt x="5029269" y="5546993"/>
                </a:cubicBezTo>
                <a:cubicBezTo>
                  <a:pt x="5029269" y="5546993"/>
                  <a:pt x="5043495" y="5589553"/>
                  <a:pt x="5036382" y="5625019"/>
                </a:cubicBezTo>
                <a:cubicBezTo>
                  <a:pt x="5036382" y="5625019"/>
                  <a:pt x="5029269" y="5639206"/>
                  <a:pt x="5022155" y="5646299"/>
                </a:cubicBezTo>
                <a:close/>
                <a:moveTo>
                  <a:pt x="3215317" y="5582460"/>
                </a:moveTo>
                <a:cubicBezTo>
                  <a:pt x="1906427" y="5582460"/>
                  <a:pt x="846511" y="4525552"/>
                  <a:pt x="846511" y="3220377"/>
                </a:cubicBezTo>
                <a:cubicBezTo>
                  <a:pt x="846511" y="1915202"/>
                  <a:pt x="1906427" y="858294"/>
                  <a:pt x="3215317" y="858294"/>
                </a:cubicBezTo>
                <a:cubicBezTo>
                  <a:pt x="4524207" y="858294"/>
                  <a:pt x="5584124" y="1915202"/>
                  <a:pt x="5584124" y="3220377"/>
                </a:cubicBezTo>
                <a:cubicBezTo>
                  <a:pt x="5584124" y="4525552"/>
                  <a:pt x="4524207" y="5582460"/>
                  <a:pt x="3215317" y="5582460"/>
                </a:cubicBezTo>
                <a:close/>
                <a:moveTo>
                  <a:pt x="5541443" y="2255683"/>
                </a:moveTo>
                <a:cubicBezTo>
                  <a:pt x="5520102" y="2198936"/>
                  <a:pt x="5512989" y="2149282"/>
                  <a:pt x="5534330" y="2099629"/>
                </a:cubicBezTo>
                <a:cubicBezTo>
                  <a:pt x="5548556" y="2057069"/>
                  <a:pt x="5584124" y="2021603"/>
                  <a:pt x="5641033" y="2000322"/>
                </a:cubicBezTo>
                <a:cubicBezTo>
                  <a:pt x="5676600" y="1986135"/>
                  <a:pt x="5705055" y="1979042"/>
                  <a:pt x="5733508" y="1979042"/>
                </a:cubicBezTo>
                <a:cubicBezTo>
                  <a:pt x="5754849" y="1979042"/>
                  <a:pt x="5776190" y="1986135"/>
                  <a:pt x="5797530" y="1993229"/>
                </a:cubicBezTo>
                <a:cubicBezTo>
                  <a:pt x="5811757" y="2007415"/>
                  <a:pt x="5833097" y="2014510"/>
                  <a:pt x="5847325" y="2028695"/>
                </a:cubicBezTo>
                <a:cubicBezTo>
                  <a:pt x="5861552" y="2049976"/>
                  <a:pt x="5882893" y="2078349"/>
                  <a:pt x="5890006" y="2106723"/>
                </a:cubicBezTo>
                <a:cubicBezTo>
                  <a:pt x="5918460" y="2163469"/>
                  <a:pt x="5918460" y="2213122"/>
                  <a:pt x="5897119" y="2255683"/>
                </a:cubicBezTo>
                <a:cubicBezTo>
                  <a:pt x="5882893" y="2305336"/>
                  <a:pt x="5847325" y="2340803"/>
                  <a:pt x="5790416" y="2362083"/>
                </a:cubicBezTo>
                <a:cubicBezTo>
                  <a:pt x="5733508" y="2383363"/>
                  <a:pt x="5683714" y="2383363"/>
                  <a:pt x="5641033" y="2362083"/>
                </a:cubicBezTo>
                <a:cubicBezTo>
                  <a:pt x="5598350" y="2347896"/>
                  <a:pt x="5562783" y="2305336"/>
                  <a:pt x="5541443" y="2255683"/>
                </a:cubicBezTo>
                <a:close/>
                <a:moveTo>
                  <a:pt x="5982482" y="2390456"/>
                </a:moveTo>
                <a:cubicBezTo>
                  <a:pt x="6003822" y="2468482"/>
                  <a:pt x="6003822" y="2468482"/>
                  <a:pt x="6003822" y="2468482"/>
                </a:cubicBezTo>
                <a:cubicBezTo>
                  <a:pt x="5712168" y="2539416"/>
                  <a:pt x="5712168" y="2539416"/>
                  <a:pt x="5712168" y="2539416"/>
                </a:cubicBezTo>
                <a:cubicBezTo>
                  <a:pt x="5761962" y="2738030"/>
                  <a:pt x="5761962" y="2738030"/>
                  <a:pt x="5761962" y="2738030"/>
                </a:cubicBezTo>
                <a:cubicBezTo>
                  <a:pt x="5697940" y="2752217"/>
                  <a:pt x="5697940" y="2752217"/>
                  <a:pt x="5697940" y="2752217"/>
                </a:cubicBezTo>
                <a:cubicBezTo>
                  <a:pt x="5633918" y="2475577"/>
                  <a:pt x="5633918" y="2475577"/>
                  <a:pt x="5633918" y="2475577"/>
                </a:cubicBezTo>
                <a:lnTo>
                  <a:pt x="5982482" y="2390456"/>
                </a:lnTo>
                <a:close/>
                <a:moveTo>
                  <a:pt x="6060731" y="3724004"/>
                </a:moveTo>
                <a:cubicBezTo>
                  <a:pt x="5804643" y="3745285"/>
                  <a:pt x="5804643" y="3745285"/>
                  <a:pt x="5804643" y="3745285"/>
                </a:cubicBezTo>
                <a:cubicBezTo>
                  <a:pt x="6032276" y="3865871"/>
                  <a:pt x="6032276" y="3865871"/>
                  <a:pt x="6032276" y="3865871"/>
                </a:cubicBezTo>
                <a:cubicBezTo>
                  <a:pt x="6010935" y="3986458"/>
                  <a:pt x="6010935" y="3986458"/>
                  <a:pt x="6010935" y="3986458"/>
                </a:cubicBezTo>
                <a:cubicBezTo>
                  <a:pt x="5648146" y="3915524"/>
                  <a:pt x="5648146" y="3915524"/>
                  <a:pt x="5648146" y="3915524"/>
                </a:cubicBezTo>
                <a:cubicBezTo>
                  <a:pt x="5662372" y="3837498"/>
                  <a:pt x="5662372" y="3837498"/>
                  <a:pt x="5662372" y="3837498"/>
                </a:cubicBezTo>
                <a:cubicBezTo>
                  <a:pt x="5946915" y="3894244"/>
                  <a:pt x="5946915" y="3894244"/>
                  <a:pt x="5946915" y="3894244"/>
                </a:cubicBezTo>
                <a:cubicBezTo>
                  <a:pt x="5676600" y="3759471"/>
                  <a:pt x="5676600" y="3759471"/>
                  <a:pt x="5676600" y="3759471"/>
                </a:cubicBezTo>
                <a:cubicBezTo>
                  <a:pt x="5697940" y="3681444"/>
                  <a:pt x="5697940" y="3681444"/>
                  <a:pt x="5697940" y="3681444"/>
                </a:cubicBezTo>
                <a:cubicBezTo>
                  <a:pt x="5996709" y="3660164"/>
                  <a:pt x="5996709" y="3660164"/>
                  <a:pt x="5996709" y="3660164"/>
                </a:cubicBezTo>
                <a:cubicBezTo>
                  <a:pt x="5712168" y="3603418"/>
                  <a:pt x="5712168" y="3603418"/>
                  <a:pt x="5712168" y="3603418"/>
                </a:cubicBezTo>
                <a:cubicBezTo>
                  <a:pt x="5726394" y="3532483"/>
                  <a:pt x="5726394" y="3532483"/>
                  <a:pt x="5726394" y="3532483"/>
                </a:cubicBezTo>
                <a:cubicBezTo>
                  <a:pt x="6089185" y="3603418"/>
                  <a:pt x="6089185" y="3603418"/>
                  <a:pt x="6089185" y="3603418"/>
                </a:cubicBezTo>
                <a:lnTo>
                  <a:pt x="6060731" y="3724004"/>
                </a:lnTo>
                <a:close/>
                <a:moveTo>
                  <a:pt x="5804643" y="3362244"/>
                </a:moveTo>
                <a:cubicBezTo>
                  <a:pt x="5811757" y="3376431"/>
                  <a:pt x="5818871" y="3383524"/>
                  <a:pt x="5833097" y="3383524"/>
                </a:cubicBezTo>
                <a:cubicBezTo>
                  <a:pt x="5847325" y="3390617"/>
                  <a:pt x="5868665" y="3390617"/>
                  <a:pt x="5897119" y="3390617"/>
                </a:cubicBezTo>
                <a:cubicBezTo>
                  <a:pt x="6103412" y="3397711"/>
                  <a:pt x="6103412" y="3397711"/>
                  <a:pt x="6103412" y="3397711"/>
                </a:cubicBezTo>
                <a:cubicBezTo>
                  <a:pt x="6096298" y="3482830"/>
                  <a:pt x="6096298" y="3482830"/>
                  <a:pt x="6096298" y="3482830"/>
                </a:cubicBezTo>
                <a:cubicBezTo>
                  <a:pt x="5904233" y="3475737"/>
                  <a:pt x="5904233" y="3475737"/>
                  <a:pt x="5904233" y="3475737"/>
                </a:cubicBezTo>
                <a:cubicBezTo>
                  <a:pt x="5861552" y="3475737"/>
                  <a:pt x="5825984" y="3468644"/>
                  <a:pt x="5811757" y="3461550"/>
                </a:cubicBezTo>
                <a:cubicBezTo>
                  <a:pt x="5790416" y="3461550"/>
                  <a:pt x="5776190" y="3447364"/>
                  <a:pt x="5769075" y="3440270"/>
                </a:cubicBezTo>
                <a:cubicBezTo>
                  <a:pt x="5754849" y="3426084"/>
                  <a:pt x="5747736" y="3411897"/>
                  <a:pt x="5740622" y="3390617"/>
                </a:cubicBezTo>
                <a:cubicBezTo>
                  <a:pt x="5733508" y="3369337"/>
                  <a:pt x="5726394" y="3340964"/>
                  <a:pt x="5726394" y="3312591"/>
                </a:cubicBezTo>
                <a:cubicBezTo>
                  <a:pt x="5733508" y="3270030"/>
                  <a:pt x="5733508" y="3241657"/>
                  <a:pt x="5747736" y="3227470"/>
                </a:cubicBezTo>
                <a:cubicBezTo>
                  <a:pt x="5754849" y="3206190"/>
                  <a:pt x="5761962" y="3192004"/>
                  <a:pt x="5776190" y="3177817"/>
                </a:cubicBezTo>
                <a:cubicBezTo>
                  <a:pt x="5790416" y="3170724"/>
                  <a:pt x="5804643" y="3163630"/>
                  <a:pt x="5818871" y="3156537"/>
                </a:cubicBezTo>
                <a:cubicBezTo>
                  <a:pt x="5840211" y="3149444"/>
                  <a:pt x="5868665" y="3149444"/>
                  <a:pt x="5911347" y="3149444"/>
                </a:cubicBezTo>
                <a:cubicBezTo>
                  <a:pt x="6110525" y="3156537"/>
                  <a:pt x="6110525" y="3156537"/>
                  <a:pt x="6110525" y="3156537"/>
                </a:cubicBezTo>
                <a:cubicBezTo>
                  <a:pt x="6103412" y="3241657"/>
                  <a:pt x="6103412" y="3241657"/>
                  <a:pt x="6103412" y="3241657"/>
                </a:cubicBezTo>
                <a:cubicBezTo>
                  <a:pt x="5904233" y="3234564"/>
                  <a:pt x="5904233" y="3234564"/>
                  <a:pt x="5904233" y="3234564"/>
                </a:cubicBezTo>
                <a:cubicBezTo>
                  <a:pt x="5875779" y="3234564"/>
                  <a:pt x="5854438" y="3234564"/>
                  <a:pt x="5847325" y="3234564"/>
                </a:cubicBezTo>
                <a:cubicBezTo>
                  <a:pt x="5825984" y="3234564"/>
                  <a:pt x="5818871" y="3241657"/>
                  <a:pt x="5804643" y="3255843"/>
                </a:cubicBezTo>
                <a:cubicBezTo>
                  <a:pt x="5797530" y="3270030"/>
                  <a:pt x="5790416" y="3291310"/>
                  <a:pt x="5790416" y="3312591"/>
                </a:cubicBezTo>
                <a:cubicBezTo>
                  <a:pt x="5790416" y="3333871"/>
                  <a:pt x="5797530" y="3355151"/>
                  <a:pt x="5804643" y="336224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11112500" y="1041400"/>
            <a:ext cx="158355" cy="152265"/>
          </a:xfrm>
          <a:custGeom>
            <a:avLst/>
            <a:gdLst/>
            <a:ahLst/>
            <a:cxnLst/>
            <a:rect l="l" t="t" r="r" b="b"/>
            <a:pathLst>
              <a:path w="158355" h="152265">
                <a:moveTo>
                  <a:pt x="93574" y="145015"/>
                </a:moveTo>
                <a:cubicBezTo>
                  <a:pt x="100772" y="152265"/>
                  <a:pt x="115167" y="152265"/>
                  <a:pt x="122366" y="145015"/>
                </a:cubicBezTo>
                <a:cubicBezTo>
                  <a:pt x="136761" y="145015"/>
                  <a:pt x="143960" y="137765"/>
                  <a:pt x="151157" y="123262"/>
                </a:cubicBezTo>
                <a:cubicBezTo>
                  <a:pt x="158355" y="116012"/>
                  <a:pt x="158355" y="101511"/>
                  <a:pt x="158355" y="94259"/>
                </a:cubicBezTo>
                <a:cubicBezTo>
                  <a:pt x="158355" y="79759"/>
                  <a:pt x="151157" y="65256"/>
                  <a:pt x="136761" y="58006"/>
                </a:cubicBezTo>
                <a:cubicBezTo>
                  <a:pt x="129563" y="50756"/>
                  <a:pt x="115167" y="36253"/>
                  <a:pt x="93574" y="21753"/>
                </a:cubicBezTo>
                <a:cubicBezTo>
                  <a:pt x="57583" y="0"/>
                  <a:pt x="57583" y="0"/>
                  <a:pt x="57583" y="0"/>
                </a:cubicBezTo>
                <a:cubicBezTo>
                  <a:pt x="0" y="87009"/>
                  <a:pt x="0" y="87009"/>
                  <a:pt x="0" y="87009"/>
                </a:cubicBezTo>
                <a:cubicBezTo>
                  <a:pt x="35989" y="116012"/>
                  <a:pt x="35989" y="116012"/>
                  <a:pt x="35989" y="116012"/>
                </a:cubicBezTo>
                <a:cubicBezTo>
                  <a:pt x="64781" y="130514"/>
                  <a:pt x="79177" y="145015"/>
                  <a:pt x="93574" y="14501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0083800" y="6083300"/>
            <a:ext cx="127904" cy="200991"/>
          </a:xfrm>
          <a:custGeom>
            <a:avLst/>
            <a:gdLst/>
            <a:ahLst/>
            <a:cxnLst/>
            <a:rect l="l" t="t" r="r" b="b"/>
            <a:pathLst>
              <a:path w="127904" h="200991">
                <a:moveTo>
                  <a:pt x="21317" y="21534"/>
                </a:moveTo>
                <a:cubicBezTo>
                  <a:pt x="28423" y="28713"/>
                  <a:pt x="35530" y="43070"/>
                  <a:pt x="35530" y="43070"/>
                </a:cubicBezTo>
                <a:cubicBezTo>
                  <a:pt x="42635" y="57426"/>
                  <a:pt x="49741" y="57426"/>
                  <a:pt x="49741" y="57426"/>
                </a:cubicBezTo>
                <a:cubicBezTo>
                  <a:pt x="56846" y="64604"/>
                  <a:pt x="49741" y="78961"/>
                  <a:pt x="49741" y="78961"/>
                </a:cubicBezTo>
                <a:cubicBezTo>
                  <a:pt x="42635" y="86139"/>
                  <a:pt x="42635" y="93317"/>
                  <a:pt x="42635" y="93317"/>
                </a:cubicBezTo>
                <a:cubicBezTo>
                  <a:pt x="35530" y="114852"/>
                  <a:pt x="14211" y="136387"/>
                  <a:pt x="14211" y="136387"/>
                </a:cubicBezTo>
                <a:cubicBezTo>
                  <a:pt x="0" y="150743"/>
                  <a:pt x="21317" y="179456"/>
                  <a:pt x="21317" y="179456"/>
                </a:cubicBezTo>
                <a:cubicBezTo>
                  <a:pt x="28423" y="200991"/>
                  <a:pt x="56846" y="157922"/>
                  <a:pt x="56846" y="157922"/>
                </a:cubicBezTo>
                <a:cubicBezTo>
                  <a:pt x="56846" y="150743"/>
                  <a:pt x="63952" y="150743"/>
                  <a:pt x="63952" y="150743"/>
                </a:cubicBezTo>
                <a:cubicBezTo>
                  <a:pt x="71058" y="143565"/>
                  <a:pt x="71058" y="136387"/>
                  <a:pt x="71058" y="136387"/>
                </a:cubicBezTo>
                <a:cubicBezTo>
                  <a:pt x="85269" y="114852"/>
                  <a:pt x="99480" y="93317"/>
                  <a:pt x="99480" y="93317"/>
                </a:cubicBezTo>
                <a:cubicBezTo>
                  <a:pt x="106587" y="86139"/>
                  <a:pt x="120799" y="43070"/>
                  <a:pt x="120799" y="43070"/>
                </a:cubicBezTo>
                <a:cubicBezTo>
                  <a:pt x="127904" y="43070"/>
                  <a:pt x="120799" y="28713"/>
                  <a:pt x="120799" y="28713"/>
                </a:cubicBezTo>
                <a:cubicBezTo>
                  <a:pt x="120799" y="21534"/>
                  <a:pt x="85269" y="7178"/>
                  <a:pt x="85269" y="7178"/>
                </a:cubicBezTo>
                <a:cubicBezTo>
                  <a:pt x="78163" y="7178"/>
                  <a:pt x="63952" y="0"/>
                  <a:pt x="49741" y="0"/>
                </a:cubicBezTo>
                <a:cubicBezTo>
                  <a:pt x="42635" y="0"/>
                  <a:pt x="28423" y="0"/>
                  <a:pt x="28423" y="0"/>
                </a:cubicBezTo>
                <a:cubicBezTo>
                  <a:pt x="7106" y="7178"/>
                  <a:pt x="21317" y="21534"/>
                  <a:pt x="21317" y="2153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1988800" y="2247900"/>
            <a:ext cx="261897" cy="243623"/>
          </a:xfrm>
          <a:custGeom>
            <a:avLst/>
            <a:gdLst/>
            <a:ahLst/>
            <a:cxnLst/>
            <a:rect l="l" t="t" r="r" b="b"/>
            <a:pathLst>
              <a:path w="261897" h="243623">
                <a:moveTo>
                  <a:pt x="176958" y="229292"/>
                </a:moveTo>
                <a:cubicBezTo>
                  <a:pt x="212349" y="207796"/>
                  <a:pt x="240662" y="186300"/>
                  <a:pt x="247740" y="164804"/>
                </a:cubicBezTo>
                <a:cubicBezTo>
                  <a:pt x="261897" y="136143"/>
                  <a:pt x="261897" y="107481"/>
                  <a:pt x="247740" y="71653"/>
                </a:cubicBezTo>
                <a:cubicBezTo>
                  <a:pt x="233583" y="42992"/>
                  <a:pt x="219427" y="21496"/>
                  <a:pt x="191113" y="14331"/>
                </a:cubicBezTo>
                <a:cubicBezTo>
                  <a:pt x="162801" y="0"/>
                  <a:pt x="127409" y="0"/>
                  <a:pt x="92018" y="21496"/>
                </a:cubicBezTo>
                <a:cubicBezTo>
                  <a:pt x="49548" y="35827"/>
                  <a:pt x="28313" y="57323"/>
                  <a:pt x="14157" y="85984"/>
                </a:cubicBezTo>
                <a:cubicBezTo>
                  <a:pt x="0" y="114647"/>
                  <a:pt x="0" y="143308"/>
                  <a:pt x="14157" y="171969"/>
                </a:cubicBezTo>
                <a:cubicBezTo>
                  <a:pt x="28313" y="200631"/>
                  <a:pt x="49548" y="222127"/>
                  <a:pt x="77861" y="236457"/>
                </a:cubicBezTo>
                <a:cubicBezTo>
                  <a:pt x="99096" y="243623"/>
                  <a:pt x="134488" y="243623"/>
                  <a:pt x="176958" y="22929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0" y="0"/>
            <a:ext cx="12192000" cy="11430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0400" y="609600"/>
            <a:ext cx="17526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9" name="AutoShape 29"/>
          <p:cNvSpPr/>
          <p:nvPr/>
        </p:nvSpPr>
        <p:spPr>
          <a:xfrm>
            <a:off x="1841500" y="2209800"/>
            <a:ext cx="2705100" cy="233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800" b="0" i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latin typeface="Impact"/>
                <a:ea typeface="Impact"/>
                <a:cs typeface="Impact"/>
                <a:sym typeface="Impact"/>
              </a:rPr>
              <a:t>03</a:t>
            </a:r>
            <a:endParaRPr 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841500" y="3695700"/>
            <a:ext cx="50800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54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总体架构与核心设计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841500" y="4305300"/>
            <a:ext cx="4013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808080"/>
                </a:solidFill>
                <a:latin typeface="Segoe UI Light"/>
                <a:ea typeface="Segoe UI Light"/>
                <a:cs typeface="Segoe UI Light"/>
                <a:sym typeface="Segoe UI Light"/>
              </a:rPr>
              <a:t>Research Method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327900" y="711200"/>
            <a:ext cx="41910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0" bIns="0" rtlCol="0" anchor="b" anchorCtr="0"/>
          <a:lstStyle/>
          <a:p>
            <a:pPr marL="0" indent="0" algn="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项目核心架构体系设计汇报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066800" y="59944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6604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8636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12700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4732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16891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8890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系统总体架构（五层）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" y="1397000"/>
            <a:ext cx="10922000" cy="762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1460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为实现高内聚、低耦合的设计目标，系统构建了清晰的五层分层架构，确保各层职责单一、依赖关系明确（上层依赖下层，下层对上层无感知），从根本上防止架构腐化，提升系统可维护性。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" y="2540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2667000"/>
            <a:ext cx="317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01 表现层 (Presentation)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负责游戏的视觉呈现核心，承载所有LayaAir显示节点、UI2组件及可视化元素的渲染与展示，是用户直观交互的视觉载体，确保界面的流畅性与视觉表现力。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381500" y="2540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508500" y="2667000"/>
            <a:ext cx="317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02 UI控制层 (UI Control)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专注处理用户输入事件与UI业务逻辑，由UIStackManager统一管理全屏UI的栈式加载、切换与销毁，实现界面交互的标准化管控，隔离视觉与交互逻辑。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128000" y="2540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255000" y="2667000"/>
            <a:ext cx="317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03 游戏逻辑层 (Game Logic)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ECS架构的核心中枢，封装所有System系统组件，实现游戏核心玩法、规则判定与状态流转。通过组件化实体管理，让核心逻辑脱离表现，保证业务逻辑的纯粹性。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35000" y="4572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" y="4699000"/>
            <a:ext cx="508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04 领域服务层 (Domain Service)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提供通用业务服务与数据转换能力，涵盖配置加载解析、关卡随机生成、数据持久化等通用领域逻辑。作为逻辑层与基础层的桥梁，复用核心业务能力，减少重复开发。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223000" y="4572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350000" y="4699000"/>
            <a:ext cx="508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05 基础设施层 (Infrastructure)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提供底层技术支撑，包含ECS框架内核、对象池管理、Web Worker通信协议、网络请求封装等基础能力。为上层业务提供稳定、高效的技术底座，屏蔽底层技术细节。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系统五层分层架构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t>表现层：Laya 节点与 UI2</a:t>
            </a:r>
          </a:p>
          <a:p>
            <a:pPr algn="l">
              <a:buChar char="•"/>
            </a:pPr>
            <a:r>
              <a:t>逻辑层：EcsWorld + System</a:t>
            </a:r>
          </a:p>
          <a:p>
            <a:pPr algn="l">
              <a:buChar char="•"/>
            </a:pPr>
            <a:r>
              <a:t>基础设施：对象池、Worker、defines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0400" y="2174600"/>
            <a:ext cx="10646697" cy="1691864"/>
          </a:xfrm>
        </p:spPr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5240594" y="1048736"/>
            <a:ext cx="6440129" cy="5423359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系统主要交互时序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t>MetaFlowController 衔接跑图与战斗</a:t>
            </a:r>
          </a:p>
          <a:p>
            <a:pPr algn="l">
              <a:buChar char="•"/>
            </a:pPr>
            <a:r>
              <a:t>Tab 暂停走 SkillLoadoutState 临时缓存</a:t>
            </a:r>
          </a:p>
          <a:p>
            <a:pPr algn="l">
              <a:buChar char="•"/>
            </a:pPr>
            <a:r>
              <a:t>死亡后回到主菜单形成闭环</a:t>
            </a:r>
          </a:p>
        </p:txBody>
      </p:sp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4997671F-1E7E-5A39-CE05-3CC48AA06B0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-422" t="-1062" r="-1" b="-620"/>
          <a:stretch>
            <a:fillRect/>
          </a:stretch>
        </p:blipFill>
        <p:spPr>
          <a:xfrm>
            <a:off x="5553544" y="1048736"/>
            <a:ext cx="5684727" cy="5423360"/>
          </a:xfrm>
        </p:spPr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7620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ECS Gameplay 设计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1651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87400" y="1841500"/>
            <a:ext cx="508000" cy="508000"/>
          </a:xfrm>
          <a:prstGeom prst="roundRect">
            <a:avLst>
              <a:gd name="adj" fmla="val 0"/>
            </a:avLst>
          </a:prstGeom>
          <a:solidFill>
            <a:srgbClr val="00377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87400" y="1841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1778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实体 (Entity)：游戏世界的基石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游戏中所有对象（玩家、怪物等）的唯一标识载体，由`EntityId`标记。本身是无数据、无逻辑的“空壳”，仅作为组件的容器聚合体。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60400" y="33655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87400" y="3556000"/>
            <a:ext cx="508000" cy="508000"/>
          </a:xfrm>
          <a:prstGeom prst="roundRect">
            <a:avLst>
              <a:gd name="adj" fmla="val 0"/>
            </a:avLst>
          </a:prstGeom>
          <a:solidFill>
            <a:srgbClr val="00377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87400" y="3556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524000" y="34925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组件 (Component)：纯粹的数据容器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剥离所有业务逻辑，仅存储状态数据，如`Position`（坐标）、`Attribute`（属性）、`Skill`（技能）等。通过数据组合定义实体的特性。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60400" y="48895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87400" y="5080000"/>
            <a:ext cx="508000" cy="508000"/>
          </a:xfrm>
          <a:prstGeom prst="roundRect">
            <a:avLst>
              <a:gd name="adj" fmla="val 0"/>
            </a:avLst>
          </a:prstGeom>
          <a:solidFill>
            <a:srgbClr val="00377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87400" y="5080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524000" y="4953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系统 (System)：逻辑的唯一执行者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专注于特定组件组合的逻辑处理，如`MovementSystem`负责处理`Position`与`Velocity`组件来更新位移，实现了数据与逻辑的彻底分离。</a:t>
            </a:r>
          </a:p>
        </p:txBody>
      </p:sp>
      <p:cxnSp>
        <p:nvCxnSpPr>
          <p:cNvPr id="23" name="Connector 23"/>
          <p:cNvCxnSpPr/>
          <p:nvPr/>
        </p:nvCxnSpPr>
        <p:spPr>
          <a:xfrm rot="5390708">
            <a:off x="3873500" y="3994159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477000" y="1651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175DA0">
              <a:alpha val="6000"/>
            </a:srgbClr>
          </a:solidFill>
          <a:ln w="12700" cap="flat" cmpd="sng">
            <a:solidFill>
              <a:srgbClr val="175DA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604000" y="1841500"/>
            <a:ext cx="508000" cy="508000"/>
          </a:xfrm>
          <a:prstGeom prst="roundRect">
            <a:avLst>
              <a:gd name="adj" fmla="val 0"/>
            </a:avLst>
          </a:prstGeom>
          <a:solidFill>
            <a:srgbClr val="175DA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604000" y="1841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75DA0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302500" y="1778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75DA0"/>
                </a:solidFill>
                <a:latin typeface="Noto Sans SC"/>
                <a:ea typeface="Noto Sans SC"/>
                <a:cs typeface="Noto Sans SC"/>
                <a:sym typeface="Noto Sans SC"/>
              </a:rPr>
              <a:t>FilterRegistry：实体筛选的预注册机制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预定义常用的实体筛选器（如玩家组、怪物组），系统初始化时自动关联，大幅简化了运行时的实体查询逻辑，提升遍历效率。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477000" y="33655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175DA0">
              <a:alpha val="6000"/>
            </a:srgbClr>
          </a:solidFill>
          <a:ln w="12700" cap="flat" cmpd="sng">
            <a:solidFill>
              <a:srgbClr val="175DA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604000" y="3556000"/>
            <a:ext cx="508000" cy="508000"/>
          </a:xfrm>
          <a:prstGeom prst="roundRect">
            <a:avLst>
              <a:gd name="adj" fmla="val 0"/>
            </a:avLst>
          </a:prstGeom>
          <a:solidFill>
            <a:srgbClr val="175DA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604000" y="3556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75DA0"/>
                </a:solidFill>
                <a:latin typeface="Noto Sans SC"/>
                <a:ea typeface="Noto Sans SC"/>
                <a:cs typeface="Noto Sans SC"/>
                <a:sym typeface="Noto Sans SC"/>
              </a:rPr>
              <a:t>B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302500" y="34925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75DA0"/>
                </a:solidFill>
                <a:latin typeface="Noto Sans SC"/>
                <a:ea typeface="Noto Sans SC"/>
                <a:cs typeface="Noto Sans SC"/>
                <a:sym typeface="Noto Sans SC"/>
              </a:rPr>
              <a:t>ViewComponent：逻辑与表现的完美解耦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作为ECS世界与Laya渲染世界的桥梁，持有显示节点引用。业务逻辑仅操作数据组件，渲染层监听ViewComponent变化，实现职责分离。</a:t>
            </a:r>
          </a:p>
        </p:txBody>
      </p:sp>
      <p:sp>
        <p:nvSpPr>
          <p:cNvPr id="32" name="AutoShape 32"/>
          <p:cNvSpPr/>
          <p:nvPr/>
        </p:nvSpPr>
        <p:spPr>
          <a:xfrm>
            <a:off x="6477000" y="48895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175DA0">
              <a:alpha val="6000"/>
            </a:srgbClr>
          </a:solidFill>
          <a:ln w="12700" cap="flat" cmpd="sng">
            <a:solidFill>
              <a:srgbClr val="175DA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6604000" y="5080000"/>
            <a:ext cx="508000" cy="508000"/>
          </a:xfrm>
          <a:prstGeom prst="roundRect">
            <a:avLst>
              <a:gd name="adj" fmla="val 0"/>
            </a:avLst>
          </a:prstGeom>
          <a:solidFill>
            <a:srgbClr val="175DA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6604000" y="5080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75DA0"/>
                </a:solidFill>
                <a:latin typeface="Noto Sans SC"/>
                <a:ea typeface="Noto Sans SC"/>
                <a:cs typeface="Noto Sans SC"/>
                <a:sym typeface="Noto Sans SC"/>
              </a:rPr>
              <a:t>C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302500" y="4953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75DA0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轻量级架构：低成本与高性能的平衡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采用单线程Tick驱动与Map数据结构，避免了复杂的多线程同步开销。在保持代码简洁、维护成本低的同时，足以支撑千级实体的高效运转。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8890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配表驱动与技能效果链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87400" y="165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003778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87400" y="1651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90600" y="1778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01. 配置加载：JSON驱动的核心架构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999">
            <a:off x="990608" y="2279650"/>
            <a:ext cx="4851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990600" y="2413000"/>
            <a:ext cx="488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游戏启动阶段自动加载并解析JSON格式的技能配置表，将数值策划与程序逻辑彻底解耦。策划可独立调整技能参数，无需修改代码即可实现技能效果的迭代更新，极大提升开发效率。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48400" y="165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003778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48400" y="1651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51600" y="1778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02. 架构分离：Skill与SkillEffect解耦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8999">
            <a:off x="6451608" y="2279650"/>
            <a:ext cx="4851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451600" y="2413000"/>
            <a:ext cx="488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Skill模块专注宏观CD管理，SkillEffect模块定义具体行为（如发射子弹、属性修改、直接伤害）。单个技能可挂载多条Effect执行链，支持“分裂+发射”等组合效果，构建灵活多变的技能体系。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87400" y="4064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003778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87400" y="4064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90600" y="4191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03. 逻辑执行：链式效果的有序流转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8999">
            <a:off x="990608" y="4692650"/>
            <a:ext cx="4851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990600" y="4826000"/>
            <a:ext cx="488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PlayerAutoCastSystem 负责冷却校验，通过链式调用依次执行Effect。例如先触发modifier累积变量，再由bullet效果读取变量生成定制子弹，确保效果执行的时序性与数据传递的准确性。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48400" y="4064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003778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248400" y="4064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451600" y="4191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04. 安全保障：FormulaParser 白名单机制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8999">
            <a:off x="6451608" y="4692650"/>
            <a:ext cx="4851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6451600" y="4826000"/>
            <a:ext cx="488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摒弃高危的eval()函数，自研FormulaParser解析器。通过白名单限制可执行的运算符与函数，严格校验输入公式的合法性，在支持复杂数值计算的同时，从底层杜绝代码注入等安全风险。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007181"/>
            <a:ext cx="10871199" cy="4143426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技能效果执行链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t>JSON 配表驱动 Skill / SkillEffect</a:t>
            </a:r>
          </a:p>
          <a:p>
            <a:pPr algn="l">
              <a:buChar char="•"/>
            </a:pPr>
            <a:r>
              <a:t>modifier 累积后供 bullet 效果读取</a:t>
            </a:r>
          </a:p>
          <a:p>
            <a:pPr algn="l">
              <a:buChar char="•"/>
            </a:pPr>
            <a:r>
              <a:t>FormulaParser 白名单求值</a:t>
            </a:r>
          </a:p>
        </p:txBody>
      </p:sp>
      <p:pic>
        <p:nvPicPr>
          <p:cNvPr id="7" name="图片占位符 6">
            <a:extLst>
              <a:ext uri="{FF2B5EF4-FFF2-40B4-BE49-F238E27FC236}">
                <a16:creationId xmlns:a16="http://schemas.microsoft.com/office/drawing/2014/main" id="{D01AB043-9152-DB76-E753-D3B316EBF4C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-122" t="-1096" r="-122" b="2025"/>
          <a:stretch>
            <a:fillRect/>
          </a:stretch>
        </p:blipFill>
        <p:spPr>
          <a:xfrm>
            <a:off x="660400" y="977036"/>
            <a:ext cx="4123503" cy="4082659"/>
          </a:xfr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8951089" y="5373984"/>
            <a:ext cx="2593844" cy="73866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 dirty="0" err="1"/>
              <a:t>引擎资源通道</a:t>
            </a:r>
            <a:r>
              <a:rPr dirty="0"/>
              <a:t> + fetch </a:t>
            </a:r>
            <a:r>
              <a:rPr dirty="0" err="1"/>
              <a:t>双路径</a:t>
            </a:r>
            <a:endParaRPr dirty="0"/>
          </a:p>
          <a:p>
            <a:pPr algn="l">
              <a:buChar char="•"/>
            </a:pPr>
            <a:r>
              <a:rPr dirty="0" err="1"/>
              <a:t>启动期完成表项解析与缓存</a:t>
            </a:r>
            <a:endParaRPr dirty="0"/>
          </a:p>
          <a:p>
            <a:pPr algn="l">
              <a:buChar char="•"/>
            </a:pPr>
            <a:r>
              <a:rPr dirty="0" err="1"/>
              <a:t>策划改</a:t>
            </a:r>
            <a:r>
              <a:rPr dirty="0"/>
              <a:t> JSON </a:t>
            </a:r>
            <a:r>
              <a:rPr dirty="0" err="1"/>
              <a:t>无需改代码</a:t>
            </a:r>
            <a:endParaRPr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FAC15AE-E522-C750-9ABD-5E431978D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637" y="1048735"/>
            <a:ext cx="6215628" cy="397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1130300"/>
            <a:ext cx="12192000" cy="53594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617200" y="2743200"/>
            <a:ext cx="25400" cy="12700"/>
          </a:xfrm>
          <a:prstGeom prst="roundRect">
            <a:avLst>
              <a:gd name="adj" fmla="val 0"/>
            </a:avLst>
          </a:pr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772400" y="1384300"/>
            <a:ext cx="3520357" cy="4123326"/>
          </a:xfrm>
          <a:custGeom>
            <a:avLst/>
            <a:gdLst/>
            <a:ahLst/>
            <a:cxnLst/>
            <a:rect l="l" t="t" r="r" b="b"/>
            <a:pathLst>
              <a:path w="3520357" h="4123326">
                <a:moveTo>
                  <a:pt x="2631378" y="2611676"/>
                </a:moveTo>
                <a:cubicBezTo>
                  <a:pt x="2375352" y="2561998"/>
                  <a:pt x="2375352" y="2561998"/>
                  <a:pt x="2375352" y="2561998"/>
                </a:cubicBezTo>
                <a:cubicBezTo>
                  <a:pt x="2062432" y="2625870"/>
                  <a:pt x="2062432" y="2625870"/>
                  <a:pt x="2062432" y="2625870"/>
                </a:cubicBezTo>
                <a:cubicBezTo>
                  <a:pt x="2126438" y="2561998"/>
                  <a:pt x="2126438" y="2561998"/>
                  <a:pt x="2126438" y="2561998"/>
                </a:cubicBezTo>
                <a:cubicBezTo>
                  <a:pt x="2403799" y="2476834"/>
                  <a:pt x="2403799" y="2476834"/>
                  <a:pt x="2403799" y="2476834"/>
                </a:cubicBezTo>
                <a:cubicBezTo>
                  <a:pt x="2681160" y="2569094"/>
                  <a:pt x="2681160" y="2569094"/>
                  <a:pt x="2681160" y="2569094"/>
                </a:cubicBezTo>
                <a:lnTo>
                  <a:pt x="2631378" y="2611676"/>
                </a:lnTo>
                <a:close/>
                <a:moveTo>
                  <a:pt x="2432247" y="3477504"/>
                </a:moveTo>
                <a:cubicBezTo>
                  <a:pt x="2403799" y="3328468"/>
                  <a:pt x="2403799" y="3328468"/>
                  <a:pt x="2403799" y="3328468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595819" y="2980718"/>
                  <a:pt x="2595819" y="2980718"/>
                  <a:pt x="2595819" y="2980718"/>
                </a:cubicBezTo>
                <a:cubicBezTo>
                  <a:pt x="2674048" y="3498794"/>
                  <a:pt x="2674048" y="3498794"/>
                  <a:pt x="2674048" y="3498794"/>
                </a:cubicBezTo>
                <a:cubicBezTo>
                  <a:pt x="2595819" y="3491697"/>
                  <a:pt x="2517588" y="3484601"/>
                  <a:pt x="2432247" y="3477504"/>
                </a:cubicBezTo>
                <a:close/>
                <a:moveTo>
                  <a:pt x="1898860" y="2789100"/>
                </a:moveTo>
                <a:cubicBezTo>
                  <a:pt x="2133549" y="2845876"/>
                  <a:pt x="2133549" y="2845876"/>
                  <a:pt x="2133549" y="2845876"/>
                </a:cubicBezTo>
                <a:cubicBezTo>
                  <a:pt x="2453582" y="2725227"/>
                  <a:pt x="2453582" y="2725227"/>
                  <a:pt x="2453582" y="2725227"/>
                </a:cubicBezTo>
                <a:cubicBezTo>
                  <a:pt x="2631378" y="2810391"/>
                  <a:pt x="2631378" y="2810391"/>
                  <a:pt x="2631378" y="2810391"/>
                </a:cubicBezTo>
                <a:cubicBezTo>
                  <a:pt x="2453582" y="2782004"/>
                  <a:pt x="2453582" y="2782004"/>
                  <a:pt x="2453582" y="2782004"/>
                </a:cubicBezTo>
                <a:cubicBezTo>
                  <a:pt x="2126438" y="2902651"/>
                  <a:pt x="2126438" y="2902651"/>
                  <a:pt x="2126438" y="2902651"/>
                </a:cubicBezTo>
                <a:lnTo>
                  <a:pt x="1898860" y="2789100"/>
                </a:lnTo>
                <a:close/>
                <a:moveTo>
                  <a:pt x="1223235" y="3349758"/>
                </a:moveTo>
                <a:cubicBezTo>
                  <a:pt x="1102335" y="3023300"/>
                  <a:pt x="1102335" y="3023300"/>
                  <a:pt x="1102335" y="3023300"/>
                </a:cubicBezTo>
                <a:cubicBezTo>
                  <a:pt x="938762" y="2973621"/>
                  <a:pt x="938762" y="2973621"/>
                  <a:pt x="938762" y="2973621"/>
                </a:cubicBezTo>
                <a:cubicBezTo>
                  <a:pt x="1216123" y="2888458"/>
                  <a:pt x="1216123" y="2888458"/>
                  <a:pt x="1216123" y="2888458"/>
                </a:cubicBezTo>
                <a:cubicBezTo>
                  <a:pt x="1322800" y="3243304"/>
                  <a:pt x="1322800" y="3243304"/>
                  <a:pt x="1322800" y="3243304"/>
                </a:cubicBezTo>
                <a:cubicBezTo>
                  <a:pt x="1977089" y="3143947"/>
                  <a:pt x="1977089" y="3143947"/>
                  <a:pt x="1977089" y="3143947"/>
                </a:cubicBezTo>
                <a:lnTo>
                  <a:pt x="1223235" y="3349758"/>
                </a:lnTo>
                <a:close/>
                <a:moveTo>
                  <a:pt x="1102335" y="2313605"/>
                </a:moveTo>
                <a:cubicBezTo>
                  <a:pt x="1130781" y="2313605"/>
                  <a:pt x="1130781" y="2313605"/>
                  <a:pt x="1130781" y="2313605"/>
                </a:cubicBezTo>
                <a:cubicBezTo>
                  <a:pt x="1130781" y="2491029"/>
                  <a:pt x="1130781" y="2491029"/>
                  <a:pt x="1130781" y="2491029"/>
                </a:cubicBezTo>
                <a:cubicBezTo>
                  <a:pt x="1102335" y="2491029"/>
                  <a:pt x="1102335" y="2491029"/>
                  <a:pt x="1102335" y="2491029"/>
                </a:cubicBezTo>
                <a:lnTo>
                  <a:pt x="1102335" y="2313605"/>
                </a:lnTo>
                <a:close/>
                <a:moveTo>
                  <a:pt x="1166340" y="2313605"/>
                </a:moveTo>
                <a:cubicBezTo>
                  <a:pt x="1329912" y="2313605"/>
                  <a:pt x="1329912" y="2313605"/>
                  <a:pt x="1329912" y="2313605"/>
                </a:cubicBezTo>
                <a:cubicBezTo>
                  <a:pt x="1329912" y="2491029"/>
                  <a:pt x="1329912" y="2491029"/>
                  <a:pt x="1329912" y="2491029"/>
                </a:cubicBezTo>
                <a:cubicBezTo>
                  <a:pt x="1166340" y="2491029"/>
                  <a:pt x="1166340" y="2491029"/>
                  <a:pt x="1166340" y="2491029"/>
                </a:cubicBezTo>
                <a:lnTo>
                  <a:pt x="1166340" y="2313605"/>
                </a:lnTo>
                <a:close/>
                <a:moveTo>
                  <a:pt x="768078" y="1887788"/>
                </a:moveTo>
                <a:cubicBezTo>
                  <a:pt x="768078" y="1887788"/>
                  <a:pt x="768078" y="1887788"/>
                  <a:pt x="768078" y="1887788"/>
                </a:cubicBezTo>
                <a:cubicBezTo>
                  <a:pt x="561835" y="1887788"/>
                  <a:pt x="561835" y="1887788"/>
                  <a:pt x="561835" y="1887788"/>
                </a:cubicBezTo>
                <a:cubicBezTo>
                  <a:pt x="561835" y="709695"/>
                  <a:pt x="561835" y="709695"/>
                  <a:pt x="561835" y="709695"/>
                </a:cubicBezTo>
                <a:cubicBezTo>
                  <a:pt x="782301" y="709695"/>
                  <a:pt x="782301" y="709695"/>
                  <a:pt x="782301" y="709695"/>
                </a:cubicBezTo>
                <a:cubicBezTo>
                  <a:pt x="782301" y="695500"/>
                  <a:pt x="782301" y="695500"/>
                  <a:pt x="782301" y="695500"/>
                </a:cubicBezTo>
                <a:cubicBezTo>
                  <a:pt x="1059663" y="695500"/>
                  <a:pt x="1059663" y="695500"/>
                  <a:pt x="1059663" y="695500"/>
                </a:cubicBezTo>
                <a:cubicBezTo>
                  <a:pt x="1059663" y="702598"/>
                  <a:pt x="1059663" y="709695"/>
                  <a:pt x="1066775" y="716792"/>
                </a:cubicBezTo>
                <a:cubicBezTo>
                  <a:pt x="839196" y="809052"/>
                  <a:pt x="839196" y="809052"/>
                  <a:pt x="839196" y="809052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03637" y="809052"/>
                  <a:pt x="803637" y="809052"/>
                  <a:pt x="803637" y="809052"/>
                </a:cubicBezTo>
                <a:cubicBezTo>
                  <a:pt x="853420" y="936796"/>
                  <a:pt x="853420" y="936796"/>
                  <a:pt x="853420" y="936796"/>
                </a:cubicBezTo>
                <a:cubicBezTo>
                  <a:pt x="881868" y="922603"/>
                  <a:pt x="881868" y="922603"/>
                  <a:pt x="881868" y="922603"/>
                </a:cubicBezTo>
                <a:cubicBezTo>
                  <a:pt x="874756" y="908409"/>
                  <a:pt x="874756" y="908409"/>
                  <a:pt x="874756" y="908409"/>
                </a:cubicBezTo>
                <a:cubicBezTo>
                  <a:pt x="1102335" y="816149"/>
                  <a:pt x="1102335" y="816149"/>
                  <a:pt x="1102335" y="816149"/>
                </a:cubicBezTo>
                <a:cubicBezTo>
                  <a:pt x="1109445" y="823246"/>
                  <a:pt x="1116557" y="830343"/>
                  <a:pt x="1116557" y="837439"/>
                </a:cubicBezTo>
                <a:cubicBezTo>
                  <a:pt x="952985" y="1007767"/>
                  <a:pt x="952985" y="1007767"/>
                  <a:pt x="952985" y="1007767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17426" y="1021960"/>
                  <a:pt x="917426" y="1021960"/>
                  <a:pt x="917426" y="1021960"/>
                </a:cubicBezTo>
                <a:cubicBezTo>
                  <a:pt x="1016992" y="1121317"/>
                  <a:pt x="1016992" y="1121317"/>
                  <a:pt x="1016992" y="1121317"/>
                </a:cubicBezTo>
                <a:cubicBezTo>
                  <a:pt x="1038328" y="1100027"/>
                  <a:pt x="1038328" y="1100027"/>
                  <a:pt x="1038328" y="1100027"/>
                </a:cubicBezTo>
                <a:cubicBezTo>
                  <a:pt x="1024104" y="1085832"/>
                  <a:pt x="1024104" y="1085832"/>
                  <a:pt x="1024104" y="1085832"/>
                </a:cubicBezTo>
                <a:cubicBezTo>
                  <a:pt x="1194788" y="915506"/>
                  <a:pt x="1194788" y="915506"/>
                  <a:pt x="1194788" y="915506"/>
                </a:cubicBezTo>
                <a:cubicBezTo>
                  <a:pt x="1201900" y="922603"/>
                  <a:pt x="1209012" y="929700"/>
                  <a:pt x="1216123" y="929700"/>
                </a:cubicBezTo>
                <a:cubicBezTo>
                  <a:pt x="1130781" y="1156802"/>
                  <a:pt x="1130781" y="1156802"/>
                  <a:pt x="1130781" y="1156802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02335" y="1178093"/>
                  <a:pt x="1102335" y="1178093"/>
                  <a:pt x="1102335" y="1178093"/>
                </a:cubicBezTo>
                <a:cubicBezTo>
                  <a:pt x="1230347" y="1227771"/>
                  <a:pt x="1230347" y="1227771"/>
                  <a:pt x="1230347" y="1227771"/>
                </a:cubicBezTo>
                <a:cubicBezTo>
                  <a:pt x="1244571" y="1199384"/>
                  <a:pt x="1244571" y="1199384"/>
                  <a:pt x="1244571" y="1199384"/>
                </a:cubicBezTo>
                <a:cubicBezTo>
                  <a:pt x="1230347" y="1192287"/>
                  <a:pt x="1230347" y="1192287"/>
                  <a:pt x="1230347" y="1192287"/>
                </a:cubicBezTo>
                <a:cubicBezTo>
                  <a:pt x="1315690" y="972282"/>
                  <a:pt x="1315690" y="972282"/>
                  <a:pt x="1315690" y="972282"/>
                </a:cubicBezTo>
                <a:cubicBezTo>
                  <a:pt x="1329912" y="972282"/>
                  <a:pt x="1337024" y="979378"/>
                  <a:pt x="1351248" y="979378"/>
                </a:cubicBezTo>
                <a:cubicBezTo>
                  <a:pt x="1351248" y="1213578"/>
                  <a:pt x="1351248" y="1213578"/>
                  <a:pt x="1351248" y="1213578"/>
                </a:cubicBezTo>
                <a:cubicBezTo>
                  <a:pt x="1329912" y="1213578"/>
                  <a:pt x="1329912" y="1213578"/>
                  <a:pt x="1329912" y="1213578"/>
                </a:cubicBezTo>
                <a:cubicBezTo>
                  <a:pt x="1329912" y="1887788"/>
                  <a:pt x="1329912" y="1887788"/>
                  <a:pt x="1329912" y="1887788"/>
                </a:cubicBezTo>
                <a:lnTo>
                  <a:pt x="768078" y="1887788"/>
                </a:lnTo>
                <a:close/>
                <a:moveTo>
                  <a:pt x="526275" y="1887788"/>
                </a:moveTo>
                <a:cubicBezTo>
                  <a:pt x="483605" y="1887788"/>
                  <a:pt x="483605" y="1887788"/>
                  <a:pt x="483605" y="1887788"/>
                </a:cubicBezTo>
                <a:cubicBezTo>
                  <a:pt x="483605" y="709695"/>
                  <a:pt x="483605" y="709695"/>
                  <a:pt x="483605" y="709695"/>
                </a:cubicBezTo>
                <a:cubicBezTo>
                  <a:pt x="526275" y="709695"/>
                  <a:pt x="526275" y="709695"/>
                  <a:pt x="526275" y="709695"/>
                </a:cubicBezTo>
                <a:lnTo>
                  <a:pt x="526275" y="1887788"/>
                </a:lnTo>
                <a:close/>
                <a:moveTo>
                  <a:pt x="1088111" y="787761"/>
                </a:moveTo>
                <a:cubicBezTo>
                  <a:pt x="1088111" y="794857"/>
                  <a:pt x="1095223" y="794857"/>
                  <a:pt x="1095223" y="801955"/>
                </a:cubicBezTo>
                <a:cubicBezTo>
                  <a:pt x="888978" y="887118"/>
                  <a:pt x="888978" y="887118"/>
                  <a:pt x="888978" y="887118"/>
                </a:cubicBezTo>
                <a:cubicBezTo>
                  <a:pt x="881868" y="872924"/>
                  <a:pt x="881868" y="872924"/>
                  <a:pt x="881868" y="872924"/>
                </a:cubicBezTo>
                <a:lnTo>
                  <a:pt x="1088111" y="787761"/>
                </a:lnTo>
                <a:close/>
                <a:moveTo>
                  <a:pt x="867644" y="404525"/>
                </a:moveTo>
                <a:cubicBezTo>
                  <a:pt x="874756" y="390332"/>
                  <a:pt x="874756" y="390332"/>
                  <a:pt x="874756" y="390332"/>
                </a:cubicBezTo>
                <a:cubicBezTo>
                  <a:pt x="1109445" y="489689"/>
                  <a:pt x="1109445" y="489689"/>
                  <a:pt x="1109445" y="489689"/>
                </a:cubicBezTo>
                <a:cubicBezTo>
                  <a:pt x="1102335" y="496786"/>
                  <a:pt x="1102335" y="496786"/>
                  <a:pt x="1102335" y="496786"/>
                </a:cubicBezTo>
                <a:lnTo>
                  <a:pt x="867644" y="404525"/>
                </a:lnTo>
                <a:close/>
                <a:moveTo>
                  <a:pt x="1180564" y="880021"/>
                </a:moveTo>
                <a:cubicBezTo>
                  <a:pt x="1180564" y="887118"/>
                  <a:pt x="1187676" y="887118"/>
                  <a:pt x="1194788" y="894216"/>
                </a:cubicBezTo>
                <a:cubicBezTo>
                  <a:pt x="1009880" y="1057445"/>
                  <a:pt x="1009880" y="1057445"/>
                  <a:pt x="1009880" y="1057445"/>
                </a:cubicBezTo>
                <a:cubicBezTo>
                  <a:pt x="1002768" y="1050348"/>
                  <a:pt x="1002768" y="1050348"/>
                  <a:pt x="1002768" y="1050348"/>
                </a:cubicBezTo>
                <a:lnTo>
                  <a:pt x="1180564" y="880021"/>
                </a:lnTo>
                <a:close/>
                <a:moveTo>
                  <a:pt x="995657" y="205811"/>
                </a:moveTo>
                <a:cubicBezTo>
                  <a:pt x="1024104" y="212908"/>
                  <a:pt x="1024104" y="212908"/>
                  <a:pt x="1024104" y="212908"/>
                </a:cubicBezTo>
                <a:cubicBezTo>
                  <a:pt x="1194788" y="383235"/>
                  <a:pt x="1194788" y="383235"/>
                  <a:pt x="1194788" y="383235"/>
                </a:cubicBezTo>
                <a:cubicBezTo>
                  <a:pt x="1180564" y="397429"/>
                  <a:pt x="1180564" y="397429"/>
                  <a:pt x="1180564" y="397429"/>
                </a:cubicBezTo>
                <a:lnTo>
                  <a:pt x="995657" y="205811"/>
                </a:lnTo>
                <a:close/>
                <a:moveTo>
                  <a:pt x="1287242" y="943894"/>
                </a:moveTo>
                <a:cubicBezTo>
                  <a:pt x="1294354" y="943894"/>
                  <a:pt x="1294354" y="950991"/>
                  <a:pt x="1301466" y="950991"/>
                </a:cubicBezTo>
                <a:cubicBezTo>
                  <a:pt x="1209012" y="1178093"/>
                  <a:pt x="1209012" y="1178093"/>
                  <a:pt x="1209012" y="1178093"/>
                </a:cubicBezTo>
                <a:cubicBezTo>
                  <a:pt x="1194788" y="1170996"/>
                  <a:pt x="1194788" y="1170996"/>
                  <a:pt x="1194788" y="1170996"/>
                </a:cubicBezTo>
                <a:lnTo>
                  <a:pt x="1287242" y="943894"/>
                </a:lnTo>
                <a:close/>
                <a:moveTo>
                  <a:pt x="1187676" y="70969"/>
                </a:moveTo>
                <a:cubicBezTo>
                  <a:pt x="1216123" y="120647"/>
                  <a:pt x="1216123" y="120647"/>
                  <a:pt x="1216123" y="120647"/>
                </a:cubicBezTo>
                <a:cubicBezTo>
                  <a:pt x="1315690" y="326460"/>
                  <a:pt x="1315690" y="326460"/>
                  <a:pt x="1315690" y="326460"/>
                </a:cubicBezTo>
                <a:cubicBezTo>
                  <a:pt x="1308578" y="326460"/>
                  <a:pt x="1301466" y="333557"/>
                  <a:pt x="1294354" y="333557"/>
                </a:cubicBezTo>
                <a:lnTo>
                  <a:pt x="1187676" y="70969"/>
                </a:lnTo>
                <a:close/>
                <a:moveTo>
                  <a:pt x="1401031" y="2292313"/>
                </a:moveTo>
                <a:cubicBezTo>
                  <a:pt x="1401031" y="2292313"/>
                  <a:pt x="1401031" y="2292313"/>
                  <a:pt x="1401031" y="2292313"/>
                </a:cubicBezTo>
                <a:cubicBezTo>
                  <a:pt x="1429478" y="2327798"/>
                  <a:pt x="1429478" y="2327798"/>
                  <a:pt x="1429478" y="2327798"/>
                </a:cubicBezTo>
                <a:cubicBezTo>
                  <a:pt x="1429478" y="2491029"/>
                  <a:pt x="1429478" y="2491029"/>
                  <a:pt x="1429478" y="2491029"/>
                </a:cubicBezTo>
                <a:cubicBezTo>
                  <a:pt x="1401031" y="2491029"/>
                  <a:pt x="1401031" y="2491029"/>
                  <a:pt x="1401031" y="2491029"/>
                </a:cubicBezTo>
                <a:lnTo>
                  <a:pt x="1401031" y="2292313"/>
                </a:lnTo>
                <a:close/>
                <a:moveTo>
                  <a:pt x="1401031" y="2001338"/>
                </a:moveTo>
                <a:cubicBezTo>
                  <a:pt x="1401031" y="2001338"/>
                  <a:pt x="1401031" y="2001338"/>
                  <a:pt x="1401031" y="2001338"/>
                </a:cubicBezTo>
                <a:cubicBezTo>
                  <a:pt x="1429478" y="2036823"/>
                  <a:pt x="1429478" y="2036823"/>
                  <a:pt x="1429478" y="2036823"/>
                </a:cubicBezTo>
                <a:cubicBezTo>
                  <a:pt x="1429478" y="2178762"/>
                  <a:pt x="1429478" y="2178762"/>
                  <a:pt x="1429478" y="2178762"/>
                </a:cubicBezTo>
                <a:cubicBezTo>
                  <a:pt x="1401031" y="2178762"/>
                  <a:pt x="1401031" y="2178762"/>
                  <a:pt x="1401031" y="2178762"/>
                </a:cubicBezTo>
                <a:lnTo>
                  <a:pt x="1401031" y="2001338"/>
                </a:lnTo>
                <a:close/>
                <a:moveTo>
                  <a:pt x="1401031" y="1213578"/>
                </a:moveTo>
                <a:cubicBezTo>
                  <a:pt x="1415255" y="1213578"/>
                  <a:pt x="1415255" y="1213578"/>
                  <a:pt x="1415255" y="1213578"/>
                </a:cubicBezTo>
                <a:cubicBezTo>
                  <a:pt x="1415255" y="965185"/>
                  <a:pt x="1415255" y="965185"/>
                  <a:pt x="1415255" y="965185"/>
                </a:cubicBezTo>
                <a:cubicBezTo>
                  <a:pt x="1422367" y="965185"/>
                  <a:pt x="1429478" y="965185"/>
                  <a:pt x="1429478" y="965185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894884"/>
                  <a:pt x="1429478" y="1894884"/>
                  <a:pt x="1429478" y="1894884"/>
                </a:cubicBezTo>
                <a:cubicBezTo>
                  <a:pt x="1401031" y="1894884"/>
                  <a:pt x="1401031" y="1894884"/>
                  <a:pt x="1401031" y="1894884"/>
                </a:cubicBezTo>
                <a:lnTo>
                  <a:pt x="1401031" y="1213578"/>
                </a:lnTo>
                <a:close/>
                <a:moveTo>
                  <a:pt x="1415255" y="35485"/>
                </a:moveTo>
                <a:cubicBezTo>
                  <a:pt x="1429478" y="35485"/>
                  <a:pt x="1429478" y="35485"/>
                  <a:pt x="1429478" y="35485"/>
                </a:cubicBezTo>
                <a:cubicBezTo>
                  <a:pt x="1429478" y="319363"/>
                  <a:pt x="1429478" y="319363"/>
                  <a:pt x="1429478" y="319363"/>
                </a:cubicBezTo>
                <a:cubicBezTo>
                  <a:pt x="1429478" y="319363"/>
                  <a:pt x="1422367" y="319363"/>
                  <a:pt x="1415255" y="312265"/>
                </a:cubicBezTo>
                <a:lnTo>
                  <a:pt x="1415255" y="35485"/>
                </a:lnTo>
                <a:close/>
                <a:moveTo>
                  <a:pt x="1507708" y="432914"/>
                </a:moveTo>
                <a:cubicBezTo>
                  <a:pt x="1543267" y="432914"/>
                  <a:pt x="1578827" y="468399"/>
                  <a:pt x="1578827" y="503883"/>
                </a:cubicBezTo>
                <a:cubicBezTo>
                  <a:pt x="1578827" y="546464"/>
                  <a:pt x="1543267" y="574853"/>
                  <a:pt x="1507708" y="574853"/>
                </a:cubicBezTo>
                <a:cubicBezTo>
                  <a:pt x="1465038" y="574853"/>
                  <a:pt x="1436590" y="546464"/>
                  <a:pt x="1436590" y="503883"/>
                </a:cubicBezTo>
                <a:cubicBezTo>
                  <a:pt x="1436590" y="468399"/>
                  <a:pt x="1465038" y="432914"/>
                  <a:pt x="1507708" y="432914"/>
                </a:cubicBezTo>
                <a:close/>
                <a:moveTo>
                  <a:pt x="1642834" y="1163899"/>
                </a:moveTo>
                <a:cubicBezTo>
                  <a:pt x="1635722" y="1163899"/>
                  <a:pt x="1635722" y="1163899"/>
                  <a:pt x="1635722" y="1163899"/>
                </a:cubicBezTo>
                <a:cubicBezTo>
                  <a:pt x="1543267" y="929700"/>
                  <a:pt x="1543267" y="929700"/>
                  <a:pt x="1543267" y="929700"/>
                </a:cubicBezTo>
                <a:cubicBezTo>
                  <a:pt x="1564603" y="922603"/>
                  <a:pt x="1564603" y="922603"/>
                  <a:pt x="1564603" y="922603"/>
                </a:cubicBezTo>
                <a:lnTo>
                  <a:pt x="1642834" y="1163899"/>
                </a:lnTo>
                <a:close/>
                <a:moveTo>
                  <a:pt x="1657057" y="844536"/>
                </a:moveTo>
                <a:cubicBezTo>
                  <a:pt x="1834853" y="1014863"/>
                  <a:pt x="1834853" y="1014863"/>
                  <a:pt x="1834853" y="1014863"/>
                </a:cubicBezTo>
                <a:cubicBezTo>
                  <a:pt x="1820629" y="1029057"/>
                  <a:pt x="1820629" y="1029057"/>
                  <a:pt x="1820629" y="1029057"/>
                </a:cubicBezTo>
                <a:cubicBezTo>
                  <a:pt x="1642834" y="851634"/>
                  <a:pt x="1642834" y="851634"/>
                  <a:pt x="1642834" y="851634"/>
                </a:cubicBezTo>
                <a:cubicBezTo>
                  <a:pt x="1649945" y="851634"/>
                  <a:pt x="1649945" y="844536"/>
                  <a:pt x="1657057" y="844536"/>
                </a:cubicBezTo>
                <a:close/>
                <a:moveTo>
                  <a:pt x="1713951" y="730985"/>
                </a:moveTo>
                <a:cubicBezTo>
                  <a:pt x="1941530" y="823246"/>
                  <a:pt x="1941530" y="823246"/>
                  <a:pt x="1941530" y="823246"/>
                </a:cubicBezTo>
                <a:cubicBezTo>
                  <a:pt x="1934418" y="837439"/>
                  <a:pt x="1934418" y="837439"/>
                  <a:pt x="1934418" y="837439"/>
                </a:cubicBezTo>
                <a:cubicBezTo>
                  <a:pt x="1706839" y="738082"/>
                  <a:pt x="1706839" y="738082"/>
                  <a:pt x="1706839" y="738082"/>
                </a:cubicBezTo>
                <a:cubicBezTo>
                  <a:pt x="1706839" y="738082"/>
                  <a:pt x="1713951" y="730985"/>
                  <a:pt x="1713951" y="730985"/>
                </a:cubicBezTo>
                <a:close/>
                <a:moveTo>
                  <a:pt x="1984201" y="596143"/>
                </a:moveTo>
                <a:cubicBezTo>
                  <a:pt x="2666936" y="596143"/>
                  <a:pt x="2666936" y="596143"/>
                  <a:pt x="2666936" y="596143"/>
                </a:cubicBezTo>
                <a:cubicBezTo>
                  <a:pt x="2666936" y="624531"/>
                  <a:pt x="2666936" y="624531"/>
                  <a:pt x="2666936" y="624531"/>
                </a:cubicBezTo>
                <a:cubicBezTo>
                  <a:pt x="1984201" y="624531"/>
                  <a:pt x="1984201" y="624531"/>
                  <a:pt x="1984201" y="624531"/>
                </a:cubicBezTo>
                <a:lnTo>
                  <a:pt x="1984201" y="596143"/>
                </a:lnTo>
                <a:close/>
                <a:moveTo>
                  <a:pt x="2553148" y="390332"/>
                </a:moveTo>
                <a:cubicBezTo>
                  <a:pt x="2574483" y="567756"/>
                  <a:pt x="2574483" y="567756"/>
                  <a:pt x="2574483" y="567756"/>
                </a:cubicBezTo>
                <a:cubicBezTo>
                  <a:pt x="2560259" y="567756"/>
                  <a:pt x="2560259" y="567756"/>
                  <a:pt x="2560259" y="567756"/>
                </a:cubicBezTo>
                <a:cubicBezTo>
                  <a:pt x="2546036" y="383235"/>
                  <a:pt x="2546036" y="383235"/>
                  <a:pt x="2546036" y="383235"/>
                </a:cubicBezTo>
                <a:lnTo>
                  <a:pt x="2553148" y="390332"/>
                </a:lnTo>
                <a:close/>
                <a:moveTo>
                  <a:pt x="2631378" y="475496"/>
                </a:moveTo>
                <a:cubicBezTo>
                  <a:pt x="2823398" y="589046"/>
                  <a:pt x="2823398" y="589046"/>
                  <a:pt x="2823398" y="589046"/>
                </a:cubicBezTo>
                <a:cubicBezTo>
                  <a:pt x="2823398" y="603240"/>
                  <a:pt x="2823398" y="603240"/>
                  <a:pt x="2823398" y="603240"/>
                </a:cubicBezTo>
                <a:cubicBezTo>
                  <a:pt x="2631378" y="510981"/>
                  <a:pt x="2631378" y="510981"/>
                  <a:pt x="2631378" y="510981"/>
                </a:cubicBezTo>
                <a:lnTo>
                  <a:pt x="2631378" y="475496"/>
                </a:lnTo>
                <a:close/>
                <a:moveTo>
                  <a:pt x="2922963" y="631628"/>
                </a:moveTo>
                <a:cubicBezTo>
                  <a:pt x="2930075" y="660016"/>
                  <a:pt x="2930075" y="660016"/>
                  <a:pt x="2930075" y="660016"/>
                </a:cubicBezTo>
                <a:cubicBezTo>
                  <a:pt x="2716720" y="702598"/>
                  <a:pt x="2716720" y="702598"/>
                  <a:pt x="2716720" y="702598"/>
                </a:cubicBezTo>
                <a:cubicBezTo>
                  <a:pt x="2688272" y="688403"/>
                  <a:pt x="2688272" y="688403"/>
                  <a:pt x="2688272" y="688403"/>
                </a:cubicBezTo>
                <a:lnTo>
                  <a:pt x="2922963" y="631628"/>
                </a:lnTo>
                <a:close/>
                <a:moveTo>
                  <a:pt x="3065200" y="674210"/>
                </a:moveTo>
                <a:cubicBezTo>
                  <a:pt x="2866069" y="922603"/>
                  <a:pt x="2866069" y="922603"/>
                  <a:pt x="2866069" y="922603"/>
                </a:cubicBezTo>
                <a:cubicBezTo>
                  <a:pt x="2844733" y="901313"/>
                  <a:pt x="2844733" y="901313"/>
                  <a:pt x="2844733" y="901313"/>
                </a:cubicBezTo>
                <a:cubicBezTo>
                  <a:pt x="3043864" y="645822"/>
                  <a:pt x="3043864" y="645822"/>
                  <a:pt x="3043864" y="645822"/>
                </a:cubicBezTo>
                <a:lnTo>
                  <a:pt x="3065200" y="674210"/>
                </a:lnTo>
                <a:close/>
                <a:moveTo>
                  <a:pt x="3178989" y="695500"/>
                </a:moveTo>
                <a:cubicBezTo>
                  <a:pt x="3072312" y="1021960"/>
                  <a:pt x="3072312" y="1021960"/>
                  <a:pt x="3072312" y="1021960"/>
                </a:cubicBezTo>
                <a:cubicBezTo>
                  <a:pt x="3058088" y="1014863"/>
                  <a:pt x="3058088" y="1014863"/>
                  <a:pt x="3058088" y="1014863"/>
                </a:cubicBezTo>
                <a:cubicBezTo>
                  <a:pt x="3164765" y="681307"/>
                  <a:pt x="3164765" y="681307"/>
                  <a:pt x="3164765" y="681307"/>
                </a:cubicBezTo>
                <a:lnTo>
                  <a:pt x="3178989" y="695500"/>
                </a:lnTo>
                <a:close/>
                <a:moveTo>
                  <a:pt x="3278555" y="674210"/>
                </a:moveTo>
                <a:cubicBezTo>
                  <a:pt x="3292779" y="674210"/>
                  <a:pt x="3292779" y="674210"/>
                  <a:pt x="3292779" y="674210"/>
                </a:cubicBezTo>
                <a:cubicBezTo>
                  <a:pt x="3292779" y="1100027"/>
                  <a:pt x="3292779" y="1100027"/>
                  <a:pt x="3292779" y="1100027"/>
                </a:cubicBezTo>
                <a:cubicBezTo>
                  <a:pt x="3278555" y="1100027"/>
                  <a:pt x="3278555" y="1100027"/>
                  <a:pt x="3278555" y="1100027"/>
                </a:cubicBezTo>
                <a:lnTo>
                  <a:pt x="3278555" y="674210"/>
                </a:lnTo>
                <a:close/>
                <a:moveTo>
                  <a:pt x="1472150" y="2029727"/>
                </a:moveTo>
                <a:cubicBezTo>
                  <a:pt x="1543267" y="2029727"/>
                  <a:pt x="1543267" y="2029727"/>
                  <a:pt x="1543267" y="2029727"/>
                </a:cubicBezTo>
                <a:cubicBezTo>
                  <a:pt x="1543267" y="2178762"/>
                  <a:pt x="1543267" y="2178762"/>
                  <a:pt x="1543267" y="2178762"/>
                </a:cubicBezTo>
                <a:cubicBezTo>
                  <a:pt x="1472150" y="2178762"/>
                  <a:pt x="1472150" y="2178762"/>
                  <a:pt x="1472150" y="2178762"/>
                </a:cubicBezTo>
                <a:lnTo>
                  <a:pt x="1472150" y="2029727"/>
                </a:lnTo>
                <a:close/>
                <a:moveTo>
                  <a:pt x="1578827" y="1980048"/>
                </a:moveTo>
                <a:cubicBezTo>
                  <a:pt x="1607274" y="1958758"/>
                  <a:pt x="1607274" y="1958758"/>
                  <a:pt x="1607274" y="1958758"/>
                </a:cubicBezTo>
                <a:cubicBezTo>
                  <a:pt x="1607274" y="2207151"/>
                  <a:pt x="1607274" y="2207151"/>
                  <a:pt x="1607274" y="2207151"/>
                </a:cubicBezTo>
                <a:cubicBezTo>
                  <a:pt x="1578827" y="2192956"/>
                  <a:pt x="1578827" y="2192956"/>
                  <a:pt x="1578827" y="2192956"/>
                </a:cubicBezTo>
                <a:lnTo>
                  <a:pt x="1578827" y="1980048"/>
                </a:lnTo>
                <a:close/>
                <a:moveTo>
                  <a:pt x="2453582" y="1845206"/>
                </a:moveTo>
                <a:cubicBezTo>
                  <a:pt x="2453582" y="1674880"/>
                  <a:pt x="2453582" y="1674880"/>
                  <a:pt x="2453582" y="1674880"/>
                </a:cubicBezTo>
                <a:cubicBezTo>
                  <a:pt x="2474918" y="1674880"/>
                  <a:pt x="2474918" y="1674880"/>
                  <a:pt x="2474918" y="1674880"/>
                </a:cubicBezTo>
                <a:cubicBezTo>
                  <a:pt x="2489142" y="1823916"/>
                  <a:pt x="2489142" y="1823916"/>
                  <a:pt x="2489142" y="1823916"/>
                </a:cubicBezTo>
                <a:cubicBezTo>
                  <a:pt x="2595819" y="2022630"/>
                  <a:pt x="2595819" y="2022630"/>
                  <a:pt x="2595819" y="2022630"/>
                </a:cubicBezTo>
                <a:lnTo>
                  <a:pt x="2453582" y="1845206"/>
                </a:lnTo>
                <a:close/>
                <a:moveTo>
                  <a:pt x="2823398" y="1362613"/>
                </a:moveTo>
                <a:cubicBezTo>
                  <a:pt x="2823398" y="1291645"/>
                  <a:pt x="2823398" y="1291645"/>
                  <a:pt x="2823398" y="1291645"/>
                </a:cubicBezTo>
                <a:cubicBezTo>
                  <a:pt x="2851845" y="1291645"/>
                  <a:pt x="2851845" y="1291645"/>
                  <a:pt x="2851845" y="1291645"/>
                </a:cubicBezTo>
                <a:cubicBezTo>
                  <a:pt x="2908739" y="1348420"/>
                  <a:pt x="2908739" y="1348420"/>
                  <a:pt x="2908739" y="1348420"/>
                </a:cubicBezTo>
                <a:cubicBezTo>
                  <a:pt x="2894515" y="1447777"/>
                  <a:pt x="2894515" y="1447777"/>
                  <a:pt x="2894515" y="1447777"/>
                </a:cubicBezTo>
                <a:cubicBezTo>
                  <a:pt x="2830509" y="1490359"/>
                  <a:pt x="2830509" y="1490359"/>
                  <a:pt x="2830509" y="1490359"/>
                </a:cubicBezTo>
                <a:cubicBezTo>
                  <a:pt x="2809174" y="1490359"/>
                  <a:pt x="2809174" y="1490359"/>
                  <a:pt x="2809174" y="1490359"/>
                </a:cubicBezTo>
                <a:cubicBezTo>
                  <a:pt x="2809174" y="1440680"/>
                  <a:pt x="2809174" y="1440680"/>
                  <a:pt x="2809174" y="1440680"/>
                </a:cubicBezTo>
                <a:cubicBezTo>
                  <a:pt x="2844733" y="1440680"/>
                  <a:pt x="2844733" y="1440680"/>
                  <a:pt x="2844733" y="1440680"/>
                </a:cubicBezTo>
                <a:cubicBezTo>
                  <a:pt x="2844733" y="1426487"/>
                  <a:pt x="2844733" y="1426487"/>
                  <a:pt x="2844733" y="1426487"/>
                </a:cubicBezTo>
                <a:cubicBezTo>
                  <a:pt x="2809174" y="1426487"/>
                  <a:pt x="2809174" y="1426487"/>
                  <a:pt x="2809174" y="1426487"/>
                </a:cubicBezTo>
                <a:cubicBezTo>
                  <a:pt x="2809174" y="1362613"/>
                  <a:pt x="2809174" y="1362613"/>
                  <a:pt x="2809174" y="1362613"/>
                </a:cubicBezTo>
                <a:lnTo>
                  <a:pt x="2823398" y="1362613"/>
                </a:lnTo>
                <a:close/>
                <a:moveTo>
                  <a:pt x="2894515" y="1554231"/>
                </a:moveTo>
                <a:cubicBezTo>
                  <a:pt x="2851845" y="1554231"/>
                  <a:pt x="2851845" y="1554231"/>
                  <a:pt x="2851845" y="1554231"/>
                </a:cubicBezTo>
                <a:cubicBezTo>
                  <a:pt x="2851845" y="1504552"/>
                  <a:pt x="2851845" y="1504552"/>
                  <a:pt x="2851845" y="1504552"/>
                </a:cubicBezTo>
                <a:cubicBezTo>
                  <a:pt x="2930075" y="1461971"/>
                  <a:pt x="2930075" y="1461971"/>
                  <a:pt x="2930075" y="1461971"/>
                </a:cubicBezTo>
                <a:lnTo>
                  <a:pt x="2894515" y="1554231"/>
                </a:lnTo>
                <a:close/>
                <a:moveTo>
                  <a:pt x="2937186" y="3527182"/>
                </a:moveTo>
                <a:cubicBezTo>
                  <a:pt x="3029641" y="3037493"/>
                  <a:pt x="3029641" y="3037493"/>
                  <a:pt x="3029641" y="3037493"/>
                </a:cubicBezTo>
                <a:cubicBezTo>
                  <a:pt x="3008305" y="2860069"/>
                  <a:pt x="3008305" y="2860069"/>
                  <a:pt x="3008305" y="2860069"/>
                </a:cubicBezTo>
                <a:cubicBezTo>
                  <a:pt x="2930075" y="3200723"/>
                  <a:pt x="2930075" y="3200723"/>
                  <a:pt x="2930075" y="3200723"/>
                </a:cubicBezTo>
                <a:cubicBezTo>
                  <a:pt x="2887403" y="3200723"/>
                  <a:pt x="2887403" y="3200723"/>
                  <a:pt x="2887403" y="3200723"/>
                </a:cubicBezTo>
                <a:cubicBezTo>
                  <a:pt x="2887403" y="2895554"/>
                  <a:pt x="2887403" y="2895554"/>
                  <a:pt x="2887403" y="2895554"/>
                </a:cubicBezTo>
                <a:cubicBezTo>
                  <a:pt x="3015417" y="2803294"/>
                  <a:pt x="3015417" y="2803294"/>
                  <a:pt x="3015417" y="2803294"/>
                </a:cubicBezTo>
                <a:cubicBezTo>
                  <a:pt x="3079424" y="2271023"/>
                  <a:pt x="3079424" y="2271023"/>
                  <a:pt x="3079424" y="2271023"/>
                </a:cubicBezTo>
                <a:cubicBezTo>
                  <a:pt x="2830509" y="2838779"/>
                  <a:pt x="2830509" y="2838779"/>
                  <a:pt x="2830509" y="2838779"/>
                </a:cubicBezTo>
                <a:cubicBezTo>
                  <a:pt x="2809174" y="2838779"/>
                  <a:pt x="2809174" y="2838779"/>
                  <a:pt x="2809174" y="2838779"/>
                </a:cubicBezTo>
                <a:cubicBezTo>
                  <a:pt x="2809174" y="2491029"/>
                  <a:pt x="2809174" y="2491029"/>
                  <a:pt x="2809174" y="2491029"/>
                </a:cubicBezTo>
                <a:cubicBezTo>
                  <a:pt x="2887403" y="2271023"/>
                  <a:pt x="2887403" y="2271023"/>
                  <a:pt x="2887403" y="2271023"/>
                </a:cubicBezTo>
                <a:cubicBezTo>
                  <a:pt x="2738055" y="2143277"/>
                  <a:pt x="2738055" y="2143277"/>
                  <a:pt x="2738055" y="2143277"/>
                </a:cubicBezTo>
                <a:cubicBezTo>
                  <a:pt x="2887403" y="1987145"/>
                  <a:pt x="2887403" y="1987145"/>
                  <a:pt x="2887403" y="1987145"/>
                </a:cubicBezTo>
                <a:cubicBezTo>
                  <a:pt x="2937186" y="2015533"/>
                  <a:pt x="2937186" y="2015533"/>
                  <a:pt x="2937186" y="2015533"/>
                </a:cubicBezTo>
                <a:cubicBezTo>
                  <a:pt x="2873181" y="2136181"/>
                  <a:pt x="2873181" y="2136181"/>
                  <a:pt x="2873181" y="2136181"/>
                </a:cubicBezTo>
                <a:cubicBezTo>
                  <a:pt x="3022529" y="2263926"/>
                  <a:pt x="3022529" y="2263926"/>
                  <a:pt x="3022529" y="2263926"/>
                </a:cubicBezTo>
                <a:cubicBezTo>
                  <a:pt x="3242996" y="2100697"/>
                  <a:pt x="3242996" y="2100697"/>
                  <a:pt x="3242996" y="2100697"/>
                </a:cubicBezTo>
                <a:cubicBezTo>
                  <a:pt x="3399456" y="1547134"/>
                  <a:pt x="3399456" y="1547134"/>
                  <a:pt x="3399456" y="1547134"/>
                </a:cubicBezTo>
                <a:cubicBezTo>
                  <a:pt x="3335449" y="1305838"/>
                  <a:pt x="3335449" y="1305838"/>
                  <a:pt x="3335449" y="1305838"/>
                </a:cubicBezTo>
                <a:cubicBezTo>
                  <a:pt x="3427903" y="1227771"/>
                  <a:pt x="3427903" y="1227771"/>
                  <a:pt x="3427903" y="1227771"/>
                </a:cubicBezTo>
                <a:cubicBezTo>
                  <a:pt x="3456351" y="1185191"/>
                  <a:pt x="3456351" y="1185191"/>
                  <a:pt x="3456351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285667" y="1249063"/>
                  <a:pt x="3285667" y="1249063"/>
                  <a:pt x="3285667" y="1249063"/>
                </a:cubicBezTo>
                <a:cubicBezTo>
                  <a:pt x="3250108" y="1603910"/>
                  <a:pt x="3250108" y="1603910"/>
                  <a:pt x="3250108" y="1603910"/>
                </a:cubicBezTo>
                <a:cubicBezTo>
                  <a:pt x="2965634" y="1618104"/>
                  <a:pt x="2965634" y="1618104"/>
                  <a:pt x="2965634" y="1618104"/>
                </a:cubicBezTo>
                <a:cubicBezTo>
                  <a:pt x="3271443" y="1653588"/>
                  <a:pt x="3271443" y="1653588"/>
                  <a:pt x="3271443" y="1653588"/>
                </a:cubicBezTo>
                <a:cubicBezTo>
                  <a:pt x="2958522" y="1703267"/>
                  <a:pt x="2958522" y="1703267"/>
                  <a:pt x="2958522" y="1703267"/>
                </a:cubicBezTo>
                <a:cubicBezTo>
                  <a:pt x="2994081" y="1809721"/>
                  <a:pt x="2994081" y="1809721"/>
                  <a:pt x="2994081" y="1809721"/>
                </a:cubicBezTo>
                <a:cubicBezTo>
                  <a:pt x="2937186" y="1880691"/>
                  <a:pt x="2937186" y="1880691"/>
                  <a:pt x="2937186" y="1880691"/>
                </a:cubicBezTo>
                <a:cubicBezTo>
                  <a:pt x="2802062" y="1823916"/>
                  <a:pt x="2802062" y="1823916"/>
                  <a:pt x="2802062" y="1823916"/>
                </a:cubicBezTo>
                <a:cubicBezTo>
                  <a:pt x="2681160" y="1887788"/>
                  <a:pt x="2681160" y="1887788"/>
                  <a:pt x="2681160" y="1887788"/>
                </a:cubicBezTo>
                <a:cubicBezTo>
                  <a:pt x="2617154" y="1816819"/>
                  <a:pt x="2617154" y="1816819"/>
                  <a:pt x="2617154" y="1816819"/>
                </a:cubicBezTo>
                <a:cubicBezTo>
                  <a:pt x="2695384" y="1575523"/>
                  <a:pt x="2695384" y="1575523"/>
                  <a:pt x="2695384" y="1575523"/>
                </a:cubicBezTo>
                <a:cubicBezTo>
                  <a:pt x="2730943" y="1575523"/>
                  <a:pt x="2730943" y="1575523"/>
                  <a:pt x="2730943" y="1575523"/>
                </a:cubicBezTo>
                <a:cubicBezTo>
                  <a:pt x="2752279" y="1781334"/>
                  <a:pt x="2752279" y="1781334"/>
                  <a:pt x="2752279" y="1781334"/>
                </a:cubicBezTo>
                <a:cubicBezTo>
                  <a:pt x="2802062" y="1632298"/>
                  <a:pt x="2802062" y="1632298"/>
                  <a:pt x="2802062" y="1632298"/>
                </a:cubicBezTo>
                <a:cubicBezTo>
                  <a:pt x="2922963" y="1639395"/>
                  <a:pt x="2922963" y="1639395"/>
                  <a:pt x="2922963" y="1639395"/>
                </a:cubicBezTo>
                <a:cubicBezTo>
                  <a:pt x="2873181" y="1618104"/>
                  <a:pt x="2873181" y="1618104"/>
                  <a:pt x="2873181" y="1618104"/>
                </a:cubicBezTo>
                <a:cubicBezTo>
                  <a:pt x="2951410" y="1611006"/>
                  <a:pt x="2951410" y="1611006"/>
                  <a:pt x="2951410" y="1611006"/>
                </a:cubicBezTo>
                <a:cubicBezTo>
                  <a:pt x="2930075" y="1561328"/>
                  <a:pt x="2930075" y="1561328"/>
                  <a:pt x="2930075" y="1561328"/>
                </a:cubicBezTo>
                <a:cubicBezTo>
                  <a:pt x="2972746" y="1490359"/>
                  <a:pt x="2972746" y="1490359"/>
                  <a:pt x="2972746" y="1490359"/>
                </a:cubicBezTo>
                <a:cubicBezTo>
                  <a:pt x="2994081" y="1334226"/>
                  <a:pt x="2994081" y="1334226"/>
                  <a:pt x="2994081" y="1334226"/>
                </a:cubicBezTo>
                <a:cubicBezTo>
                  <a:pt x="2887403" y="1241966"/>
                  <a:pt x="2887403" y="1241966"/>
                  <a:pt x="2887403" y="1241966"/>
                </a:cubicBezTo>
                <a:cubicBezTo>
                  <a:pt x="2802062" y="1249063"/>
                  <a:pt x="2802062" y="1249063"/>
                  <a:pt x="2802062" y="1249063"/>
                </a:cubicBezTo>
                <a:cubicBezTo>
                  <a:pt x="2730943" y="1305838"/>
                  <a:pt x="2730943" y="1305838"/>
                  <a:pt x="2730943" y="1305838"/>
                </a:cubicBezTo>
                <a:cubicBezTo>
                  <a:pt x="2709608" y="865828"/>
                  <a:pt x="2709608" y="865828"/>
                  <a:pt x="2709608" y="865828"/>
                </a:cubicBezTo>
                <a:cubicBezTo>
                  <a:pt x="2688272" y="837439"/>
                  <a:pt x="2688272" y="837439"/>
                  <a:pt x="2688272" y="837439"/>
                </a:cubicBezTo>
                <a:cubicBezTo>
                  <a:pt x="2666936" y="1568425"/>
                  <a:pt x="2666936" y="1568425"/>
                  <a:pt x="2666936" y="1568425"/>
                </a:cubicBezTo>
                <a:cubicBezTo>
                  <a:pt x="2610043" y="1653588"/>
                  <a:pt x="2610043" y="1653588"/>
                  <a:pt x="2610043" y="1653588"/>
                </a:cubicBezTo>
                <a:cubicBezTo>
                  <a:pt x="2610043" y="1653588"/>
                  <a:pt x="2602931" y="1646492"/>
                  <a:pt x="2588707" y="1596813"/>
                </a:cubicBezTo>
                <a:cubicBezTo>
                  <a:pt x="2574483" y="1547134"/>
                  <a:pt x="2595819" y="1419389"/>
                  <a:pt x="2595819" y="1419389"/>
                </a:cubicBezTo>
                <a:cubicBezTo>
                  <a:pt x="2652714" y="851634"/>
                  <a:pt x="2652714" y="851634"/>
                  <a:pt x="2652714" y="851634"/>
                </a:cubicBezTo>
                <a:cubicBezTo>
                  <a:pt x="2610043" y="901313"/>
                  <a:pt x="2610043" y="901313"/>
                  <a:pt x="2610043" y="901313"/>
                </a:cubicBezTo>
                <a:cubicBezTo>
                  <a:pt x="2581595" y="1249063"/>
                  <a:pt x="2581595" y="1249063"/>
                  <a:pt x="2581595" y="1249063"/>
                </a:cubicBezTo>
                <a:cubicBezTo>
                  <a:pt x="2453582" y="1341323"/>
                  <a:pt x="2453582" y="1341323"/>
                  <a:pt x="2453582" y="1341323"/>
                </a:cubicBezTo>
                <a:cubicBezTo>
                  <a:pt x="2418023" y="1525844"/>
                  <a:pt x="2418023" y="1525844"/>
                  <a:pt x="2418023" y="1525844"/>
                </a:cubicBezTo>
                <a:cubicBezTo>
                  <a:pt x="2467806" y="1383905"/>
                  <a:pt x="2467806" y="1383905"/>
                  <a:pt x="2467806" y="1383905"/>
                </a:cubicBezTo>
                <a:cubicBezTo>
                  <a:pt x="2567371" y="1334226"/>
                  <a:pt x="2567371" y="1334226"/>
                  <a:pt x="2567371" y="1334226"/>
                </a:cubicBezTo>
                <a:cubicBezTo>
                  <a:pt x="2553148" y="1426487"/>
                  <a:pt x="2553148" y="1426487"/>
                  <a:pt x="2553148" y="1426487"/>
                </a:cubicBezTo>
                <a:cubicBezTo>
                  <a:pt x="2489142" y="1469067"/>
                  <a:pt x="2489142" y="1469067"/>
                  <a:pt x="2489142" y="1469067"/>
                </a:cubicBezTo>
                <a:cubicBezTo>
                  <a:pt x="2361128" y="1632298"/>
                  <a:pt x="2361128" y="1632298"/>
                  <a:pt x="2361128" y="1632298"/>
                </a:cubicBezTo>
                <a:cubicBezTo>
                  <a:pt x="2346904" y="1916176"/>
                  <a:pt x="2346904" y="1916176"/>
                  <a:pt x="2346904" y="1916176"/>
                </a:cubicBezTo>
                <a:cubicBezTo>
                  <a:pt x="2631378" y="2157472"/>
                  <a:pt x="2631378" y="2157472"/>
                  <a:pt x="2631378" y="21574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802062" y="2491029"/>
                  <a:pt x="2802062" y="2491029"/>
                  <a:pt x="2802062" y="2491029"/>
                </a:cubicBezTo>
                <a:cubicBezTo>
                  <a:pt x="2752279" y="2526513"/>
                  <a:pt x="2752279" y="2526513"/>
                  <a:pt x="2752279" y="2526513"/>
                </a:cubicBezTo>
                <a:cubicBezTo>
                  <a:pt x="2489142" y="2391672"/>
                  <a:pt x="2489142" y="2391672"/>
                  <a:pt x="2489142" y="23916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062432" y="2256829"/>
                  <a:pt x="2062432" y="2256829"/>
                  <a:pt x="2062432" y="2256829"/>
                </a:cubicBezTo>
                <a:cubicBezTo>
                  <a:pt x="1799294" y="2384574"/>
                  <a:pt x="1799294" y="2384574"/>
                  <a:pt x="1799294" y="2384574"/>
                </a:cubicBezTo>
                <a:cubicBezTo>
                  <a:pt x="1799294" y="2483931"/>
                  <a:pt x="1799294" y="2483931"/>
                  <a:pt x="1799294" y="2483931"/>
                </a:cubicBezTo>
                <a:cubicBezTo>
                  <a:pt x="1799294" y="2604580"/>
                  <a:pt x="1799294" y="2604580"/>
                  <a:pt x="1799294" y="2604580"/>
                </a:cubicBezTo>
                <a:cubicBezTo>
                  <a:pt x="1628610" y="2604580"/>
                  <a:pt x="1628610" y="2604580"/>
                  <a:pt x="1628610" y="2604580"/>
                </a:cubicBezTo>
                <a:cubicBezTo>
                  <a:pt x="1564603" y="2491029"/>
                  <a:pt x="1564603" y="2491029"/>
                  <a:pt x="1564603" y="2491029"/>
                </a:cubicBezTo>
                <a:cubicBezTo>
                  <a:pt x="1472150" y="2491029"/>
                  <a:pt x="1472150" y="2491029"/>
                  <a:pt x="1472150" y="2491029"/>
                </a:cubicBezTo>
                <a:cubicBezTo>
                  <a:pt x="1472150" y="2313605"/>
                  <a:pt x="1472150" y="2313605"/>
                  <a:pt x="1472150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49945" y="2313605"/>
                  <a:pt x="1671281" y="2292313"/>
                  <a:pt x="1671281" y="2256829"/>
                </a:cubicBezTo>
                <a:cubicBezTo>
                  <a:pt x="1671281" y="2256829"/>
                  <a:pt x="1671281" y="2256829"/>
                  <a:pt x="1671281" y="2256829"/>
                </a:cubicBezTo>
                <a:cubicBezTo>
                  <a:pt x="1671281" y="2235538"/>
                  <a:pt x="1671281" y="2235538"/>
                  <a:pt x="1671281" y="2235538"/>
                </a:cubicBezTo>
                <a:cubicBezTo>
                  <a:pt x="1678393" y="2235538"/>
                  <a:pt x="1678393" y="2235538"/>
                  <a:pt x="1678393" y="2235538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1951660"/>
                  <a:pt x="1678393" y="1951660"/>
                  <a:pt x="1678393" y="1951660"/>
                </a:cubicBezTo>
                <a:cubicBezTo>
                  <a:pt x="1678393" y="1951660"/>
                  <a:pt x="1678393" y="1951660"/>
                  <a:pt x="1678393" y="1944563"/>
                </a:cubicBezTo>
                <a:cubicBezTo>
                  <a:pt x="1678393" y="1916176"/>
                  <a:pt x="1649945" y="1887788"/>
                  <a:pt x="1621498" y="1887788"/>
                </a:cubicBezTo>
                <a:cubicBezTo>
                  <a:pt x="1614386" y="1887788"/>
                  <a:pt x="1614386" y="1887788"/>
                  <a:pt x="1614386" y="1887788"/>
                </a:cubicBezTo>
                <a:cubicBezTo>
                  <a:pt x="1472150" y="1887788"/>
                  <a:pt x="1472150" y="1887788"/>
                  <a:pt x="1472150" y="1887788"/>
                </a:cubicBezTo>
                <a:cubicBezTo>
                  <a:pt x="1472150" y="1213578"/>
                  <a:pt x="1472150" y="1213578"/>
                  <a:pt x="1472150" y="1213578"/>
                </a:cubicBezTo>
                <a:cubicBezTo>
                  <a:pt x="1457926" y="1213578"/>
                  <a:pt x="1457926" y="1213578"/>
                  <a:pt x="1457926" y="1213578"/>
                </a:cubicBezTo>
                <a:cubicBezTo>
                  <a:pt x="1457926" y="979378"/>
                  <a:pt x="1457926" y="979378"/>
                  <a:pt x="1457926" y="979378"/>
                </a:cubicBezTo>
                <a:cubicBezTo>
                  <a:pt x="1465038" y="972282"/>
                  <a:pt x="1479262" y="972282"/>
                  <a:pt x="1486372" y="972282"/>
                </a:cubicBezTo>
                <a:cubicBezTo>
                  <a:pt x="1571715" y="1192287"/>
                  <a:pt x="1571715" y="1192287"/>
                  <a:pt x="1571715" y="1192287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64603" y="1227771"/>
                  <a:pt x="1564603" y="1227771"/>
                  <a:pt x="1564603" y="1227771"/>
                </a:cubicBezTo>
                <a:cubicBezTo>
                  <a:pt x="1699727" y="1178093"/>
                  <a:pt x="1699727" y="1178093"/>
                  <a:pt x="1699727" y="1178093"/>
                </a:cubicBezTo>
                <a:cubicBezTo>
                  <a:pt x="1685505" y="1149706"/>
                  <a:pt x="1685505" y="1149706"/>
                  <a:pt x="1685505" y="1149706"/>
                </a:cubicBezTo>
                <a:cubicBezTo>
                  <a:pt x="1671281" y="1156802"/>
                  <a:pt x="1671281" y="1156802"/>
                  <a:pt x="1671281" y="1156802"/>
                </a:cubicBezTo>
                <a:cubicBezTo>
                  <a:pt x="1585939" y="929700"/>
                  <a:pt x="1585939" y="929700"/>
                  <a:pt x="1585939" y="929700"/>
                </a:cubicBezTo>
                <a:cubicBezTo>
                  <a:pt x="1593050" y="922603"/>
                  <a:pt x="1600162" y="915506"/>
                  <a:pt x="1607274" y="915506"/>
                </a:cubicBezTo>
                <a:cubicBezTo>
                  <a:pt x="1777958" y="1085832"/>
                  <a:pt x="1777958" y="1085832"/>
                  <a:pt x="1777958" y="1085832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92182" y="1121317"/>
                  <a:pt x="1792182" y="1121317"/>
                  <a:pt x="1792182" y="1121317"/>
                </a:cubicBezTo>
                <a:cubicBezTo>
                  <a:pt x="1884636" y="1021960"/>
                  <a:pt x="1884636" y="1021960"/>
                  <a:pt x="1884636" y="1021960"/>
                </a:cubicBezTo>
                <a:cubicBezTo>
                  <a:pt x="1863300" y="1000670"/>
                  <a:pt x="1863300" y="1000670"/>
                  <a:pt x="1863300" y="1000670"/>
                </a:cubicBezTo>
                <a:cubicBezTo>
                  <a:pt x="1856189" y="1007767"/>
                  <a:pt x="1856189" y="1007767"/>
                  <a:pt x="1856189" y="1007767"/>
                </a:cubicBezTo>
                <a:cubicBezTo>
                  <a:pt x="1678393" y="837439"/>
                  <a:pt x="1678393" y="837439"/>
                  <a:pt x="1678393" y="837439"/>
                </a:cubicBezTo>
                <a:cubicBezTo>
                  <a:pt x="1685505" y="830343"/>
                  <a:pt x="1685505" y="823246"/>
                  <a:pt x="1692617" y="816149"/>
                </a:cubicBezTo>
                <a:cubicBezTo>
                  <a:pt x="1927306" y="908409"/>
                  <a:pt x="1927306" y="908409"/>
                  <a:pt x="1927306" y="908409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48642" y="936796"/>
                  <a:pt x="1948642" y="936796"/>
                  <a:pt x="1948642" y="936796"/>
                </a:cubicBezTo>
                <a:cubicBezTo>
                  <a:pt x="1998425" y="809052"/>
                  <a:pt x="1998425" y="809052"/>
                  <a:pt x="1998425" y="809052"/>
                </a:cubicBezTo>
                <a:cubicBezTo>
                  <a:pt x="1969977" y="794857"/>
                  <a:pt x="1969977" y="794857"/>
                  <a:pt x="1969977" y="794857"/>
                </a:cubicBezTo>
                <a:cubicBezTo>
                  <a:pt x="1969977" y="809052"/>
                  <a:pt x="1969977" y="809052"/>
                  <a:pt x="1969977" y="809052"/>
                </a:cubicBezTo>
                <a:cubicBezTo>
                  <a:pt x="1735287" y="716792"/>
                  <a:pt x="1735287" y="716792"/>
                  <a:pt x="1735287" y="716792"/>
                </a:cubicBezTo>
                <a:cubicBezTo>
                  <a:pt x="1735287" y="709695"/>
                  <a:pt x="1735287" y="702598"/>
                  <a:pt x="1735287" y="695500"/>
                </a:cubicBezTo>
                <a:cubicBezTo>
                  <a:pt x="1984201" y="695500"/>
                  <a:pt x="1984201" y="695500"/>
                  <a:pt x="1984201" y="695500"/>
                </a:cubicBezTo>
                <a:cubicBezTo>
                  <a:pt x="1984201" y="709695"/>
                  <a:pt x="1984201" y="709695"/>
                  <a:pt x="1984201" y="709695"/>
                </a:cubicBezTo>
                <a:cubicBezTo>
                  <a:pt x="2617154" y="709695"/>
                  <a:pt x="2617154" y="709695"/>
                  <a:pt x="2617154" y="709695"/>
                </a:cubicBezTo>
                <a:cubicBezTo>
                  <a:pt x="2624266" y="716792"/>
                  <a:pt x="2624266" y="730985"/>
                  <a:pt x="2631378" y="745179"/>
                </a:cubicBezTo>
                <a:cubicBezTo>
                  <a:pt x="2638490" y="773567"/>
                  <a:pt x="265982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887403" y="709695"/>
                  <a:pt x="2887403" y="709695"/>
                  <a:pt x="2887403" y="709695"/>
                </a:cubicBezTo>
                <a:cubicBezTo>
                  <a:pt x="2958522" y="709695"/>
                  <a:pt x="2958522" y="709695"/>
                  <a:pt x="2958522" y="709695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794950" y="929700"/>
                  <a:pt x="2809174" y="950991"/>
                  <a:pt x="2837621" y="965185"/>
                </a:cubicBezTo>
                <a:cubicBezTo>
                  <a:pt x="2866069" y="986475"/>
                  <a:pt x="2887403" y="993573"/>
                  <a:pt x="2894515" y="986475"/>
                </a:cubicBezTo>
                <a:cubicBezTo>
                  <a:pt x="2894515" y="986475"/>
                  <a:pt x="2894515" y="986475"/>
                  <a:pt x="2894515" y="986475"/>
                </a:cubicBezTo>
                <a:cubicBezTo>
                  <a:pt x="3114982" y="709695"/>
                  <a:pt x="3114982" y="709695"/>
                  <a:pt x="3114982" y="709695"/>
                </a:cubicBezTo>
                <a:cubicBezTo>
                  <a:pt x="3122094" y="709695"/>
                  <a:pt x="3122094" y="709695"/>
                  <a:pt x="3122094" y="709695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1193" y="1057445"/>
                  <a:pt x="3029641" y="1071639"/>
                  <a:pt x="3058088" y="1085832"/>
                </a:cubicBezTo>
                <a:cubicBezTo>
                  <a:pt x="3086536" y="1092930"/>
                  <a:pt x="3114982" y="1100027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35512"/>
                  <a:pt x="3278555" y="1142609"/>
                  <a:pt x="3314113" y="1142609"/>
                </a:cubicBezTo>
                <a:cubicBezTo>
                  <a:pt x="3349673" y="1142609"/>
                  <a:pt x="3371008" y="1135512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709695"/>
                  <a:pt x="3378120" y="709695"/>
                  <a:pt x="3378120" y="709695"/>
                </a:cubicBezTo>
                <a:cubicBezTo>
                  <a:pt x="3420791" y="709695"/>
                  <a:pt x="3420791" y="709695"/>
                  <a:pt x="3420791" y="709695"/>
                </a:cubicBezTo>
                <a:cubicBezTo>
                  <a:pt x="3420791" y="624531"/>
                  <a:pt x="3420791" y="624531"/>
                  <a:pt x="3420791" y="624531"/>
                </a:cubicBezTo>
                <a:cubicBezTo>
                  <a:pt x="2930075" y="624531"/>
                  <a:pt x="2930075" y="624531"/>
                  <a:pt x="2930075" y="624531"/>
                </a:cubicBezTo>
                <a:cubicBezTo>
                  <a:pt x="2930075" y="596143"/>
                  <a:pt x="2930075" y="596143"/>
                  <a:pt x="2930075" y="596143"/>
                </a:cubicBezTo>
                <a:cubicBezTo>
                  <a:pt x="3420791" y="596143"/>
                  <a:pt x="3420791" y="596143"/>
                  <a:pt x="3420791" y="596143"/>
                </a:cubicBezTo>
                <a:cubicBezTo>
                  <a:pt x="3420791" y="567756"/>
                  <a:pt x="3420791" y="567756"/>
                  <a:pt x="3420791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2922963" y="567756"/>
                  <a:pt x="2922963" y="567756"/>
                  <a:pt x="2922963" y="567756"/>
                </a:cubicBezTo>
                <a:cubicBezTo>
                  <a:pt x="2873181" y="560659"/>
                  <a:pt x="2745167" y="532271"/>
                  <a:pt x="2659826" y="447107"/>
                </a:cubicBezTo>
                <a:cubicBezTo>
                  <a:pt x="2538924" y="326460"/>
                  <a:pt x="2538924" y="241296"/>
                  <a:pt x="2538924" y="241296"/>
                </a:cubicBezTo>
                <a:cubicBezTo>
                  <a:pt x="2517588" y="241296"/>
                  <a:pt x="2517588" y="241296"/>
                  <a:pt x="2517588" y="241296"/>
                </a:cubicBezTo>
                <a:cubicBezTo>
                  <a:pt x="2517588" y="567756"/>
                  <a:pt x="2517588" y="567756"/>
                  <a:pt x="2517588" y="567756"/>
                </a:cubicBezTo>
                <a:cubicBezTo>
                  <a:pt x="2489142" y="567756"/>
                  <a:pt x="2489142" y="567756"/>
                  <a:pt x="2489142" y="567756"/>
                </a:cubicBezTo>
                <a:cubicBezTo>
                  <a:pt x="2489142" y="241296"/>
                  <a:pt x="2489142" y="241296"/>
                  <a:pt x="2489142" y="241296"/>
                </a:cubicBezTo>
                <a:cubicBezTo>
                  <a:pt x="2446471" y="241296"/>
                  <a:pt x="2446471" y="241296"/>
                  <a:pt x="2446471" y="241296"/>
                </a:cubicBezTo>
                <a:cubicBezTo>
                  <a:pt x="2446471" y="567756"/>
                  <a:pt x="2446471" y="567756"/>
                  <a:pt x="2446471" y="567756"/>
                </a:cubicBezTo>
                <a:cubicBezTo>
                  <a:pt x="1984201" y="567756"/>
                  <a:pt x="1984201" y="567756"/>
                  <a:pt x="1984201" y="567756"/>
                </a:cubicBezTo>
                <a:cubicBezTo>
                  <a:pt x="1984201" y="581950"/>
                  <a:pt x="1984201" y="581950"/>
                  <a:pt x="1984201" y="581950"/>
                </a:cubicBezTo>
                <a:cubicBezTo>
                  <a:pt x="1735287" y="581950"/>
                  <a:pt x="1735287" y="581950"/>
                  <a:pt x="1735287" y="581950"/>
                </a:cubicBezTo>
                <a:cubicBezTo>
                  <a:pt x="1713951" y="440011"/>
                  <a:pt x="1600162" y="326460"/>
                  <a:pt x="1457926" y="305168"/>
                </a:cubicBezTo>
                <a:cubicBezTo>
                  <a:pt x="1457926" y="28388"/>
                  <a:pt x="1457926" y="28388"/>
                  <a:pt x="1457926" y="28388"/>
                </a:cubicBezTo>
                <a:cubicBezTo>
                  <a:pt x="1472150" y="28388"/>
                  <a:pt x="1472150" y="28388"/>
                  <a:pt x="1472150" y="28388"/>
                </a:cubicBezTo>
                <a:cubicBezTo>
                  <a:pt x="1472150" y="0"/>
                  <a:pt x="1472150" y="0"/>
                  <a:pt x="1472150" y="0"/>
                </a:cubicBezTo>
                <a:cubicBezTo>
                  <a:pt x="1329912" y="0"/>
                  <a:pt x="1329912" y="0"/>
                  <a:pt x="1329912" y="0"/>
                </a:cubicBezTo>
                <a:cubicBezTo>
                  <a:pt x="1329912" y="28388"/>
                  <a:pt x="1329912" y="28388"/>
                  <a:pt x="1329912" y="28388"/>
                </a:cubicBezTo>
                <a:cubicBezTo>
                  <a:pt x="1351248" y="28388"/>
                  <a:pt x="1351248" y="28388"/>
                  <a:pt x="1351248" y="28388"/>
                </a:cubicBezTo>
                <a:cubicBezTo>
                  <a:pt x="1351248" y="305168"/>
                  <a:pt x="1351248" y="305168"/>
                  <a:pt x="1351248" y="305168"/>
                </a:cubicBezTo>
                <a:cubicBezTo>
                  <a:pt x="1337024" y="305168"/>
                  <a:pt x="1329912" y="305168"/>
                  <a:pt x="1322800" y="305168"/>
                </a:cubicBezTo>
                <a:cubicBezTo>
                  <a:pt x="1216123" y="56775"/>
                  <a:pt x="1216123" y="56775"/>
                  <a:pt x="1216123" y="56775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23235" y="21290"/>
                  <a:pt x="1223235" y="21290"/>
                  <a:pt x="1223235" y="21290"/>
                </a:cubicBezTo>
                <a:cubicBezTo>
                  <a:pt x="1095223" y="78067"/>
                  <a:pt x="1095223" y="78067"/>
                  <a:pt x="1095223" y="78067"/>
                </a:cubicBezTo>
                <a:cubicBezTo>
                  <a:pt x="1102335" y="106454"/>
                  <a:pt x="1102335" y="106454"/>
                  <a:pt x="1102335" y="106454"/>
                </a:cubicBezTo>
                <a:cubicBezTo>
                  <a:pt x="1116557" y="99357"/>
                  <a:pt x="1116557" y="99357"/>
                  <a:pt x="1116557" y="99357"/>
                </a:cubicBezTo>
                <a:cubicBezTo>
                  <a:pt x="1223235" y="347750"/>
                  <a:pt x="1223235" y="347750"/>
                  <a:pt x="1223235" y="347750"/>
                </a:cubicBezTo>
                <a:cubicBezTo>
                  <a:pt x="1216123" y="347750"/>
                  <a:pt x="1209012" y="354847"/>
                  <a:pt x="1201900" y="361944"/>
                </a:cubicBezTo>
                <a:cubicBezTo>
                  <a:pt x="1009880" y="170327"/>
                  <a:pt x="1009880" y="170327"/>
                  <a:pt x="1009880" y="170327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02768" y="141939"/>
                  <a:pt x="1002768" y="141939"/>
                  <a:pt x="1002768" y="141939"/>
                </a:cubicBezTo>
                <a:cubicBezTo>
                  <a:pt x="903202" y="241296"/>
                  <a:pt x="903202" y="241296"/>
                  <a:pt x="903202" y="241296"/>
                </a:cubicBezTo>
                <a:cubicBezTo>
                  <a:pt x="924538" y="262586"/>
                  <a:pt x="924538" y="262586"/>
                  <a:pt x="924538" y="262586"/>
                </a:cubicBezTo>
                <a:cubicBezTo>
                  <a:pt x="938762" y="248393"/>
                  <a:pt x="938762" y="248393"/>
                  <a:pt x="938762" y="248393"/>
                </a:cubicBezTo>
                <a:cubicBezTo>
                  <a:pt x="1123669" y="432914"/>
                  <a:pt x="1123669" y="432914"/>
                  <a:pt x="1123669" y="432914"/>
                </a:cubicBezTo>
                <a:cubicBezTo>
                  <a:pt x="1116557" y="440011"/>
                  <a:pt x="1116557" y="447107"/>
                  <a:pt x="1109445" y="454204"/>
                </a:cubicBezTo>
                <a:cubicBezTo>
                  <a:pt x="867644" y="361944"/>
                  <a:pt x="867644" y="361944"/>
                  <a:pt x="867644" y="361944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46308" y="333557"/>
                  <a:pt x="846308" y="333557"/>
                  <a:pt x="846308" y="333557"/>
                </a:cubicBezTo>
                <a:cubicBezTo>
                  <a:pt x="796525" y="461302"/>
                  <a:pt x="796525" y="461302"/>
                  <a:pt x="796525" y="461302"/>
                </a:cubicBezTo>
                <a:cubicBezTo>
                  <a:pt x="824973" y="468399"/>
                  <a:pt x="824973" y="468399"/>
                  <a:pt x="824973" y="468399"/>
                </a:cubicBezTo>
                <a:cubicBezTo>
                  <a:pt x="824973" y="454204"/>
                  <a:pt x="824973" y="454204"/>
                  <a:pt x="824973" y="454204"/>
                </a:cubicBezTo>
                <a:cubicBezTo>
                  <a:pt x="1066775" y="553561"/>
                  <a:pt x="1066775" y="553561"/>
                  <a:pt x="1066775" y="553561"/>
                </a:cubicBezTo>
                <a:cubicBezTo>
                  <a:pt x="1066775" y="560659"/>
                  <a:pt x="1059663" y="574853"/>
                  <a:pt x="1059663" y="581950"/>
                </a:cubicBezTo>
                <a:cubicBezTo>
                  <a:pt x="782301" y="581950"/>
                  <a:pt x="782301" y="581950"/>
                  <a:pt x="782301" y="581950"/>
                </a:cubicBezTo>
                <a:cubicBezTo>
                  <a:pt x="782301" y="567756"/>
                  <a:pt x="782301" y="567756"/>
                  <a:pt x="782301" y="567756"/>
                </a:cubicBezTo>
                <a:cubicBezTo>
                  <a:pt x="483605" y="567756"/>
                  <a:pt x="483605" y="567756"/>
                  <a:pt x="483605" y="567756"/>
                </a:cubicBezTo>
                <a:cubicBezTo>
                  <a:pt x="483605" y="567756"/>
                  <a:pt x="483605" y="567756"/>
                  <a:pt x="476493" y="567756"/>
                </a:cubicBezTo>
                <a:cubicBezTo>
                  <a:pt x="448046" y="567756"/>
                  <a:pt x="419598" y="596143"/>
                  <a:pt x="419598" y="631628"/>
                </a:cubicBezTo>
                <a:cubicBezTo>
                  <a:pt x="419598" y="631628"/>
                  <a:pt x="419598" y="631628"/>
                  <a:pt x="419598" y="631628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2001338"/>
                  <a:pt x="448046" y="2029727"/>
                  <a:pt x="476493" y="2029727"/>
                </a:cubicBezTo>
                <a:cubicBezTo>
                  <a:pt x="483605" y="2029727"/>
                  <a:pt x="483605" y="2029727"/>
                  <a:pt x="483605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29912" y="2029727"/>
                  <a:pt x="1329912" y="2029727"/>
                  <a:pt x="1329912" y="2029727"/>
                </a:cubicBezTo>
                <a:cubicBezTo>
                  <a:pt x="1329912" y="2178762"/>
                  <a:pt x="1329912" y="2178762"/>
                  <a:pt x="1329912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52551" y="2178762"/>
                  <a:pt x="1031216" y="2200054"/>
                  <a:pt x="1031216" y="2235538"/>
                </a:cubicBezTo>
                <a:cubicBezTo>
                  <a:pt x="1031216" y="2235538"/>
                  <a:pt x="1031216" y="2235538"/>
                  <a:pt x="1031216" y="2235538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491029"/>
                  <a:pt x="1031216" y="2491029"/>
                  <a:pt x="1031216" y="2491029"/>
                </a:cubicBezTo>
                <a:cubicBezTo>
                  <a:pt x="611618" y="2491029"/>
                  <a:pt x="611618" y="2491029"/>
                  <a:pt x="611618" y="2491029"/>
                </a:cubicBezTo>
                <a:cubicBezTo>
                  <a:pt x="618730" y="2838779"/>
                  <a:pt x="618730" y="2838779"/>
                  <a:pt x="618730" y="2838779"/>
                </a:cubicBezTo>
                <a:cubicBezTo>
                  <a:pt x="732518" y="2966523"/>
                  <a:pt x="732518" y="2966523"/>
                  <a:pt x="732518" y="2966523"/>
                </a:cubicBezTo>
                <a:cubicBezTo>
                  <a:pt x="732518" y="3200723"/>
                  <a:pt x="732518" y="3200723"/>
                  <a:pt x="732518" y="3200723"/>
                </a:cubicBezTo>
                <a:cubicBezTo>
                  <a:pt x="867644" y="3257498"/>
                  <a:pt x="867644" y="3257498"/>
                  <a:pt x="867644" y="3257498"/>
                </a:cubicBezTo>
                <a:cubicBezTo>
                  <a:pt x="867644" y="3583958"/>
                  <a:pt x="867644" y="3583958"/>
                  <a:pt x="867644" y="3583958"/>
                </a:cubicBezTo>
                <a:cubicBezTo>
                  <a:pt x="270250" y="3690412"/>
                  <a:pt x="49783" y="3825254"/>
                  <a:pt x="28447" y="3832351"/>
                </a:cubicBezTo>
                <a:cubicBezTo>
                  <a:pt x="0" y="3832351"/>
                  <a:pt x="135124" y="3853642"/>
                  <a:pt x="327144" y="3945903"/>
                </a:cubicBezTo>
                <a:cubicBezTo>
                  <a:pt x="568946" y="4059453"/>
                  <a:pt x="540499" y="4123326"/>
                  <a:pt x="540499" y="4123326"/>
                </a:cubicBezTo>
                <a:cubicBezTo>
                  <a:pt x="540499" y="4123326"/>
                  <a:pt x="960097" y="3853642"/>
                  <a:pt x="1870412" y="3690412"/>
                </a:cubicBezTo>
                <a:cubicBezTo>
                  <a:pt x="2346904" y="3605249"/>
                  <a:pt x="3207436" y="3569764"/>
                  <a:pt x="3520357" y="3633636"/>
                </a:cubicBezTo>
                <a:cubicBezTo>
                  <a:pt x="3520357" y="3633636"/>
                  <a:pt x="3278555" y="3576861"/>
                  <a:pt x="2937186" y="352718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184900" y="0"/>
            <a:ext cx="6882359" cy="6858000"/>
          </a:xfrm>
          <a:custGeom>
            <a:avLst/>
            <a:gdLst/>
            <a:ahLst/>
            <a:cxnLst/>
            <a:rect l="l" t="t" r="r" b="b"/>
            <a:pathLst>
              <a:path w="6882359" h="6858000">
                <a:moveTo>
                  <a:pt x="3441179" y="6758711"/>
                </a:moveTo>
                <a:cubicBezTo>
                  <a:pt x="1592612" y="6758711"/>
                  <a:pt x="99539" y="5262292"/>
                  <a:pt x="99539" y="3418362"/>
                </a:cubicBezTo>
                <a:cubicBezTo>
                  <a:pt x="99539" y="1581525"/>
                  <a:pt x="1592612" y="85104"/>
                  <a:pt x="3441179" y="85104"/>
                </a:cubicBezTo>
                <a:cubicBezTo>
                  <a:pt x="5289747" y="85104"/>
                  <a:pt x="6782821" y="1581525"/>
                  <a:pt x="6782821" y="3418362"/>
                </a:cubicBezTo>
                <a:cubicBezTo>
                  <a:pt x="6782821" y="5262292"/>
                  <a:pt x="5289747" y="6758711"/>
                  <a:pt x="3441179" y="6758711"/>
                </a:cubicBezTo>
                <a:close/>
                <a:moveTo>
                  <a:pt x="3441179" y="0"/>
                </a:moveTo>
                <a:cubicBezTo>
                  <a:pt x="1542843" y="0"/>
                  <a:pt x="0" y="1531880"/>
                  <a:pt x="0" y="3425454"/>
                </a:cubicBezTo>
                <a:cubicBezTo>
                  <a:pt x="0" y="5319028"/>
                  <a:pt x="1542843" y="6858000"/>
                  <a:pt x="3441179" y="6858000"/>
                </a:cubicBezTo>
                <a:cubicBezTo>
                  <a:pt x="5339516" y="6858000"/>
                  <a:pt x="6882359" y="5319028"/>
                  <a:pt x="6882359" y="3425454"/>
                </a:cubicBezTo>
                <a:cubicBezTo>
                  <a:pt x="6882359" y="1531880"/>
                  <a:pt x="5339516" y="0"/>
                  <a:pt x="3441179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6972300" y="2209800"/>
            <a:ext cx="249716" cy="231442"/>
          </a:xfrm>
          <a:custGeom>
            <a:avLst/>
            <a:gdLst/>
            <a:ahLst/>
            <a:cxnLst/>
            <a:rect l="l" t="t" r="r" b="b"/>
            <a:pathLst>
              <a:path w="249716" h="231442">
                <a:moveTo>
                  <a:pt x="164099" y="21698"/>
                </a:moveTo>
                <a:cubicBezTo>
                  <a:pt x="128425" y="0"/>
                  <a:pt x="92752" y="0"/>
                  <a:pt x="71347" y="7233"/>
                </a:cubicBezTo>
                <a:cubicBezTo>
                  <a:pt x="42808" y="14465"/>
                  <a:pt x="21405" y="36163"/>
                  <a:pt x="14270" y="65093"/>
                </a:cubicBezTo>
                <a:cubicBezTo>
                  <a:pt x="0" y="94023"/>
                  <a:pt x="0" y="122954"/>
                  <a:pt x="7135" y="144652"/>
                </a:cubicBezTo>
                <a:cubicBezTo>
                  <a:pt x="21405" y="173581"/>
                  <a:pt x="42808" y="195279"/>
                  <a:pt x="78482" y="209744"/>
                </a:cubicBezTo>
                <a:cubicBezTo>
                  <a:pt x="114156" y="224210"/>
                  <a:pt x="149830" y="231442"/>
                  <a:pt x="178369" y="224210"/>
                </a:cubicBezTo>
                <a:cubicBezTo>
                  <a:pt x="199772" y="209744"/>
                  <a:pt x="221177" y="195279"/>
                  <a:pt x="235447" y="166348"/>
                </a:cubicBezTo>
                <a:cubicBezTo>
                  <a:pt x="249716" y="137419"/>
                  <a:pt x="249716" y="108488"/>
                  <a:pt x="235447" y="86791"/>
                </a:cubicBezTo>
                <a:cubicBezTo>
                  <a:pt x="228312" y="57860"/>
                  <a:pt x="199772" y="36163"/>
                  <a:pt x="164099" y="21698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9169400" y="5257800"/>
            <a:ext cx="158355" cy="286259"/>
          </a:xfrm>
          <a:custGeom>
            <a:avLst/>
            <a:gdLst/>
            <a:ahLst/>
            <a:cxnLst/>
            <a:rect l="l" t="t" r="r" b="b"/>
            <a:pathLst>
              <a:path w="158355" h="286259">
                <a:moveTo>
                  <a:pt x="158355" y="0"/>
                </a:moveTo>
                <a:cubicBezTo>
                  <a:pt x="158355" y="286259"/>
                  <a:pt x="158355" y="286259"/>
                  <a:pt x="158355" y="286259"/>
                </a:cubicBezTo>
                <a:cubicBezTo>
                  <a:pt x="79177" y="286259"/>
                  <a:pt x="79177" y="286259"/>
                  <a:pt x="79177" y="286259"/>
                </a:cubicBezTo>
                <a:cubicBezTo>
                  <a:pt x="79177" y="100190"/>
                  <a:pt x="79177" y="100190"/>
                  <a:pt x="79177" y="100190"/>
                </a:cubicBezTo>
                <a:cubicBezTo>
                  <a:pt x="64781" y="107347"/>
                  <a:pt x="57583" y="114503"/>
                  <a:pt x="43188" y="121660"/>
                </a:cubicBezTo>
                <a:cubicBezTo>
                  <a:pt x="28792" y="128816"/>
                  <a:pt x="14395" y="135973"/>
                  <a:pt x="0" y="135973"/>
                </a:cubicBezTo>
                <a:cubicBezTo>
                  <a:pt x="0" y="78721"/>
                  <a:pt x="0" y="78721"/>
                  <a:pt x="0" y="78721"/>
                </a:cubicBezTo>
                <a:cubicBezTo>
                  <a:pt x="28792" y="71564"/>
                  <a:pt x="43188" y="57252"/>
                  <a:pt x="57583" y="42939"/>
                </a:cubicBezTo>
                <a:cubicBezTo>
                  <a:pt x="71980" y="35782"/>
                  <a:pt x="86375" y="21469"/>
                  <a:pt x="93574" y="0"/>
                </a:cubicBezTo>
                <a:lnTo>
                  <a:pt x="15835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9398000" y="5257800"/>
            <a:ext cx="231442" cy="286259"/>
          </a:xfrm>
          <a:custGeom>
            <a:avLst/>
            <a:gdLst/>
            <a:ahLst/>
            <a:cxnLst/>
            <a:rect l="l" t="t" r="r" b="b"/>
            <a:pathLst>
              <a:path w="231442" h="286259">
                <a:moveTo>
                  <a:pt x="151884" y="100190"/>
                </a:moveTo>
                <a:cubicBezTo>
                  <a:pt x="151884" y="85877"/>
                  <a:pt x="144652" y="71564"/>
                  <a:pt x="137419" y="64408"/>
                </a:cubicBezTo>
                <a:cubicBezTo>
                  <a:pt x="130186" y="57252"/>
                  <a:pt x="122954" y="50095"/>
                  <a:pt x="108488" y="50095"/>
                </a:cubicBezTo>
                <a:cubicBezTo>
                  <a:pt x="101256" y="50095"/>
                  <a:pt x="94023" y="57252"/>
                  <a:pt x="86791" y="64408"/>
                </a:cubicBezTo>
                <a:cubicBezTo>
                  <a:pt x="79558" y="71564"/>
                  <a:pt x="72325" y="78721"/>
                  <a:pt x="72325" y="93034"/>
                </a:cubicBezTo>
                <a:cubicBezTo>
                  <a:pt x="72325" y="114503"/>
                  <a:pt x="79558" y="121660"/>
                  <a:pt x="86791" y="128816"/>
                </a:cubicBezTo>
                <a:cubicBezTo>
                  <a:pt x="94023" y="143129"/>
                  <a:pt x="101256" y="143129"/>
                  <a:pt x="108488" y="143129"/>
                </a:cubicBezTo>
                <a:cubicBezTo>
                  <a:pt x="122954" y="143129"/>
                  <a:pt x="130186" y="143129"/>
                  <a:pt x="137419" y="128816"/>
                </a:cubicBezTo>
                <a:cubicBezTo>
                  <a:pt x="144652" y="121660"/>
                  <a:pt x="151884" y="114503"/>
                  <a:pt x="151884" y="100190"/>
                </a:cubicBezTo>
                <a:close/>
                <a:moveTo>
                  <a:pt x="7233" y="221851"/>
                </a:moveTo>
                <a:cubicBezTo>
                  <a:pt x="86791" y="214695"/>
                  <a:pt x="86791" y="214695"/>
                  <a:pt x="86791" y="214695"/>
                </a:cubicBezTo>
                <a:cubicBezTo>
                  <a:pt x="86791" y="221851"/>
                  <a:pt x="86791" y="229008"/>
                  <a:pt x="94023" y="236164"/>
                </a:cubicBezTo>
                <a:cubicBezTo>
                  <a:pt x="101256" y="236164"/>
                  <a:pt x="108488" y="243321"/>
                  <a:pt x="108488" y="243321"/>
                </a:cubicBezTo>
                <a:cubicBezTo>
                  <a:pt x="122954" y="243321"/>
                  <a:pt x="137419" y="236164"/>
                  <a:pt x="144652" y="221851"/>
                </a:cubicBezTo>
                <a:cubicBezTo>
                  <a:pt x="144652" y="214695"/>
                  <a:pt x="151884" y="193225"/>
                  <a:pt x="151884" y="164598"/>
                </a:cubicBezTo>
                <a:cubicBezTo>
                  <a:pt x="144652" y="171755"/>
                  <a:pt x="137419" y="178911"/>
                  <a:pt x="122954" y="186069"/>
                </a:cubicBezTo>
                <a:cubicBezTo>
                  <a:pt x="115721" y="186069"/>
                  <a:pt x="101256" y="193225"/>
                  <a:pt x="94023" y="193225"/>
                </a:cubicBezTo>
                <a:cubicBezTo>
                  <a:pt x="65093" y="193225"/>
                  <a:pt x="43396" y="186069"/>
                  <a:pt x="28931" y="164598"/>
                </a:cubicBezTo>
                <a:cubicBezTo>
                  <a:pt x="7233" y="150285"/>
                  <a:pt x="0" y="121660"/>
                  <a:pt x="0" y="100190"/>
                </a:cubicBezTo>
                <a:cubicBezTo>
                  <a:pt x="0" y="78721"/>
                  <a:pt x="7233" y="64408"/>
                  <a:pt x="14465" y="50095"/>
                </a:cubicBezTo>
                <a:cubicBezTo>
                  <a:pt x="21698" y="35782"/>
                  <a:pt x="36163" y="21469"/>
                  <a:pt x="50629" y="14313"/>
                </a:cubicBezTo>
                <a:cubicBezTo>
                  <a:pt x="65093" y="7156"/>
                  <a:pt x="86791" y="0"/>
                  <a:pt x="108488" y="0"/>
                </a:cubicBezTo>
                <a:cubicBezTo>
                  <a:pt x="137419" y="0"/>
                  <a:pt x="159116" y="7156"/>
                  <a:pt x="173581" y="14313"/>
                </a:cubicBezTo>
                <a:cubicBezTo>
                  <a:pt x="195279" y="28626"/>
                  <a:pt x="209744" y="42939"/>
                  <a:pt x="216977" y="64408"/>
                </a:cubicBezTo>
                <a:cubicBezTo>
                  <a:pt x="224210" y="78721"/>
                  <a:pt x="231442" y="107347"/>
                  <a:pt x="231442" y="143129"/>
                </a:cubicBezTo>
                <a:cubicBezTo>
                  <a:pt x="231442" y="193225"/>
                  <a:pt x="224210" y="229008"/>
                  <a:pt x="202512" y="250477"/>
                </a:cubicBezTo>
                <a:cubicBezTo>
                  <a:pt x="180814" y="279103"/>
                  <a:pt x="151884" y="286259"/>
                  <a:pt x="108488" y="286259"/>
                </a:cubicBezTo>
                <a:cubicBezTo>
                  <a:pt x="86791" y="286259"/>
                  <a:pt x="72325" y="286259"/>
                  <a:pt x="57860" y="279103"/>
                </a:cubicBezTo>
                <a:cubicBezTo>
                  <a:pt x="43396" y="271946"/>
                  <a:pt x="36163" y="264790"/>
                  <a:pt x="28931" y="257633"/>
                </a:cubicBezTo>
                <a:cubicBezTo>
                  <a:pt x="14465" y="250477"/>
                  <a:pt x="14465" y="236164"/>
                  <a:pt x="7233" y="221851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9639300" y="5257800"/>
            <a:ext cx="231442" cy="280167"/>
          </a:xfrm>
          <a:custGeom>
            <a:avLst/>
            <a:gdLst/>
            <a:ahLst/>
            <a:cxnLst/>
            <a:rect l="l" t="t" r="r" b="b"/>
            <a:pathLst>
              <a:path w="231442" h="280167">
                <a:moveTo>
                  <a:pt x="28931" y="0"/>
                </a:moveTo>
                <a:cubicBezTo>
                  <a:pt x="216977" y="0"/>
                  <a:pt x="216977" y="0"/>
                  <a:pt x="216977" y="0"/>
                </a:cubicBezTo>
                <a:cubicBezTo>
                  <a:pt x="216977" y="57470"/>
                  <a:pt x="216977" y="57470"/>
                  <a:pt x="216977" y="57470"/>
                </a:cubicBezTo>
                <a:cubicBezTo>
                  <a:pt x="94023" y="57470"/>
                  <a:pt x="94023" y="57470"/>
                  <a:pt x="94023" y="57470"/>
                </a:cubicBezTo>
                <a:cubicBezTo>
                  <a:pt x="86791" y="100573"/>
                  <a:pt x="86791" y="100573"/>
                  <a:pt x="86791" y="100573"/>
                </a:cubicBezTo>
                <a:cubicBezTo>
                  <a:pt x="94023" y="100573"/>
                  <a:pt x="101256" y="93389"/>
                  <a:pt x="108488" y="93389"/>
                </a:cubicBezTo>
                <a:cubicBezTo>
                  <a:pt x="122954" y="93389"/>
                  <a:pt x="130186" y="93389"/>
                  <a:pt x="137419" y="93389"/>
                </a:cubicBezTo>
                <a:cubicBezTo>
                  <a:pt x="166348" y="93389"/>
                  <a:pt x="188046" y="100573"/>
                  <a:pt x="202512" y="114940"/>
                </a:cubicBezTo>
                <a:cubicBezTo>
                  <a:pt x="224210" y="129308"/>
                  <a:pt x="231442" y="150859"/>
                  <a:pt x="231442" y="179595"/>
                </a:cubicBezTo>
                <a:cubicBezTo>
                  <a:pt x="231442" y="193962"/>
                  <a:pt x="224210" y="215513"/>
                  <a:pt x="216977" y="229880"/>
                </a:cubicBezTo>
                <a:cubicBezTo>
                  <a:pt x="209744" y="251432"/>
                  <a:pt x="195279" y="258615"/>
                  <a:pt x="180814" y="265800"/>
                </a:cubicBezTo>
                <a:cubicBezTo>
                  <a:pt x="159116" y="280167"/>
                  <a:pt x="144652" y="280167"/>
                  <a:pt x="115721" y="280167"/>
                </a:cubicBezTo>
                <a:cubicBezTo>
                  <a:pt x="94023" y="280167"/>
                  <a:pt x="79558" y="280167"/>
                  <a:pt x="65093" y="280167"/>
                </a:cubicBezTo>
                <a:cubicBezTo>
                  <a:pt x="57860" y="272983"/>
                  <a:pt x="43396" y="265800"/>
                  <a:pt x="36163" y="258615"/>
                </a:cubicBezTo>
                <a:cubicBezTo>
                  <a:pt x="28931" y="251432"/>
                  <a:pt x="14465" y="244248"/>
                  <a:pt x="14465" y="237065"/>
                </a:cubicBezTo>
                <a:cubicBezTo>
                  <a:pt x="7233" y="229880"/>
                  <a:pt x="0" y="215513"/>
                  <a:pt x="0" y="208330"/>
                </a:cubicBezTo>
                <a:cubicBezTo>
                  <a:pt x="79558" y="193962"/>
                  <a:pt x="79558" y="193962"/>
                  <a:pt x="79558" y="193962"/>
                </a:cubicBezTo>
                <a:cubicBezTo>
                  <a:pt x="79558" y="208330"/>
                  <a:pt x="79558" y="215513"/>
                  <a:pt x="86791" y="222697"/>
                </a:cubicBezTo>
                <a:cubicBezTo>
                  <a:pt x="94023" y="229880"/>
                  <a:pt x="108488" y="237065"/>
                  <a:pt x="115721" y="237065"/>
                </a:cubicBezTo>
                <a:cubicBezTo>
                  <a:pt x="122954" y="237065"/>
                  <a:pt x="137419" y="229880"/>
                  <a:pt x="144652" y="222697"/>
                </a:cubicBezTo>
                <a:cubicBezTo>
                  <a:pt x="151884" y="215513"/>
                  <a:pt x="151884" y="201145"/>
                  <a:pt x="151884" y="186778"/>
                </a:cubicBezTo>
                <a:cubicBezTo>
                  <a:pt x="151884" y="172410"/>
                  <a:pt x="151884" y="158043"/>
                  <a:pt x="144652" y="150859"/>
                </a:cubicBezTo>
                <a:cubicBezTo>
                  <a:pt x="137419" y="143675"/>
                  <a:pt x="122954" y="136492"/>
                  <a:pt x="115721" y="136492"/>
                </a:cubicBezTo>
                <a:cubicBezTo>
                  <a:pt x="108488" y="136492"/>
                  <a:pt x="101256" y="143675"/>
                  <a:pt x="94023" y="143675"/>
                </a:cubicBezTo>
                <a:cubicBezTo>
                  <a:pt x="86791" y="143675"/>
                  <a:pt x="79558" y="150859"/>
                  <a:pt x="72325" y="158043"/>
                </a:cubicBezTo>
                <a:cubicBezTo>
                  <a:pt x="7233" y="150859"/>
                  <a:pt x="7233" y="150859"/>
                  <a:pt x="7233" y="150859"/>
                </a:cubicBezTo>
                <a:lnTo>
                  <a:pt x="28931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9893300" y="5257800"/>
            <a:ext cx="219260" cy="286259"/>
          </a:xfrm>
          <a:custGeom>
            <a:avLst/>
            <a:gdLst/>
            <a:ahLst/>
            <a:cxnLst/>
            <a:rect l="l" t="t" r="r" b="b"/>
            <a:pathLst>
              <a:path w="219260" h="286259">
                <a:moveTo>
                  <a:pt x="70729" y="85877"/>
                </a:moveTo>
                <a:cubicBezTo>
                  <a:pt x="0" y="71564"/>
                  <a:pt x="0" y="71564"/>
                  <a:pt x="0" y="71564"/>
                </a:cubicBezTo>
                <a:cubicBezTo>
                  <a:pt x="7073" y="50095"/>
                  <a:pt x="21219" y="35782"/>
                  <a:pt x="35364" y="21469"/>
                </a:cubicBezTo>
                <a:cubicBezTo>
                  <a:pt x="49511" y="7156"/>
                  <a:pt x="77803" y="0"/>
                  <a:pt x="106095" y="0"/>
                </a:cubicBezTo>
                <a:cubicBezTo>
                  <a:pt x="141459" y="0"/>
                  <a:pt x="169751" y="7156"/>
                  <a:pt x="183896" y="21469"/>
                </a:cubicBezTo>
                <a:cubicBezTo>
                  <a:pt x="198043" y="35782"/>
                  <a:pt x="212188" y="50095"/>
                  <a:pt x="212188" y="71564"/>
                </a:cubicBezTo>
                <a:cubicBezTo>
                  <a:pt x="212188" y="85877"/>
                  <a:pt x="205115" y="93034"/>
                  <a:pt x="198043" y="107347"/>
                </a:cubicBezTo>
                <a:cubicBezTo>
                  <a:pt x="190969" y="114503"/>
                  <a:pt x="183896" y="121660"/>
                  <a:pt x="169751" y="128816"/>
                </a:cubicBezTo>
                <a:cubicBezTo>
                  <a:pt x="176823" y="135973"/>
                  <a:pt x="190969" y="135973"/>
                  <a:pt x="190969" y="143129"/>
                </a:cubicBezTo>
                <a:cubicBezTo>
                  <a:pt x="205115" y="143129"/>
                  <a:pt x="212188" y="150285"/>
                  <a:pt x="212188" y="164598"/>
                </a:cubicBezTo>
                <a:cubicBezTo>
                  <a:pt x="219260" y="171755"/>
                  <a:pt x="219260" y="186069"/>
                  <a:pt x="219260" y="193225"/>
                </a:cubicBezTo>
                <a:cubicBezTo>
                  <a:pt x="219260" y="214695"/>
                  <a:pt x="219260" y="229008"/>
                  <a:pt x="212188" y="243321"/>
                </a:cubicBezTo>
                <a:cubicBezTo>
                  <a:pt x="205115" y="257633"/>
                  <a:pt x="190969" y="271946"/>
                  <a:pt x="176823" y="279103"/>
                </a:cubicBezTo>
                <a:cubicBezTo>
                  <a:pt x="155604" y="286259"/>
                  <a:pt x="134386" y="286259"/>
                  <a:pt x="113167" y="286259"/>
                </a:cubicBezTo>
                <a:cubicBezTo>
                  <a:pt x="84875" y="286259"/>
                  <a:pt x="70729" y="286259"/>
                  <a:pt x="56584" y="279103"/>
                </a:cubicBezTo>
                <a:cubicBezTo>
                  <a:pt x="42437" y="271946"/>
                  <a:pt x="28292" y="264790"/>
                  <a:pt x="21219" y="250477"/>
                </a:cubicBezTo>
                <a:cubicBezTo>
                  <a:pt x="7073" y="243321"/>
                  <a:pt x="0" y="229008"/>
                  <a:pt x="0" y="207538"/>
                </a:cubicBezTo>
                <a:cubicBezTo>
                  <a:pt x="70729" y="200382"/>
                  <a:pt x="70729" y="200382"/>
                  <a:pt x="70729" y="200382"/>
                </a:cubicBezTo>
                <a:cubicBezTo>
                  <a:pt x="77803" y="214695"/>
                  <a:pt x="77803" y="229008"/>
                  <a:pt x="84875" y="229008"/>
                </a:cubicBezTo>
                <a:cubicBezTo>
                  <a:pt x="91948" y="236164"/>
                  <a:pt x="99021" y="243321"/>
                  <a:pt x="113167" y="243321"/>
                </a:cubicBezTo>
                <a:cubicBezTo>
                  <a:pt x="120240" y="243321"/>
                  <a:pt x="127312" y="236164"/>
                  <a:pt x="134386" y="229008"/>
                </a:cubicBezTo>
                <a:cubicBezTo>
                  <a:pt x="141459" y="221851"/>
                  <a:pt x="148532" y="214695"/>
                  <a:pt x="148532" y="200382"/>
                </a:cubicBezTo>
                <a:cubicBezTo>
                  <a:pt x="148532" y="186069"/>
                  <a:pt x="141459" y="178911"/>
                  <a:pt x="134386" y="171755"/>
                </a:cubicBezTo>
                <a:cubicBezTo>
                  <a:pt x="127312" y="164598"/>
                  <a:pt x="120240" y="157442"/>
                  <a:pt x="106095" y="157442"/>
                </a:cubicBezTo>
                <a:cubicBezTo>
                  <a:pt x="106095" y="157442"/>
                  <a:pt x="99021" y="164598"/>
                  <a:pt x="84875" y="164598"/>
                </a:cubicBezTo>
                <a:cubicBezTo>
                  <a:pt x="91948" y="107347"/>
                  <a:pt x="91948" y="107347"/>
                  <a:pt x="91948" y="107347"/>
                </a:cubicBezTo>
                <a:cubicBezTo>
                  <a:pt x="91948" y="107347"/>
                  <a:pt x="99021" y="107347"/>
                  <a:pt x="99021" y="107347"/>
                </a:cubicBezTo>
                <a:cubicBezTo>
                  <a:pt x="106095" y="107347"/>
                  <a:pt x="120240" y="107347"/>
                  <a:pt x="120240" y="100190"/>
                </a:cubicBezTo>
                <a:cubicBezTo>
                  <a:pt x="127312" y="93034"/>
                  <a:pt x="134386" y="85877"/>
                  <a:pt x="134386" y="78721"/>
                </a:cubicBezTo>
                <a:cubicBezTo>
                  <a:pt x="134386" y="71564"/>
                  <a:pt x="127312" y="64408"/>
                  <a:pt x="127312" y="57252"/>
                </a:cubicBezTo>
                <a:cubicBezTo>
                  <a:pt x="120240" y="50095"/>
                  <a:pt x="113167" y="50095"/>
                  <a:pt x="106095" y="50095"/>
                </a:cubicBezTo>
                <a:cubicBezTo>
                  <a:pt x="99021" y="50095"/>
                  <a:pt x="91948" y="50095"/>
                  <a:pt x="84875" y="57252"/>
                </a:cubicBezTo>
                <a:cubicBezTo>
                  <a:pt x="77803" y="64408"/>
                  <a:pt x="77803" y="71564"/>
                  <a:pt x="70729" y="85877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8001000" y="5511800"/>
            <a:ext cx="66998" cy="36543"/>
          </a:xfrm>
          <a:custGeom>
            <a:avLst/>
            <a:gdLst/>
            <a:ahLst/>
            <a:cxnLst/>
            <a:rect l="l" t="t" r="r" b="b"/>
            <a:pathLst>
              <a:path w="66998" h="36543">
                <a:moveTo>
                  <a:pt x="0" y="36543"/>
                </a:moveTo>
                <a:lnTo>
                  <a:pt x="30453" y="30452"/>
                </a:lnTo>
                <a:lnTo>
                  <a:pt x="66998" y="12181"/>
                </a:lnTo>
                <a:lnTo>
                  <a:pt x="48726" y="6091"/>
                </a:lnTo>
                <a:lnTo>
                  <a:pt x="24362" y="0"/>
                </a:lnTo>
                <a:lnTo>
                  <a:pt x="0" y="36543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394700" y="800100"/>
            <a:ext cx="170536" cy="133993"/>
          </a:xfrm>
          <a:custGeom>
            <a:avLst/>
            <a:gdLst/>
            <a:ahLst/>
            <a:cxnLst/>
            <a:rect l="l" t="t" r="r" b="b"/>
            <a:pathLst>
              <a:path w="170536" h="133993">
                <a:moveTo>
                  <a:pt x="156324" y="77575"/>
                </a:moveTo>
                <a:cubicBezTo>
                  <a:pt x="163430" y="70523"/>
                  <a:pt x="170536" y="63471"/>
                  <a:pt x="170536" y="56418"/>
                </a:cubicBezTo>
                <a:cubicBezTo>
                  <a:pt x="170536" y="42314"/>
                  <a:pt x="170536" y="35262"/>
                  <a:pt x="170536" y="28209"/>
                </a:cubicBezTo>
                <a:cubicBezTo>
                  <a:pt x="163430" y="14105"/>
                  <a:pt x="156324" y="7052"/>
                  <a:pt x="149219" y="0"/>
                </a:cubicBezTo>
                <a:cubicBezTo>
                  <a:pt x="135007" y="0"/>
                  <a:pt x="127902" y="0"/>
                  <a:pt x="113690" y="0"/>
                </a:cubicBezTo>
                <a:cubicBezTo>
                  <a:pt x="106585" y="7052"/>
                  <a:pt x="85268" y="14105"/>
                  <a:pt x="56845" y="28209"/>
                </a:cubicBezTo>
                <a:cubicBezTo>
                  <a:pt x="0" y="49366"/>
                  <a:pt x="0" y="49366"/>
                  <a:pt x="0" y="49366"/>
                </a:cubicBezTo>
                <a:cubicBezTo>
                  <a:pt x="35528" y="133993"/>
                  <a:pt x="35528" y="133993"/>
                  <a:pt x="35528" y="133993"/>
                </a:cubicBezTo>
                <a:cubicBezTo>
                  <a:pt x="92373" y="112836"/>
                  <a:pt x="92373" y="112836"/>
                  <a:pt x="92373" y="112836"/>
                </a:cubicBezTo>
                <a:cubicBezTo>
                  <a:pt x="127902" y="91680"/>
                  <a:pt x="149219" y="84628"/>
                  <a:pt x="156324" y="7757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1912600" y="1854200"/>
            <a:ext cx="140085" cy="176629"/>
          </a:xfrm>
          <a:custGeom>
            <a:avLst/>
            <a:gdLst/>
            <a:ahLst/>
            <a:cxnLst/>
            <a:rect l="l" t="t" r="r" b="b"/>
            <a:pathLst>
              <a:path w="140085" h="176629">
                <a:moveTo>
                  <a:pt x="70043" y="162499"/>
                </a:moveTo>
                <a:cubicBezTo>
                  <a:pt x="77047" y="169564"/>
                  <a:pt x="84051" y="169564"/>
                  <a:pt x="91055" y="176629"/>
                </a:cubicBezTo>
                <a:cubicBezTo>
                  <a:pt x="105063" y="176629"/>
                  <a:pt x="112069" y="169564"/>
                  <a:pt x="119073" y="169564"/>
                </a:cubicBezTo>
                <a:cubicBezTo>
                  <a:pt x="133081" y="162499"/>
                  <a:pt x="140085" y="148368"/>
                  <a:pt x="140085" y="141303"/>
                </a:cubicBezTo>
                <a:cubicBezTo>
                  <a:pt x="140085" y="134238"/>
                  <a:pt x="140085" y="120108"/>
                  <a:pt x="140085" y="105978"/>
                </a:cubicBezTo>
                <a:cubicBezTo>
                  <a:pt x="133081" y="98913"/>
                  <a:pt x="126077" y="84781"/>
                  <a:pt x="105063" y="56521"/>
                </a:cubicBezTo>
                <a:cubicBezTo>
                  <a:pt x="77047" y="0"/>
                  <a:pt x="77047" y="0"/>
                  <a:pt x="77047" y="0"/>
                </a:cubicBezTo>
                <a:cubicBezTo>
                  <a:pt x="0" y="49456"/>
                  <a:pt x="0" y="49456"/>
                  <a:pt x="0" y="49456"/>
                </a:cubicBezTo>
                <a:cubicBezTo>
                  <a:pt x="28017" y="98913"/>
                  <a:pt x="28017" y="98913"/>
                  <a:pt x="28017" y="98913"/>
                </a:cubicBezTo>
                <a:cubicBezTo>
                  <a:pt x="49030" y="134238"/>
                  <a:pt x="63038" y="155434"/>
                  <a:pt x="70043" y="16249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6921500" y="2552700"/>
            <a:ext cx="152265" cy="109630"/>
          </a:xfrm>
          <a:custGeom>
            <a:avLst/>
            <a:gdLst/>
            <a:ahLst/>
            <a:cxnLst/>
            <a:rect l="l" t="t" r="r" b="b"/>
            <a:pathLst>
              <a:path w="152265" h="109630">
                <a:moveTo>
                  <a:pt x="152265" y="0"/>
                </a:moveTo>
                <a:lnTo>
                  <a:pt x="0" y="18271"/>
                </a:lnTo>
                <a:lnTo>
                  <a:pt x="115722" y="109630"/>
                </a:lnTo>
                <a:lnTo>
                  <a:pt x="15226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9906000" y="6096000"/>
            <a:ext cx="146174" cy="237534"/>
          </a:xfrm>
          <a:custGeom>
            <a:avLst/>
            <a:gdLst/>
            <a:ahLst/>
            <a:cxnLst/>
            <a:rect l="l" t="t" r="r" b="b"/>
            <a:pathLst>
              <a:path w="146174" h="237534">
                <a:moveTo>
                  <a:pt x="48725" y="71980"/>
                </a:moveTo>
                <a:cubicBezTo>
                  <a:pt x="34803" y="71980"/>
                  <a:pt x="27842" y="86377"/>
                  <a:pt x="27842" y="86377"/>
                </a:cubicBezTo>
                <a:cubicBezTo>
                  <a:pt x="6961" y="100772"/>
                  <a:pt x="13922" y="107970"/>
                  <a:pt x="13922" y="107970"/>
                </a:cubicBezTo>
                <a:cubicBezTo>
                  <a:pt x="13922" y="115169"/>
                  <a:pt x="6961" y="136762"/>
                  <a:pt x="6961" y="136762"/>
                </a:cubicBezTo>
                <a:cubicBezTo>
                  <a:pt x="0" y="143961"/>
                  <a:pt x="0" y="165555"/>
                  <a:pt x="0" y="165555"/>
                </a:cubicBezTo>
                <a:cubicBezTo>
                  <a:pt x="0" y="172753"/>
                  <a:pt x="13922" y="187148"/>
                  <a:pt x="13922" y="187148"/>
                </a:cubicBezTo>
                <a:cubicBezTo>
                  <a:pt x="20883" y="208742"/>
                  <a:pt x="62647" y="230337"/>
                  <a:pt x="62647" y="230337"/>
                </a:cubicBezTo>
                <a:cubicBezTo>
                  <a:pt x="69606" y="237534"/>
                  <a:pt x="76567" y="237534"/>
                  <a:pt x="83528" y="237534"/>
                </a:cubicBezTo>
                <a:cubicBezTo>
                  <a:pt x="90489" y="237534"/>
                  <a:pt x="97450" y="237534"/>
                  <a:pt x="104411" y="237534"/>
                </a:cubicBezTo>
                <a:cubicBezTo>
                  <a:pt x="132253" y="237534"/>
                  <a:pt x="132253" y="208742"/>
                  <a:pt x="132253" y="208742"/>
                </a:cubicBezTo>
                <a:cubicBezTo>
                  <a:pt x="125292" y="201545"/>
                  <a:pt x="139214" y="187148"/>
                  <a:pt x="139214" y="187148"/>
                </a:cubicBezTo>
                <a:cubicBezTo>
                  <a:pt x="146174" y="179951"/>
                  <a:pt x="146174" y="172753"/>
                  <a:pt x="146174" y="172753"/>
                </a:cubicBezTo>
                <a:cubicBezTo>
                  <a:pt x="139214" y="165555"/>
                  <a:pt x="139214" y="143961"/>
                  <a:pt x="139214" y="143961"/>
                </a:cubicBezTo>
                <a:cubicBezTo>
                  <a:pt x="125292" y="136762"/>
                  <a:pt x="97450" y="115169"/>
                  <a:pt x="97450" y="115169"/>
                </a:cubicBezTo>
                <a:cubicBezTo>
                  <a:pt x="76567" y="86377"/>
                  <a:pt x="97450" y="79178"/>
                  <a:pt x="97450" y="79178"/>
                </a:cubicBezTo>
                <a:cubicBezTo>
                  <a:pt x="111370" y="86377"/>
                  <a:pt x="118331" y="79178"/>
                  <a:pt x="118331" y="79178"/>
                </a:cubicBezTo>
                <a:cubicBezTo>
                  <a:pt x="132253" y="79178"/>
                  <a:pt x="125292" y="57584"/>
                  <a:pt x="125292" y="57584"/>
                </a:cubicBezTo>
                <a:cubicBezTo>
                  <a:pt x="125292" y="43188"/>
                  <a:pt x="125292" y="35991"/>
                  <a:pt x="125292" y="35991"/>
                </a:cubicBezTo>
                <a:cubicBezTo>
                  <a:pt x="132253" y="14395"/>
                  <a:pt x="125292" y="14395"/>
                  <a:pt x="125292" y="14395"/>
                </a:cubicBezTo>
                <a:cubicBezTo>
                  <a:pt x="111370" y="0"/>
                  <a:pt x="104411" y="14395"/>
                  <a:pt x="104411" y="14395"/>
                </a:cubicBezTo>
                <a:cubicBezTo>
                  <a:pt x="97450" y="28792"/>
                  <a:pt x="69606" y="57584"/>
                  <a:pt x="69606" y="57584"/>
                </a:cubicBezTo>
                <a:cubicBezTo>
                  <a:pt x="62647" y="57584"/>
                  <a:pt x="62647" y="64783"/>
                  <a:pt x="62647" y="64783"/>
                </a:cubicBezTo>
                <a:cubicBezTo>
                  <a:pt x="55686" y="71980"/>
                  <a:pt x="48725" y="71980"/>
                  <a:pt x="48725" y="7198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8547100" y="5854700"/>
            <a:ext cx="30455" cy="79179"/>
          </a:xfrm>
          <a:custGeom>
            <a:avLst/>
            <a:gdLst/>
            <a:ahLst/>
            <a:cxnLst/>
            <a:rect l="l" t="t" r="r" b="b"/>
            <a:pathLst>
              <a:path w="30455" h="79179">
                <a:moveTo>
                  <a:pt x="0" y="0"/>
                </a:moveTo>
                <a:cubicBezTo>
                  <a:pt x="7614" y="21594"/>
                  <a:pt x="15227" y="28792"/>
                  <a:pt x="15227" y="35991"/>
                </a:cubicBezTo>
                <a:cubicBezTo>
                  <a:pt x="15227" y="43189"/>
                  <a:pt x="15227" y="50387"/>
                  <a:pt x="15227" y="50387"/>
                </a:cubicBezTo>
                <a:cubicBezTo>
                  <a:pt x="30455" y="64783"/>
                  <a:pt x="22841" y="57584"/>
                  <a:pt x="22841" y="71981"/>
                </a:cubicBezTo>
                <a:cubicBezTo>
                  <a:pt x="30455" y="79179"/>
                  <a:pt x="30455" y="71981"/>
                  <a:pt x="30455" y="64783"/>
                </a:cubicBezTo>
                <a:cubicBezTo>
                  <a:pt x="30455" y="57584"/>
                  <a:pt x="30455" y="35991"/>
                  <a:pt x="22841" y="21594"/>
                </a:cubicBezTo>
                <a:cubicBezTo>
                  <a:pt x="22841" y="14397"/>
                  <a:pt x="22841" y="7198"/>
                  <a:pt x="22841" y="0"/>
                </a:cubicBezTo>
                <a:cubicBezTo>
                  <a:pt x="15227" y="0"/>
                  <a:pt x="7614" y="0"/>
                  <a:pt x="0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8407400" y="5905500"/>
            <a:ext cx="127904" cy="48725"/>
          </a:xfrm>
          <a:custGeom>
            <a:avLst/>
            <a:gdLst/>
            <a:ahLst/>
            <a:cxnLst/>
            <a:rect l="l" t="t" r="r" b="b"/>
            <a:pathLst>
              <a:path w="127904" h="48725">
                <a:moveTo>
                  <a:pt x="0" y="48725"/>
                </a:moveTo>
                <a:cubicBezTo>
                  <a:pt x="7106" y="48725"/>
                  <a:pt x="21317" y="41764"/>
                  <a:pt x="35530" y="41764"/>
                </a:cubicBezTo>
                <a:cubicBezTo>
                  <a:pt x="63952" y="41764"/>
                  <a:pt x="106587" y="34803"/>
                  <a:pt x="120799" y="20883"/>
                </a:cubicBezTo>
                <a:cubicBezTo>
                  <a:pt x="127904" y="20883"/>
                  <a:pt x="127904" y="20883"/>
                  <a:pt x="127904" y="13922"/>
                </a:cubicBezTo>
                <a:cubicBezTo>
                  <a:pt x="127904" y="13922"/>
                  <a:pt x="127904" y="13922"/>
                  <a:pt x="127904" y="13922"/>
                </a:cubicBezTo>
                <a:cubicBezTo>
                  <a:pt x="127904" y="6961"/>
                  <a:pt x="120799" y="6961"/>
                  <a:pt x="120799" y="0"/>
                </a:cubicBezTo>
                <a:cubicBezTo>
                  <a:pt x="85269" y="27843"/>
                  <a:pt x="21317" y="34803"/>
                  <a:pt x="0" y="4872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198100" y="660400"/>
            <a:ext cx="243623" cy="261897"/>
          </a:xfrm>
          <a:custGeom>
            <a:avLst/>
            <a:gdLst/>
            <a:ahLst/>
            <a:cxnLst/>
            <a:rect l="l" t="t" r="r" b="b"/>
            <a:pathLst>
              <a:path w="243623" h="261897">
                <a:moveTo>
                  <a:pt x="85984" y="254819"/>
                </a:moveTo>
                <a:cubicBezTo>
                  <a:pt x="121812" y="261897"/>
                  <a:pt x="150473" y="261897"/>
                  <a:pt x="171969" y="247740"/>
                </a:cubicBezTo>
                <a:cubicBezTo>
                  <a:pt x="200631" y="233583"/>
                  <a:pt x="222127" y="205270"/>
                  <a:pt x="229292" y="162801"/>
                </a:cubicBezTo>
                <a:cubicBezTo>
                  <a:pt x="243623" y="120331"/>
                  <a:pt x="243623" y="84940"/>
                  <a:pt x="229292" y="63704"/>
                </a:cubicBezTo>
                <a:cubicBezTo>
                  <a:pt x="214961" y="35391"/>
                  <a:pt x="186300" y="21234"/>
                  <a:pt x="157639" y="14157"/>
                </a:cubicBezTo>
                <a:cubicBezTo>
                  <a:pt x="121812" y="0"/>
                  <a:pt x="93149" y="7078"/>
                  <a:pt x="71653" y="21234"/>
                </a:cubicBezTo>
                <a:cubicBezTo>
                  <a:pt x="42992" y="35391"/>
                  <a:pt x="21496" y="63704"/>
                  <a:pt x="14331" y="106175"/>
                </a:cubicBezTo>
                <a:cubicBezTo>
                  <a:pt x="0" y="141566"/>
                  <a:pt x="7165" y="176958"/>
                  <a:pt x="21496" y="205270"/>
                </a:cubicBezTo>
                <a:cubicBezTo>
                  <a:pt x="35827" y="233583"/>
                  <a:pt x="57323" y="247740"/>
                  <a:pt x="85984" y="25481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6413500" y="203200"/>
            <a:ext cx="6437748" cy="6419474"/>
          </a:xfrm>
          <a:custGeom>
            <a:avLst/>
            <a:gdLst/>
            <a:ahLst/>
            <a:cxnLst/>
            <a:rect l="l" t="t" r="r" b="b"/>
            <a:pathLst>
              <a:path w="6437748" h="6419474">
                <a:moveTo>
                  <a:pt x="3222431" y="0"/>
                </a:moveTo>
                <a:cubicBezTo>
                  <a:pt x="1444047" y="0"/>
                  <a:pt x="0" y="1439949"/>
                  <a:pt x="0" y="3213284"/>
                </a:cubicBezTo>
                <a:cubicBezTo>
                  <a:pt x="0" y="4979525"/>
                  <a:pt x="1444047" y="6419474"/>
                  <a:pt x="3222431" y="6419474"/>
                </a:cubicBezTo>
                <a:cubicBezTo>
                  <a:pt x="5000814" y="6419474"/>
                  <a:pt x="6437748" y="4979525"/>
                  <a:pt x="6437748" y="3213284"/>
                </a:cubicBezTo>
                <a:cubicBezTo>
                  <a:pt x="6437748" y="1439949"/>
                  <a:pt x="5000814" y="0"/>
                  <a:pt x="3222431" y="0"/>
                </a:cubicBezTo>
                <a:close/>
                <a:moveTo>
                  <a:pt x="6103412" y="3050137"/>
                </a:moveTo>
                <a:cubicBezTo>
                  <a:pt x="6039390" y="3057230"/>
                  <a:pt x="6039390" y="3057230"/>
                  <a:pt x="6039390" y="3057230"/>
                </a:cubicBezTo>
                <a:cubicBezTo>
                  <a:pt x="6018050" y="2837336"/>
                  <a:pt x="6018050" y="2837336"/>
                  <a:pt x="6018050" y="2837336"/>
                </a:cubicBezTo>
                <a:cubicBezTo>
                  <a:pt x="5939800" y="2844430"/>
                  <a:pt x="5939800" y="2844430"/>
                  <a:pt x="5939800" y="2844430"/>
                </a:cubicBezTo>
                <a:cubicBezTo>
                  <a:pt x="5961141" y="3050137"/>
                  <a:pt x="5961141" y="3050137"/>
                  <a:pt x="5961141" y="3050137"/>
                </a:cubicBezTo>
                <a:cubicBezTo>
                  <a:pt x="5897119" y="3057230"/>
                  <a:pt x="5897119" y="3057230"/>
                  <a:pt x="5897119" y="3057230"/>
                </a:cubicBezTo>
                <a:cubicBezTo>
                  <a:pt x="5875779" y="2851523"/>
                  <a:pt x="5875779" y="2851523"/>
                  <a:pt x="5875779" y="2851523"/>
                </a:cubicBezTo>
                <a:cubicBezTo>
                  <a:pt x="5776190" y="2865711"/>
                  <a:pt x="5776190" y="2865711"/>
                  <a:pt x="5776190" y="2865711"/>
                </a:cubicBezTo>
                <a:cubicBezTo>
                  <a:pt x="5804643" y="3085603"/>
                  <a:pt x="5804643" y="3085603"/>
                  <a:pt x="5804643" y="3085603"/>
                </a:cubicBezTo>
                <a:cubicBezTo>
                  <a:pt x="5740622" y="3092696"/>
                  <a:pt x="5740622" y="3092696"/>
                  <a:pt x="5740622" y="3092696"/>
                </a:cubicBezTo>
                <a:cubicBezTo>
                  <a:pt x="5705055" y="2787683"/>
                  <a:pt x="5705055" y="2787683"/>
                  <a:pt x="5705055" y="2787683"/>
                </a:cubicBezTo>
                <a:cubicBezTo>
                  <a:pt x="6074957" y="2752217"/>
                  <a:pt x="6074957" y="2752217"/>
                  <a:pt x="6074957" y="2752217"/>
                </a:cubicBezTo>
                <a:lnTo>
                  <a:pt x="6103412" y="3050137"/>
                </a:lnTo>
                <a:close/>
                <a:moveTo>
                  <a:pt x="5683714" y="1709495"/>
                </a:moveTo>
                <a:cubicBezTo>
                  <a:pt x="5705055" y="1744962"/>
                  <a:pt x="5719281" y="1773335"/>
                  <a:pt x="5719281" y="1794615"/>
                </a:cubicBezTo>
                <a:cubicBezTo>
                  <a:pt x="5726394" y="1815896"/>
                  <a:pt x="5726394" y="1830083"/>
                  <a:pt x="5719281" y="1851362"/>
                </a:cubicBezTo>
                <a:cubicBezTo>
                  <a:pt x="5712168" y="1872642"/>
                  <a:pt x="5697940" y="1886829"/>
                  <a:pt x="5676600" y="1893922"/>
                </a:cubicBezTo>
                <a:cubicBezTo>
                  <a:pt x="5655259" y="1908109"/>
                  <a:pt x="5626805" y="1915202"/>
                  <a:pt x="5605465" y="1908109"/>
                </a:cubicBezTo>
                <a:cubicBezTo>
                  <a:pt x="5577011" y="1901016"/>
                  <a:pt x="5555670" y="1886829"/>
                  <a:pt x="5534330" y="1858456"/>
                </a:cubicBezTo>
                <a:cubicBezTo>
                  <a:pt x="5534330" y="1879736"/>
                  <a:pt x="5534330" y="1893922"/>
                  <a:pt x="5534330" y="1908109"/>
                </a:cubicBezTo>
                <a:cubicBezTo>
                  <a:pt x="5527215" y="1929389"/>
                  <a:pt x="5520102" y="1950669"/>
                  <a:pt x="5505875" y="1979042"/>
                </a:cubicBezTo>
                <a:cubicBezTo>
                  <a:pt x="5470308" y="2064163"/>
                  <a:pt x="5470308" y="2064163"/>
                  <a:pt x="5470308" y="2064163"/>
                </a:cubicBezTo>
                <a:cubicBezTo>
                  <a:pt x="5420512" y="1979042"/>
                  <a:pt x="5420512" y="1979042"/>
                  <a:pt x="5420512" y="1979042"/>
                </a:cubicBezTo>
                <a:cubicBezTo>
                  <a:pt x="5456080" y="1886829"/>
                  <a:pt x="5456080" y="1886829"/>
                  <a:pt x="5456080" y="1886829"/>
                </a:cubicBezTo>
                <a:cubicBezTo>
                  <a:pt x="5470308" y="1851362"/>
                  <a:pt x="5477421" y="1830083"/>
                  <a:pt x="5477421" y="1822988"/>
                </a:cubicBezTo>
                <a:cubicBezTo>
                  <a:pt x="5484534" y="1808803"/>
                  <a:pt x="5484534" y="1801708"/>
                  <a:pt x="5477421" y="1794615"/>
                </a:cubicBezTo>
                <a:cubicBezTo>
                  <a:pt x="5477421" y="1787522"/>
                  <a:pt x="5470308" y="1773335"/>
                  <a:pt x="5463193" y="1759148"/>
                </a:cubicBezTo>
                <a:cubicBezTo>
                  <a:pt x="5448967" y="1744962"/>
                  <a:pt x="5448967" y="1744962"/>
                  <a:pt x="5448967" y="1744962"/>
                </a:cubicBezTo>
                <a:cubicBezTo>
                  <a:pt x="5320923" y="1822988"/>
                  <a:pt x="5320923" y="1822988"/>
                  <a:pt x="5320923" y="1822988"/>
                </a:cubicBezTo>
                <a:cubicBezTo>
                  <a:pt x="5278242" y="1752055"/>
                  <a:pt x="5278242" y="1752055"/>
                  <a:pt x="5278242" y="1752055"/>
                </a:cubicBezTo>
                <a:cubicBezTo>
                  <a:pt x="5591237" y="1560535"/>
                  <a:pt x="5591237" y="1560535"/>
                  <a:pt x="5591237" y="1560535"/>
                </a:cubicBezTo>
                <a:lnTo>
                  <a:pt x="5683714" y="1709495"/>
                </a:lnTo>
                <a:close/>
                <a:moveTo>
                  <a:pt x="5335151" y="1248428"/>
                </a:moveTo>
                <a:cubicBezTo>
                  <a:pt x="5541443" y="1489602"/>
                  <a:pt x="5541443" y="1489602"/>
                  <a:pt x="5541443" y="1489602"/>
                </a:cubicBezTo>
                <a:cubicBezTo>
                  <a:pt x="5491648" y="1532162"/>
                  <a:pt x="5491648" y="1532162"/>
                  <a:pt x="5491648" y="1532162"/>
                </a:cubicBezTo>
                <a:cubicBezTo>
                  <a:pt x="5413399" y="1439949"/>
                  <a:pt x="5413399" y="1439949"/>
                  <a:pt x="5413399" y="1439949"/>
                </a:cubicBezTo>
                <a:cubicBezTo>
                  <a:pt x="5178652" y="1631469"/>
                  <a:pt x="5178652" y="1631469"/>
                  <a:pt x="5178652" y="1631469"/>
                </a:cubicBezTo>
                <a:cubicBezTo>
                  <a:pt x="5128858" y="1567628"/>
                  <a:pt x="5128858" y="1567628"/>
                  <a:pt x="5128858" y="1567628"/>
                </a:cubicBezTo>
                <a:cubicBezTo>
                  <a:pt x="5363605" y="1376108"/>
                  <a:pt x="5363605" y="1376108"/>
                  <a:pt x="5363605" y="1376108"/>
                </a:cubicBezTo>
                <a:cubicBezTo>
                  <a:pt x="5292468" y="1283895"/>
                  <a:pt x="5292468" y="1283895"/>
                  <a:pt x="5292468" y="1283895"/>
                </a:cubicBezTo>
                <a:lnTo>
                  <a:pt x="5335151" y="1248428"/>
                </a:lnTo>
                <a:close/>
                <a:moveTo>
                  <a:pt x="5278242" y="1184587"/>
                </a:moveTo>
                <a:cubicBezTo>
                  <a:pt x="5235561" y="1234242"/>
                  <a:pt x="5235561" y="1234242"/>
                  <a:pt x="5235561" y="1234242"/>
                </a:cubicBezTo>
                <a:cubicBezTo>
                  <a:pt x="5079063" y="1085281"/>
                  <a:pt x="5079063" y="1085281"/>
                  <a:pt x="5079063" y="1085281"/>
                </a:cubicBezTo>
                <a:cubicBezTo>
                  <a:pt x="5022155" y="1149121"/>
                  <a:pt x="5022155" y="1149121"/>
                  <a:pt x="5022155" y="1149121"/>
                </a:cubicBezTo>
                <a:cubicBezTo>
                  <a:pt x="5171539" y="1283895"/>
                  <a:pt x="5171539" y="1283895"/>
                  <a:pt x="5171539" y="1283895"/>
                </a:cubicBezTo>
                <a:cubicBezTo>
                  <a:pt x="5128858" y="1326455"/>
                  <a:pt x="5128858" y="1326455"/>
                  <a:pt x="5128858" y="1326455"/>
                </a:cubicBezTo>
                <a:cubicBezTo>
                  <a:pt x="4979473" y="1191682"/>
                  <a:pt x="4979473" y="1191682"/>
                  <a:pt x="4979473" y="1191682"/>
                </a:cubicBezTo>
                <a:cubicBezTo>
                  <a:pt x="4915451" y="1262615"/>
                  <a:pt x="4915451" y="1262615"/>
                  <a:pt x="4915451" y="1262615"/>
                </a:cubicBezTo>
                <a:cubicBezTo>
                  <a:pt x="5079063" y="1418669"/>
                  <a:pt x="5079063" y="1418669"/>
                  <a:pt x="5079063" y="1418669"/>
                </a:cubicBezTo>
                <a:cubicBezTo>
                  <a:pt x="5036382" y="1461228"/>
                  <a:pt x="5036382" y="1461228"/>
                  <a:pt x="5036382" y="1461228"/>
                </a:cubicBezTo>
                <a:cubicBezTo>
                  <a:pt x="4815863" y="1255522"/>
                  <a:pt x="4815863" y="1255522"/>
                  <a:pt x="4815863" y="1255522"/>
                </a:cubicBezTo>
                <a:cubicBezTo>
                  <a:pt x="5057723" y="985975"/>
                  <a:pt x="5057723" y="985975"/>
                  <a:pt x="5057723" y="985975"/>
                </a:cubicBezTo>
                <a:lnTo>
                  <a:pt x="5278242" y="1184587"/>
                </a:lnTo>
                <a:close/>
                <a:moveTo>
                  <a:pt x="4730500" y="744800"/>
                </a:moveTo>
                <a:cubicBezTo>
                  <a:pt x="4837203" y="822828"/>
                  <a:pt x="4837203" y="822828"/>
                  <a:pt x="4837203" y="822828"/>
                </a:cubicBezTo>
                <a:cubicBezTo>
                  <a:pt x="4879884" y="851201"/>
                  <a:pt x="4901225" y="865388"/>
                  <a:pt x="4915451" y="879574"/>
                </a:cubicBezTo>
                <a:cubicBezTo>
                  <a:pt x="4929679" y="900854"/>
                  <a:pt x="4936792" y="922134"/>
                  <a:pt x="4943906" y="943414"/>
                </a:cubicBezTo>
                <a:cubicBezTo>
                  <a:pt x="4943906" y="964695"/>
                  <a:pt x="4936792" y="993068"/>
                  <a:pt x="4922566" y="1014348"/>
                </a:cubicBezTo>
                <a:cubicBezTo>
                  <a:pt x="4908338" y="1035628"/>
                  <a:pt x="4894111" y="1049815"/>
                  <a:pt x="4872770" y="1056908"/>
                </a:cubicBezTo>
                <a:cubicBezTo>
                  <a:pt x="4858544" y="1064001"/>
                  <a:pt x="4844316" y="1064001"/>
                  <a:pt x="4830089" y="1064001"/>
                </a:cubicBezTo>
                <a:cubicBezTo>
                  <a:pt x="4808748" y="1064001"/>
                  <a:pt x="4794522" y="1056908"/>
                  <a:pt x="4780295" y="1056908"/>
                </a:cubicBezTo>
                <a:cubicBezTo>
                  <a:pt x="4766067" y="1049815"/>
                  <a:pt x="4737613" y="1028535"/>
                  <a:pt x="4709159" y="1014348"/>
                </a:cubicBezTo>
                <a:cubicBezTo>
                  <a:pt x="4666478" y="978882"/>
                  <a:pt x="4666478" y="978882"/>
                  <a:pt x="4666478" y="978882"/>
                </a:cubicBezTo>
                <a:cubicBezTo>
                  <a:pt x="4588229" y="1092374"/>
                  <a:pt x="4588229" y="1092374"/>
                  <a:pt x="4588229" y="1092374"/>
                </a:cubicBezTo>
                <a:cubicBezTo>
                  <a:pt x="4517094" y="1049815"/>
                  <a:pt x="4517094" y="1049815"/>
                  <a:pt x="4517094" y="1049815"/>
                </a:cubicBezTo>
                <a:lnTo>
                  <a:pt x="4730500" y="744800"/>
                </a:lnTo>
                <a:close/>
                <a:moveTo>
                  <a:pt x="4495753" y="617121"/>
                </a:moveTo>
                <a:cubicBezTo>
                  <a:pt x="4474413" y="673867"/>
                  <a:pt x="4474413" y="673867"/>
                  <a:pt x="4474413" y="673867"/>
                </a:cubicBezTo>
                <a:cubicBezTo>
                  <a:pt x="4289461" y="595841"/>
                  <a:pt x="4289461" y="595841"/>
                  <a:pt x="4289461" y="595841"/>
                </a:cubicBezTo>
                <a:cubicBezTo>
                  <a:pt x="4253893" y="673867"/>
                  <a:pt x="4253893" y="673867"/>
                  <a:pt x="4253893" y="673867"/>
                </a:cubicBezTo>
                <a:cubicBezTo>
                  <a:pt x="4410391" y="744800"/>
                  <a:pt x="4410391" y="744800"/>
                  <a:pt x="4410391" y="744800"/>
                </a:cubicBezTo>
                <a:cubicBezTo>
                  <a:pt x="4389050" y="801548"/>
                  <a:pt x="4389050" y="801548"/>
                  <a:pt x="4389050" y="801548"/>
                </a:cubicBezTo>
                <a:cubicBezTo>
                  <a:pt x="4232553" y="730614"/>
                  <a:pt x="4232553" y="730614"/>
                  <a:pt x="4232553" y="730614"/>
                </a:cubicBezTo>
                <a:cubicBezTo>
                  <a:pt x="4168531" y="872481"/>
                  <a:pt x="4168531" y="872481"/>
                  <a:pt x="4168531" y="872481"/>
                </a:cubicBezTo>
                <a:cubicBezTo>
                  <a:pt x="4097396" y="844108"/>
                  <a:pt x="4097396" y="844108"/>
                  <a:pt x="4097396" y="844108"/>
                </a:cubicBezTo>
                <a:cubicBezTo>
                  <a:pt x="4239666" y="503627"/>
                  <a:pt x="4239666" y="503627"/>
                  <a:pt x="4239666" y="503627"/>
                </a:cubicBezTo>
                <a:lnTo>
                  <a:pt x="4495753" y="617121"/>
                </a:lnTo>
                <a:close/>
                <a:moveTo>
                  <a:pt x="3720379" y="546188"/>
                </a:moveTo>
                <a:cubicBezTo>
                  <a:pt x="3734605" y="510720"/>
                  <a:pt x="3748832" y="482347"/>
                  <a:pt x="3763060" y="461067"/>
                </a:cubicBezTo>
                <a:cubicBezTo>
                  <a:pt x="3777286" y="446880"/>
                  <a:pt x="3798627" y="432694"/>
                  <a:pt x="3812854" y="418507"/>
                </a:cubicBezTo>
                <a:cubicBezTo>
                  <a:pt x="3834195" y="411414"/>
                  <a:pt x="3855536" y="404321"/>
                  <a:pt x="3876876" y="404321"/>
                </a:cubicBezTo>
                <a:cubicBezTo>
                  <a:pt x="3898217" y="397227"/>
                  <a:pt x="3933784" y="404321"/>
                  <a:pt x="3962239" y="411414"/>
                </a:cubicBezTo>
                <a:cubicBezTo>
                  <a:pt x="4019146" y="425600"/>
                  <a:pt x="4061828" y="453974"/>
                  <a:pt x="4090281" y="496534"/>
                </a:cubicBezTo>
                <a:cubicBezTo>
                  <a:pt x="4111622" y="539093"/>
                  <a:pt x="4118736" y="588748"/>
                  <a:pt x="4104509" y="645494"/>
                </a:cubicBezTo>
                <a:cubicBezTo>
                  <a:pt x="4090281" y="702241"/>
                  <a:pt x="4054714" y="744800"/>
                  <a:pt x="4012033" y="766081"/>
                </a:cubicBezTo>
                <a:cubicBezTo>
                  <a:pt x="3969352" y="787361"/>
                  <a:pt x="3919557" y="794455"/>
                  <a:pt x="3862649" y="780268"/>
                </a:cubicBezTo>
                <a:cubicBezTo>
                  <a:pt x="3805740" y="766081"/>
                  <a:pt x="3763060" y="737707"/>
                  <a:pt x="3741718" y="695147"/>
                </a:cubicBezTo>
                <a:cubicBezTo>
                  <a:pt x="3713264" y="652587"/>
                  <a:pt x="3706151" y="602934"/>
                  <a:pt x="3720379" y="546188"/>
                </a:cubicBezTo>
                <a:close/>
                <a:moveTo>
                  <a:pt x="3272226" y="319201"/>
                </a:moveTo>
                <a:cubicBezTo>
                  <a:pt x="3364701" y="468160"/>
                  <a:pt x="3364701" y="468160"/>
                  <a:pt x="3364701" y="468160"/>
                </a:cubicBezTo>
                <a:cubicBezTo>
                  <a:pt x="3464291" y="326293"/>
                  <a:pt x="3464291" y="326293"/>
                  <a:pt x="3464291" y="326293"/>
                </a:cubicBezTo>
                <a:cubicBezTo>
                  <a:pt x="3556767" y="333386"/>
                  <a:pt x="3556767" y="333386"/>
                  <a:pt x="3556767" y="333386"/>
                </a:cubicBezTo>
                <a:cubicBezTo>
                  <a:pt x="3393156" y="539093"/>
                  <a:pt x="3393156" y="539093"/>
                  <a:pt x="3393156" y="539093"/>
                </a:cubicBezTo>
                <a:cubicBezTo>
                  <a:pt x="3386042" y="688054"/>
                  <a:pt x="3386042" y="688054"/>
                  <a:pt x="3386042" y="688054"/>
                </a:cubicBezTo>
                <a:cubicBezTo>
                  <a:pt x="3307794" y="688054"/>
                  <a:pt x="3307794" y="688054"/>
                  <a:pt x="3307794" y="688054"/>
                </a:cubicBezTo>
                <a:cubicBezTo>
                  <a:pt x="3314907" y="532000"/>
                  <a:pt x="3314907" y="532000"/>
                  <a:pt x="3314907" y="532000"/>
                </a:cubicBezTo>
                <a:cubicBezTo>
                  <a:pt x="3179750" y="312108"/>
                  <a:pt x="3179750" y="312108"/>
                  <a:pt x="3179750" y="312108"/>
                </a:cubicBezTo>
                <a:lnTo>
                  <a:pt x="3272226" y="319201"/>
                </a:lnTo>
                <a:close/>
                <a:moveTo>
                  <a:pt x="3137069" y="312108"/>
                </a:moveTo>
                <a:cubicBezTo>
                  <a:pt x="3144182" y="375947"/>
                  <a:pt x="3144182" y="375947"/>
                  <a:pt x="3144182" y="375947"/>
                </a:cubicBezTo>
                <a:cubicBezTo>
                  <a:pt x="3023252" y="383041"/>
                  <a:pt x="3023252" y="383041"/>
                  <a:pt x="3023252" y="383041"/>
                </a:cubicBezTo>
                <a:cubicBezTo>
                  <a:pt x="3044593" y="688054"/>
                  <a:pt x="3044593" y="688054"/>
                  <a:pt x="3044593" y="688054"/>
                </a:cubicBezTo>
                <a:cubicBezTo>
                  <a:pt x="2966344" y="695147"/>
                  <a:pt x="2966344" y="695147"/>
                  <a:pt x="2966344" y="695147"/>
                </a:cubicBezTo>
                <a:cubicBezTo>
                  <a:pt x="2937890" y="390134"/>
                  <a:pt x="2937890" y="390134"/>
                  <a:pt x="2937890" y="390134"/>
                </a:cubicBezTo>
                <a:cubicBezTo>
                  <a:pt x="2824072" y="397227"/>
                  <a:pt x="2824072" y="397227"/>
                  <a:pt x="2824072" y="397227"/>
                </a:cubicBezTo>
                <a:cubicBezTo>
                  <a:pt x="2816959" y="340481"/>
                  <a:pt x="2816959" y="340481"/>
                  <a:pt x="2816959" y="340481"/>
                </a:cubicBezTo>
                <a:lnTo>
                  <a:pt x="3137069" y="312108"/>
                </a:lnTo>
                <a:close/>
                <a:moveTo>
                  <a:pt x="2745824" y="354667"/>
                </a:moveTo>
                <a:cubicBezTo>
                  <a:pt x="2809846" y="716427"/>
                  <a:pt x="2809846" y="716427"/>
                  <a:pt x="2809846" y="716427"/>
                </a:cubicBezTo>
                <a:cubicBezTo>
                  <a:pt x="2731597" y="730614"/>
                  <a:pt x="2731597" y="730614"/>
                  <a:pt x="2731597" y="730614"/>
                </a:cubicBezTo>
                <a:cubicBezTo>
                  <a:pt x="2667575" y="368854"/>
                  <a:pt x="2667575" y="368854"/>
                  <a:pt x="2667575" y="368854"/>
                </a:cubicBezTo>
                <a:lnTo>
                  <a:pt x="2745824" y="354667"/>
                </a:lnTo>
                <a:close/>
                <a:moveTo>
                  <a:pt x="2304785" y="496534"/>
                </a:moveTo>
                <a:cubicBezTo>
                  <a:pt x="2311898" y="482347"/>
                  <a:pt x="2326126" y="461067"/>
                  <a:pt x="2347467" y="446880"/>
                </a:cubicBezTo>
                <a:cubicBezTo>
                  <a:pt x="2368807" y="432694"/>
                  <a:pt x="2390148" y="425600"/>
                  <a:pt x="2418602" y="418507"/>
                </a:cubicBezTo>
                <a:cubicBezTo>
                  <a:pt x="2468396" y="404321"/>
                  <a:pt x="2511077" y="404321"/>
                  <a:pt x="2539531" y="418507"/>
                </a:cubicBezTo>
                <a:cubicBezTo>
                  <a:pt x="2567986" y="425600"/>
                  <a:pt x="2589327" y="446880"/>
                  <a:pt x="2596440" y="482347"/>
                </a:cubicBezTo>
                <a:cubicBezTo>
                  <a:pt x="2518192" y="503627"/>
                  <a:pt x="2518192" y="503627"/>
                  <a:pt x="2518192" y="503627"/>
                </a:cubicBezTo>
                <a:cubicBezTo>
                  <a:pt x="2511077" y="489440"/>
                  <a:pt x="2503964" y="475254"/>
                  <a:pt x="2489737" y="475254"/>
                </a:cubicBezTo>
                <a:cubicBezTo>
                  <a:pt x="2475509" y="468160"/>
                  <a:pt x="2454170" y="468160"/>
                  <a:pt x="2432829" y="475254"/>
                </a:cubicBezTo>
                <a:cubicBezTo>
                  <a:pt x="2411487" y="482347"/>
                  <a:pt x="2397261" y="489440"/>
                  <a:pt x="2383034" y="503627"/>
                </a:cubicBezTo>
                <a:cubicBezTo>
                  <a:pt x="2375920" y="510720"/>
                  <a:pt x="2375920" y="517813"/>
                  <a:pt x="2375920" y="524908"/>
                </a:cubicBezTo>
                <a:cubicBezTo>
                  <a:pt x="2383034" y="539093"/>
                  <a:pt x="2390148" y="539093"/>
                  <a:pt x="2397261" y="546188"/>
                </a:cubicBezTo>
                <a:cubicBezTo>
                  <a:pt x="2411487" y="553281"/>
                  <a:pt x="2432829" y="553281"/>
                  <a:pt x="2475509" y="553281"/>
                </a:cubicBezTo>
                <a:cubicBezTo>
                  <a:pt x="2518192" y="546188"/>
                  <a:pt x="2546645" y="546188"/>
                  <a:pt x="2567986" y="553281"/>
                </a:cubicBezTo>
                <a:cubicBezTo>
                  <a:pt x="2589327" y="560374"/>
                  <a:pt x="2603553" y="567468"/>
                  <a:pt x="2617780" y="574561"/>
                </a:cubicBezTo>
                <a:cubicBezTo>
                  <a:pt x="2632008" y="588748"/>
                  <a:pt x="2646234" y="610028"/>
                  <a:pt x="2653348" y="631307"/>
                </a:cubicBezTo>
                <a:cubicBezTo>
                  <a:pt x="2653348" y="652587"/>
                  <a:pt x="2653348" y="673867"/>
                  <a:pt x="2646234" y="695147"/>
                </a:cubicBezTo>
                <a:cubicBezTo>
                  <a:pt x="2639121" y="716427"/>
                  <a:pt x="2624894" y="730614"/>
                  <a:pt x="2603553" y="744800"/>
                </a:cubicBezTo>
                <a:cubicBezTo>
                  <a:pt x="2589327" y="758988"/>
                  <a:pt x="2560872" y="773175"/>
                  <a:pt x="2525305" y="780268"/>
                </a:cubicBezTo>
                <a:cubicBezTo>
                  <a:pt x="2475509" y="794455"/>
                  <a:pt x="2432829" y="794455"/>
                  <a:pt x="2404374" y="780268"/>
                </a:cubicBezTo>
                <a:cubicBezTo>
                  <a:pt x="2368807" y="766081"/>
                  <a:pt x="2347467" y="744800"/>
                  <a:pt x="2333239" y="709334"/>
                </a:cubicBezTo>
                <a:cubicBezTo>
                  <a:pt x="2404374" y="680961"/>
                  <a:pt x="2404374" y="680961"/>
                  <a:pt x="2404374" y="680961"/>
                </a:cubicBezTo>
                <a:cubicBezTo>
                  <a:pt x="2418602" y="702241"/>
                  <a:pt x="2432829" y="716427"/>
                  <a:pt x="2447055" y="723520"/>
                </a:cubicBezTo>
                <a:cubicBezTo>
                  <a:pt x="2461283" y="730614"/>
                  <a:pt x="2482623" y="730614"/>
                  <a:pt x="2511077" y="723520"/>
                </a:cubicBezTo>
                <a:cubicBezTo>
                  <a:pt x="2532418" y="716427"/>
                  <a:pt x="2553759" y="702241"/>
                  <a:pt x="2560872" y="688054"/>
                </a:cubicBezTo>
                <a:cubicBezTo>
                  <a:pt x="2575099" y="680961"/>
                  <a:pt x="2575099" y="666774"/>
                  <a:pt x="2575099" y="652587"/>
                </a:cubicBezTo>
                <a:cubicBezTo>
                  <a:pt x="2567986" y="645494"/>
                  <a:pt x="2567986" y="638401"/>
                  <a:pt x="2560872" y="631307"/>
                </a:cubicBezTo>
                <a:cubicBezTo>
                  <a:pt x="2553759" y="631307"/>
                  <a:pt x="2539531" y="624214"/>
                  <a:pt x="2525305" y="624214"/>
                </a:cubicBezTo>
                <a:cubicBezTo>
                  <a:pt x="2518192" y="624214"/>
                  <a:pt x="2496850" y="624214"/>
                  <a:pt x="2461283" y="624214"/>
                </a:cubicBezTo>
                <a:cubicBezTo>
                  <a:pt x="2411487" y="631307"/>
                  <a:pt x="2383034" y="624214"/>
                  <a:pt x="2361693" y="617121"/>
                </a:cubicBezTo>
                <a:cubicBezTo>
                  <a:pt x="2333239" y="602934"/>
                  <a:pt x="2311898" y="581654"/>
                  <a:pt x="2304785" y="553281"/>
                </a:cubicBezTo>
                <a:cubicBezTo>
                  <a:pt x="2297671" y="539093"/>
                  <a:pt x="2297671" y="517813"/>
                  <a:pt x="2304785" y="496534"/>
                </a:cubicBezTo>
                <a:close/>
                <a:moveTo>
                  <a:pt x="2034470" y="560374"/>
                </a:moveTo>
                <a:cubicBezTo>
                  <a:pt x="2077152" y="546188"/>
                  <a:pt x="2105605" y="532000"/>
                  <a:pt x="2126946" y="532000"/>
                </a:cubicBezTo>
                <a:cubicBezTo>
                  <a:pt x="2148288" y="532000"/>
                  <a:pt x="2162514" y="532000"/>
                  <a:pt x="2183855" y="546188"/>
                </a:cubicBezTo>
                <a:cubicBezTo>
                  <a:pt x="2198082" y="553281"/>
                  <a:pt x="2212310" y="567468"/>
                  <a:pt x="2219423" y="588748"/>
                </a:cubicBezTo>
                <a:cubicBezTo>
                  <a:pt x="2233649" y="617121"/>
                  <a:pt x="2233649" y="638401"/>
                  <a:pt x="2226536" y="666774"/>
                </a:cubicBezTo>
                <a:cubicBezTo>
                  <a:pt x="2212310" y="688054"/>
                  <a:pt x="2198082" y="709334"/>
                  <a:pt x="2162514" y="723520"/>
                </a:cubicBezTo>
                <a:cubicBezTo>
                  <a:pt x="2183855" y="730614"/>
                  <a:pt x="2205195" y="730614"/>
                  <a:pt x="2219423" y="737707"/>
                </a:cubicBezTo>
                <a:cubicBezTo>
                  <a:pt x="2233649" y="744800"/>
                  <a:pt x="2254990" y="751895"/>
                  <a:pt x="2283445" y="773175"/>
                </a:cubicBezTo>
                <a:cubicBezTo>
                  <a:pt x="2354580" y="815734"/>
                  <a:pt x="2354580" y="815734"/>
                  <a:pt x="2354580" y="815734"/>
                </a:cubicBezTo>
                <a:cubicBezTo>
                  <a:pt x="2269217" y="858294"/>
                  <a:pt x="2269217" y="858294"/>
                  <a:pt x="2269217" y="858294"/>
                </a:cubicBezTo>
                <a:cubicBezTo>
                  <a:pt x="2183855" y="808641"/>
                  <a:pt x="2183855" y="808641"/>
                  <a:pt x="2183855" y="808641"/>
                </a:cubicBezTo>
                <a:cubicBezTo>
                  <a:pt x="2148288" y="794455"/>
                  <a:pt x="2134060" y="780268"/>
                  <a:pt x="2119833" y="773175"/>
                </a:cubicBezTo>
                <a:cubicBezTo>
                  <a:pt x="2112720" y="773175"/>
                  <a:pt x="2098492" y="773175"/>
                  <a:pt x="2091379" y="773175"/>
                </a:cubicBezTo>
                <a:cubicBezTo>
                  <a:pt x="2084266" y="773175"/>
                  <a:pt x="2070038" y="780268"/>
                  <a:pt x="2055811" y="787361"/>
                </a:cubicBezTo>
                <a:cubicBezTo>
                  <a:pt x="2034470" y="794455"/>
                  <a:pt x="2034470" y="794455"/>
                  <a:pt x="2034470" y="794455"/>
                </a:cubicBezTo>
                <a:cubicBezTo>
                  <a:pt x="2098492" y="929227"/>
                  <a:pt x="2098492" y="929227"/>
                  <a:pt x="2098492" y="929227"/>
                </a:cubicBezTo>
                <a:cubicBezTo>
                  <a:pt x="2027357" y="964695"/>
                  <a:pt x="2027357" y="964695"/>
                  <a:pt x="2027357" y="964695"/>
                </a:cubicBezTo>
                <a:cubicBezTo>
                  <a:pt x="1877973" y="631307"/>
                  <a:pt x="1877973" y="631307"/>
                  <a:pt x="1877973" y="631307"/>
                </a:cubicBezTo>
                <a:lnTo>
                  <a:pt x="2034470" y="560374"/>
                </a:lnTo>
                <a:close/>
                <a:moveTo>
                  <a:pt x="1778384" y="680961"/>
                </a:moveTo>
                <a:cubicBezTo>
                  <a:pt x="1813951" y="737707"/>
                  <a:pt x="1813951" y="737707"/>
                  <a:pt x="1813951" y="737707"/>
                </a:cubicBezTo>
                <a:cubicBezTo>
                  <a:pt x="1629000" y="851201"/>
                  <a:pt x="1629000" y="851201"/>
                  <a:pt x="1629000" y="851201"/>
                </a:cubicBezTo>
                <a:cubicBezTo>
                  <a:pt x="1671681" y="922134"/>
                  <a:pt x="1671681" y="922134"/>
                  <a:pt x="1671681" y="922134"/>
                </a:cubicBezTo>
                <a:cubicBezTo>
                  <a:pt x="1842406" y="815734"/>
                  <a:pt x="1842406" y="815734"/>
                  <a:pt x="1842406" y="815734"/>
                </a:cubicBezTo>
                <a:cubicBezTo>
                  <a:pt x="1877973" y="865388"/>
                  <a:pt x="1877973" y="865388"/>
                  <a:pt x="1877973" y="865388"/>
                </a:cubicBezTo>
                <a:cubicBezTo>
                  <a:pt x="1707248" y="971787"/>
                  <a:pt x="1707248" y="971787"/>
                  <a:pt x="1707248" y="971787"/>
                </a:cubicBezTo>
                <a:cubicBezTo>
                  <a:pt x="1757042" y="1056908"/>
                  <a:pt x="1757042" y="1056908"/>
                  <a:pt x="1757042" y="1056908"/>
                </a:cubicBezTo>
                <a:cubicBezTo>
                  <a:pt x="1949108" y="936321"/>
                  <a:pt x="1949108" y="936321"/>
                  <a:pt x="1949108" y="936321"/>
                </a:cubicBezTo>
                <a:cubicBezTo>
                  <a:pt x="1977563" y="985975"/>
                  <a:pt x="1977563" y="985975"/>
                  <a:pt x="1977563" y="985975"/>
                </a:cubicBezTo>
                <a:cubicBezTo>
                  <a:pt x="1721475" y="1149121"/>
                  <a:pt x="1721475" y="1149121"/>
                  <a:pt x="1721475" y="1149121"/>
                </a:cubicBezTo>
                <a:cubicBezTo>
                  <a:pt x="1522296" y="844108"/>
                  <a:pt x="1522296" y="844108"/>
                  <a:pt x="1522296" y="844108"/>
                </a:cubicBezTo>
                <a:lnTo>
                  <a:pt x="1778384" y="680961"/>
                </a:lnTo>
                <a:close/>
                <a:moveTo>
                  <a:pt x="1244868" y="1071095"/>
                </a:moveTo>
                <a:cubicBezTo>
                  <a:pt x="1493843" y="1212962"/>
                  <a:pt x="1493843" y="1212962"/>
                  <a:pt x="1493843" y="1212962"/>
                </a:cubicBezTo>
                <a:cubicBezTo>
                  <a:pt x="1394253" y="943414"/>
                  <a:pt x="1394253" y="943414"/>
                  <a:pt x="1394253" y="943414"/>
                </a:cubicBezTo>
                <a:cubicBezTo>
                  <a:pt x="1465388" y="886668"/>
                  <a:pt x="1465388" y="886668"/>
                  <a:pt x="1465388" y="886668"/>
                </a:cubicBezTo>
                <a:cubicBezTo>
                  <a:pt x="1586318" y="1255522"/>
                  <a:pt x="1586318" y="1255522"/>
                  <a:pt x="1586318" y="1255522"/>
                </a:cubicBezTo>
                <a:cubicBezTo>
                  <a:pt x="1522296" y="1312268"/>
                  <a:pt x="1522296" y="1312268"/>
                  <a:pt x="1522296" y="1312268"/>
                </a:cubicBezTo>
                <a:cubicBezTo>
                  <a:pt x="1173733" y="1127841"/>
                  <a:pt x="1173733" y="1127841"/>
                  <a:pt x="1173733" y="1127841"/>
                </a:cubicBezTo>
                <a:lnTo>
                  <a:pt x="1244868" y="1071095"/>
                </a:lnTo>
                <a:close/>
                <a:moveTo>
                  <a:pt x="1138165" y="1170402"/>
                </a:moveTo>
                <a:cubicBezTo>
                  <a:pt x="1401366" y="1425762"/>
                  <a:pt x="1401366" y="1425762"/>
                  <a:pt x="1401366" y="1425762"/>
                </a:cubicBezTo>
                <a:cubicBezTo>
                  <a:pt x="1344458" y="1482508"/>
                  <a:pt x="1344458" y="1482508"/>
                  <a:pt x="1344458" y="1482508"/>
                </a:cubicBezTo>
                <a:cubicBezTo>
                  <a:pt x="1081258" y="1234242"/>
                  <a:pt x="1081258" y="1234242"/>
                  <a:pt x="1081258" y="1234242"/>
                </a:cubicBezTo>
                <a:lnTo>
                  <a:pt x="1138165" y="1170402"/>
                </a:lnTo>
                <a:close/>
                <a:moveTo>
                  <a:pt x="860737" y="1496695"/>
                </a:moveTo>
                <a:cubicBezTo>
                  <a:pt x="1159506" y="1517975"/>
                  <a:pt x="1159506" y="1517975"/>
                  <a:pt x="1159506" y="1517975"/>
                </a:cubicBezTo>
                <a:cubicBezTo>
                  <a:pt x="960327" y="1369014"/>
                  <a:pt x="960327" y="1369014"/>
                  <a:pt x="960327" y="1369014"/>
                </a:cubicBezTo>
                <a:cubicBezTo>
                  <a:pt x="1010121" y="1305175"/>
                  <a:pt x="1010121" y="1305175"/>
                  <a:pt x="1010121" y="1305175"/>
                </a:cubicBezTo>
                <a:cubicBezTo>
                  <a:pt x="1294663" y="1532162"/>
                  <a:pt x="1294663" y="1532162"/>
                  <a:pt x="1294663" y="1532162"/>
                </a:cubicBezTo>
                <a:cubicBezTo>
                  <a:pt x="1244868" y="1596001"/>
                  <a:pt x="1244868" y="1596001"/>
                  <a:pt x="1244868" y="1596001"/>
                </a:cubicBezTo>
                <a:cubicBezTo>
                  <a:pt x="953214" y="1574721"/>
                  <a:pt x="953214" y="1574721"/>
                  <a:pt x="953214" y="1574721"/>
                </a:cubicBezTo>
                <a:cubicBezTo>
                  <a:pt x="1145278" y="1723682"/>
                  <a:pt x="1145278" y="1723682"/>
                  <a:pt x="1145278" y="1723682"/>
                </a:cubicBezTo>
                <a:cubicBezTo>
                  <a:pt x="1102597" y="1787522"/>
                  <a:pt x="1102597" y="1787522"/>
                  <a:pt x="1102597" y="1787522"/>
                </a:cubicBezTo>
                <a:cubicBezTo>
                  <a:pt x="810943" y="1560535"/>
                  <a:pt x="810943" y="1560535"/>
                  <a:pt x="810943" y="1560535"/>
                </a:cubicBezTo>
                <a:lnTo>
                  <a:pt x="860737" y="1496695"/>
                </a:lnTo>
                <a:close/>
                <a:moveTo>
                  <a:pt x="625991" y="1872642"/>
                </a:moveTo>
                <a:cubicBezTo>
                  <a:pt x="796715" y="1971949"/>
                  <a:pt x="796715" y="1971949"/>
                  <a:pt x="796715" y="1971949"/>
                </a:cubicBezTo>
                <a:cubicBezTo>
                  <a:pt x="825170" y="1986135"/>
                  <a:pt x="846511" y="1993229"/>
                  <a:pt x="853624" y="1993229"/>
                </a:cubicBezTo>
                <a:cubicBezTo>
                  <a:pt x="867851" y="2000322"/>
                  <a:pt x="882079" y="2000322"/>
                  <a:pt x="896305" y="1993229"/>
                </a:cubicBezTo>
                <a:cubicBezTo>
                  <a:pt x="910533" y="1986135"/>
                  <a:pt x="924759" y="1971949"/>
                  <a:pt x="938986" y="1950669"/>
                </a:cubicBezTo>
                <a:cubicBezTo>
                  <a:pt x="946100" y="1929389"/>
                  <a:pt x="953214" y="1915202"/>
                  <a:pt x="953214" y="1901016"/>
                </a:cubicBezTo>
                <a:cubicBezTo>
                  <a:pt x="953214" y="1886829"/>
                  <a:pt x="946100" y="1872642"/>
                  <a:pt x="931873" y="1865549"/>
                </a:cubicBezTo>
                <a:cubicBezTo>
                  <a:pt x="924759" y="1858456"/>
                  <a:pt x="903418" y="1844269"/>
                  <a:pt x="882079" y="1830083"/>
                </a:cubicBezTo>
                <a:cubicBezTo>
                  <a:pt x="704240" y="1730775"/>
                  <a:pt x="704240" y="1730775"/>
                  <a:pt x="704240" y="1730775"/>
                </a:cubicBezTo>
                <a:cubicBezTo>
                  <a:pt x="739808" y="1659842"/>
                  <a:pt x="739808" y="1659842"/>
                  <a:pt x="739808" y="1659842"/>
                </a:cubicBezTo>
                <a:cubicBezTo>
                  <a:pt x="910533" y="1759148"/>
                  <a:pt x="910533" y="1759148"/>
                  <a:pt x="910533" y="1759148"/>
                </a:cubicBezTo>
                <a:cubicBezTo>
                  <a:pt x="953214" y="1780428"/>
                  <a:pt x="974554" y="1794615"/>
                  <a:pt x="988781" y="1808803"/>
                </a:cubicBezTo>
                <a:cubicBezTo>
                  <a:pt x="1003008" y="1822988"/>
                  <a:pt x="1010121" y="1837176"/>
                  <a:pt x="1017236" y="1851362"/>
                </a:cubicBezTo>
                <a:cubicBezTo>
                  <a:pt x="1024349" y="1865549"/>
                  <a:pt x="1024349" y="1886829"/>
                  <a:pt x="1024349" y="1908109"/>
                </a:cubicBezTo>
                <a:cubicBezTo>
                  <a:pt x="1017236" y="1929389"/>
                  <a:pt x="1010121" y="1950669"/>
                  <a:pt x="995895" y="1979042"/>
                </a:cubicBezTo>
                <a:cubicBezTo>
                  <a:pt x="974554" y="2014510"/>
                  <a:pt x="953214" y="2035788"/>
                  <a:pt x="938986" y="2049976"/>
                </a:cubicBezTo>
                <a:cubicBezTo>
                  <a:pt x="924759" y="2064163"/>
                  <a:pt x="903418" y="2071256"/>
                  <a:pt x="889192" y="2078349"/>
                </a:cubicBezTo>
                <a:cubicBezTo>
                  <a:pt x="874965" y="2078349"/>
                  <a:pt x="853624" y="2078349"/>
                  <a:pt x="839398" y="2078349"/>
                </a:cubicBezTo>
                <a:cubicBezTo>
                  <a:pt x="818057" y="2071256"/>
                  <a:pt x="789602" y="2057069"/>
                  <a:pt x="754035" y="2035788"/>
                </a:cubicBezTo>
                <a:cubicBezTo>
                  <a:pt x="583310" y="1943575"/>
                  <a:pt x="583310" y="1943575"/>
                  <a:pt x="583310" y="1943575"/>
                </a:cubicBezTo>
                <a:lnTo>
                  <a:pt x="625991" y="1872642"/>
                </a:lnTo>
                <a:close/>
                <a:moveTo>
                  <a:pt x="320109" y="2851523"/>
                </a:moveTo>
                <a:cubicBezTo>
                  <a:pt x="583310" y="2723843"/>
                  <a:pt x="583310" y="2723843"/>
                  <a:pt x="583310" y="2723843"/>
                </a:cubicBezTo>
                <a:cubicBezTo>
                  <a:pt x="341450" y="2688377"/>
                  <a:pt x="341450" y="2688377"/>
                  <a:pt x="341450" y="2688377"/>
                </a:cubicBezTo>
                <a:cubicBezTo>
                  <a:pt x="355676" y="2610349"/>
                  <a:pt x="355676" y="2610349"/>
                  <a:pt x="355676" y="2610349"/>
                </a:cubicBezTo>
                <a:cubicBezTo>
                  <a:pt x="718467" y="2667097"/>
                  <a:pt x="718467" y="2667097"/>
                  <a:pt x="718467" y="2667097"/>
                </a:cubicBezTo>
                <a:cubicBezTo>
                  <a:pt x="704240" y="2745123"/>
                  <a:pt x="704240" y="2745123"/>
                  <a:pt x="704240" y="2745123"/>
                </a:cubicBezTo>
                <a:cubicBezTo>
                  <a:pt x="441039" y="2872804"/>
                  <a:pt x="441039" y="2872804"/>
                  <a:pt x="441039" y="2872804"/>
                </a:cubicBezTo>
                <a:cubicBezTo>
                  <a:pt x="675786" y="2908270"/>
                  <a:pt x="675786" y="2908270"/>
                  <a:pt x="675786" y="2908270"/>
                </a:cubicBezTo>
                <a:cubicBezTo>
                  <a:pt x="668673" y="2986297"/>
                  <a:pt x="668673" y="2986297"/>
                  <a:pt x="668673" y="2986297"/>
                </a:cubicBezTo>
                <a:cubicBezTo>
                  <a:pt x="305882" y="2929550"/>
                  <a:pt x="305882" y="2929550"/>
                  <a:pt x="305882" y="2929550"/>
                </a:cubicBezTo>
                <a:lnTo>
                  <a:pt x="320109" y="2851523"/>
                </a:lnTo>
                <a:close/>
                <a:moveTo>
                  <a:pt x="298769" y="3028857"/>
                </a:moveTo>
                <a:cubicBezTo>
                  <a:pt x="668673" y="3050137"/>
                  <a:pt x="668673" y="3050137"/>
                  <a:pt x="668673" y="3050137"/>
                </a:cubicBezTo>
                <a:cubicBezTo>
                  <a:pt x="661558" y="3128164"/>
                  <a:pt x="661558" y="3128164"/>
                  <a:pt x="661558" y="3128164"/>
                </a:cubicBezTo>
                <a:cubicBezTo>
                  <a:pt x="298769" y="3113976"/>
                  <a:pt x="298769" y="3113976"/>
                  <a:pt x="298769" y="3113976"/>
                </a:cubicBezTo>
                <a:lnTo>
                  <a:pt x="298769" y="3028857"/>
                </a:lnTo>
                <a:close/>
                <a:moveTo>
                  <a:pt x="305882" y="3454457"/>
                </a:moveTo>
                <a:cubicBezTo>
                  <a:pt x="448153" y="3447364"/>
                  <a:pt x="448153" y="3447364"/>
                  <a:pt x="448153" y="3447364"/>
                </a:cubicBezTo>
                <a:cubicBezTo>
                  <a:pt x="441039" y="3291310"/>
                  <a:pt x="441039" y="3291310"/>
                  <a:pt x="441039" y="3291310"/>
                </a:cubicBezTo>
                <a:cubicBezTo>
                  <a:pt x="298769" y="3298403"/>
                  <a:pt x="298769" y="3298403"/>
                  <a:pt x="298769" y="3298403"/>
                </a:cubicBezTo>
                <a:cubicBezTo>
                  <a:pt x="291656" y="3213284"/>
                  <a:pt x="291656" y="3213284"/>
                  <a:pt x="291656" y="3213284"/>
                </a:cubicBezTo>
                <a:cubicBezTo>
                  <a:pt x="654445" y="3192004"/>
                  <a:pt x="654445" y="3192004"/>
                  <a:pt x="654445" y="3192004"/>
                </a:cubicBezTo>
                <a:cubicBezTo>
                  <a:pt x="661558" y="3277123"/>
                  <a:pt x="661558" y="3277123"/>
                  <a:pt x="661558" y="3277123"/>
                </a:cubicBezTo>
                <a:cubicBezTo>
                  <a:pt x="505061" y="3284217"/>
                  <a:pt x="505061" y="3284217"/>
                  <a:pt x="505061" y="3284217"/>
                </a:cubicBezTo>
                <a:cubicBezTo>
                  <a:pt x="512174" y="3447364"/>
                  <a:pt x="512174" y="3447364"/>
                  <a:pt x="512174" y="3447364"/>
                </a:cubicBezTo>
                <a:cubicBezTo>
                  <a:pt x="668673" y="3433177"/>
                  <a:pt x="668673" y="3433177"/>
                  <a:pt x="668673" y="3433177"/>
                </a:cubicBezTo>
                <a:cubicBezTo>
                  <a:pt x="675786" y="3518298"/>
                  <a:pt x="675786" y="3518298"/>
                  <a:pt x="675786" y="3518298"/>
                </a:cubicBezTo>
                <a:cubicBezTo>
                  <a:pt x="305882" y="3539578"/>
                  <a:pt x="305882" y="3539578"/>
                  <a:pt x="305882" y="3539578"/>
                </a:cubicBezTo>
                <a:lnTo>
                  <a:pt x="305882" y="3454457"/>
                </a:lnTo>
                <a:close/>
                <a:moveTo>
                  <a:pt x="697126" y="3872964"/>
                </a:moveTo>
                <a:cubicBezTo>
                  <a:pt x="675786" y="3908431"/>
                  <a:pt x="633104" y="3936804"/>
                  <a:pt x="576196" y="3950992"/>
                </a:cubicBezTo>
                <a:cubicBezTo>
                  <a:pt x="519288" y="3965177"/>
                  <a:pt x="469494" y="3958085"/>
                  <a:pt x="426811" y="3929711"/>
                </a:cubicBezTo>
                <a:cubicBezTo>
                  <a:pt x="384131" y="3901338"/>
                  <a:pt x="362791" y="3858778"/>
                  <a:pt x="348563" y="3802031"/>
                </a:cubicBezTo>
                <a:cubicBezTo>
                  <a:pt x="341450" y="3752378"/>
                  <a:pt x="341450" y="3709817"/>
                  <a:pt x="362791" y="3674351"/>
                </a:cubicBezTo>
                <a:cubicBezTo>
                  <a:pt x="377017" y="3653071"/>
                  <a:pt x="391244" y="3638884"/>
                  <a:pt x="419698" y="3624697"/>
                </a:cubicBezTo>
                <a:cubicBezTo>
                  <a:pt x="455266" y="3695631"/>
                  <a:pt x="455266" y="3695631"/>
                  <a:pt x="455266" y="3695631"/>
                </a:cubicBezTo>
                <a:cubicBezTo>
                  <a:pt x="433926" y="3709817"/>
                  <a:pt x="426811" y="3716912"/>
                  <a:pt x="412585" y="3738190"/>
                </a:cubicBezTo>
                <a:cubicBezTo>
                  <a:pt x="405472" y="3752378"/>
                  <a:pt x="405472" y="3773658"/>
                  <a:pt x="412585" y="3794938"/>
                </a:cubicBezTo>
                <a:cubicBezTo>
                  <a:pt x="419698" y="3823311"/>
                  <a:pt x="433926" y="3844591"/>
                  <a:pt x="455266" y="3858778"/>
                </a:cubicBezTo>
                <a:cubicBezTo>
                  <a:pt x="476607" y="3872964"/>
                  <a:pt x="512174" y="3880058"/>
                  <a:pt x="554855" y="3865871"/>
                </a:cubicBezTo>
                <a:cubicBezTo>
                  <a:pt x="597536" y="3858778"/>
                  <a:pt x="633104" y="3844591"/>
                  <a:pt x="647332" y="3823311"/>
                </a:cubicBezTo>
                <a:cubicBezTo>
                  <a:pt x="661558" y="3802031"/>
                  <a:pt x="668673" y="3773658"/>
                  <a:pt x="661558" y="3745285"/>
                </a:cubicBezTo>
                <a:cubicBezTo>
                  <a:pt x="654445" y="3724004"/>
                  <a:pt x="647332" y="3702724"/>
                  <a:pt x="633104" y="3695631"/>
                </a:cubicBezTo>
                <a:cubicBezTo>
                  <a:pt x="611764" y="3681444"/>
                  <a:pt x="590423" y="3674351"/>
                  <a:pt x="561969" y="3674351"/>
                </a:cubicBezTo>
                <a:cubicBezTo>
                  <a:pt x="569083" y="3589231"/>
                  <a:pt x="569083" y="3589231"/>
                  <a:pt x="569083" y="3589231"/>
                </a:cubicBezTo>
                <a:cubicBezTo>
                  <a:pt x="611764" y="3596324"/>
                  <a:pt x="647332" y="3610511"/>
                  <a:pt x="668673" y="3631791"/>
                </a:cubicBezTo>
                <a:cubicBezTo>
                  <a:pt x="697126" y="3653071"/>
                  <a:pt x="711354" y="3688537"/>
                  <a:pt x="718467" y="3731097"/>
                </a:cubicBezTo>
                <a:cubicBezTo>
                  <a:pt x="732693" y="3780751"/>
                  <a:pt x="725580" y="3830404"/>
                  <a:pt x="697126" y="3872964"/>
                </a:cubicBezTo>
                <a:close/>
                <a:moveTo>
                  <a:pt x="818057" y="2340803"/>
                </a:moveTo>
                <a:cubicBezTo>
                  <a:pt x="725580" y="2347896"/>
                  <a:pt x="725580" y="2347896"/>
                  <a:pt x="725580" y="2347896"/>
                </a:cubicBezTo>
                <a:cubicBezTo>
                  <a:pt x="675786" y="2503950"/>
                  <a:pt x="675786" y="2503950"/>
                  <a:pt x="675786" y="2503950"/>
                </a:cubicBezTo>
                <a:cubicBezTo>
                  <a:pt x="746921" y="2560696"/>
                  <a:pt x="746921" y="2560696"/>
                  <a:pt x="746921" y="2560696"/>
                </a:cubicBezTo>
                <a:cubicBezTo>
                  <a:pt x="718467" y="2645816"/>
                  <a:pt x="718467" y="2645816"/>
                  <a:pt x="718467" y="2645816"/>
                </a:cubicBezTo>
                <a:cubicBezTo>
                  <a:pt x="419698" y="2383363"/>
                  <a:pt x="419698" y="2383363"/>
                  <a:pt x="419698" y="2383363"/>
                </a:cubicBezTo>
                <a:cubicBezTo>
                  <a:pt x="441039" y="2298243"/>
                  <a:pt x="441039" y="2298243"/>
                  <a:pt x="441039" y="2298243"/>
                </a:cubicBezTo>
                <a:cubicBezTo>
                  <a:pt x="839398" y="2255683"/>
                  <a:pt x="839398" y="2255683"/>
                  <a:pt x="839398" y="2255683"/>
                </a:cubicBezTo>
                <a:lnTo>
                  <a:pt x="818057" y="2340803"/>
                </a:lnTo>
                <a:close/>
                <a:moveTo>
                  <a:pt x="1792610" y="5405126"/>
                </a:moveTo>
                <a:cubicBezTo>
                  <a:pt x="1792610" y="5412219"/>
                  <a:pt x="1785497" y="5419312"/>
                  <a:pt x="1778384" y="5419312"/>
                </a:cubicBezTo>
                <a:cubicBezTo>
                  <a:pt x="1764156" y="5426406"/>
                  <a:pt x="1700135" y="5412219"/>
                  <a:pt x="1693020" y="5419312"/>
                </a:cubicBezTo>
                <a:cubicBezTo>
                  <a:pt x="1657453" y="5419312"/>
                  <a:pt x="1650340" y="5419312"/>
                  <a:pt x="1643226" y="5433499"/>
                </a:cubicBezTo>
                <a:cubicBezTo>
                  <a:pt x="1643226" y="5440592"/>
                  <a:pt x="1643226" y="5461872"/>
                  <a:pt x="1629000" y="5461872"/>
                </a:cubicBezTo>
                <a:cubicBezTo>
                  <a:pt x="1614772" y="5454780"/>
                  <a:pt x="1579204" y="5447687"/>
                  <a:pt x="1557863" y="5447687"/>
                </a:cubicBezTo>
                <a:cubicBezTo>
                  <a:pt x="1550750" y="5447687"/>
                  <a:pt x="1543637" y="5447687"/>
                  <a:pt x="1536523" y="5447687"/>
                </a:cubicBezTo>
                <a:cubicBezTo>
                  <a:pt x="1458275" y="5539900"/>
                  <a:pt x="1401366" y="5617926"/>
                  <a:pt x="1316003" y="5703047"/>
                </a:cubicBezTo>
                <a:cubicBezTo>
                  <a:pt x="1316003" y="5703047"/>
                  <a:pt x="1301777" y="5710140"/>
                  <a:pt x="1301777" y="5710140"/>
                </a:cubicBezTo>
                <a:cubicBezTo>
                  <a:pt x="1358685" y="5617926"/>
                  <a:pt x="1415593" y="5525713"/>
                  <a:pt x="1479615" y="5433499"/>
                </a:cubicBezTo>
                <a:cubicBezTo>
                  <a:pt x="1486728" y="5419312"/>
                  <a:pt x="1479615" y="5412219"/>
                  <a:pt x="1479615" y="5412219"/>
                </a:cubicBezTo>
                <a:cubicBezTo>
                  <a:pt x="1472501" y="5398033"/>
                  <a:pt x="1493843" y="5376753"/>
                  <a:pt x="1508069" y="5376753"/>
                </a:cubicBezTo>
                <a:cubicBezTo>
                  <a:pt x="1508069" y="5376753"/>
                  <a:pt x="1515182" y="5376753"/>
                  <a:pt x="1522296" y="5376753"/>
                </a:cubicBezTo>
                <a:cubicBezTo>
                  <a:pt x="1557863" y="5320006"/>
                  <a:pt x="1557863" y="5320006"/>
                  <a:pt x="1572091" y="5298726"/>
                </a:cubicBezTo>
                <a:cubicBezTo>
                  <a:pt x="1557863" y="5291633"/>
                  <a:pt x="1500956" y="5270353"/>
                  <a:pt x="1515182" y="5256166"/>
                </a:cubicBezTo>
                <a:cubicBezTo>
                  <a:pt x="1522296" y="5256166"/>
                  <a:pt x="1536523" y="5256166"/>
                  <a:pt x="1550750" y="5256166"/>
                </a:cubicBezTo>
                <a:cubicBezTo>
                  <a:pt x="1564978" y="5263260"/>
                  <a:pt x="1579204" y="5263260"/>
                  <a:pt x="1586318" y="5270353"/>
                </a:cubicBezTo>
                <a:cubicBezTo>
                  <a:pt x="1614772" y="5241980"/>
                  <a:pt x="1629000" y="5220699"/>
                  <a:pt x="1643226" y="5185232"/>
                </a:cubicBezTo>
                <a:cubicBezTo>
                  <a:pt x="1643226" y="5178139"/>
                  <a:pt x="1664567" y="5149766"/>
                  <a:pt x="1657453" y="5149766"/>
                </a:cubicBezTo>
                <a:cubicBezTo>
                  <a:pt x="1657453" y="5135579"/>
                  <a:pt x="1657453" y="5135579"/>
                  <a:pt x="1657453" y="5128486"/>
                </a:cubicBezTo>
                <a:cubicBezTo>
                  <a:pt x="1685907" y="5142672"/>
                  <a:pt x="1700135" y="5156859"/>
                  <a:pt x="1700135" y="5185232"/>
                </a:cubicBezTo>
                <a:cubicBezTo>
                  <a:pt x="1700135" y="5185232"/>
                  <a:pt x="1700135" y="5206512"/>
                  <a:pt x="1700135" y="5213607"/>
                </a:cubicBezTo>
                <a:cubicBezTo>
                  <a:pt x="1678794" y="5234885"/>
                  <a:pt x="1664567" y="5263260"/>
                  <a:pt x="1643226" y="5284540"/>
                </a:cubicBezTo>
                <a:cubicBezTo>
                  <a:pt x="1650340" y="5291633"/>
                  <a:pt x="1657453" y="5291633"/>
                  <a:pt x="1664567" y="5291633"/>
                </a:cubicBezTo>
                <a:cubicBezTo>
                  <a:pt x="1685907" y="5305820"/>
                  <a:pt x="1700135" y="5305820"/>
                  <a:pt x="1721475" y="5320006"/>
                </a:cubicBezTo>
                <a:cubicBezTo>
                  <a:pt x="1728588" y="5312913"/>
                  <a:pt x="1735703" y="5320006"/>
                  <a:pt x="1735703" y="5312913"/>
                </a:cubicBezTo>
                <a:cubicBezTo>
                  <a:pt x="1792610" y="5341286"/>
                  <a:pt x="1799725" y="5398033"/>
                  <a:pt x="1792610" y="5405126"/>
                </a:cubicBezTo>
                <a:close/>
                <a:moveTo>
                  <a:pt x="1344458" y="5213607"/>
                </a:moveTo>
                <a:cubicBezTo>
                  <a:pt x="1365799" y="5227792"/>
                  <a:pt x="1387138" y="5241980"/>
                  <a:pt x="1394253" y="5263260"/>
                </a:cubicBezTo>
                <a:cubicBezTo>
                  <a:pt x="1401366" y="5270353"/>
                  <a:pt x="1429821" y="5305820"/>
                  <a:pt x="1444047" y="5348379"/>
                </a:cubicBezTo>
                <a:cubicBezTo>
                  <a:pt x="1451160" y="5369659"/>
                  <a:pt x="1458275" y="5376753"/>
                  <a:pt x="1451160" y="5398033"/>
                </a:cubicBezTo>
                <a:cubicBezTo>
                  <a:pt x="1415593" y="5376753"/>
                  <a:pt x="1422707" y="5369659"/>
                  <a:pt x="1408480" y="5334193"/>
                </a:cubicBezTo>
                <a:cubicBezTo>
                  <a:pt x="1408480" y="5320006"/>
                  <a:pt x="1401366" y="5305820"/>
                  <a:pt x="1372912" y="5277446"/>
                </a:cubicBezTo>
                <a:cubicBezTo>
                  <a:pt x="1372912" y="5263260"/>
                  <a:pt x="1344458" y="5234885"/>
                  <a:pt x="1344458" y="5213607"/>
                </a:cubicBezTo>
                <a:close/>
                <a:moveTo>
                  <a:pt x="1863745" y="5816540"/>
                </a:moveTo>
                <a:cubicBezTo>
                  <a:pt x="1863745" y="5802353"/>
                  <a:pt x="1849519" y="5795260"/>
                  <a:pt x="1849519" y="5781073"/>
                </a:cubicBezTo>
                <a:cubicBezTo>
                  <a:pt x="1892200" y="5724327"/>
                  <a:pt x="1949108" y="5596646"/>
                  <a:pt x="1998903" y="5525713"/>
                </a:cubicBezTo>
                <a:cubicBezTo>
                  <a:pt x="2006017" y="5511526"/>
                  <a:pt x="2013130" y="5504433"/>
                  <a:pt x="2020244" y="5504433"/>
                </a:cubicBezTo>
                <a:cubicBezTo>
                  <a:pt x="2020244" y="5511526"/>
                  <a:pt x="2027357" y="5511526"/>
                  <a:pt x="2013130" y="5539900"/>
                </a:cubicBezTo>
                <a:cubicBezTo>
                  <a:pt x="2013130" y="5546993"/>
                  <a:pt x="1870860" y="5809446"/>
                  <a:pt x="1885086" y="5823633"/>
                </a:cubicBezTo>
                <a:cubicBezTo>
                  <a:pt x="1870860" y="5823633"/>
                  <a:pt x="1870860" y="5823633"/>
                  <a:pt x="1863745" y="5816540"/>
                </a:cubicBezTo>
                <a:close/>
                <a:moveTo>
                  <a:pt x="2055811" y="5880381"/>
                </a:moveTo>
                <a:cubicBezTo>
                  <a:pt x="2048698" y="5887474"/>
                  <a:pt x="2048698" y="5887474"/>
                  <a:pt x="2041585" y="5887474"/>
                </a:cubicBezTo>
                <a:cubicBezTo>
                  <a:pt x="2034470" y="5887474"/>
                  <a:pt x="2020244" y="5880381"/>
                  <a:pt x="2006017" y="5873286"/>
                </a:cubicBezTo>
                <a:cubicBezTo>
                  <a:pt x="1991789" y="5859101"/>
                  <a:pt x="1956222" y="5802353"/>
                  <a:pt x="1963335" y="5788167"/>
                </a:cubicBezTo>
                <a:cubicBezTo>
                  <a:pt x="1963335" y="5788167"/>
                  <a:pt x="1963335" y="5788167"/>
                  <a:pt x="1963335" y="5788167"/>
                </a:cubicBezTo>
                <a:cubicBezTo>
                  <a:pt x="1977563" y="5830726"/>
                  <a:pt x="2034470" y="5816540"/>
                  <a:pt x="2091379" y="5802353"/>
                </a:cubicBezTo>
                <a:cubicBezTo>
                  <a:pt x="2134060" y="5788167"/>
                  <a:pt x="2169627" y="5766887"/>
                  <a:pt x="2169627" y="5759793"/>
                </a:cubicBezTo>
                <a:cubicBezTo>
                  <a:pt x="2169627" y="5752700"/>
                  <a:pt x="2169627" y="5745607"/>
                  <a:pt x="2162514" y="5738513"/>
                </a:cubicBezTo>
                <a:cubicBezTo>
                  <a:pt x="2162514" y="5745607"/>
                  <a:pt x="2141173" y="5752700"/>
                  <a:pt x="2112720" y="5759793"/>
                </a:cubicBezTo>
                <a:cubicBezTo>
                  <a:pt x="2048698" y="5773980"/>
                  <a:pt x="1956222" y="5788167"/>
                  <a:pt x="1941995" y="5781073"/>
                </a:cubicBezTo>
                <a:cubicBezTo>
                  <a:pt x="1920654" y="5773980"/>
                  <a:pt x="1920654" y="5766887"/>
                  <a:pt x="1941995" y="5738513"/>
                </a:cubicBezTo>
                <a:cubicBezTo>
                  <a:pt x="1984676" y="5724327"/>
                  <a:pt x="2062924" y="5710140"/>
                  <a:pt x="2112720" y="5688860"/>
                </a:cubicBezTo>
                <a:cubicBezTo>
                  <a:pt x="2112720" y="5681767"/>
                  <a:pt x="2126946" y="5681767"/>
                  <a:pt x="2119833" y="5667579"/>
                </a:cubicBezTo>
                <a:cubicBezTo>
                  <a:pt x="2098492" y="5674674"/>
                  <a:pt x="2034470" y="5681767"/>
                  <a:pt x="2020244" y="5681767"/>
                </a:cubicBezTo>
                <a:cubicBezTo>
                  <a:pt x="1998903" y="5660487"/>
                  <a:pt x="2013130" y="5639206"/>
                  <a:pt x="2020244" y="5617926"/>
                </a:cubicBezTo>
                <a:cubicBezTo>
                  <a:pt x="2027357" y="5617926"/>
                  <a:pt x="2020244" y="5617926"/>
                  <a:pt x="2027357" y="5617926"/>
                </a:cubicBezTo>
                <a:cubicBezTo>
                  <a:pt x="2041585" y="5632113"/>
                  <a:pt x="2091379" y="5617926"/>
                  <a:pt x="2098492" y="5610833"/>
                </a:cubicBezTo>
                <a:cubicBezTo>
                  <a:pt x="2091379" y="5596646"/>
                  <a:pt x="2077152" y="5561180"/>
                  <a:pt x="2084266" y="5568273"/>
                </a:cubicBezTo>
                <a:cubicBezTo>
                  <a:pt x="2098492" y="5575366"/>
                  <a:pt x="2098492" y="5582460"/>
                  <a:pt x="2119833" y="5582460"/>
                </a:cubicBezTo>
                <a:cubicBezTo>
                  <a:pt x="2119833" y="5582460"/>
                  <a:pt x="2126946" y="5582460"/>
                  <a:pt x="2119833" y="5582460"/>
                </a:cubicBezTo>
                <a:cubicBezTo>
                  <a:pt x="2112720" y="5575366"/>
                  <a:pt x="2098492" y="5568273"/>
                  <a:pt x="2098492" y="5561180"/>
                </a:cubicBezTo>
                <a:cubicBezTo>
                  <a:pt x="2105605" y="5546993"/>
                  <a:pt x="2119833" y="5546993"/>
                  <a:pt x="2126946" y="5554086"/>
                </a:cubicBezTo>
                <a:cubicBezTo>
                  <a:pt x="2141173" y="5561180"/>
                  <a:pt x="2190968" y="5596646"/>
                  <a:pt x="2190968" y="5596646"/>
                </a:cubicBezTo>
                <a:cubicBezTo>
                  <a:pt x="2198082" y="5603739"/>
                  <a:pt x="2198082" y="5603739"/>
                  <a:pt x="2198082" y="5603739"/>
                </a:cubicBezTo>
                <a:cubicBezTo>
                  <a:pt x="2205195" y="5610833"/>
                  <a:pt x="2205195" y="5617926"/>
                  <a:pt x="2205195" y="5625019"/>
                </a:cubicBezTo>
                <a:cubicBezTo>
                  <a:pt x="2205195" y="5646299"/>
                  <a:pt x="2190968" y="5653394"/>
                  <a:pt x="2169627" y="5653394"/>
                </a:cubicBezTo>
                <a:cubicBezTo>
                  <a:pt x="2176742" y="5688860"/>
                  <a:pt x="2176742" y="5717233"/>
                  <a:pt x="2198082" y="5752700"/>
                </a:cubicBezTo>
                <a:cubicBezTo>
                  <a:pt x="2212310" y="5738513"/>
                  <a:pt x="2226536" y="5738513"/>
                  <a:pt x="2226536" y="5731420"/>
                </a:cubicBezTo>
                <a:cubicBezTo>
                  <a:pt x="2247877" y="5745607"/>
                  <a:pt x="2254990" y="5752700"/>
                  <a:pt x="2254990" y="5773980"/>
                </a:cubicBezTo>
                <a:cubicBezTo>
                  <a:pt x="2240763" y="5802353"/>
                  <a:pt x="2205195" y="5795260"/>
                  <a:pt x="2198082" y="5809446"/>
                </a:cubicBezTo>
                <a:cubicBezTo>
                  <a:pt x="2190968" y="5837820"/>
                  <a:pt x="2198082" y="5894567"/>
                  <a:pt x="2183855" y="5915847"/>
                </a:cubicBezTo>
                <a:cubicBezTo>
                  <a:pt x="2183855" y="5922940"/>
                  <a:pt x="2176742" y="5922940"/>
                  <a:pt x="2169627" y="5915847"/>
                </a:cubicBezTo>
                <a:cubicBezTo>
                  <a:pt x="2162514" y="5894567"/>
                  <a:pt x="2169627" y="5844913"/>
                  <a:pt x="2169627" y="5816540"/>
                </a:cubicBezTo>
                <a:cubicBezTo>
                  <a:pt x="2155401" y="5823633"/>
                  <a:pt x="2126946" y="5837820"/>
                  <a:pt x="2098492" y="5837820"/>
                </a:cubicBezTo>
                <a:cubicBezTo>
                  <a:pt x="2098492" y="5844913"/>
                  <a:pt x="2098492" y="5844913"/>
                  <a:pt x="2098492" y="5852006"/>
                </a:cubicBezTo>
                <a:cubicBezTo>
                  <a:pt x="2112720" y="5859101"/>
                  <a:pt x="2112720" y="5866194"/>
                  <a:pt x="2119833" y="5873286"/>
                </a:cubicBezTo>
                <a:cubicBezTo>
                  <a:pt x="2119833" y="5880381"/>
                  <a:pt x="2105605" y="5887474"/>
                  <a:pt x="2105605" y="5894567"/>
                </a:cubicBezTo>
                <a:cubicBezTo>
                  <a:pt x="2098492" y="5894567"/>
                  <a:pt x="2084266" y="5887474"/>
                  <a:pt x="2070038" y="5880381"/>
                </a:cubicBezTo>
                <a:cubicBezTo>
                  <a:pt x="2062924" y="5880381"/>
                  <a:pt x="2055811" y="5880381"/>
                  <a:pt x="2055811" y="5880381"/>
                </a:cubicBezTo>
                <a:close/>
                <a:moveTo>
                  <a:pt x="2254990" y="5582460"/>
                </a:moveTo>
                <a:cubicBezTo>
                  <a:pt x="2254990" y="5568273"/>
                  <a:pt x="2269217" y="5575366"/>
                  <a:pt x="2276330" y="5575366"/>
                </a:cubicBezTo>
                <a:cubicBezTo>
                  <a:pt x="2297671" y="5589553"/>
                  <a:pt x="2311898" y="5596646"/>
                  <a:pt x="2319012" y="5632113"/>
                </a:cubicBezTo>
                <a:cubicBezTo>
                  <a:pt x="2319012" y="5639206"/>
                  <a:pt x="2319012" y="5646299"/>
                  <a:pt x="2311898" y="5660487"/>
                </a:cubicBezTo>
                <a:cubicBezTo>
                  <a:pt x="2297671" y="5660487"/>
                  <a:pt x="2269217" y="5660487"/>
                  <a:pt x="2269217" y="5639206"/>
                </a:cubicBezTo>
                <a:cubicBezTo>
                  <a:pt x="2262104" y="5625019"/>
                  <a:pt x="2247877" y="5589553"/>
                  <a:pt x="2254990" y="5582460"/>
                </a:cubicBezTo>
                <a:close/>
                <a:moveTo>
                  <a:pt x="2425715" y="5688860"/>
                </a:moveTo>
                <a:cubicBezTo>
                  <a:pt x="2375920" y="5695953"/>
                  <a:pt x="2269217" y="5993873"/>
                  <a:pt x="2219423" y="6057713"/>
                </a:cubicBezTo>
                <a:cubicBezTo>
                  <a:pt x="2190968" y="6107366"/>
                  <a:pt x="2176742" y="6107366"/>
                  <a:pt x="2155401" y="6086086"/>
                </a:cubicBezTo>
                <a:cubicBezTo>
                  <a:pt x="2126946" y="6057713"/>
                  <a:pt x="2091379" y="5930034"/>
                  <a:pt x="2098492" y="5901660"/>
                </a:cubicBezTo>
                <a:cubicBezTo>
                  <a:pt x="2105605" y="5908754"/>
                  <a:pt x="2112720" y="5930034"/>
                  <a:pt x="2112720" y="5937127"/>
                </a:cubicBezTo>
                <a:cubicBezTo>
                  <a:pt x="2119833" y="5930034"/>
                  <a:pt x="2112720" y="5930034"/>
                  <a:pt x="2119833" y="5922940"/>
                </a:cubicBezTo>
                <a:cubicBezTo>
                  <a:pt x="2126946" y="5944220"/>
                  <a:pt x="2155401" y="6000967"/>
                  <a:pt x="2162514" y="6008060"/>
                </a:cubicBezTo>
                <a:cubicBezTo>
                  <a:pt x="2183855" y="6022247"/>
                  <a:pt x="2190968" y="5986780"/>
                  <a:pt x="2205195" y="5972594"/>
                </a:cubicBezTo>
                <a:cubicBezTo>
                  <a:pt x="2233649" y="5915847"/>
                  <a:pt x="2311898" y="5724327"/>
                  <a:pt x="2340352" y="5667579"/>
                </a:cubicBezTo>
                <a:cubicBezTo>
                  <a:pt x="2361693" y="5632113"/>
                  <a:pt x="2375920" y="5596646"/>
                  <a:pt x="2354580" y="5575366"/>
                </a:cubicBezTo>
                <a:cubicBezTo>
                  <a:pt x="2276330" y="5532806"/>
                  <a:pt x="2176742" y="5561180"/>
                  <a:pt x="2105605" y="5518620"/>
                </a:cubicBezTo>
                <a:cubicBezTo>
                  <a:pt x="2105605" y="5518620"/>
                  <a:pt x="2105605" y="5518620"/>
                  <a:pt x="2105605" y="5518620"/>
                </a:cubicBezTo>
                <a:cubicBezTo>
                  <a:pt x="2148288" y="5504433"/>
                  <a:pt x="2333239" y="5546993"/>
                  <a:pt x="2333239" y="5546993"/>
                </a:cubicBezTo>
                <a:cubicBezTo>
                  <a:pt x="2390148" y="5561180"/>
                  <a:pt x="2461283" y="5617926"/>
                  <a:pt x="2425715" y="5688860"/>
                </a:cubicBezTo>
                <a:close/>
                <a:moveTo>
                  <a:pt x="2596440" y="6086086"/>
                </a:moveTo>
                <a:cubicBezTo>
                  <a:pt x="2596440" y="6086086"/>
                  <a:pt x="2582212" y="6093181"/>
                  <a:pt x="2575099" y="6093181"/>
                </a:cubicBezTo>
                <a:cubicBezTo>
                  <a:pt x="2575099" y="6093181"/>
                  <a:pt x="2575099" y="6100274"/>
                  <a:pt x="2560872" y="6107366"/>
                </a:cubicBezTo>
                <a:cubicBezTo>
                  <a:pt x="2560872" y="6107366"/>
                  <a:pt x="2546645" y="6114461"/>
                  <a:pt x="2532418" y="6107366"/>
                </a:cubicBezTo>
                <a:cubicBezTo>
                  <a:pt x="2532418" y="6107366"/>
                  <a:pt x="2525305" y="6100274"/>
                  <a:pt x="2518192" y="6100274"/>
                </a:cubicBezTo>
                <a:cubicBezTo>
                  <a:pt x="2518192" y="6100274"/>
                  <a:pt x="2503964" y="6093181"/>
                  <a:pt x="2496850" y="6093181"/>
                </a:cubicBezTo>
                <a:cubicBezTo>
                  <a:pt x="2496850" y="6093181"/>
                  <a:pt x="2482623" y="6093181"/>
                  <a:pt x="2503964" y="6086086"/>
                </a:cubicBezTo>
                <a:cubicBezTo>
                  <a:pt x="2503964" y="6086086"/>
                  <a:pt x="2503964" y="6078993"/>
                  <a:pt x="2511077" y="6078993"/>
                </a:cubicBezTo>
                <a:cubicBezTo>
                  <a:pt x="2511077" y="6078993"/>
                  <a:pt x="2518192" y="6078993"/>
                  <a:pt x="2518192" y="6078993"/>
                </a:cubicBezTo>
                <a:cubicBezTo>
                  <a:pt x="2518192" y="6078993"/>
                  <a:pt x="2518192" y="6071900"/>
                  <a:pt x="2525305" y="6078993"/>
                </a:cubicBezTo>
                <a:cubicBezTo>
                  <a:pt x="2525305" y="6078993"/>
                  <a:pt x="2532418" y="6086086"/>
                  <a:pt x="2539531" y="6064808"/>
                </a:cubicBezTo>
                <a:cubicBezTo>
                  <a:pt x="2539531" y="6064808"/>
                  <a:pt x="2539531" y="6064808"/>
                  <a:pt x="2546645" y="6064808"/>
                </a:cubicBezTo>
                <a:cubicBezTo>
                  <a:pt x="2546645" y="6064808"/>
                  <a:pt x="2575099" y="6050620"/>
                  <a:pt x="2639121" y="6008060"/>
                </a:cubicBezTo>
                <a:cubicBezTo>
                  <a:pt x="2639121" y="6008060"/>
                  <a:pt x="2696030" y="5972594"/>
                  <a:pt x="2731597" y="5937127"/>
                </a:cubicBezTo>
                <a:cubicBezTo>
                  <a:pt x="2731597" y="5937127"/>
                  <a:pt x="2760052" y="5915847"/>
                  <a:pt x="2795619" y="5887474"/>
                </a:cubicBezTo>
                <a:cubicBezTo>
                  <a:pt x="2795619" y="5887474"/>
                  <a:pt x="2888094" y="5816540"/>
                  <a:pt x="2902322" y="5795260"/>
                </a:cubicBezTo>
                <a:cubicBezTo>
                  <a:pt x="2902322" y="5795260"/>
                  <a:pt x="2838300" y="5759793"/>
                  <a:pt x="2845413" y="5731420"/>
                </a:cubicBezTo>
                <a:cubicBezTo>
                  <a:pt x="2845413" y="5731420"/>
                  <a:pt x="2852527" y="5717233"/>
                  <a:pt x="2859640" y="5731420"/>
                </a:cubicBezTo>
                <a:cubicBezTo>
                  <a:pt x="2859640" y="5731420"/>
                  <a:pt x="2888094" y="5752700"/>
                  <a:pt x="2937890" y="5745607"/>
                </a:cubicBezTo>
                <a:cubicBezTo>
                  <a:pt x="2937890" y="5745607"/>
                  <a:pt x="2959230" y="5745607"/>
                  <a:pt x="2987684" y="5724327"/>
                </a:cubicBezTo>
                <a:cubicBezTo>
                  <a:pt x="2987684" y="5724327"/>
                  <a:pt x="3023252" y="5717233"/>
                  <a:pt x="3037479" y="5781073"/>
                </a:cubicBezTo>
                <a:cubicBezTo>
                  <a:pt x="3037479" y="5781073"/>
                  <a:pt x="3037479" y="5809446"/>
                  <a:pt x="3023252" y="5802353"/>
                </a:cubicBezTo>
                <a:cubicBezTo>
                  <a:pt x="3023252" y="5802353"/>
                  <a:pt x="3001912" y="5802353"/>
                  <a:pt x="2980571" y="5809446"/>
                </a:cubicBezTo>
                <a:cubicBezTo>
                  <a:pt x="2980571" y="5809446"/>
                  <a:pt x="2973457" y="5802353"/>
                  <a:pt x="2959230" y="5816540"/>
                </a:cubicBezTo>
                <a:cubicBezTo>
                  <a:pt x="2959230" y="5816540"/>
                  <a:pt x="2916549" y="5859101"/>
                  <a:pt x="2824072" y="5915847"/>
                </a:cubicBezTo>
                <a:cubicBezTo>
                  <a:pt x="2824072" y="5915847"/>
                  <a:pt x="2774278" y="5951314"/>
                  <a:pt x="2710256" y="6015153"/>
                </a:cubicBezTo>
                <a:cubicBezTo>
                  <a:pt x="2710256" y="6015153"/>
                  <a:pt x="2660462" y="6057713"/>
                  <a:pt x="2596440" y="6086086"/>
                </a:cubicBezTo>
                <a:close/>
                <a:moveTo>
                  <a:pt x="3058819" y="6086086"/>
                </a:moveTo>
                <a:cubicBezTo>
                  <a:pt x="3058819" y="6086086"/>
                  <a:pt x="3058819" y="6093181"/>
                  <a:pt x="3058819" y="6100274"/>
                </a:cubicBezTo>
                <a:cubicBezTo>
                  <a:pt x="3058819" y="6100274"/>
                  <a:pt x="3058819" y="6114461"/>
                  <a:pt x="3037479" y="6114461"/>
                </a:cubicBezTo>
                <a:cubicBezTo>
                  <a:pt x="3037479" y="6114461"/>
                  <a:pt x="2987684" y="6128647"/>
                  <a:pt x="2980571" y="6142834"/>
                </a:cubicBezTo>
                <a:cubicBezTo>
                  <a:pt x="2980571" y="6142834"/>
                  <a:pt x="2952116" y="6164114"/>
                  <a:pt x="2959230" y="6185394"/>
                </a:cubicBezTo>
                <a:cubicBezTo>
                  <a:pt x="2959230" y="6185394"/>
                  <a:pt x="2959230" y="6199580"/>
                  <a:pt x="2937890" y="6206674"/>
                </a:cubicBezTo>
                <a:cubicBezTo>
                  <a:pt x="2937890" y="6206674"/>
                  <a:pt x="2923662" y="6206674"/>
                  <a:pt x="2909435" y="6206674"/>
                </a:cubicBezTo>
                <a:cubicBezTo>
                  <a:pt x="2909435" y="6206674"/>
                  <a:pt x="2895209" y="6192487"/>
                  <a:pt x="2873868" y="6206674"/>
                </a:cubicBezTo>
                <a:cubicBezTo>
                  <a:pt x="2873868" y="6206674"/>
                  <a:pt x="2873868" y="6213767"/>
                  <a:pt x="2859640" y="6206674"/>
                </a:cubicBezTo>
                <a:cubicBezTo>
                  <a:pt x="2859640" y="6206674"/>
                  <a:pt x="2859640" y="6199580"/>
                  <a:pt x="2852527" y="6199580"/>
                </a:cubicBezTo>
                <a:cubicBezTo>
                  <a:pt x="2852527" y="6199580"/>
                  <a:pt x="2845413" y="6192487"/>
                  <a:pt x="2845413" y="6185394"/>
                </a:cubicBezTo>
                <a:cubicBezTo>
                  <a:pt x="2845413" y="6185394"/>
                  <a:pt x="2845413" y="6171207"/>
                  <a:pt x="2831187" y="6164114"/>
                </a:cubicBezTo>
                <a:cubicBezTo>
                  <a:pt x="2831187" y="6164114"/>
                  <a:pt x="2824072" y="6164114"/>
                  <a:pt x="2824072" y="6149927"/>
                </a:cubicBezTo>
                <a:cubicBezTo>
                  <a:pt x="2824072" y="6149927"/>
                  <a:pt x="2816959" y="6107366"/>
                  <a:pt x="2809846" y="6086086"/>
                </a:cubicBezTo>
                <a:cubicBezTo>
                  <a:pt x="2809846" y="6086086"/>
                  <a:pt x="2802733" y="6064808"/>
                  <a:pt x="2781391" y="6057713"/>
                </a:cubicBezTo>
                <a:cubicBezTo>
                  <a:pt x="2781391" y="6057713"/>
                  <a:pt x="2752937" y="6015153"/>
                  <a:pt x="2767165" y="6015153"/>
                </a:cubicBezTo>
                <a:cubicBezTo>
                  <a:pt x="2767165" y="6015153"/>
                  <a:pt x="2795619" y="6015153"/>
                  <a:pt x="2816959" y="6057713"/>
                </a:cubicBezTo>
                <a:cubicBezTo>
                  <a:pt x="2816959" y="6057713"/>
                  <a:pt x="2816959" y="6071900"/>
                  <a:pt x="2816959" y="6086086"/>
                </a:cubicBezTo>
                <a:cubicBezTo>
                  <a:pt x="2816959" y="6086086"/>
                  <a:pt x="2824072" y="6093181"/>
                  <a:pt x="2838300" y="6142834"/>
                </a:cubicBezTo>
                <a:cubicBezTo>
                  <a:pt x="2838300" y="6142834"/>
                  <a:pt x="2845413" y="6149927"/>
                  <a:pt x="2845413" y="6135741"/>
                </a:cubicBezTo>
                <a:cubicBezTo>
                  <a:pt x="2859640" y="6121554"/>
                  <a:pt x="2859640" y="6121554"/>
                  <a:pt x="2859640" y="6121554"/>
                </a:cubicBezTo>
                <a:cubicBezTo>
                  <a:pt x="2859640" y="6121554"/>
                  <a:pt x="2866754" y="6107366"/>
                  <a:pt x="2873868" y="6114461"/>
                </a:cubicBezTo>
                <a:cubicBezTo>
                  <a:pt x="2873868" y="6114461"/>
                  <a:pt x="2873868" y="6121554"/>
                  <a:pt x="2880981" y="6114461"/>
                </a:cubicBezTo>
                <a:cubicBezTo>
                  <a:pt x="2880981" y="6114461"/>
                  <a:pt x="2902322" y="6100274"/>
                  <a:pt x="2916549" y="6086086"/>
                </a:cubicBezTo>
                <a:cubicBezTo>
                  <a:pt x="2916549" y="6086086"/>
                  <a:pt x="2937890" y="6071900"/>
                  <a:pt x="2930776" y="6064808"/>
                </a:cubicBezTo>
                <a:cubicBezTo>
                  <a:pt x="2930776" y="6064808"/>
                  <a:pt x="2909435" y="6036433"/>
                  <a:pt x="2902322" y="6029340"/>
                </a:cubicBezTo>
                <a:cubicBezTo>
                  <a:pt x="2902322" y="6029340"/>
                  <a:pt x="2880981" y="6015153"/>
                  <a:pt x="2895209" y="6015153"/>
                </a:cubicBezTo>
                <a:cubicBezTo>
                  <a:pt x="2895209" y="6015153"/>
                  <a:pt x="2902322" y="6015153"/>
                  <a:pt x="2923662" y="6022247"/>
                </a:cubicBezTo>
                <a:cubicBezTo>
                  <a:pt x="2923662" y="6022247"/>
                  <a:pt x="2966344" y="6029340"/>
                  <a:pt x="2980571" y="6015153"/>
                </a:cubicBezTo>
                <a:cubicBezTo>
                  <a:pt x="2980571" y="6015153"/>
                  <a:pt x="2980571" y="6000967"/>
                  <a:pt x="2994797" y="6008060"/>
                </a:cubicBezTo>
                <a:cubicBezTo>
                  <a:pt x="2994797" y="6008060"/>
                  <a:pt x="3016138" y="6029340"/>
                  <a:pt x="3023252" y="6029340"/>
                </a:cubicBezTo>
                <a:cubicBezTo>
                  <a:pt x="3023252" y="6029340"/>
                  <a:pt x="3065932" y="6043527"/>
                  <a:pt x="3058819" y="6086086"/>
                </a:cubicBezTo>
                <a:close/>
                <a:moveTo>
                  <a:pt x="3450064" y="6213767"/>
                </a:moveTo>
                <a:cubicBezTo>
                  <a:pt x="3450064" y="6213767"/>
                  <a:pt x="3450064" y="6227954"/>
                  <a:pt x="3435836" y="6220860"/>
                </a:cubicBezTo>
                <a:cubicBezTo>
                  <a:pt x="3435836" y="6220860"/>
                  <a:pt x="3393156" y="6199580"/>
                  <a:pt x="3378929" y="6142834"/>
                </a:cubicBezTo>
                <a:cubicBezTo>
                  <a:pt x="3378929" y="6142834"/>
                  <a:pt x="3364701" y="6078993"/>
                  <a:pt x="3364701" y="6071900"/>
                </a:cubicBezTo>
                <a:cubicBezTo>
                  <a:pt x="3364701" y="6071900"/>
                  <a:pt x="3364701" y="6071900"/>
                  <a:pt x="3364701" y="6057713"/>
                </a:cubicBezTo>
                <a:cubicBezTo>
                  <a:pt x="3357588" y="6015153"/>
                  <a:pt x="3357588" y="6015153"/>
                  <a:pt x="3357588" y="6015153"/>
                </a:cubicBezTo>
                <a:cubicBezTo>
                  <a:pt x="3357588" y="6015153"/>
                  <a:pt x="3357588" y="6015153"/>
                  <a:pt x="3364701" y="6008060"/>
                </a:cubicBezTo>
                <a:cubicBezTo>
                  <a:pt x="3364701" y="6008060"/>
                  <a:pt x="3357588" y="6000967"/>
                  <a:pt x="3364701" y="5993873"/>
                </a:cubicBezTo>
                <a:cubicBezTo>
                  <a:pt x="3364701" y="5993873"/>
                  <a:pt x="3364701" y="5993873"/>
                  <a:pt x="3364701" y="5993873"/>
                </a:cubicBezTo>
                <a:cubicBezTo>
                  <a:pt x="3364701" y="5993873"/>
                  <a:pt x="3364701" y="5972594"/>
                  <a:pt x="3371814" y="5979687"/>
                </a:cubicBezTo>
                <a:cubicBezTo>
                  <a:pt x="3371814" y="5979687"/>
                  <a:pt x="3378929" y="5986780"/>
                  <a:pt x="3371814" y="6000967"/>
                </a:cubicBezTo>
                <a:cubicBezTo>
                  <a:pt x="3371814" y="6000967"/>
                  <a:pt x="3364701" y="6015153"/>
                  <a:pt x="3393156" y="6064808"/>
                </a:cubicBezTo>
                <a:cubicBezTo>
                  <a:pt x="3393156" y="6064808"/>
                  <a:pt x="3400269" y="6071900"/>
                  <a:pt x="3407382" y="6071900"/>
                </a:cubicBezTo>
                <a:cubicBezTo>
                  <a:pt x="3407382" y="6071900"/>
                  <a:pt x="3414497" y="6078993"/>
                  <a:pt x="3421610" y="6100274"/>
                </a:cubicBezTo>
                <a:cubicBezTo>
                  <a:pt x="3421610" y="6100274"/>
                  <a:pt x="3421610" y="6114461"/>
                  <a:pt x="3421610" y="6114461"/>
                </a:cubicBezTo>
                <a:cubicBezTo>
                  <a:pt x="3421610" y="6114461"/>
                  <a:pt x="3414497" y="6128647"/>
                  <a:pt x="3428723" y="6121554"/>
                </a:cubicBezTo>
                <a:cubicBezTo>
                  <a:pt x="3428723" y="6121554"/>
                  <a:pt x="3435836" y="6121554"/>
                  <a:pt x="3435836" y="6128647"/>
                </a:cubicBezTo>
                <a:cubicBezTo>
                  <a:pt x="3435836" y="6128647"/>
                  <a:pt x="3435836" y="6149927"/>
                  <a:pt x="3435836" y="6157021"/>
                </a:cubicBezTo>
                <a:cubicBezTo>
                  <a:pt x="3435836" y="6157021"/>
                  <a:pt x="3442950" y="6164114"/>
                  <a:pt x="3442950" y="6171207"/>
                </a:cubicBezTo>
                <a:cubicBezTo>
                  <a:pt x="3442950" y="6171207"/>
                  <a:pt x="3442950" y="6178300"/>
                  <a:pt x="3442950" y="6178300"/>
                </a:cubicBezTo>
                <a:cubicBezTo>
                  <a:pt x="3442950" y="6178300"/>
                  <a:pt x="3450064" y="6178300"/>
                  <a:pt x="3450064" y="6178300"/>
                </a:cubicBezTo>
                <a:cubicBezTo>
                  <a:pt x="3450064" y="6178300"/>
                  <a:pt x="3457177" y="6213767"/>
                  <a:pt x="3450064" y="6213767"/>
                </a:cubicBezTo>
                <a:close/>
                <a:moveTo>
                  <a:pt x="3428723" y="5915847"/>
                </a:moveTo>
                <a:cubicBezTo>
                  <a:pt x="3428723" y="5915847"/>
                  <a:pt x="3421610" y="5908754"/>
                  <a:pt x="3414497" y="5908754"/>
                </a:cubicBezTo>
                <a:cubicBezTo>
                  <a:pt x="3414497" y="5908754"/>
                  <a:pt x="3407382" y="5908754"/>
                  <a:pt x="3400269" y="5908754"/>
                </a:cubicBezTo>
                <a:cubicBezTo>
                  <a:pt x="3400269" y="5908754"/>
                  <a:pt x="3386042" y="5908754"/>
                  <a:pt x="3393156" y="5894567"/>
                </a:cubicBezTo>
                <a:cubicBezTo>
                  <a:pt x="3393156" y="5894567"/>
                  <a:pt x="3407382" y="5866194"/>
                  <a:pt x="3400269" y="5837820"/>
                </a:cubicBezTo>
                <a:cubicBezTo>
                  <a:pt x="3400269" y="5837820"/>
                  <a:pt x="3400269" y="5830726"/>
                  <a:pt x="3407382" y="5823633"/>
                </a:cubicBezTo>
                <a:cubicBezTo>
                  <a:pt x="3407382" y="5823633"/>
                  <a:pt x="3407382" y="5816540"/>
                  <a:pt x="3414497" y="5823633"/>
                </a:cubicBezTo>
                <a:cubicBezTo>
                  <a:pt x="3414497" y="5823633"/>
                  <a:pt x="3450064" y="5873286"/>
                  <a:pt x="3450064" y="5901660"/>
                </a:cubicBezTo>
                <a:cubicBezTo>
                  <a:pt x="3450064" y="5901660"/>
                  <a:pt x="3457177" y="5922940"/>
                  <a:pt x="3428723" y="5915847"/>
                </a:cubicBezTo>
                <a:close/>
                <a:moveTo>
                  <a:pt x="3841308" y="5944220"/>
                </a:moveTo>
                <a:cubicBezTo>
                  <a:pt x="3841308" y="5944220"/>
                  <a:pt x="3834195" y="5972594"/>
                  <a:pt x="3819968" y="5979687"/>
                </a:cubicBezTo>
                <a:cubicBezTo>
                  <a:pt x="3819968" y="5979687"/>
                  <a:pt x="3812854" y="5986780"/>
                  <a:pt x="3812854" y="6000967"/>
                </a:cubicBezTo>
                <a:cubicBezTo>
                  <a:pt x="3812854" y="6000967"/>
                  <a:pt x="3791514" y="6043527"/>
                  <a:pt x="3777286" y="6050620"/>
                </a:cubicBezTo>
                <a:cubicBezTo>
                  <a:pt x="3777286" y="6050620"/>
                  <a:pt x="3755946" y="6064808"/>
                  <a:pt x="3763060" y="6078993"/>
                </a:cubicBezTo>
                <a:cubicBezTo>
                  <a:pt x="3763060" y="6078993"/>
                  <a:pt x="3791514" y="6100274"/>
                  <a:pt x="3784399" y="6128647"/>
                </a:cubicBezTo>
                <a:cubicBezTo>
                  <a:pt x="3784399" y="6128647"/>
                  <a:pt x="3784399" y="6135741"/>
                  <a:pt x="3777286" y="6135741"/>
                </a:cubicBezTo>
                <a:cubicBezTo>
                  <a:pt x="3777286" y="6135741"/>
                  <a:pt x="3770173" y="6142834"/>
                  <a:pt x="3763060" y="6142834"/>
                </a:cubicBezTo>
                <a:cubicBezTo>
                  <a:pt x="3763060" y="6142834"/>
                  <a:pt x="3755946" y="6142834"/>
                  <a:pt x="3755946" y="6142834"/>
                </a:cubicBezTo>
                <a:cubicBezTo>
                  <a:pt x="3755946" y="6142834"/>
                  <a:pt x="3727492" y="6157021"/>
                  <a:pt x="3713264" y="6157021"/>
                </a:cubicBezTo>
                <a:cubicBezTo>
                  <a:pt x="3713264" y="6157021"/>
                  <a:pt x="3699038" y="6157021"/>
                  <a:pt x="3677696" y="6157021"/>
                </a:cubicBezTo>
                <a:cubicBezTo>
                  <a:pt x="3677696" y="6157021"/>
                  <a:pt x="3677696" y="6149927"/>
                  <a:pt x="3670583" y="6157021"/>
                </a:cubicBezTo>
                <a:cubicBezTo>
                  <a:pt x="3670583" y="6157021"/>
                  <a:pt x="3642129" y="6192487"/>
                  <a:pt x="3606561" y="6164114"/>
                </a:cubicBezTo>
                <a:cubicBezTo>
                  <a:pt x="3606561" y="6164114"/>
                  <a:pt x="3599448" y="6157021"/>
                  <a:pt x="3592335" y="6149927"/>
                </a:cubicBezTo>
                <a:cubicBezTo>
                  <a:pt x="3585221" y="6149927"/>
                  <a:pt x="3578107" y="6142834"/>
                  <a:pt x="3570994" y="6142834"/>
                </a:cubicBezTo>
                <a:cubicBezTo>
                  <a:pt x="3570994" y="6142834"/>
                  <a:pt x="3528313" y="6114461"/>
                  <a:pt x="3514086" y="6107366"/>
                </a:cubicBezTo>
                <a:cubicBezTo>
                  <a:pt x="3514086" y="6107366"/>
                  <a:pt x="3485632" y="6086086"/>
                  <a:pt x="3485632" y="6071900"/>
                </a:cubicBezTo>
                <a:cubicBezTo>
                  <a:pt x="3485632" y="6071900"/>
                  <a:pt x="3478519" y="6050620"/>
                  <a:pt x="3464291" y="6050620"/>
                </a:cubicBezTo>
                <a:cubicBezTo>
                  <a:pt x="3464291" y="6050620"/>
                  <a:pt x="3457177" y="6050620"/>
                  <a:pt x="3457177" y="6036433"/>
                </a:cubicBezTo>
                <a:cubicBezTo>
                  <a:pt x="3457177" y="6036433"/>
                  <a:pt x="3457177" y="6036433"/>
                  <a:pt x="3457177" y="6036433"/>
                </a:cubicBezTo>
                <a:cubicBezTo>
                  <a:pt x="3457177" y="6036433"/>
                  <a:pt x="3457177" y="6036433"/>
                  <a:pt x="3457177" y="6029340"/>
                </a:cubicBezTo>
                <a:cubicBezTo>
                  <a:pt x="3457177" y="6029340"/>
                  <a:pt x="3450064" y="6022247"/>
                  <a:pt x="3464291" y="6000967"/>
                </a:cubicBezTo>
                <a:cubicBezTo>
                  <a:pt x="3464291" y="6000967"/>
                  <a:pt x="3478519" y="5986780"/>
                  <a:pt x="3492745" y="5979687"/>
                </a:cubicBezTo>
                <a:cubicBezTo>
                  <a:pt x="3492745" y="5979687"/>
                  <a:pt x="3521199" y="5951314"/>
                  <a:pt x="3542539" y="5937127"/>
                </a:cubicBezTo>
                <a:cubicBezTo>
                  <a:pt x="3542539" y="5937127"/>
                  <a:pt x="3549654" y="5930034"/>
                  <a:pt x="3556767" y="5922940"/>
                </a:cubicBezTo>
                <a:cubicBezTo>
                  <a:pt x="3563880" y="5915847"/>
                  <a:pt x="3570994" y="5908754"/>
                  <a:pt x="3570994" y="5908754"/>
                </a:cubicBezTo>
                <a:cubicBezTo>
                  <a:pt x="3570994" y="5908754"/>
                  <a:pt x="3585221" y="5894567"/>
                  <a:pt x="3599448" y="5887474"/>
                </a:cubicBezTo>
                <a:cubicBezTo>
                  <a:pt x="3599448" y="5887474"/>
                  <a:pt x="3620789" y="5880381"/>
                  <a:pt x="3620789" y="5873286"/>
                </a:cubicBezTo>
                <a:cubicBezTo>
                  <a:pt x="3620789" y="5873286"/>
                  <a:pt x="3620789" y="5852006"/>
                  <a:pt x="3620789" y="5844913"/>
                </a:cubicBezTo>
                <a:cubicBezTo>
                  <a:pt x="3606561" y="5738513"/>
                  <a:pt x="3606561" y="5738513"/>
                  <a:pt x="3606561" y="5738513"/>
                </a:cubicBezTo>
                <a:cubicBezTo>
                  <a:pt x="3606561" y="5738513"/>
                  <a:pt x="3606561" y="5731420"/>
                  <a:pt x="3613675" y="5738513"/>
                </a:cubicBezTo>
                <a:cubicBezTo>
                  <a:pt x="3613675" y="5738513"/>
                  <a:pt x="3620789" y="5738513"/>
                  <a:pt x="3627902" y="5738513"/>
                </a:cubicBezTo>
                <a:cubicBezTo>
                  <a:pt x="3627902" y="5738513"/>
                  <a:pt x="3642129" y="5731420"/>
                  <a:pt x="3649243" y="5759793"/>
                </a:cubicBezTo>
                <a:cubicBezTo>
                  <a:pt x="3649243" y="5759793"/>
                  <a:pt x="3663470" y="5788167"/>
                  <a:pt x="3670583" y="5816540"/>
                </a:cubicBezTo>
                <a:cubicBezTo>
                  <a:pt x="3670583" y="5816540"/>
                  <a:pt x="3670583" y="5852006"/>
                  <a:pt x="3670583" y="5859101"/>
                </a:cubicBezTo>
                <a:cubicBezTo>
                  <a:pt x="3670583" y="5859101"/>
                  <a:pt x="3670583" y="5873286"/>
                  <a:pt x="3684811" y="5873286"/>
                </a:cubicBezTo>
                <a:cubicBezTo>
                  <a:pt x="3684811" y="5873286"/>
                  <a:pt x="3699038" y="5873286"/>
                  <a:pt x="3720379" y="5873286"/>
                </a:cubicBezTo>
                <a:cubicBezTo>
                  <a:pt x="3748832" y="5880381"/>
                  <a:pt x="3777286" y="5880381"/>
                  <a:pt x="3791514" y="5880381"/>
                </a:cubicBezTo>
                <a:cubicBezTo>
                  <a:pt x="3791514" y="5880381"/>
                  <a:pt x="3819968" y="5887474"/>
                  <a:pt x="3848421" y="5922940"/>
                </a:cubicBezTo>
                <a:cubicBezTo>
                  <a:pt x="3848421" y="5922940"/>
                  <a:pt x="3855536" y="5922940"/>
                  <a:pt x="3841308" y="5944220"/>
                </a:cubicBezTo>
                <a:close/>
                <a:moveTo>
                  <a:pt x="4296574" y="5738513"/>
                </a:moveTo>
                <a:cubicBezTo>
                  <a:pt x="4296574" y="5738513"/>
                  <a:pt x="4289461" y="5738513"/>
                  <a:pt x="4289461" y="5752700"/>
                </a:cubicBezTo>
                <a:cubicBezTo>
                  <a:pt x="4289461" y="5752700"/>
                  <a:pt x="4282347" y="5773980"/>
                  <a:pt x="4289461" y="5788167"/>
                </a:cubicBezTo>
                <a:cubicBezTo>
                  <a:pt x="4289461" y="5788167"/>
                  <a:pt x="4289461" y="5802353"/>
                  <a:pt x="4282347" y="5823633"/>
                </a:cubicBezTo>
                <a:cubicBezTo>
                  <a:pt x="4282347" y="5823633"/>
                  <a:pt x="4253893" y="5859101"/>
                  <a:pt x="4275234" y="5894567"/>
                </a:cubicBezTo>
                <a:cubicBezTo>
                  <a:pt x="4275234" y="5894567"/>
                  <a:pt x="4296574" y="5915847"/>
                  <a:pt x="4275234" y="5930034"/>
                </a:cubicBezTo>
                <a:cubicBezTo>
                  <a:pt x="4275234" y="5930034"/>
                  <a:pt x="4268121" y="5937127"/>
                  <a:pt x="4261006" y="5958407"/>
                </a:cubicBezTo>
                <a:cubicBezTo>
                  <a:pt x="4261006" y="5958407"/>
                  <a:pt x="4261006" y="5972594"/>
                  <a:pt x="4261006" y="5972594"/>
                </a:cubicBezTo>
                <a:cubicBezTo>
                  <a:pt x="4261006" y="5972594"/>
                  <a:pt x="4253893" y="5986780"/>
                  <a:pt x="4253893" y="5993873"/>
                </a:cubicBezTo>
                <a:cubicBezTo>
                  <a:pt x="4253893" y="5993873"/>
                  <a:pt x="4253893" y="6008060"/>
                  <a:pt x="4232553" y="6015153"/>
                </a:cubicBezTo>
                <a:cubicBezTo>
                  <a:pt x="4232553" y="6015153"/>
                  <a:pt x="4218325" y="6029340"/>
                  <a:pt x="4211212" y="6036433"/>
                </a:cubicBezTo>
                <a:cubicBezTo>
                  <a:pt x="4211212" y="6036433"/>
                  <a:pt x="4204099" y="6050620"/>
                  <a:pt x="4196986" y="6050620"/>
                </a:cubicBezTo>
                <a:cubicBezTo>
                  <a:pt x="4196986" y="6050620"/>
                  <a:pt x="4196986" y="6050620"/>
                  <a:pt x="4196986" y="6057713"/>
                </a:cubicBezTo>
                <a:cubicBezTo>
                  <a:pt x="4196986" y="6057713"/>
                  <a:pt x="4189871" y="6071900"/>
                  <a:pt x="4168531" y="6078993"/>
                </a:cubicBezTo>
                <a:cubicBezTo>
                  <a:pt x="4168531" y="6078993"/>
                  <a:pt x="4168531" y="6029340"/>
                  <a:pt x="4168531" y="6015153"/>
                </a:cubicBezTo>
                <a:cubicBezTo>
                  <a:pt x="4168531" y="6015153"/>
                  <a:pt x="4168531" y="5993873"/>
                  <a:pt x="4168531" y="5979687"/>
                </a:cubicBezTo>
                <a:cubicBezTo>
                  <a:pt x="4168531" y="5979687"/>
                  <a:pt x="4168531" y="5958407"/>
                  <a:pt x="4182758" y="5958407"/>
                </a:cubicBezTo>
                <a:cubicBezTo>
                  <a:pt x="4182758" y="5958407"/>
                  <a:pt x="4182758" y="5965500"/>
                  <a:pt x="4182758" y="5958407"/>
                </a:cubicBezTo>
                <a:cubicBezTo>
                  <a:pt x="4182758" y="5958407"/>
                  <a:pt x="4196986" y="5930034"/>
                  <a:pt x="4196986" y="5922940"/>
                </a:cubicBezTo>
                <a:cubicBezTo>
                  <a:pt x="4196986" y="5922940"/>
                  <a:pt x="4182758" y="5915847"/>
                  <a:pt x="4182758" y="5915847"/>
                </a:cubicBezTo>
                <a:cubicBezTo>
                  <a:pt x="4182758" y="5915847"/>
                  <a:pt x="4175644" y="5908754"/>
                  <a:pt x="4175644" y="5901660"/>
                </a:cubicBezTo>
                <a:cubicBezTo>
                  <a:pt x="4175644" y="5901660"/>
                  <a:pt x="4175644" y="5901660"/>
                  <a:pt x="4168531" y="5894567"/>
                </a:cubicBezTo>
                <a:cubicBezTo>
                  <a:pt x="4168531" y="5894567"/>
                  <a:pt x="4154303" y="5887474"/>
                  <a:pt x="4154303" y="5894567"/>
                </a:cubicBezTo>
                <a:cubicBezTo>
                  <a:pt x="4154303" y="5894567"/>
                  <a:pt x="4154303" y="5894567"/>
                  <a:pt x="4140077" y="5894567"/>
                </a:cubicBezTo>
                <a:cubicBezTo>
                  <a:pt x="4140077" y="5894567"/>
                  <a:pt x="4076055" y="5880381"/>
                  <a:pt x="4104509" y="5866194"/>
                </a:cubicBezTo>
                <a:cubicBezTo>
                  <a:pt x="4104509" y="5866194"/>
                  <a:pt x="4140077" y="5866194"/>
                  <a:pt x="4161417" y="5830726"/>
                </a:cubicBezTo>
                <a:cubicBezTo>
                  <a:pt x="4161417" y="5830726"/>
                  <a:pt x="4168531" y="5830726"/>
                  <a:pt x="4175644" y="5773980"/>
                </a:cubicBezTo>
                <a:cubicBezTo>
                  <a:pt x="4175644" y="5773980"/>
                  <a:pt x="4175644" y="5766887"/>
                  <a:pt x="4168531" y="5766887"/>
                </a:cubicBezTo>
                <a:cubicBezTo>
                  <a:pt x="4168531" y="5766887"/>
                  <a:pt x="4161417" y="5759793"/>
                  <a:pt x="4168531" y="5759793"/>
                </a:cubicBezTo>
                <a:cubicBezTo>
                  <a:pt x="4168531" y="5759793"/>
                  <a:pt x="4168531" y="5752700"/>
                  <a:pt x="4161417" y="5745607"/>
                </a:cubicBezTo>
                <a:cubicBezTo>
                  <a:pt x="4161417" y="5745607"/>
                  <a:pt x="4154303" y="5738513"/>
                  <a:pt x="4161417" y="5731420"/>
                </a:cubicBezTo>
                <a:cubicBezTo>
                  <a:pt x="4161417" y="5731420"/>
                  <a:pt x="4161417" y="5724327"/>
                  <a:pt x="4154303" y="5717233"/>
                </a:cubicBezTo>
                <a:cubicBezTo>
                  <a:pt x="4154303" y="5717233"/>
                  <a:pt x="4154303" y="5717233"/>
                  <a:pt x="4154303" y="5710140"/>
                </a:cubicBezTo>
                <a:cubicBezTo>
                  <a:pt x="4154303" y="5710140"/>
                  <a:pt x="4154303" y="5710140"/>
                  <a:pt x="4147190" y="5695953"/>
                </a:cubicBezTo>
                <a:cubicBezTo>
                  <a:pt x="4147190" y="5695953"/>
                  <a:pt x="4147190" y="5695953"/>
                  <a:pt x="4154303" y="5688860"/>
                </a:cubicBezTo>
                <a:cubicBezTo>
                  <a:pt x="4154303" y="5688860"/>
                  <a:pt x="4161417" y="5695953"/>
                  <a:pt x="4154303" y="5681767"/>
                </a:cubicBezTo>
                <a:cubicBezTo>
                  <a:pt x="4154303" y="5681767"/>
                  <a:pt x="4147190" y="5674674"/>
                  <a:pt x="4140077" y="5667579"/>
                </a:cubicBezTo>
                <a:cubicBezTo>
                  <a:pt x="4132964" y="5660487"/>
                  <a:pt x="4132964" y="5660487"/>
                  <a:pt x="4132964" y="5660487"/>
                </a:cubicBezTo>
                <a:cubicBezTo>
                  <a:pt x="4104509" y="5610833"/>
                  <a:pt x="4104509" y="5610833"/>
                  <a:pt x="4104509" y="5610833"/>
                </a:cubicBezTo>
                <a:cubicBezTo>
                  <a:pt x="4104509" y="5610833"/>
                  <a:pt x="4083168" y="5589553"/>
                  <a:pt x="4111622" y="5596646"/>
                </a:cubicBezTo>
                <a:cubicBezTo>
                  <a:pt x="4111622" y="5596646"/>
                  <a:pt x="4132964" y="5589553"/>
                  <a:pt x="4154303" y="5596646"/>
                </a:cubicBezTo>
                <a:cubicBezTo>
                  <a:pt x="4154303" y="5596646"/>
                  <a:pt x="4175644" y="5596646"/>
                  <a:pt x="4189871" y="5596646"/>
                </a:cubicBezTo>
                <a:cubicBezTo>
                  <a:pt x="4189871" y="5596646"/>
                  <a:pt x="4196986" y="5589553"/>
                  <a:pt x="4204099" y="5617926"/>
                </a:cubicBezTo>
                <a:cubicBezTo>
                  <a:pt x="4204099" y="5617926"/>
                  <a:pt x="4218325" y="5639206"/>
                  <a:pt x="4218325" y="5639206"/>
                </a:cubicBezTo>
                <a:cubicBezTo>
                  <a:pt x="4218325" y="5639206"/>
                  <a:pt x="4253893" y="5646299"/>
                  <a:pt x="4261006" y="5653394"/>
                </a:cubicBezTo>
                <a:cubicBezTo>
                  <a:pt x="4261006" y="5653394"/>
                  <a:pt x="4261006" y="5653394"/>
                  <a:pt x="4261006" y="5646299"/>
                </a:cubicBezTo>
                <a:cubicBezTo>
                  <a:pt x="4261006" y="5646299"/>
                  <a:pt x="4275234" y="5646299"/>
                  <a:pt x="4289461" y="5660487"/>
                </a:cubicBezTo>
                <a:cubicBezTo>
                  <a:pt x="4289461" y="5660487"/>
                  <a:pt x="4282347" y="5674674"/>
                  <a:pt x="4296574" y="5667579"/>
                </a:cubicBezTo>
                <a:cubicBezTo>
                  <a:pt x="4296574" y="5667579"/>
                  <a:pt x="4310802" y="5667579"/>
                  <a:pt x="4310802" y="5688860"/>
                </a:cubicBezTo>
                <a:cubicBezTo>
                  <a:pt x="4310802" y="5688860"/>
                  <a:pt x="4317915" y="5717233"/>
                  <a:pt x="4296574" y="5738513"/>
                </a:cubicBezTo>
                <a:close/>
                <a:moveTo>
                  <a:pt x="4495753" y="5915847"/>
                </a:moveTo>
                <a:cubicBezTo>
                  <a:pt x="4495753" y="5915847"/>
                  <a:pt x="4488640" y="5937127"/>
                  <a:pt x="4467299" y="5944220"/>
                </a:cubicBezTo>
                <a:cubicBezTo>
                  <a:pt x="4467299" y="5944220"/>
                  <a:pt x="4453072" y="5951314"/>
                  <a:pt x="4438846" y="5951314"/>
                </a:cubicBezTo>
                <a:cubicBezTo>
                  <a:pt x="4438846" y="5951314"/>
                  <a:pt x="4424618" y="5951314"/>
                  <a:pt x="4424618" y="5944220"/>
                </a:cubicBezTo>
                <a:cubicBezTo>
                  <a:pt x="4424618" y="5944220"/>
                  <a:pt x="4417504" y="5944220"/>
                  <a:pt x="4410391" y="5951314"/>
                </a:cubicBezTo>
                <a:cubicBezTo>
                  <a:pt x="4410391" y="5951314"/>
                  <a:pt x="4403278" y="5951314"/>
                  <a:pt x="4396163" y="5937127"/>
                </a:cubicBezTo>
                <a:cubicBezTo>
                  <a:pt x="4396163" y="5937127"/>
                  <a:pt x="4381937" y="5930034"/>
                  <a:pt x="4381937" y="5915847"/>
                </a:cubicBezTo>
                <a:cubicBezTo>
                  <a:pt x="4381937" y="5915847"/>
                  <a:pt x="4381937" y="5894567"/>
                  <a:pt x="4374824" y="5880381"/>
                </a:cubicBezTo>
                <a:cubicBezTo>
                  <a:pt x="4374824" y="5880381"/>
                  <a:pt x="4360596" y="5844913"/>
                  <a:pt x="4381937" y="5852006"/>
                </a:cubicBezTo>
                <a:cubicBezTo>
                  <a:pt x="4381937" y="5852006"/>
                  <a:pt x="4389050" y="5852006"/>
                  <a:pt x="4403278" y="5844913"/>
                </a:cubicBezTo>
                <a:cubicBezTo>
                  <a:pt x="4403278" y="5844913"/>
                  <a:pt x="4424618" y="5852006"/>
                  <a:pt x="4453072" y="5859101"/>
                </a:cubicBezTo>
                <a:cubicBezTo>
                  <a:pt x="4453072" y="5859101"/>
                  <a:pt x="4474413" y="5873286"/>
                  <a:pt x="4481526" y="5873286"/>
                </a:cubicBezTo>
                <a:cubicBezTo>
                  <a:pt x="4481526" y="5873286"/>
                  <a:pt x="4495753" y="5873286"/>
                  <a:pt x="4495753" y="5894567"/>
                </a:cubicBezTo>
                <a:cubicBezTo>
                  <a:pt x="4495753" y="5894567"/>
                  <a:pt x="4495753" y="5901660"/>
                  <a:pt x="4495753" y="5908754"/>
                </a:cubicBezTo>
                <a:cubicBezTo>
                  <a:pt x="4495753" y="5908754"/>
                  <a:pt x="4495753" y="5915847"/>
                  <a:pt x="4495753" y="5915847"/>
                </a:cubicBezTo>
                <a:close/>
                <a:moveTo>
                  <a:pt x="4744726" y="5483153"/>
                </a:moveTo>
                <a:cubicBezTo>
                  <a:pt x="4744726" y="5483153"/>
                  <a:pt x="4730500" y="5476060"/>
                  <a:pt x="4723387" y="5476060"/>
                </a:cubicBezTo>
                <a:cubicBezTo>
                  <a:pt x="4723387" y="5476060"/>
                  <a:pt x="4709159" y="5461872"/>
                  <a:pt x="4709159" y="5483153"/>
                </a:cubicBezTo>
                <a:cubicBezTo>
                  <a:pt x="4709159" y="5483153"/>
                  <a:pt x="4666478" y="5518620"/>
                  <a:pt x="4666478" y="5554086"/>
                </a:cubicBezTo>
                <a:cubicBezTo>
                  <a:pt x="4666478" y="5554086"/>
                  <a:pt x="4666478" y="5561180"/>
                  <a:pt x="4673591" y="5568273"/>
                </a:cubicBezTo>
                <a:cubicBezTo>
                  <a:pt x="4673591" y="5568273"/>
                  <a:pt x="4673591" y="5589553"/>
                  <a:pt x="4666478" y="5596646"/>
                </a:cubicBezTo>
                <a:cubicBezTo>
                  <a:pt x="4666478" y="5596646"/>
                  <a:pt x="4666478" y="5617926"/>
                  <a:pt x="4659365" y="5625019"/>
                </a:cubicBezTo>
                <a:cubicBezTo>
                  <a:pt x="4659365" y="5625019"/>
                  <a:pt x="4652251" y="5625019"/>
                  <a:pt x="4645138" y="5632113"/>
                </a:cubicBezTo>
                <a:cubicBezTo>
                  <a:pt x="4645138" y="5632113"/>
                  <a:pt x="4645138" y="5632113"/>
                  <a:pt x="4638023" y="5632113"/>
                </a:cubicBezTo>
                <a:cubicBezTo>
                  <a:pt x="4638023" y="5632113"/>
                  <a:pt x="4602456" y="5632113"/>
                  <a:pt x="4609570" y="5610833"/>
                </a:cubicBezTo>
                <a:cubicBezTo>
                  <a:pt x="4609570" y="5610833"/>
                  <a:pt x="4609570" y="5582460"/>
                  <a:pt x="4609570" y="5568273"/>
                </a:cubicBezTo>
                <a:cubicBezTo>
                  <a:pt x="4609570" y="5568273"/>
                  <a:pt x="4595343" y="5546993"/>
                  <a:pt x="4616684" y="5539900"/>
                </a:cubicBezTo>
                <a:cubicBezTo>
                  <a:pt x="4616684" y="5539900"/>
                  <a:pt x="4630910" y="5532806"/>
                  <a:pt x="4638023" y="5532806"/>
                </a:cubicBezTo>
                <a:cubicBezTo>
                  <a:pt x="4638023" y="5532806"/>
                  <a:pt x="4645138" y="5532806"/>
                  <a:pt x="4652251" y="5525713"/>
                </a:cubicBezTo>
                <a:cubicBezTo>
                  <a:pt x="4652251" y="5525713"/>
                  <a:pt x="4687819" y="5483153"/>
                  <a:pt x="4702045" y="5461872"/>
                </a:cubicBezTo>
                <a:cubicBezTo>
                  <a:pt x="4702045" y="5461872"/>
                  <a:pt x="4709159" y="5454780"/>
                  <a:pt x="4694932" y="5440592"/>
                </a:cubicBezTo>
                <a:cubicBezTo>
                  <a:pt x="4694932" y="5440592"/>
                  <a:pt x="4652251" y="5405126"/>
                  <a:pt x="4623797" y="5390939"/>
                </a:cubicBezTo>
                <a:cubicBezTo>
                  <a:pt x="4623797" y="5390939"/>
                  <a:pt x="4588229" y="5376753"/>
                  <a:pt x="4566888" y="5383846"/>
                </a:cubicBezTo>
                <a:cubicBezTo>
                  <a:pt x="4566888" y="5383846"/>
                  <a:pt x="4509981" y="5376753"/>
                  <a:pt x="4552662" y="5362566"/>
                </a:cubicBezTo>
                <a:cubicBezTo>
                  <a:pt x="4552662" y="5362566"/>
                  <a:pt x="4588229" y="5348379"/>
                  <a:pt x="4652251" y="5390939"/>
                </a:cubicBezTo>
                <a:cubicBezTo>
                  <a:pt x="4652251" y="5390939"/>
                  <a:pt x="4694932" y="5419312"/>
                  <a:pt x="4702045" y="5440592"/>
                </a:cubicBezTo>
                <a:cubicBezTo>
                  <a:pt x="4702045" y="5440592"/>
                  <a:pt x="4709159" y="5447687"/>
                  <a:pt x="4716273" y="5440592"/>
                </a:cubicBezTo>
                <a:cubicBezTo>
                  <a:pt x="4716273" y="5440592"/>
                  <a:pt x="4737613" y="5426406"/>
                  <a:pt x="4723387" y="5412219"/>
                </a:cubicBezTo>
                <a:cubicBezTo>
                  <a:pt x="4723387" y="5412219"/>
                  <a:pt x="4702045" y="5369659"/>
                  <a:pt x="4623797" y="5320006"/>
                </a:cubicBezTo>
                <a:cubicBezTo>
                  <a:pt x="4623797" y="5320006"/>
                  <a:pt x="4595343" y="5298726"/>
                  <a:pt x="4581116" y="5305820"/>
                </a:cubicBezTo>
                <a:cubicBezTo>
                  <a:pt x="4581116" y="5305820"/>
                  <a:pt x="4566888" y="5298726"/>
                  <a:pt x="4581116" y="5298726"/>
                </a:cubicBezTo>
                <a:cubicBezTo>
                  <a:pt x="4581116" y="5298726"/>
                  <a:pt x="4616684" y="5284540"/>
                  <a:pt x="4666478" y="5320006"/>
                </a:cubicBezTo>
                <a:cubicBezTo>
                  <a:pt x="4666478" y="5320006"/>
                  <a:pt x="4702045" y="5348379"/>
                  <a:pt x="4723387" y="5376753"/>
                </a:cubicBezTo>
                <a:cubicBezTo>
                  <a:pt x="4723387" y="5376753"/>
                  <a:pt x="4737613" y="5390939"/>
                  <a:pt x="4730500" y="5376753"/>
                </a:cubicBezTo>
                <a:cubicBezTo>
                  <a:pt x="4730500" y="5376753"/>
                  <a:pt x="4723387" y="5362566"/>
                  <a:pt x="4730500" y="5355473"/>
                </a:cubicBezTo>
                <a:cubicBezTo>
                  <a:pt x="4730500" y="5355473"/>
                  <a:pt x="4730500" y="5355473"/>
                  <a:pt x="4730500" y="5348379"/>
                </a:cubicBezTo>
                <a:cubicBezTo>
                  <a:pt x="4730500" y="5348379"/>
                  <a:pt x="4723387" y="5341286"/>
                  <a:pt x="4723387" y="5334193"/>
                </a:cubicBezTo>
                <a:cubicBezTo>
                  <a:pt x="4723387" y="5334193"/>
                  <a:pt x="4730500" y="5334193"/>
                  <a:pt x="4716273" y="5334193"/>
                </a:cubicBezTo>
                <a:cubicBezTo>
                  <a:pt x="4716273" y="5334193"/>
                  <a:pt x="4709159" y="5327099"/>
                  <a:pt x="4702045" y="5327099"/>
                </a:cubicBezTo>
                <a:cubicBezTo>
                  <a:pt x="4702045" y="5327099"/>
                  <a:pt x="4666478" y="5327099"/>
                  <a:pt x="4694932" y="5320006"/>
                </a:cubicBezTo>
                <a:cubicBezTo>
                  <a:pt x="4694932" y="5320006"/>
                  <a:pt x="4702045" y="5320006"/>
                  <a:pt x="4716273" y="5320006"/>
                </a:cubicBezTo>
                <a:cubicBezTo>
                  <a:pt x="4716273" y="5320006"/>
                  <a:pt x="4723387" y="5320006"/>
                  <a:pt x="4716273" y="5312913"/>
                </a:cubicBezTo>
                <a:cubicBezTo>
                  <a:pt x="4716273" y="5312913"/>
                  <a:pt x="4702045" y="5284540"/>
                  <a:pt x="4702045" y="5277446"/>
                </a:cubicBezTo>
                <a:cubicBezTo>
                  <a:pt x="4702045" y="5277446"/>
                  <a:pt x="4694932" y="5263260"/>
                  <a:pt x="4694932" y="5277446"/>
                </a:cubicBezTo>
                <a:cubicBezTo>
                  <a:pt x="4694932" y="5277446"/>
                  <a:pt x="4687819" y="5291633"/>
                  <a:pt x="4666478" y="5277446"/>
                </a:cubicBezTo>
                <a:cubicBezTo>
                  <a:pt x="4666478" y="5277446"/>
                  <a:pt x="4630910" y="5277446"/>
                  <a:pt x="4630910" y="5256166"/>
                </a:cubicBezTo>
                <a:cubicBezTo>
                  <a:pt x="4630910" y="5256166"/>
                  <a:pt x="4638023" y="5227792"/>
                  <a:pt x="4616684" y="5227792"/>
                </a:cubicBezTo>
                <a:cubicBezTo>
                  <a:pt x="4616684" y="5227792"/>
                  <a:pt x="4595343" y="5220699"/>
                  <a:pt x="4616684" y="5213607"/>
                </a:cubicBezTo>
                <a:cubicBezTo>
                  <a:pt x="4616684" y="5213607"/>
                  <a:pt x="4638023" y="5206512"/>
                  <a:pt x="4666478" y="5213607"/>
                </a:cubicBezTo>
                <a:cubicBezTo>
                  <a:pt x="4666478" y="5213607"/>
                  <a:pt x="4666478" y="5220699"/>
                  <a:pt x="4680706" y="5213607"/>
                </a:cubicBezTo>
                <a:cubicBezTo>
                  <a:pt x="4680706" y="5213607"/>
                  <a:pt x="4744726" y="5185232"/>
                  <a:pt x="4751841" y="5227792"/>
                </a:cubicBezTo>
                <a:cubicBezTo>
                  <a:pt x="4751841" y="5227792"/>
                  <a:pt x="4744726" y="5256166"/>
                  <a:pt x="4758954" y="5277446"/>
                </a:cubicBezTo>
                <a:cubicBezTo>
                  <a:pt x="4758954" y="5277446"/>
                  <a:pt x="4758954" y="5291633"/>
                  <a:pt x="4758954" y="5298726"/>
                </a:cubicBezTo>
                <a:cubicBezTo>
                  <a:pt x="4758954" y="5298726"/>
                  <a:pt x="4758954" y="5305820"/>
                  <a:pt x="4766067" y="5320006"/>
                </a:cubicBezTo>
                <a:cubicBezTo>
                  <a:pt x="4766067" y="5320006"/>
                  <a:pt x="4773181" y="5320006"/>
                  <a:pt x="4766067" y="5327099"/>
                </a:cubicBezTo>
                <a:cubicBezTo>
                  <a:pt x="4766067" y="5327099"/>
                  <a:pt x="4766067" y="5341286"/>
                  <a:pt x="4766067" y="5355473"/>
                </a:cubicBezTo>
                <a:cubicBezTo>
                  <a:pt x="4766067" y="5355473"/>
                  <a:pt x="4758954" y="5376753"/>
                  <a:pt x="4773181" y="5362566"/>
                </a:cubicBezTo>
                <a:cubicBezTo>
                  <a:pt x="4773181" y="5362566"/>
                  <a:pt x="4808748" y="5312913"/>
                  <a:pt x="4822976" y="5291633"/>
                </a:cubicBezTo>
                <a:cubicBezTo>
                  <a:pt x="4822976" y="5291633"/>
                  <a:pt x="4837203" y="5277446"/>
                  <a:pt x="4815863" y="5277446"/>
                </a:cubicBezTo>
                <a:cubicBezTo>
                  <a:pt x="4815863" y="5277446"/>
                  <a:pt x="4794522" y="5270353"/>
                  <a:pt x="4780295" y="5263260"/>
                </a:cubicBezTo>
                <a:cubicBezTo>
                  <a:pt x="4780295" y="5263260"/>
                  <a:pt x="4766067" y="5256166"/>
                  <a:pt x="4780295" y="5249073"/>
                </a:cubicBezTo>
                <a:cubicBezTo>
                  <a:pt x="4780295" y="5249073"/>
                  <a:pt x="4794522" y="5256166"/>
                  <a:pt x="4794522" y="5249073"/>
                </a:cubicBezTo>
                <a:cubicBezTo>
                  <a:pt x="4794522" y="5249073"/>
                  <a:pt x="4787409" y="5241980"/>
                  <a:pt x="4794522" y="5241980"/>
                </a:cubicBezTo>
                <a:cubicBezTo>
                  <a:pt x="4794522" y="5241980"/>
                  <a:pt x="4808748" y="5241980"/>
                  <a:pt x="4808748" y="5227792"/>
                </a:cubicBezTo>
                <a:cubicBezTo>
                  <a:pt x="4808748" y="5227792"/>
                  <a:pt x="4801635" y="5206512"/>
                  <a:pt x="4794522" y="5213607"/>
                </a:cubicBezTo>
                <a:cubicBezTo>
                  <a:pt x="4794522" y="5213607"/>
                  <a:pt x="4766067" y="5213607"/>
                  <a:pt x="4758954" y="5199419"/>
                </a:cubicBezTo>
                <a:cubicBezTo>
                  <a:pt x="4758954" y="5199419"/>
                  <a:pt x="4744726" y="5192326"/>
                  <a:pt x="4744726" y="5185232"/>
                </a:cubicBezTo>
                <a:cubicBezTo>
                  <a:pt x="4744726" y="5185232"/>
                  <a:pt x="4744726" y="5178139"/>
                  <a:pt x="4758954" y="5185232"/>
                </a:cubicBezTo>
                <a:cubicBezTo>
                  <a:pt x="4758954" y="5185232"/>
                  <a:pt x="4787409" y="5199419"/>
                  <a:pt x="4773181" y="5178139"/>
                </a:cubicBezTo>
                <a:cubicBezTo>
                  <a:pt x="4758954" y="5163952"/>
                  <a:pt x="4758954" y="5163952"/>
                  <a:pt x="4758954" y="5163952"/>
                </a:cubicBezTo>
                <a:cubicBezTo>
                  <a:pt x="4758954" y="5163952"/>
                  <a:pt x="4758954" y="5149766"/>
                  <a:pt x="4737613" y="5163952"/>
                </a:cubicBezTo>
                <a:cubicBezTo>
                  <a:pt x="4737613" y="5163952"/>
                  <a:pt x="4694932" y="5171046"/>
                  <a:pt x="4709159" y="5156859"/>
                </a:cubicBezTo>
                <a:cubicBezTo>
                  <a:pt x="4709159" y="5156859"/>
                  <a:pt x="4723387" y="5149766"/>
                  <a:pt x="4716273" y="5142672"/>
                </a:cubicBezTo>
                <a:cubicBezTo>
                  <a:pt x="4716273" y="5142672"/>
                  <a:pt x="4716273" y="5135579"/>
                  <a:pt x="4730500" y="5128486"/>
                </a:cubicBezTo>
                <a:cubicBezTo>
                  <a:pt x="4730500" y="5128486"/>
                  <a:pt x="4737613" y="5121393"/>
                  <a:pt x="4730500" y="5114299"/>
                </a:cubicBezTo>
                <a:cubicBezTo>
                  <a:pt x="4730500" y="5114299"/>
                  <a:pt x="4730500" y="5114299"/>
                  <a:pt x="4751841" y="5107206"/>
                </a:cubicBezTo>
                <a:cubicBezTo>
                  <a:pt x="4751841" y="5107206"/>
                  <a:pt x="4808748" y="5085926"/>
                  <a:pt x="4815863" y="5114299"/>
                </a:cubicBezTo>
                <a:cubicBezTo>
                  <a:pt x="4815863" y="5114299"/>
                  <a:pt x="4822976" y="5128486"/>
                  <a:pt x="4815863" y="5142672"/>
                </a:cubicBezTo>
                <a:cubicBezTo>
                  <a:pt x="4815863" y="5142672"/>
                  <a:pt x="4808748" y="5142672"/>
                  <a:pt x="4815863" y="5171046"/>
                </a:cubicBezTo>
                <a:cubicBezTo>
                  <a:pt x="4815863" y="5171046"/>
                  <a:pt x="4815863" y="5185232"/>
                  <a:pt x="4830089" y="5192326"/>
                </a:cubicBezTo>
                <a:cubicBezTo>
                  <a:pt x="4830089" y="5192326"/>
                  <a:pt x="4837203" y="5206512"/>
                  <a:pt x="4844316" y="5220699"/>
                </a:cubicBezTo>
                <a:cubicBezTo>
                  <a:pt x="4844316" y="5220699"/>
                  <a:pt x="4858544" y="5241980"/>
                  <a:pt x="4858544" y="5249073"/>
                </a:cubicBezTo>
                <a:cubicBezTo>
                  <a:pt x="4858544" y="5249073"/>
                  <a:pt x="4858544" y="5263260"/>
                  <a:pt x="4865657" y="5256166"/>
                </a:cubicBezTo>
                <a:cubicBezTo>
                  <a:pt x="4865657" y="5256166"/>
                  <a:pt x="4922566" y="5185232"/>
                  <a:pt x="4965247" y="5206512"/>
                </a:cubicBezTo>
                <a:cubicBezTo>
                  <a:pt x="4965247" y="5206512"/>
                  <a:pt x="4986588" y="5199419"/>
                  <a:pt x="4958133" y="5234885"/>
                </a:cubicBezTo>
                <a:cubicBezTo>
                  <a:pt x="4958133" y="5234885"/>
                  <a:pt x="4951020" y="5249073"/>
                  <a:pt x="4943906" y="5249073"/>
                </a:cubicBezTo>
                <a:cubicBezTo>
                  <a:pt x="4894111" y="5270353"/>
                  <a:pt x="4894111" y="5270353"/>
                  <a:pt x="4894111" y="5270353"/>
                </a:cubicBezTo>
                <a:cubicBezTo>
                  <a:pt x="4894111" y="5270353"/>
                  <a:pt x="4879884" y="5277446"/>
                  <a:pt x="4901225" y="5263260"/>
                </a:cubicBezTo>
                <a:cubicBezTo>
                  <a:pt x="4901225" y="5263260"/>
                  <a:pt x="4922566" y="5241980"/>
                  <a:pt x="4922566" y="5234885"/>
                </a:cubicBezTo>
                <a:cubicBezTo>
                  <a:pt x="4922566" y="5234885"/>
                  <a:pt x="4922566" y="5220699"/>
                  <a:pt x="4915451" y="5234885"/>
                </a:cubicBezTo>
                <a:cubicBezTo>
                  <a:pt x="4915451" y="5234885"/>
                  <a:pt x="4886998" y="5256166"/>
                  <a:pt x="4879884" y="5263260"/>
                </a:cubicBezTo>
                <a:cubicBezTo>
                  <a:pt x="4879884" y="5263260"/>
                  <a:pt x="4865657" y="5270353"/>
                  <a:pt x="4872770" y="5284540"/>
                </a:cubicBezTo>
                <a:cubicBezTo>
                  <a:pt x="4872770" y="5284540"/>
                  <a:pt x="4872770" y="5291633"/>
                  <a:pt x="4872770" y="5291633"/>
                </a:cubicBezTo>
                <a:cubicBezTo>
                  <a:pt x="4872770" y="5291633"/>
                  <a:pt x="4872770" y="5298726"/>
                  <a:pt x="4872770" y="5298726"/>
                </a:cubicBezTo>
                <a:cubicBezTo>
                  <a:pt x="4872770" y="5298726"/>
                  <a:pt x="4886998" y="5327099"/>
                  <a:pt x="4865657" y="5327099"/>
                </a:cubicBezTo>
                <a:cubicBezTo>
                  <a:pt x="4865657" y="5327099"/>
                  <a:pt x="4844316" y="5327099"/>
                  <a:pt x="4837203" y="5312913"/>
                </a:cubicBezTo>
                <a:cubicBezTo>
                  <a:pt x="4837203" y="5312913"/>
                  <a:pt x="4830089" y="5298726"/>
                  <a:pt x="4822976" y="5320006"/>
                </a:cubicBezTo>
                <a:cubicBezTo>
                  <a:pt x="4822976" y="5320006"/>
                  <a:pt x="4801635" y="5355473"/>
                  <a:pt x="4787409" y="5369659"/>
                </a:cubicBezTo>
                <a:cubicBezTo>
                  <a:pt x="4787409" y="5369659"/>
                  <a:pt x="4751841" y="5405126"/>
                  <a:pt x="4758954" y="5412219"/>
                </a:cubicBezTo>
                <a:cubicBezTo>
                  <a:pt x="4758954" y="5412219"/>
                  <a:pt x="4773181" y="5426406"/>
                  <a:pt x="4766067" y="5426406"/>
                </a:cubicBezTo>
                <a:cubicBezTo>
                  <a:pt x="4766067" y="5426406"/>
                  <a:pt x="4758954" y="5433499"/>
                  <a:pt x="4744726" y="5426406"/>
                </a:cubicBezTo>
                <a:cubicBezTo>
                  <a:pt x="4744726" y="5426406"/>
                  <a:pt x="4744726" y="5426406"/>
                  <a:pt x="4737613" y="5440592"/>
                </a:cubicBezTo>
                <a:cubicBezTo>
                  <a:pt x="4737613" y="5440592"/>
                  <a:pt x="4716273" y="5461872"/>
                  <a:pt x="4730500" y="5468967"/>
                </a:cubicBezTo>
                <a:cubicBezTo>
                  <a:pt x="4730500" y="5468967"/>
                  <a:pt x="4737613" y="5468967"/>
                  <a:pt x="4744726" y="5476060"/>
                </a:cubicBezTo>
                <a:cubicBezTo>
                  <a:pt x="4744726" y="5476060"/>
                  <a:pt x="4758954" y="5476060"/>
                  <a:pt x="4744726" y="5483153"/>
                </a:cubicBezTo>
                <a:close/>
                <a:moveTo>
                  <a:pt x="5022155" y="5646299"/>
                </a:moveTo>
                <a:cubicBezTo>
                  <a:pt x="5022155" y="5646299"/>
                  <a:pt x="5022155" y="5653394"/>
                  <a:pt x="5022155" y="5667579"/>
                </a:cubicBezTo>
                <a:cubicBezTo>
                  <a:pt x="5022155" y="5667579"/>
                  <a:pt x="5022155" y="5674674"/>
                  <a:pt x="5015041" y="5681767"/>
                </a:cubicBezTo>
                <a:cubicBezTo>
                  <a:pt x="4943906" y="5731420"/>
                  <a:pt x="4943906" y="5731420"/>
                  <a:pt x="4943906" y="5731420"/>
                </a:cubicBezTo>
                <a:cubicBezTo>
                  <a:pt x="4943906" y="5731420"/>
                  <a:pt x="4936792" y="5724327"/>
                  <a:pt x="4929679" y="5738513"/>
                </a:cubicBezTo>
                <a:cubicBezTo>
                  <a:pt x="4929679" y="5738513"/>
                  <a:pt x="4929679" y="5731420"/>
                  <a:pt x="4922566" y="5731420"/>
                </a:cubicBezTo>
                <a:cubicBezTo>
                  <a:pt x="4922566" y="5731420"/>
                  <a:pt x="4922566" y="5731420"/>
                  <a:pt x="4922566" y="5738513"/>
                </a:cubicBezTo>
                <a:cubicBezTo>
                  <a:pt x="4922566" y="5738513"/>
                  <a:pt x="4908338" y="5731420"/>
                  <a:pt x="4908338" y="5738513"/>
                </a:cubicBezTo>
                <a:cubicBezTo>
                  <a:pt x="4865657" y="5745607"/>
                  <a:pt x="4865657" y="5745607"/>
                  <a:pt x="4865657" y="5745607"/>
                </a:cubicBezTo>
                <a:cubicBezTo>
                  <a:pt x="4865657" y="5745607"/>
                  <a:pt x="4851430" y="5745607"/>
                  <a:pt x="4872770" y="5738513"/>
                </a:cubicBezTo>
                <a:cubicBezTo>
                  <a:pt x="4872770" y="5738513"/>
                  <a:pt x="4922566" y="5724327"/>
                  <a:pt x="4894111" y="5724327"/>
                </a:cubicBezTo>
                <a:cubicBezTo>
                  <a:pt x="4894111" y="5724327"/>
                  <a:pt x="4879884" y="5717233"/>
                  <a:pt x="4894111" y="5717233"/>
                </a:cubicBezTo>
                <a:cubicBezTo>
                  <a:pt x="4894111" y="5717233"/>
                  <a:pt x="4943906" y="5681767"/>
                  <a:pt x="4958133" y="5646299"/>
                </a:cubicBezTo>
                <a:cubicBezTo>
                  <a:pt x="4958133" y="5646299"/>
                  <a:pt x="5007928" y="5568273"/>
                  <a:pt x="4943906" y="5525713"/>
                </a:cubicBezTo>
                <a:cubicBezTo>
                  <a:pt x="4943906" y="5525713"/>
                  <a:pt x="4915451" y="5525713"/>
                  <a:pt x="4894111" y="5561180"/>
                </a:cubicBezTo>
                <a:cubicBezTo>
                  <a:pt x="4894111" y="5561180"/>
                  <a:pt x="4879884" y="5596646"/>
                  <a:pt x="4858544" y="5603739"/>
                </a:cubicBezTo>
                <a:cubicBezTo>
                  <a:pt x="4858544" y="5603739"/>
                  <a:pt x="4822976" y="5596646"/>
                  <a:pt x="4801635" y="5582460"/>
                </a:cubicBezTo>
                <a:cubicBezTo>
                  <a:pt x="4801635" y="5582460"/>
                  <a:pt x="4780295" y="5575366"/>
                  <a:pt x="4801635" y="5575366"/>
                </a:cubicBezTo>
                <a:cubicBezTo>
                  <a:pt x="4801635" y="5575366"/>
                  <a:pt x="4808748" y="5575366"/>
                  <a:pt x="4822976" y="5561180"/>
                </a:cubicBezTo>
                <a:cubicBezTo>
                  <a:pt x="4822976" y="5561180"/>
                  <a:pt x="4844316" y="5554086"/>
                  <a:pt x="4844316" y="5546993"/>
                </a:cubicBezTo>
                <a:cubicBezTo>
                  <a:pt x="4844316" y="5546993"/>
                  <a:pt x="4858544" y="5525713"/>
                  <a:pt x="4872770" y="5511526"/>
                </a:cubicBezTo>
                <a:cubicBezTo>
                  <a:pt x="4872770" y="5511526"/>
                  <a:pt x="4894111" y="5497340"/>
                  <a:pt x="4901225" y="5483153"/>
                </a:cubicBezTo>
                <a:cubicBezTo>
                  <a:pt x="4901225" y="5483153"/>
                  <a:pt x="4901225" y="5468967"/>
                  <a:pt x="4886998" y="5476060"/>
                </a:cubicBezTo>
                <a:cubicBezTo>
                  <a:pt x="4886998" y="5476060"/>
                  <a:pt x="4858544" y="5504433"/>
                  <a:pt x="4830089" y="5454780"/>
                </a:cubicBezTo>
                <a:cubicBezTo>
                  <a:pt x="4830089" y="5454780"/>
                  <a:pt x="4830089" y="5398033"/>
                  <a:pt x="4822976" y="5419312"/>
                </a:cubicBezTo>
                <a:cubicBezTo>
                  <a:pt x="4822976" y="5419312"/>
                  <a:pt x="4808748" y="5454780"/>
                  <a:pt x="4787409" y="5461872"/>
                </a:cubicBezTo>
                <a:cubicBezTo>
                  <a:pt x="4787409" y="5461872"/>
                  <a:pt x="4773181" y="5468967"/>
                  <a:pt x="4758954" y="5461872"/>
                </a:cubicBezTo>
                <a:cubicBezTo>
                  <a:pt x="4758954" y="5461872"/>
                  <a:pt x="4737613" y="5454780"/>
                  <a:pt x="4758954" y="5454780"/>
                </a:cubicBezTo>
                <a:cubicBezTo>
                  <a:pt x="4758954" y="5454780"/>
                  <a:pt x="4780295" y="5447687"/>
                  <a:pt x="4794522" y="5419312"/>
                </a:cubicBezTo>
                <a:cubicBezTo>
                  <a:pt x="4794522" y="5419312"/>
                  <a:pt x="4808748" y="5398033"/>
                  <a:pt x="4808748" y="5383846"/>
                </a:cubicBezTo>
                <a:cubicBezTo>
                  <a:pt x="4808748" y="5383846"/>
                  <a:pt x="4801635" y="5376753"/>
                  <a:pt x="4822976" y="5369659"/>
                </a:cubicBezTo>
                <a:cubicBezTo>
                  <a:pt x="4822976" y="5369659"/>
                  <a:pt x="4865657" y="5334193"/>
                  <a:pt x="4894111" y="5355473"/>
                </a:cubicBezTo>
                <a:cubicBezTo>
                  <a:pt x="4894111" y="5355473"/>
                  <a:pt x="4901225" y="5369659"/>
                  <a:pt x="4894111" y="5390939"/>
                </a:cubicBezTo>
                <a:cubicBezTo>
                  <a:pt x="4894111" y="5390939"/>
                  <a:pt x="4886998" y="5405126"/>
                  <a:pt x="4908338" y="5426406"/>
                </a:cubicBezTo>
                <a:cubicBezTo>
                  <a:pt x="4908338" y="5426406"/>
                  <a:pt x="4936792" y="5440592"/>
                  <a:pt x="4943906" y="5433499"/>
                </a:cubicBezTo>
                <a:cubicBezTo>
                  <a:pt x="4943906" y="5433499"/>
                  <a:pt x="4979473" y="5405126"/>
                  <a:pt x="4993701" y="5412219"/>
                </a:cubicBezTo>
                <a:cubicBezTo>
                  <a:pt x="4993701" y="5412219"/>
                  <a:pt x="5022155" y="5412219"/>
                  <a:pt x="5015041" y="5433499"/>
                </a:cubicBezTo>
                <a:cubicBezTo>
                  <a:pt x="5015041" y="5433499"/>
                  <a:pt x="5007928" y="5447687"/>
                  <a:pt x="5007928" y="5454780"/>
                </a:cubicBezTo>
                <a:cubicBezTo>
                  <a:pt x="5007928" y="5454780"/>
                  <a:pt x="5007928" y="5454780"/>
                  <a:pt x="4993701" y="5461872"/>
                </a:cubicBezTo>
                <a:cubicBezTo>
                  <a:pt x="4993701" y="5461872"/>
                  <a:pt x="4972360" y="5476060"/>
                  <a:pt x="4993701" y="5497340"/>
                </a:cubicBezTo>
                <a:cubicBezTo>
                  <a:pt x="5029269" y="5546993"/>
                  <a:pt x="5029269" y="5546993"/>
                  <a:pt x="5029269" y="5546993"/>
                </a:cubicBezTo>
                <a:cubicBezTo>
                  <a:pt x="5029269" y="5546993"/>
                  <a:pt x="5043495" y="5589553"/>
                  <a:pt x="5036382" y="5625019"/>
                </a:cubicBezTo>
                <a:cubicBezTo>
                  <a:pt x="5036382" y="5625019"/>
                  <a:pt x="5029269" y="5639206"/>
                  <a:pt x="5022155" y="5646299"/>
                </a:cubicBezTo>
                <a:close/>
                <a:moveTo>
                  <a:pt x="3215317" y="5582460"/>
                </a:moveTo>
                <a:cubicBezTo>
                  <a:pt x="1906427" y="5582460"/>
                  <a:pt x="846511" y="4525552"/>
                  <a:pt x="846511" y="3220377"/>
                </a:cubicBezTo>
                <a:cubicBezTo>
                  <a:pt x="846511" y="1915202"/>
                  <a:pt x="1906427" y="858294"/>
                  <a:pt x="3215317" y="858294"/>
                </a:cubicBezTo>
                <a:cubicBezTo>
                  <a:pt x="4524207" y="858294"/>
                  <a:pt x="5584124" y="1915202"/>
                  <a:pt x="5584124" y="3220377"/>
                </a:cubicBezTo>
                <a:cubicBezTo>
                  <a:pt x="5584124" y="4525552"/>
                  <a:pt x="4524207" y="5582460"/>
                  <a:pt x="3215317" y="5582460"/>
                </a:cubicBezTo>
                <a:close/>
                <a:moveTo>
                  <a:pt x="5541443" y="2255683"/>
                </a:moveTo>
                <a:cubicBezTo>
                  <a:pt x="5520102" y="2198936"/>
                  <a:pt x="5512989" y="2149282"/>
                  <a:pt x="5534330" y="2099629"/>
                </a:cubicBezTo>
                <a:cubicBezTo>
                  <a:pt x="5548556" y="2057069"/>
                  <a:pt x="5584124" y="2021603"/>
                  <a:pt x="5641033" y="2000322"/>
                </a:cubicBezTo>
                <a:cubicBezTo>
                  <a:pt x="5676600" y="1986135"/>
                  <a:pt x="5705055" y="1979042"/>
                  <a:pt x="5733508" y="1979042"/>
                </a:cubicBezTo>
                <a:cubicBezTo>
                  <a:pt x="5754849" y="1979042"/>
                  <a:pt x="5776190" y="1986135"/>
                  <a:pt x="5797530" y="1993229"/>
                </a:cubicBezTo>
                <a:cubicBezTo>
                  <a:pt x="5811757" y="2007415"/>
                  <a:pt x="5833097" y="2014510"/>
                  <a:pt x="5847325" y="2028695"/>
                </a:cubicBezTo>
                <a:cubicBezTo>
                  <a:pt x="5861552" y="2049976"/>
                  <a:pt x="5882893" y="2078349"/>
                  <a:pt x="5890006" y="2106723"/>
                </a:cubicBezTo>
                <a:cubicBezTo>
                  <a:pt x="5918460" y="2163469"/>
                  <a:pt x="5918460" y="2213122"/>
                  <a:pt x="5897119" y="2255683"/>
                </a:cubicBezTo>
                <a:cubicBezTo>
                  <a:pt x="5882893" y="2305336"/>
                  <a:pt x="5847325" y="2340803"/>
                  <a:pt x="5790416" y="2362083"/>
                </a:cubicBezTo>
                <a:cubicBezTo>
                  <a:pt x="5733508" y="2383363"/>
                  <a:pt x="5683714" y="2383363"/>
                  <a:pt x="5641033" y="2362083"/>
                </a:cubicBezTo>
                <a:cubicBezTo>
                  <a:pt x="5598350" y="2347896"/>
                  <a:pt x="5562783" y="2305336"/>
                  <a:pt x="5541443" y="2255683"/>
                </a:cubicBezTo>
                <a:close/>
                <a:moveTo>
                  <a:pt x="5982482" y="2390456"/>
                </a:moveTo>
                <a:cubicBezTo>
                  <a:pt x="6003822" y="2468482"/>
                  <a:pt x="6003822" y="2468482"/>
                  <a:pt x="6003822" y="2468482"/>
                </a:cubicBezTo>
                <a:cubicBezTo>
                  <a:pt x="5712168" y="2539416"/>
                  <a:pt x="5712168" y="2539416"/>
                  <a:pt x="5712168" y="2539416"/>
                </a:cubicBezTo>
                <a:cubicBezTo>
                  <a:pt x="5761962" y="2738030"/>
                  <a:pt x="5761962" y="2738030"/>
                  <a:pt x="5761962" y="2738030"/>
                </a:cubicBezTo>
                <a:cubicBezTo>
                  <a:pt x="5697940" y="2752217"/>
                  <a:pt x="5697940" y="2752217"/>
                  <a:pt x="5697940" y="2752217"/>
                </a:cubicBezTo>
                <a:cubicBezTo>
                  <a:pt x="5633918" y="2475577"/>
                  <a:pt x="5633918" y="2475577"/>
                  <a:pt x="5633918" y="2475577"/>
                </a:cubicBezTo>
                <a:lnTo>
                  <a:pt x="5982482" y="2390456"/>
                </a:lnTo>
                <a:close/>
                <a:moveTo>
                  <a:pt x="6060731" y="3724004"/>
                </a:moveTo>
                <a:cubicBezTo>
                  <a:pt x="5804643" y="3745285"/>
                  <a:pt x="5804643" y="3745285"/>
                  <a:pt x="5804643" y="3745285"/>
                </a:cubicBezTo>
                <a:cubicBezTo>
                  <a:pt x="6032276" y="3865871"/>
                  <a:pt x="6032276" y="3865871"/>
                  <a:pt x="6032276" y="3865871"/>
                </a:cubicBezTo>
                <a:cubicBezTo>
                  <a:pt x="6010935" y="3986458"/>
                  <a:pt x="6010935" y="3986458"/>
                  <a:pt x="6010935" y="3986458"/>
                </a:cubicBezTo>
                <a:cubicBezTo>
                  <a:pt x="5648146" y="3915524"/>
                  <a:pt x="5648146" y="3915524"/>
                  <a:pt x="5648146" y="3915524"/>
                </a:cubicBezTo>
                <a:cubicBezTo>
                  <a:pt x="5662372" y="3837498"/>
                  <a:pt x="5662372" y="3837498"/>
                  <a:pt x="5662372" y="3837498"/>
                </a:cubicBezTo>
                <a:cubicBezTo>
                  <a:pt x="5946915" y="3894244"/>
                  <a:pt x="5946915" y="3894244"/>
                  <a:pt x="5946915" y="3894244"/>
                </a:cubicBezTo>
                <a:cubicBezTo>
                  <a:pt x="5676600" y="3759471"/>
                  <a:pt x="5676600" y="3759471"/>
                  <a:pt x="5676600" y="3759471"/>
                </a:cubicBezTo>
                <a:cubicBezTo>
                  <a:pt x="5697940" y="3681444"/>
                  <a:pt x="5697940" y="3681444"/>
                  <a:pt x="5697940" y="3681444"/>
                </a:cubicBezTo>
                <a:cubicBezTo>
                  <a:pt x="5996709" y="3660164"/>
                  <a:pt x="5996709" y="3660164"/>
                  <a:pt x="5996709" y="3660164"/>
                </a:cubicBezTo>
                <a:cubicBezTo>
                  <a:pt x="5712168" y="3603418"/>
                  <a:pt x="5712168" y="3603418"/>
                  <a:pt x="5712168" y="3603418"/>
                </a:cubicBezTo>
                <a:cubicBezTo>
                  <a:pt x="5726394" y="3532483"/>
                  <a:pt x="5726394" y="3532483"/>
                  <a:pt x="5726394" y="3532483"/>
                </a:cubicBezTo>
                <a:cubicBezTo>
                  <a:pt x="6089185" y="3603418"/>
                  <a:pt x="6089185" y="3603418"/>
                  <a:pt x="6089185" y="3603418"/>
                </a:cubicBezTo>
                <a:lnTo>
                  <a:pt x="6060731" y="3724004"/>
                </a:lnTo>
                <a:close/>
                <a:moveTo>
                  <a:pt x="5804643" y="3362244"/>
                </a:moveTo>
                <a:cubicBezTo>
                  <a:pt x="5811757" y="3376431"/>
                  <a:pt x="5818871" y="3383524"/>
                  <a:pt x="5833097" y="3383524"/>
                </a:cubicBezTo>
                <a:cubicBezTo>
                  <a:pt x="5847325" y="3390617"/>
                  <a:pt x="5868665" y="3390617"/>
                  <a:pt x="5897119" y="3390617"/>
                </a:cubicBezTo>
                <a:cubicBezTo>
                  <a:pt x="6103412" y="3397711"/>
                  <a:pt x="6103412" y="3397711"/>
                  <a:pt x="6103412" y="3397711"/>
                </a:cubicBezTo>
                <a:cubicBezTo>
                  <a:pt x="6096298" y="3482830"/>
                  <a:pt x="6096298" y="3482830"/>
                  <a:pt x="6096298" y="3482830"/>
                </a:cubicBezTo>
                <a:cubicBezTo>
                  <a:pt x="5904233" y="3475737"/>
                  <a:pt x="5904233" y="3475737"/>
                  <a:pt x="5904233" y="3475737"/>
                </a:cubicBezTo>
                <a:cubicBezTo>
                  <a:pt x="5861552" y="3475737"/>
                  <a:pt x="5825984" y="3468644"/>
                  <a:pt x="5811757" y="3461550"/>
                </a:cubicBezTo>
                <a:cubicBezTo>
                  <a:pt x="5790416" y="3461550"/>
                  <a:pt x="5776190" y="3447364"/>
                  <a:pt x="5769075" y="3440270"/>
                </a:cubicBezTo>
                <a:cubicBezTo>
                  <a:pt x="5754849" y="3426084"/>
                  <a:pt x="5747736" y="3411897"/>
                  <a:pt x="5740622" y="3390617"/>
                </a:cubicBezTo>
                <a:cubicBezTo>
                  <a:pt x="5733508" y="3369337"/>
                  <a:pt x="5726394" y="3340964"/>
                  <a:pt x="5726394" y="3312591"/>
                </a:cubicBezTo>
                <a:cubicBezTo>
                  <a:pt x="5733508" y="3270030"/>
                  <a:pt x="5733508" y="3241657"/>
                  <a:pt x="5747736" y="3227470"/>
                </a:cubicBezTo>
                <a:cubicBezTo>
                  <a:pt x="5754849" y="3206190"/>
                  <a:pt x="5761962" y="3192004"/>
                  <a:pt x="5776190" y="3177817"/>
                </a:cubicBezTo>
                <a:cubicBezTo>
                  <a:pt x="5790416" y="3170724"/>
                  <a:pt x="5804643" y="3163630"/>
                  <a:pt x="5818871" y="3156537"/>
                </a:cubicBezTo>
                <a:cubicBezTo>
                  <a:pt x="5840211" y="3149444"/>
                  <a:pt x="5868665" y="3149444"/>
                  <a:pt x="5911347" y="3149444"/>
                </a:cubicBezTo>
                <a:cubicBezTo>
                  <a:pt x="6110525" y="3156537"/>
                  <a:pt x="6110525" y="3156537"/>
                  <a:pt x="6110525" y="3156537"/>
                </a:cubicBezTo>
                <a:cubicBezTo>
                  <a:pt x="6103412" y="3241657"/>
                  <a:pt x="6103412" y="3241657"/>
                  <a:pt x="6103412" y="3241657"/>
                </a:cubicBezTo>
                <a:cubicBezTo>
                  <a:pt x="5904233" y="3234564"/>
                  <a:pt x="5904233" y="3234564"/>
                  <a:pt x="5904233" y="3234564"/>
                </a:cubicBezTo>
                <a:cubicBezTo>
                  <a:pt x="5875779" y="3234564"/>
                  <a:pt x="5854438" y="3234564"/>
                  <a:pt x="5847325" y="3234564"/>
                </a:cubicBezTo>
                <a:cubicBezTo>
                  <a:pt x="5825984" y="3234564"/>
                  <a:pt x="5818871" y="3241657"/>
                  <a:pt x="5804643" y="3255843"/>
                </a:cubicBezTo>
                <a:cubicBezTo>
                  <a:pt x="5797530" y="3270030"/>
                  <a:pt x="5790416" y="3291310"/>
                  <a:pt x="5790416" y="3312591"/>
                </a:cubicBezTo>
                <a:cubicBezTo>
                  <a:pt x="5790416" y="3333871"/>
                  <a:pt x="5797530" y="3355151"/>
                  <a:pt x="5804643" y="336224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11112500" y="1041400"/>
            <a:ext cx="158355" cy="152265"/>
          </a:xfrm>
          <a:custGeom>
            <a:avLst/>
            <a:gdLst/>
            <a:ahLst/>
            <a:cxnLst/>
            <a:rect l="l" t="t" r="r" b="b"/>
            <a:pathLst>
              <a:path w="158355" h="152265">
                <a:moveTo>
                  <a:pt x="93574" y="145015"/>
                </a:moveTo>
                <a:cubicBezTo>
                  <a:pt x="100772" y="152265"/>
                  <a:pt x="115167" y="152265"/>
                  <a:pt x="122366" y="145015"/>
                </a:cubicBezTo>
                <a:cubicBezTo>
                  <a:pt x="136761" y="145015"/>
                  <a:pt x="143960" y="137765"/>
                  <a:pt x="151157" y="123262"/>
                </a:cubicBezTo>
                <a:cubicBezTo>
                  <a:pt x="158355" y="116012"/>
                  <a:pt x="158355" y="101511"/>
                  <a:pt x="158355" y="94259"/>
                </a:cubicBezTo>
                <a:cubicBezTo>
                  <a:pt x="158355" y="79759"/>
                  <a:pt x="151157" y="65256"/>
                  <a:pt x="136761" y="58006"/>
                </a:cubicBezTo>
                <a:cubicBezTo>
                  <a:pt x="129563" y="50756"/>
                  <a:pt x="115167" y="36253"/>
                  <a:pt x="93574" y="21753"/>
                </a:cubicBezTo>
                <a:cubicBezTo>
                  <a:pt x="57583" y="0"/>
                  <a:pt x="57583" y="0"/>
                  <a:pt x="57583" y="0"/>
                </a:cubicBezTo>
                <a:cubicBezTo>
                  <a:pt x="0" y="87009"/>
                  <a:pt x="0" y="87009"/>
                  <a:pt x="0" y="87009"/>
                </a:cubicBezTo>
                <a:cubicBezTo>
                  <a:pt x="35989" y="116012"/>
                  <a:pt x="35989" y="116012"/>
                  <a:pt x="35989" y="116012"/>
                </a:cubicBezTo>
                <a:cubicBezTo>
                  <a:pt x="64781" y="130514"/>
                  <a:pt x="79177" y="145015"/>
                  <a:pt x="93574" y="14501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0083800" y="6083300"/>
            <a:ext cx="127904" cy="200991"/>
          </a:xfrm>
          <a:custGeom>
            <a:avLst/>
            <a:gdLst/>
            <a:ahLst/>
            <a:cxnLst/>
            <a:rect l="l" t="t" r="r" b="b"/>
            <a:pathLst>
              <a:path w="127904" h="200991">
                <a:moveTo>
                  <a:pt x="21317" y="21534"/>
                </a:moveTo>
                <a:cubicBezTo>
                  <a:pt x="28423" y="28713"/>
                  <a:pt x="35530" y="43070"/>
                  <a:pt x="35530" y="43070"/>
                </a:cubicBezTo>
                <a:cubicBezTo>
                  <a:pt x="42635" y="57426"/>
                  <a:pt x="49741" y="57426"/>
                  <a:pt x="49741" y="57426"/>
                </a:cubicBezTo>
                <a:cubicBezTo>
                  <a:pt x="56846" y="64604"/>
                  <a:pt x="49741" y="78961"/>
                  <a:pt x="49741" y="78961"/>
                </a:cubicBezTo>
                <a:cubicBezTo>
                  <a:pt x="42635" y="86139"/>
                  <a:pt x="42635" y="93317"/>
                  <a:pt x="42635" y="93317"/>
                </a:cubicBezTo>
                <a:cubicBezTo>
                  <a:pt x="35530" y="114852"/>
                  <a:pt x="14211" y="136387"/>
                  <a:pt x="14211" y="136387"/>
                </a:cubicBezTo>
                <a:cubicBezTo>
                  <a:pt x="0" y="150743"/>
                  <a:pt x="21317" y="179456"/>
                  <a:pt x="21317" y="179456"/>
                </a:cubicBezTo>
                <a:cubicBezTo>
                  <a:pt x="28423" y="200991"/>
                  <a:pt x="56846" y="157922"/>
                  <a:pt x="56846" y="157922"/>
                </a:cubicBezTo>
                <a:cubicBezTo>
                  <a:pt x="56846" y="150743"/>
                  <a:pt x="63952" y="150743"/>
                  <a:pt x="63952" y="150743"/>
                </a:cubicBezTo>
                <a:cubicBezTo>
                  <a:pt x="71058" y="143565"/>
                  <a:pt x="71058" y="136387"/>
                  <a:pt x="71058" y="136387"/>
                </a:cubicBezTo>
                <a:cubicBezTo>
                  <a:pt x="85269" y="114852"/>
                  <a:pt x="99480" y="93317"/>
                  <a:pt x="99480" y="93317"/>
                </a:cubicBezTo>
                <a:cubicBezTo>
                  <a:pt x="106587" y="86139"/>
                  <a:pt x="120799" y="43070"/>
                  <a:pt x="120799" y="43070"/>
                </a:cubicBezTo>
                <a:cubicBezTo>
                  <a:pt x="127904" y="43070"/>
                  <a:pt x="120799" y="28713"/>
                  <a:pt x="120799" y="28713"/>
                </a:cubicBezTo>
                <a:cubicBezTo>
                  <a:pt x="120799" y="21534"/>
                  <a:pt x="85269" y="7178"/>
                  <a:pt x="85269" y="7178"/>
                </a:cubicBezTo>
                <a:cubicBezTo>
                  <a:pt x="78163" y="7178"/>
                  <a:pt x="63952" y="0"/>
                  <a:pt x="49741" y="0"/>
                </a:cubicBezTo>
                <a:cubicBezTo>
                  <a:pt x="42635" y="0"/>
                  <a:pt x="28423" y="0"/>
                  <a:pt x="28423" y="0"/>
                </a:cubicBezTo>
                <a:cubicBezTo>
                  <a:pt x="7106" y="7178"/>
                  <a:pt x="21317" y="21534"/>
                  <a:pt x="21317" y="2153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1988800" y="2247900"/>
            <a:ext cx="261897" cy="243623"/>
          </a:xfrm>
          <a:custGeom>
            <a:avLst/>
            <a:gdLst/>
            <a:ahLst/>
            <a:cxnLst/>
            <a:rect l="l" t="t" r="r" b="b"/>
            <a:pathLst>
              <a:path w="261897" h="243623">
                <a:moveTo>
                  <a:pt x="176958" y="229292"/>
                </a:moveTo>
                <a:cubicBezTo>
                  <a:pt x="212349" y="207796"/>
                  <a:pt x="240662" y="186300"/>
                  <a:pt x="247740" y="164804"/>
                </a:cubicBezTo>
                <a:cubicBezTo>
                  <a:pt x="261897" y="136143"/>
                  <a:pt x="261897" y="107481"/>
                  <a:pt x="247740" y="71653"/>
                </a:cubicBezTo>
                <a:cubicBezTo>
                  <a:pt x="233583" y="42992"/>
                  <a:pt x="219427" y="21496"/>
                  <a:pt x="191113" y="14331"/>
                </a:cubicBezTo>
                <a:cubicBezTo>
                  <a:pt x="162801" y="0"/>
                  <a:pt x="127409" y="0"/>
                  <a:pt x="92018" y="21496"/>
                </a:cubicBezTo>
                <a:cubicBezTo>
                  <a:pt x="49548" y="35827"/>
                  <a:pt x="28313" y="57323"/>
                  <a:pt x="14157" y="85984"/>
                </a:cubicBezTo>
                <a:cubicBezTo>
                  <a:pt x="0" y="114647"/>
                  <a:pt x="0" y="143308"/>
                  <a:pt x="14157" y="171969"/>
                </a:cubicBezTo>
                <a:cubicBezTo>
                  <a:pt x="28313" y="200631"/>
                  <a:pt x="49548" y="222127"/>
                  <a:pt x="77861" y="236457"/>
                </a:cubicBezTo>
                <a:cubicBezTo>
                  <a:pt x="99096" y="243623"/>
                  <a:pt x="134488" y="243623"/>
                  <a:pt x="176958" y="22929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0" y="0"/>
            <a:ext cx="12192000" cy="11430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0400" y="609600"/>
            <a:ext cx="17526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9" name="AutoShape 29"/>
          <p:cNvSpPr/>
          <p:nvPr/>
        </p:nvSpPr>
        <p:spPr>
          <a:xfrm>
            <a:off x="1841500" y="2209800"/>
            <a:ext cx="2705100" cy="233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800" b="0" i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latin typeface="Impact"/>
                <a:ea typeface="Impact"/>
                <a:cs typeface="Impact"/>
                <a:sym typeface="Impact"/>
              </a:rPr>
              <a:t>04</a:t>
            </a:r>
            <a:endParaRPr 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841500" y="3695700"/>
            <a:ext cx="50800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54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关键模块与典型场景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841500" y="4305300"/>
            <a:ext cx="50800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808080"/>
                </a:solidFill>
                <a:latin typeface="Segoe UI Light"/>
                <a:ea typeface="Segoe UI Light"/>
                <a:cs typeface="Segoe UI Light"/>
                <a:sym typeface="Segoe UI Light"/>
              </a:rPr>
              <a:t>Research Process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327900" y="711200"/>
            <a:ext cx="41910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0" bIns="0" rtlCol="0" anchor="b" anchorCtr="0"/>
          <a:lstStyle/>
          <a:p>
            <a:pPr marL="0" indent="0" algn="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关键模块设计与场景应用展示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73100" y="59944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763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10795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12827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4859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16891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8890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MVC UI 与战斗协同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1524000"/>
            <a:ext cx="10922000" cy="762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87400" y="1587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本项目UI系统深度遵循MVC设计模式，实现了界面展示与业务逻辑的解耦；同时与底层ECS（实体组件系统）战斗核心高效协同，通过状态同步机制确保交互操作的实时性与数据一致性，打造流畅的战斗配置体验。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" y="2794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87400" y="2921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01. 触发与全局暂停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3750">
            <a:off x="787413" y="33591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787400" y="34925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玩家按下Tab键时，系统将</a:t>
            </a:r>
            <a:r>
              <a:rPr lang="en-US" sz="1300" b="1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GameSession.paused</a:t>
            </a:r>
            <a:r>
              <a:rPr lang="en-US" sz="13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置为 true。所有战斗相关 System 在 Update 方法首端检测该状态，若为暂停则直接返回，实现战斗逻辑的瞬间冻结，无帧延迟卡顿。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381500" y="2794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508500" y="2921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02. 界面交互与临时缓存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3750">
            <a:off x="4508513" y="33591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4508500" y="34925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暂停期间玩家拖拽技能图标，操作数据仅写入</a:t>
            </a:r>
            <a:r>
              <a:rPr lang="en-US" sz="1300" b="1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SkillLoadoutState</a:t>
            </a:r>
            <a:r>
              <a:rPr lang="en-US" sz="13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临时对象，不直接操作底层ECS实体。该设计隔离了UI误操作对核心数据的影响，保证配置过程的容错性与流畅性。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02600" y="2794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229600" y="2921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03. 数据同步与战斗恢复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3750">
            <a:off x="8229613" y="33591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229600" y="34925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关闭面板时，</a:t>
            </a:r>
            <a:r>
              <a:rPr lang="en-US" sz="1300" b="1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SkillLoadoutSyncSystem</a:t>
            </a:r>
            <a:r>
              <a:rPr lang="en-US" sz="13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将临时状态数据批量写回玩家ECS实体的Skill组件；随后将 paused 置为 false，战斗逻辑恢复运行。此机制确保了UI层与ECS层数据的最终一致性。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0400" y="5397500"/>
            <a:ext cx="10871200" cy="889000"/>
          </a:xfrm>
          <a:prstGeom prst="roundRect">
            <a:avLst>
              <a:gd name="adj" fmla="val 0"/>
            </a:avLst>
          </a:prstGeom>
          <a:solidFill>
            <a:srgbClr val="00377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87400" y="5486400"/>
            <a:ext cx="10617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设计优势总结：</a:t>
            </a:r>
            <a:r>
              <a:rPr lang="en-US" sz="1300" b="0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通过MVC解耦界面与逻辑，利用临时状态缓存隔离UI操作，仅在确认时同步ECS数据，既保证了玩家操作的即时反馈，又避免了高频UI事件对底层战斗逻辑的频繁干扰，提升了系统的稳定性与响应速度。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Tab 技能装配交互时序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t>GameSession.paused 冻结 System</a:t>
            </a:r>
          </a:p>
          <a:p>
            <a:pPr algn="l">
              <a:buChar char="•"/>
            </a:pPr>
            <a:r>
              <a:t>拖拽仅写临时状态</a:t>
            </a:r>
          </a:p>
          <a:p>
            <a:pPr algn="l">
              <a:buChar char="•"/>
            </a:pPr>
            <a:r>
              <a:t>SkillLoadoutSyncSystem 批量写回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7620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性能优化方案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1397000"/>
            <a:ext cx="10922000" cy="762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87400" y="1460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针对H5平台在高并发场景下的性能瓶颈，本项目实施了一套“组合拳”式的性能优化方案，从内存管理、线程调度、渲染流程等多维度切入，解决卡顿与掉帧问题。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" y="2667000"/>
            <a:ext cx="3467100" cy="3302000"/>
          </a:xfrm>
          <a:prstGeom prst="roundRect">
            <a:avLst>
              <a:gd name="adj" fmla="val 0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87400" y="2857500"/>
            <a:ext cx="3213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01. 对象池 (Object Pool)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3587">
            <a:off x="787413" y="3422650"/>
            <a:ext cx="3213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787400" y="3556000"/>
            <a:ext cx="32131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核心痛点：</a:t>
            </a:r>
            <a:r>
              <a:rPr lang="en-US" sz="1300" b="0" i="0" u="none" strike="noStrike">
                <a:solidFill>
                  <a:srgbClr val="424242"/>
                </a:solidFill>
                <a:latin typeface="微软雅黑"/>
                <a:ea typeface="微软雅黑"/>
                <a:cs typeface="微软雅黑"/>
                <a:sym typeface="微软雅黑"/>
              </a:rPr>
              <a:t>频繁创建/销毁子弹、怪物等对象会引发严重内存抖动，导致GC卡顿，破坏游戏流畅度。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</a:t>
            </a:r>
            <a:r>
              <a:rPr lang="en-US" sz="1300" b="0" i="0" u="none" strike="noStrike">
                <a:solidFill>
                  <a:srgbClr val="424242"/>
                </a:solidFill>
                <a:latin typeface="微软雅黑"/>
                <a:ea typeface="微软雅黑"/>
                <a:cs typeface="微软雅黑"/>
                <a:sym typeface="微软雅黑"/>
              </a:rPr>
              <a:t>实现对象池机制，预先初始化对象实例并缓存，使用时取出、回收时重置，极大减少动态内存分配与GC触发次数，稳定运行时内存状态。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356100" y="2667000"/>
            <a:ext cx="3467100" cy="3302000"/>
          </a:xfrm>
          <a:prstGeom prst="roundRect">
            <a:avLst>
              <a:gd name="adj" fmla="val 0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483100" y="2857500"/>
            <a:ext cx="3213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02. Web Worker 卸载计算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3587">
            <a:off x="4483113" y="3422650"/>
            <a:ext cx="3213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4483100" y="3556000"/>
            <a:ext cx="32131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核心痛点：</a:t>
            </a:r>
            <a:r>
              <a:rPr lang="en-US" sz="1300" b="0" i="0" u="none" strike="noStrike">
                <a:solidFill>
                  <a:srgbClr val="424242"/>
                </a:solidFill>
                <a:latin typeface="微软雅黑"/>
                <a:ea typeface="微软雅黑"/>
                <a:cs typeface="微软雅黑"/>
                <a:sym typeface="微软雅黑"/>
              </a:rPr>
              <a:t>千级怪物AI逻辑计算密集，长期占用主线程导致渲染帧被阻塞，出现画面掉帧、操作延迟现象。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</a:t>
            </a:r>
            <a:r>
              <a:rPr lang="en-US" sz="1300" b="0" i="0" u="none" strike="noStrike">
                <a:solidFill>
                  <a:srgbClr val="424242"/>
                </a:solidFill>
                <a:latin typeface="微软雅黑"/>
                <a:ea typeface="微软雅黑"/>
                <a:cs typeface="微软雅黑"/>
                <a:sym typeface="微软雅黑"/>
              </a:rPr>
              <a:t>将AI运算卸载至独立Web Worker线程，主线程仅负责渲染与交互，通过消息机制传递数据，实现计算与渲染并行，释放主线程资源。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8051800" y="2667000"/>
            <a:ext cx="3467100" cy="3302000"/>
          </a:xfrm>
          <a:prstGeom prst="roundRect">
            <a:avLst>
              <a:gd name="adj" fmla="val 0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178800" y="2857500"/>
            <a:ext cx="3213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03. 渲染与流程协同优化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3587">
            <a:off x="8178813" y="3422650"/>
            <a:ext cx="3213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178800" y="3556000"/>
            <a:ext cx="32131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暂停态早退：</a:t>
            </a:r>
            <a:r>
              <a:rPr lang="en-US" sz="1300" b="0" i="0" u="none" strike="noStrike">
                <a:solidFill>
                  <a:srgbClr val="424242"/>
                </a:solidFill>
                <a:latin typeface="微软雅黑"/>
                <a:ea typeface="微软雅黑"/>
                <a:cs typeface="微软雅黑"/>
                <a:sym typeface="微软雅黑"/>
              </a:rPr>
              <a:t>在战斗暂停时让核心System逻辑提前退出执行，避免无效CPU空转，节省运行资源。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动态图集合并：</a:t>
            </a:r>
            <a:r>
              <a:rPr lang="en-US" sz="1300" b="0" i="0" u="none" strike="noStrike">
                <a:solidFill>
                  <a:srgbClr val="424242"/>
                </a:solidFill>
                <a:latin typeface="微软雅黑"/>
                <a:ea typeface="微软雅黑"/>
                <a:cs typeface="微软雅黑"/>
                <a:sym typeface="微软雅黑"/>
              </a:rPr>
              <a:t>将零散小纹理合并为大图集，减少WebGL Draw Call调用次数，降低渲染管线开销，显著提升画面渲染帧率。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1130300"/>
            <a:ext cx="12192000" cy="53594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617200" y="2743200"/>
            <a:ext cx="25400" cy="12700"/>
          </a:xfrm>
          <a:prstGeom prst="roundRect">
            <a:avLst>
              <a:gd name="adj" fmla="val 0"/>
            </a:avLst>
          </a:pr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772400" y="1384300"/>
            <a:ext cx="3520357" cy="4123326"/>
          </a:xfrm>
          <a:custGeom>
            <a:avLst/>
            <a:gdLst/>
            <a:ahLst/>
            <a:cxnLst/>
            <a:rect l="l" t="t" r="r" b="b"/>
            <a:pathLst>
              <a:path w="3520357" h="4123326">
                <a:moveTo>
                  <a:pt x="2631378" y="2611676"/>
                </a:moveTo>
                <a:cubicBezTo>
                  <a:pt x="2375352" y="2561998"/>
                  <a:pt x="2375352" y="2561998"/>
                  <a:pt x="2375352" y="2561998"/>
                </a:cubicBezTo>
                <a:cubicBezTo>
                  <a:pt x="2062432" y="2625870"/>
                  <a:pt x="2062432" y="2625870"/>
                  <a:pt x="2062432" y="2625870"/>
                </a:cubicBezTo>
                <a:cubicBezTo>
                  <a:pt x="2126438" y="2561998"/>
                  <a:pt x="2126438" y="2561998"/>
                  <a:pt x="2126438" y="2561998"/>
                </a:cubicBezTo>
                <a:cubicBezTo>
                  <a:pt x="2403799" y="2476834"/>
                  <a:pt x="2403799" y="2476834"/>
                  <a:pt x="2403799" y="2476834"/>
                </a:cubicBezTo>
                <a:cubicBezTo>
                  <a:pt x="2681160" y="2569094"/>
                  <a:pt x="2681160" y="2569094"/>
                  <a:pt x="2681160" y="2569094"/>
                </a:cubicBezTo>
                <a:lnTo>
                  <a:pt x="2631378" y="2611676"/>
                </a:lnTo>
                <a:close/>
                <a:moveTo>
                  <a:pt x="2432247" y="3477504"/>
                </a:moveTo>
                <a:cubicBezTo>
                  <a:pt x="2403799" y="3328468"/>
                  <a:pt x="2403799" y="3328468"/>
                  <a:pt x="2403799" y="3328468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595819" y="2980718"/>
                  <a:pt x="2595819" y="2980718"/>
                  <a:pt x="2595819" y="2980718"/>
                </a:cubicBezTo>
                <a:cubicBezTo>
                  <a:pt x="2674048" y="3498794"/>
                  <a:pt x="2674048" y="3498794"/>
                  <a:pt x="2674048" y="3498794"/>
                </a:cubicBezTo>
                <a:cubicBezTo>
                  <a:pt x="2595819" y="3491697"/>
                  <a:pt x="2517588" y="3484601"/>
                  <a:pt x="2432247" y="3477504"/>
                </a:cubicBezTo>
                <a:close/>
                <a:moveTo>
                  <a:pt x="1898860" y="2789100"/>
                </a:moveTo>
                <a:cubicBezTo>
                  <a:pt x="2133549" y="2845876"/>
                  <a:pt x="2133549" y="2845876"/>
                  <a:pt x="2133549" y="2845876"/>
                </a:cubicBezTo>
                <a:cubicBezTo>
                  <a:pt x="2453582" y="2725227"/>
                  <a:pt x="2453582" y="2725227"/>
                  <a:pt x="2453582" y="2725227"/>
                </a:cubicBezTo>
                <a:cubicBezTo>
                  <a:pt x="2631378" y="2810391"/>
                  <a:pt x="2631378" y="2810391"/>
                  <a:pt x="2631378" y="2810391"/>
                </a:cubicBezTo>
                <a:cubicBezTo>
                  <a:pt x="2453582" y="2782004"/>
                  <a:pt x="2453582" y="2782004"/>
                  <a:pt x="2453582" y="2782004"/>
                </a:cubicBezTo>
                <a:cubicBezTo>
                  <a:pt x="2126438" y="2902651"/>
                  <a:pt x="2126438" y="2902651"/>
                  <a:pt x="2126438" y="2902651"/>
                </a:cubicBezTo>
                <a:lnTo>
                  <a:pt x="1898860" y="2789100"/>
                </a:lnTo>
                <a:close/>
                <a:moveTo>
                  <a:pt x="1223235" y="3349758"/>
                </a:moveTo>
                <a:cubicBezTo>
                  <a:pt x="1102335" y="3023300"/>
                  <a:pt x="1102335" y="3023300"/>
                  <a:pt x="1102335" y="3023300"/>
                </a:cubicBezTo>
                <a:cubicBezTo>
                  <a:pt x="938762" y="2973621"/>
                  <a:pt x="938762" y="2973621"/>
                  <a:pt x="938762" y="2973621"/>
                </a:cubicBezTo>
                <a:cubicBezTo>
                  <a:pt x="1216123" y="2888458"/>
                  <a:pt x="1216123" y="2888458"/>
                  <a:pt x="1216123" y="2888458"/>
                </a:cubicBezTo>
                <a:cubicBezTo>
                  <a:pt x="1322800" y="3243304"/>
                  <a:pt x="1322800" y="3243304"/>
                  <a:pt x="1322800" y="3243304"/>
                </a:cubicBezTo>
                <a:cubicBezTo>
                  <a:pt x="1977089" y="3143947"/>
                  <a:pt x="1977089" y="3143947"/>
                  <a:pt x="1977089" y="3143947"/>
                </a:cubicBezTo>
                <a:lnTo>
                  <a:pt x="1223235" y="3349758"/>
                </a:lnTo>
                <a:close/>
                <a:moveTo>
                  <a:pt x="1102335" y="2313605"/>
                </a:moveTo>
                <a:cubicBezTo>
                  <a:pt x="1130781" y="2313605"/>
                  <a:pt x="1130781" y="2313605"/>
                  <a:pt x="1130781" y="2313605"/>
                </a:cubicBezTo>
                <a:cubicBezTo>
                  <a:pt x="1130781" y="2491029"/>
                  <a:pt x="1130781" y="2491029"/>
                  <a:pt x="1130781" y="2491029"/>
                </a:cubicBezTo>
                <a:cubicBezTo>
                  <a:pt x="1102335" y="2491029"/>
                  <a:pt x="1102335" y="2491029"/>
                  <a:pt x="1102335" y="2491029"/>
                </a:cubicBezTo>
                <a:lnTo>
                  <a:pt x="1102335" y="2313605"/>
                </a:lnTo>
                <a:close/>
                <a:moveTo>
                  <a:pt x="1166340" y="2313605"/>
                </a:moveTo>
                <a:cubicBezTo>
                  <a:pt x="1329912" y="2313605"/>
                  <a:pt x="1329912" y="2313605"/>
                  <a:pt x="1329912" y="2313605"/>
                </a:cubicBezTo>
                <a:cubicBezTo>
                  <a:pt x="1329912" y="2491029"/>
                  <a:pt x="1329912" y="2491029"/>
                  <a:pt x="1329912" y="2491029"/>
                </a:cubicBezTo>
                <a:cubicBezTo>
                  <a:pt x="1166340" y="2491029"/>
                  <a:pt x="1166340" y="2491029"/>
                  <a:pt x="1166340" y="2491029"/>
                </a:cubicBezTo>
                <a:lnTo>
                  <a:pt x="1166340" y="2313605"/>
                </a:lnTo>
                <a:close/>
                <a:moveTo>
                  <a:pt x="768078" y="1887788"/>
                </a:moveTo>
                <a:cubicBezTo>
                  <a:pt x="768078" y="1887788"/>
                  <a:pt x="768078" y="1887788"/>
                  <a:pt x="768078" y="1887788"/>
                </a:cubicBezTo>
                <a:cubicBezTo>
                  <a:pt x="561835" y="1887788"/>
                  <a:pt x="561835" y="1887788"/>
                  <a:pt x="561835" y="1887788"/>
                </a:cubicBezTo>
                <a:cubicBezTo>
                  <a:pt x="561835" y="709695"/>
                  <a:pt x="561835" y="709695"/>
                  <a:pt x="561835" y="709695"/>
                </a:cubicBezTo>
                <a:cubicBezTo>
                  <a:pt x="782301" y="709695"/>
                  <a:pt x="782301" y="709695"/>
                  <a:pt x="782301" y="709695"/>
                </a:cubicBezTo>
                <a:cubicBezTo>
                  <a:pt x="782301" y="695500"/>
                  <a:pt x="782301" y="695500"/>
                  <a:pt x="782301" y="695500"/>
                </a:cubicBezTo>
                <a:cubicBezTo>
                  <a:pt x="1059663" y="695500"/>
                  <a:pt x="1059663" y="695500"/>
                  <a:pt x="1059663" y="695500"/>
                </a:cubicBezTo>
                <a:cubicBezTo>
                  <a:pt x="1059663" y="702598"/>
                  <a:pt x="1059663" y="709695"/>
                  <a:pt x="1066775" y="716792"/>
                </a:cubicBezTo>
                <a:cubicBezTo>
                  <a:pt x="839196" y="809052"/>
                  <a:pt x="839196" y="809052"/>
                  <a:pt x="839196" y="809052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03637" y="809052"/>
                  <a:pt x="803637" y="809052"/>
                  <a:pt x="803637" y="809052"/>
                </a:cubicBezTo>
                <a:cubicBezTo>
                  <a:pt x="853420" y="936796"/>
                  <a:pt x="853420" y="936796"/>
                  <a:pt x="853420" y="936796"/>
                </a:cubicBezTo>
                <a:cubicBezTo>
                  <a:pt x="881868" y="922603"/>
                  <a:pt x="881868" y="922603"/>
                  <a:pt x="881868" y="922603"/>
                </a:cubicBezTo>
                <a:cubicBezTo>
                  <a:pt x="874756" y="908409"/>
                  <a:pt x="874756" y="908409"/>
                  <a:pt x="874756" y="908409"/>
                </a:cubicBezTo>
                <a:cubicBezTo>
                  <a:pt x="1102335" y="816149"/>
                  <a:pt x="1102335" y="816149"/>
                  <a:pt x="1102335" y="816149"/>
                </a:cubicBezTo>
                <a:cubicBezTo>
                  <a:pt x="1109445" y="823246"/>
                  <a:pt x="1116557" y="830343"/>
                  <a:pt x="1116557" y="837439"/>
                </a:cubicBezTo>
                <a:cubicBezTo>
                  <a:pt x="952985" y="1007767"/>
                  <a:pt x="952985" y="1007767"/>
                  <a:pt x="952985" y="1007767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17426" y="1021960"/>
                  <a:pt x="917426" y="1021960"/>
                  <a:pt x="917426" y="1021960"/>
                </a:cubicBezTo>
                <a:cubicBezTo>
                  <a:pt x="1016992" y="1121317"/>
                  <a:pt x="1016992" y="1121317"/>
                  <a:pt x="1016992" y="1121317"/>
                </a:cubicBezTo>
                <a:cubicBezTo>
                  <a:pt x="1038328" y="1100027"/>
                  <a:pt x="1038328" y="1100027"/>
                  <a:pt x="1038328" y="1100027"/>
                </a:cubicBezTo>
                <a:cubicBezTo>
                  <a:pt x="1024104" y="1085832"/>
                  <a:pt x="1024104" y="1085832"/>
                  <a:pt x="1024104" y="1085832"/>
                </a:cubicBezTo>
                <a:cubicBezTo>
                  <a:pt x="1194788" y="915506"/>
                  <a:pt x="1194788" y="915506"/>
                  <a:pt x="1194788" y="915506"/>
                </a:cubicBezTo>
                <a:cubicBezTo>
                  <a:pt x="1201900" y="922603"/>
                  <a:pt x="1209012" y="929700"/>
                  <a:pt x="1216123" y="929700"/>
                </a:cubicBezTo>
                <a:cubicBezTo>
                  <a:pt x="1130781" y="1156802"/>
                  <a:pt x="1130781" y="1156802"/>
                  <a:pt x="1130781" y="1156802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02335" y="1178093"/>
                  <a:pt x="1102335" y="1178093"/>
                  <a:pt x="1102335" y="1178093"/>
                </a:cubicBezTo>
                <a:cubicBezTo>
                  <a:pt x="1230347" y="1227771"/>
                  <a:pt x="1230347" y="1227771"/>
                  <a:pt x="1230347" y="1227771"/>
                </a:cubicBezTo>
                <a:cubicBezTo>
                  <a:pt x="1244571" y="1199384"/>
                  <a:pt x="1244571" y="1199384"/>
                  <a:pt x="1244571" y="1199384"/>
                </a:cubicBezTo>
                <a:cubicBezTo>
                  <a:pt x="1230347" y="1192287"/>
                  <a:pt x="1230347" y="1192287"/>
                  <a:pt x="1230347" y="1192287"/>
                </a:cubicBezTo>
                <a:cubicBezTo>
                  <a:pt x="1315690" y="972282"/>
                  <a:pt x="1315690" y="972282"/>
                  <a:pt x="1315690" y="972282"/>
                </a:cubicBezTo>
                <a:cubicBezTo>
                  <a:pt x="1329912" y="972282"/>
                  <a:pt x="1337024" y="979378"/>
                  <a:pt x="1351248" y="979378"/>
                </a:cubicBezTo>
                <a:cubicBezTo>
                  <a:pt x="1351248" y="1213578"/>
                  <a:pt x="1351248" y="1213578"/>
                  <a:pt x="1351248" y="1213578"/>
                </a:cubicBezTo>
                <a:cubicBezTo>
                  <a:pt x="1329912" y="1213578"/>
                  <a:pt x="1329912" y="1213578"/>
                  <a:pt x="1329912" y="1213578"/>
                </a:cubicBezTo>
                <a:cubicBezTo>
                  <a:pt x="1329912" y="1887788"/>
                  <a:pt x="1329912" y="1887788"/>
                  <a:pt x="1329912" y="1887788"/>
                </a:cubicBezTo>
                <a:lnTo>
                  <a:pt x="768078" y="1887788"/>
                </a:lnTo>
                <a:close/>
                <a:moveTo>
                  <a:pt x="526275" y="1887788"/>
                </a:moveTo>
                <a:cubicBezTo>
                  <a:pt x="483605" y="1887788"/>
                  <a:pt x="483605" y="1887788"/>
                  <a:pt x="483605" y="1887788"/>
                </a:cubicBezTo>
                <a:cubicBezTo>
                  <a:pt x="483605" y="709695"/>
                  <a:pt x="483605" y="709695"/>
                  <a:pt x="483605" y="709695"/>
                </a:cubicBezTo>
                <a:cubicBezTo>
                  <a:pt x="526275" y="709695"/>
                  <a:pt x="526275" y="709695"/>
                  <a:pt x="526275" y="709695"/>
                </a:cubicBezTo>
                <a:lnTo>
                  <a:pt x="526275" y="1887788"/>
                </a:lnTo>
                <a:close/>
                <a:moveTo>
                  <a:pt x="1088111" y="787761"/>
                </a:moveTo>
                <a:cubicBezTo>
                  <a:pt x="1088111" y="794857"/>
                  <a:pt x="1095223" y="794857"/>
                  <a:pt x="1095223" y="801955"/>
                </a:cubicBezTo>
                <a:cubicBezTo>
                  <a:pt x="888978" y="887118"/>
                  <a:pt x="888978" y="887118"/>
                  <a:pt x="888978" y="887118"/>
                </a:cubicBezTo>
                <a:cubicBezTo>
                  <a:pt x="881868" y="872924"/>
                  <a:pt x="881868" y="872924"/>
                  <a:pt x="881868" y="872924"/>
                </a:cubicBezTo>
                <a:lnTo>
                  <a:pt x="1088111" y="787761"/>
                </a:lnTo>
                <a:close/>
                <a:moveTo>
                  <a:pt x="867644" y="404525"/>
                </a:moveTo>
                <a:cubicBezTo>
                  <a:pt x="874756" y="390332"/>
                  <a:pt x="874756" y="390332"/>
                  <a:pt x="874756" y="390332"/>
                </a:cubicBezTo>
                <a:cubicBezTo>
                  <a:pt x="1109445" y="489689"/>
                  <a:pt x="1109445" y="489689"/>
                  <a:pt x="1109445" y="489689"/>
                </a:cubicBezTo>
                <a:cubicBezTo>
                  <a:pt x="1102335" y="496786"/>
                  <a:pt x="1102335" y="496786"/>
                  <a:pt x="1102335" y="496786"/>
                </a:cubicBezTo>
                <a:lnTo>
                  <a:pt x="867644" y="404525"/>
                </a:lnTo>
                <a:close/>
                <a:moveTo>
                  <a:pt x="1180564" y="880021"/>
                </a:moveTo>
                <a:cubicBezTo>
                  <a:pt x="1180564" y="887118"/>
                  <a:pt x="1187676" y="887118"/>
                  <a:pt x="1194788" y="894216"/>
                </a:cubicBezTo>
                <a:cubicBezTo>
                  <a:pt x="1009880" y="1057445"/>
                  <a:pt x="1009880" y="1057445"/>
                  <a:pt x="1009880" y="1057445"/>
                </a:cubicBezTo>
                <a:cubicBezTo>
                  <a:pt x="1002768" y="1050348"/>
                  <a:pt x="1002768" y="1050348"/>
                  <a:pt x="1002768" y="1050348"/>
                </a:cubicBezTo>
                <a:lnTo>
                  <a:pt x="1180564" y="880021"/>
                </a:lnTo>
                <a:close/>
                <a:moveTo>
                  <a:pt x="995657" y="205811"/>
                </a:moveTo>
                <a:cubicBezTo>
                  <a:pt x="1024104" y="212908"/>
                  <a:pt x="1024104" y="212908"/>
                  <a:pt x="1024104" y="212908"/>
                </a:cubicBezTo>
                <a:cubicBezTo>
                  <a:pt x="1194788" y="383235"/>
                  <a:pt x="1194788" y="383235"/>
                  <a:pt x="1194788" y="383235"/>
                </a:cubicBezTo>
                <a:cubicBezTo>
                  <a:pt x="1180564" y="397429"/>
                  <a:pt x="1180564" y="397429"/>
                  <a:pt x="1180564" y="397429"/>
                </a:cubicBezTo>
                <a:lnTo>
                  <a:pt x="995657" y="205811"/>
                </a:lnTo>
                <a:close/>
                <a:moveTo>
                  <a:pt x="1287242" y="943894"/>
                </a:moveTo>
                <a:cubicBezTo>
                  <a:pt x="1294354" y="943894"/>
                  <a:pt x="1294354" y="950991"/>
                  <a:pt x="1301466" y="950991"/>
                </a:cubicBezTo>
                <a:cubicBezTo>
                  <a:pt x="1209012" y="1178093"/>
                  <a:pt x="1209012" y="1178093"/>
                  <a:pt x="1209012" y="1178093"/>
                </a:cubicBezTo>
                <a:cubicBezTo>
                  <a:pt x="1194788" y="1170996"/>
                  <a:pt x="1194788" y="1170996"/>
                  <a:pt x="1194788" y="1170996"/>
                </a:cubicBezTo>
                <a:lnTo>
                  <a:pt x="1287242" y="943894"/>
                </a:lnTo>
                <a:close/>
                <a:moveTo>
                  <a:pt x="1187676" y="70969"/>
                </a:moveTo>
                <a:cubicBezTo>
                  <a:pt x="1216123" y="120647"/>
                  <a:pt x="1216123" y="120647"/>
                  <a:pt x="1216123" y="120647"/>
                </a:cubicBezTo>
                <a:cubicBezTo>
                  <a:pt x="1315690" y="326460"/>
                  <a:pt x="1315690" y="326460"/>
                  <a:pt x="1315690" y="326460"/>
                </a:cubicBezTo>
                <a:cubicBezTo>
                  <a:pt x="1308578" y="326460"/>
                  <a:pt x="1301466" y="333557"/>
                  <a:pt x="1294354" y="333557"/>
                </a:cubicBezTo>
                <a:lnTo>
                  <a:pt x="1187676" y="70969"/>
                </a:lnTo>
                <a:close/>
                <a:moveTo>
                  <a:pt x="1401031" y="2292313"/>
                </a:moveTo>
                <a:cubicBezTo>
                  <a:pt x="1401031" y="2292313"/>
                  <a:pt x="1401031" y="2292313"/>
                  <a:pt x="1401031" y="2292313"/>
                </a:cubicBezTo>
                <a:cubicBezTo>
                  <a:pt x="1429478" y="2327798"/>
                  <a:pt x="1429478" y="2327798"/>
                  <a:pt x="1429478" y="2327798"/>
                </a:cubicBezTo>
                <a:cubicBezTo>
                  <a:pt x="1429478" y="2491029"/>
                  <a:pt x="1429478" y="2491029"/>
                  <a:pt x="1429478" y="2491029"/>
                </a:cubicBezTo>
                <a:cubicBezTo>
                  <a:pt x="1401031" y="2491029"/>
                  <a:pt x="1401031" y="2491029"/>
                  <a:pt x="1401031" y="2491029"/>
                </a:cubicBezTo>
                <a:lnTo>
                  <a:pt x="1401031" y="2292313"/>
                </a:lnTo>
                <a:close/>
                <a:moveTo>
                  <a:pt x="1401031" y="2001338"/>
                </a:moveTo>
                <a:cubicBezTo>
                  <a:pt x="1401031" y="2001338"/>
                  <a:pt x="1401031" y="2001338"/>
                  <a:pt x="1401031" y="2001338"/>
                </a:cubicBezTo>
                <a:cubicBezTo>
                  <a:pt x="1429478" y="2036823"/>
                  <a:pt x="1429478" y="2036823"/>
                  <a:pt x="1429478" y="2036823"/>
                </a:cubicBezTo>
                <a:cubicBezTo>
                  <a:pt x="1429478" y="2178762"/>
                  <a:pt x="1429478" y="2178762"/>
                  <a:pt x="1429478" y="2178762"/>
                </a:cubicBezTo>
                <a:cubicBezTo>
                  <a:pt x="1401031" y="2178762"/>
                  <a:pt x="1401031" y="2178762"/>
                  <a:pt x="1401031" y="2178762"/>
                </a:cubicBezTo>
                <a:lnTo>
                  <a:pt x="1401031" y="2001338"/>
                </a:lnTo>
                <a:close/>
                <a:moveTo>
                  <a:pt x="1401031" y="1213578"/>
                </a:moveTo>
                <a:cubicBezTo>
                  <a:pt x="1415255" y="1213578"/>
                  <a:pt x="1415255" y="1213578"/>
                  <a:pt x="1415255" y="1213578"/>
                </a:cubicBezTo>
                <a:cubicBezTo>
                  <a:pt x="1415255" y="965185"/>
                  <a:pt x="1415255" y="965185"/>
                  <a:pt x="1415255" y="965185"/>
                </a:cubicBezTo>
                <a:cubicBezTo>
                  <a:pt x="1422367" y="965185"/>
                  <a:pt x="1429478" y="965185"/>
                  <a:pt x="1429478" y="965185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894884"/>
                  <a:pt x="1429478" y="1894884"/>
                  <a:pt x="1429478" y="1894884"/>
                </a:cubicBezTo>
                <a:cubicBezTo>
                  <a:pt x="1401031" y="1894884"/>
                  <a:pt x="1401031" y="1894884"/>
                  <a:pt x="1401031" y="1894884"/>
                </a:cubicBezTo>
                <a:lnTo>
                  <a:pt x="1401031" y="1213578"/>
                </a:lnTo>
                <a:close/>
                <a:moveTo>
                  <a:pt x="1415255" y="35485"/>
                </a:moveTo>
                <a:cubicBezTo>
                  <a:pt x="1429478" y="35485"/>
                  <a:pt x="1429478" y="35485"/>
                  <a:pt x="1429478" y="35485"/>
                </a:cubicBezTo>
                <a:cubicBezTo>
                  <a:pt x="1429478" y="319363"/>
                  <a:pt x="1429478" y="319363"/>
                  <a:pt x="1429478" y="319363"/>
                </a:cubicBezTo>
                <a:cubicBezTo>
                  <a:pt x="1429478" y="319363"/>
                  <a:pt x="1422367" y="319363"/>
                  <a:pt x="1415255" y="312265"/>
                </a:cubicBezTo>
                <a:lnTo>
                  <a:pt x="1415255" y="35485"/>
                </a:lnTo>
                <a:close/>
                <a:moveTo>
                  <a:pt x="1507708" y="432914"/>
                </a:moveTo>
                <a:cubicBezTo>
                  <a:pt x="1543267" y="432914"/>
                  <a:pt x="1578827" y="468399"/>
                  <a:pt x="1578827" y="503883"/>
                </a:cubicBezTo>
                <a:cubicBezTo>
                  <a:pt x="1578827" y="546464"/>
                  <a:pt x="1543267" y="574853"/>
                  <a:pt x="1507708" y="574853"/>
                </a:cubicBezTo>
                <a:cubicBezTo>
                  <a:pt x="1465038" y="574853"/>
                  <a:pt x="1436590" y="546464"/>
                  <a:pt x="1436590" y="503883"/>
                </a:cubicBezTo>
                <a:cubicBezTo>
                  <a:pt x="1436590" y="468399"/>
                  <a:pt x="1465038" y="432914"/>
                  <a:pt x="1507708" y="432914"/>
                </a:cubicBezTo>
                <a:close/>
                <a:moveTo>
                  <a:pt x="1642834" y="1163899"/>
                </a:moveTo>
                <a:cubicBezTo>
                  <a:pt x="1635722" y="1163899"/>
                  <a:pt x="1635722" y="1163899"/>
                  <a:pt x="1635722" y="1163899"/>
                </a:cubicBezTo>
                <a:cubicBezTo>
                  <a:pt x="1543267" y="929700"/>
                  <a:pt x="1543267" y="929700"/>
                  <a:pt x="1543267" y="929700"/>
                </a:cubicBezTo>
                <a:cubicBezTo>
                  <a:pt x="1564603" y="922603"/>
                  <a:pt x="1564603" y="922603"/>
                  <a:pt x="1564603" y="922603"/>
                </a:cubicBezTo>
                <a:lnTo>
                  <a:pt x="1642834" y="1163899"/>
                </a:lnTo>
                <a:close/>
                <a:moveTo>
                  <a:pt x="1657057" y="844536"/>
                </a:moveTo>
                <a:cubicBezTo>
                  <a:pt x="1834853" y="1014863"/>
                  <a:pt x="1834853" y="1014863"/>
                  <a:pt x="1834853" y="1014863"/>
                </a:cubicBezTo>
                <a:cubicBezTo>
                  <a:pt x="1820629" y="1029057"/>
                  <a:pt x="1820629" y="1029057"/>
                  <a:pt x="1820629" y="1029057"/>
                </a:cubicBezTo>
                <a:cubicBezTo>
                  <a:pt x="1642834" y="851634"/>
                  <a:pt x="1642834" y="851634"/>
                  <a:pt x="1642834" y="851634"/>
                </a:cubicBezTo>
                <a:cubicBezTo>
                  <a:pt x="1649945" y="851634"/>
                  <a:pt x="1649945" y="844536"/>
                  <a:pt x="1657057" y="844536"/>
                </a:cubicBezTo>
                <a:close/>
                <a:moveTo>
                  <a:pt x="1713951" y="730985"/>
                </a:moveTo>
                <a:cubicBezTo>
                  <a:pt x="1941530" y="823246"/>
                  <a:pt x="1941530" y="823246"/>
                  <a:pt x="1941530" y="823246"/>
                </a:cubicBezTo>
                <a:cubicBezTo>
                  <a:pt x="1934418" y="837439"/>
                  <a:pt x="1934418" y="837439"/>
                  <a:pt x="1934418" y="837439"/>
                </a:cubicBezTo>
                <a:cubicBezTo>
                  <a:pt x="1706839" y="738082"/>
                  <a:pt x="1706839" y="738082"/>
                  <a:pt x="1706839" y="738082"/>
                </a:cubicBezTo>
                <a:cubicBezTo>
                  <a:pt x="1706839" y="738082"/>
                  <a:pt x="1713951" y="730985"/>
                  <a:pt x="1713951" y="730985"/>
                </a:cubicBezTo>
                <a:close/>
                <a:moveTo>
                  <a:pt x="1984201" y="596143"/>
                </a:moveTo>
                <a:cubicBezTo>
                  <a:pt x="2666936" y="596143"/>
                  <a:pt x="2666936" y="596143"/>
                  <a:pt x="2666936" y="596143"/>
                </a:cubicBezTo>
                <a:cubicBezTo>
                  <a:pt x="2666936" y="624531"/>
                  <a:pt x="2666936" y="624531"/>
                  <a:pt x="2666936" y="624531"/>
                </a:cubicBezTo>
                <a:cubicBezTo>
                  <a:pt x="1984201" y="624531"/>
                  <a:pt x="1984201" y="624531"/>
                  <a:pt x="1984201" y="624531"/>
                </a:cubicBezTo>
                <a:lnTo>
                  <a:pt x="1984201" y="596143"/>
                </a:lnTo>
                <a:close/>
                <a:moveTo>
                  <a:pt x="2553148" y="390332"/>
                </a:moveTo>
                <a:cubicBezTo>
                  <a:pt x="2574483" y="567756"/>
                  <a:pt x="2574483" y="567756"/>
                  <a:pt x="2574483" y="567756"/>
                </a:cubicBezTo>
                <a:cubicBezTo>
                  <a:pt x="2560259" y="567756"/>
                  <a:pt x="2560259" y="567756"/>
                  <a:pt x="2560259" y="567756"/>
                </a:cubicBezTo>
                <a:cubicBezTo>
                  <a:pt x="2546036" y="383235"/>
                  <a:pt x="2546036" y="383235"/>
                  <a:pt x="2546036" y="383235"/>
                </a:cubicBezTo>
                <a:lnTo>
                  <a:pt x="2553148" y="390332"/>
                </a:lnTo>
                <a:close/>
                <a:moveTo>
                  <a:pt x="2631378" y="475496"/>
                </a:moveTo>
                <a:cubicBezTo>
                  <a:pt x="2823398" y="589046"/>
                  <a:pt x="2823398" y="589046"/>
                  <a:pt x="2823398" y="589046"/>
                </a:cubicBezTo>
                <a:cubicBezTo>
                  <a:pt x="2823398" y="603240"/>
                  <a:pt x="2823398" y="603240"/>
                  <a:pt x="2823398" y="603240"/>
                </a:cubicBezTo>
                <a:cubicBezTo>
                  <a:pt x="2631378" y="510981"/>
                  <a:pt x="2631378" y="510981"/>
                  <a:pt x="2631378" y="510981"/>
                </a:cubicBezTo>
                <a:lnTo>
                  <a:pt x="2631378" y="475496"/>
                </a:lnTo>
                <a:close/>
                <a:moveTo>
                  <a:pt x="2922963" y="631628"/>
                </a:moveTo>
                <a:cubicBezTo>
                  <a:pt x="2930075" y="660016"/>
                  <a:pt x="2930075" y="660016"/>
                  <a:pt x="2930075" y="660016"/>
                </a:cubicBezTo>
                <a:cubicBezTo>
                  <a:pt x="2716720" y="702598"/>
                  <a:pt x="2716720" y="702598"/>
                  <a:pt x="2716720" y="702598"/>
                </a:cubicBezTo>
                <a:cubicBezTo>
                  <a:pt x="2688272" y="688403"/>
                  <a:pt x="2688272" y="688403"/>
                  <a:pt x="2688272" y="688403"/>
                </a:cubicBezTo>
                <a:lnTo>
                  <a:pt x="2922963" y="631628"/>
                </a:lnTo>
                <a:close/>
                <a:moveTo>
                  <a:pt x="3065200" y="674210"/>
                </a:moveTo>
                <a:cubicBezTo>
                  <a:pt x="2866069" y="922603"/>
                  <a:pt x="2866069" y="922603"/>
                  <a:pt x="2866069" y="922603"/>
                </a:cubicBezTo>
                <a:cubicBezTo>
                  <a:pt x="2844733" y="901313"/>
                  <a:pt x="2844733" y="901313"/>
                  <a:pt x="2844733" y="901313"/>
                </a:cubicBezTo>
                <a:cubicBezTo>
                  <a:pt x="3043864" y="645822"/>
                  <a:pt x="3043864" y="645822"/>
                  <a:pt x="3043864" y="645822"/>
                </a:cubicBezTo>
                <a:lnTo>
                  <a:pt x="3065200" y="674210"/>
                </a:lnTo>
                <a:close/>
                <a:moveTo>
                  <a:pt x="3178989" y="695500"/>
                </a:moveTo>
                <a:cubicBezTo>
                  <a:pt x="3072312" y="1021960"/>
                  <a:pt x="3072312" y="1021960"/>
                  <a:pt x="3072312" y="1021960"/>
                </a:cubicBezTo>
                <a:cubicBezTo>
                  <a:pt x="3058088" y="1014863"/>
                  <a:pt x="3058088" y="1014863"/>
                  <a:pt x="3058088" y="1014863"/>
                </a:cubicBezTo>
                <a:cubicBezTo>
                  <a:pt x="3164765" y="681307"/>
                  <a:pt x="3164765" y="681307"/>
                  <a:pt x="3164765" y="681307"/>
                </a:cubicBezTo>
                <a:lnTo>
                  <a:pt x="3178989" y="695500"/>
                </a:lnTo>
                <a:close/>
                <a:moveTo>
                  <a:pt x="3278555" y="674210"/>
                </a:moveTo>
                <a:cubicBezTo>
                  <a:pt x="3292779" y="674210"/>
                  <a:pt x="3292779" y="674210"/>
                  <a:pt x="3292779" y="674210"/>
                </a:cubicBezTo>
                <a:cubicBezTo>
                  <a:pt x="3292779" y="1100027"/>
                  <a:pt x="3292779" y="1100027"/>
                  <a:pt x="3292779" y="1100027"/>
                </a:cubicBezTo>
                <a:cubicBezTo>
                  <a:pt x="3278555" y="1100027"/>
                  <a:pt x="3278555" y="1100027"/>
                  <a:pt x="3278555" y="1100027"/>
                </a:cubicBezTo>
                <a:lnTo>
                  <a:pt x="3278555" y="674210"/>
                </a:lnTo>
                <a:close/>
                <a:moveTo>
                  <a:pt x="1472150" y="2029727"/>
                </a:moveTo>
                <a:cubicBezTo>
                  <a:pt x="1543267" y="2029727"/>
                  <a:pt x="1543267" y="2029727"/>
                  <a:pt x="1543267" y="2029727"/>
                </a:cubicBezTo>
                <a:cubicBezTo>
                  <a:pt x="1543267" y="2178762"/>
                  <a:pt x="1543267" y="2178762"/>
                  <a:pt x="1543267" y="2178762"/>
                </a:cubicBezTo>
                <a:cubicBezTo>
                  <a:pt x="1472150" y="2178762"/>
                  <a:pt x="1472150" y="2178762"/>
                  <a:pt x="1472150" y="2178762"/>
                </a:cubicBezTo>
                <a:lnTo>
                  <a:pt x="1472150" y="2029727"/>
                </a:lnTo>
                <a:close/>
                <a:moveTo>
                  <a:pt x="1578827" y="1980048"/>
                </a:moveTo>
                <a:cubicBezTo>
                  <a:pt x="1607274" y="1958758"/>
                  <a:pt x="1607274" y="1958758"/>
                  <a:pt x="1607274" y="1958758"/>
                </a:cubicBezTo>
                <a:cubicBezTo>
                  <a:pt x="1607274" y="2207151"/>
                  <a:pt x="1607274" y="2207151"/>
                  <a:pt x="1607274" y="2207151"/>
                </a:cubicBezTo>
                <a:cubicBezTo>
                  <a:pt x="1578827" y="2192956"/>
                  <a:pt x="1578827" y="2192956"/>
                  <a:pt x="1578827" y="2192956"/>
                </a:cubicBezTo>
                <a:lnTo>
                  <a:pt x="1578827" y="1980048"/>
                </a:lnTo>
                <a:close/>
                <a:moveTo>
                  <a:pt x="2453582" y="1845206"/>
                </a:moveTo>
                <a:cubicBezTo>
                  <a:pt x="2453582" y="1674880"/>
                  <a:pt x="2453582" y="1674880"/>
                  <a:pt x="2453582" y="1674880"/>
                </a:cubicBezTo>
                <a:cubicBezTo>
                  <a:pt x="2474918" y="1674880"/>
                  <a:pt x="2474918" y="1674880"/>
                  <a:pt x="2474918" y="1674880"/>
                </a:cubicBezTo>
                <a:cubicBezTo>
                  <a:pt x="2489142" y="1823916"/>
                  <a:pt x="2489142" y="1823916"/>
                  <a:pt x="2489142" y="1823916"/>
                </a:cubicBezTo>
                <a:cubicBezTo>
                  <a:pt x="2595819" y="2022630"/>
                  <a:pt x="2595819" y="2022630"/>
                  <a:pt x="2595819" y="2022630"/>
                </a:cubicBezTo>
                <a:lnTo>
                  <a:pt x="2453582" y="1845206"/>
                </a:lnTo>
                <a:close/>
                <a:moveTo>
                  <a:pt x="2823398" y="1362613"/>
                </a:moveTo>
                <a:cubicBezTo>
                  <a:pt x="2823398" y="1291645"/>
                  <a:pt x="2823398" y="1291645"/>
                  <a:pt x="2823398" y="1291645"/>
                </a:cubicBezTo>
                <a:cubicBezTo>
                  <a:pt x="2851845" y="1291645"/>
                  <a:pt x="2851845" y="1291645"/>
                  <a:pt x="2851845" y="1291645"/>
                </a:cubicBezTo>
                <a:cubicBezTo>
                  <a:pt x="2908739" y="1348420"/>
                  <a:pt x="2908739" y="1348420"/>
                  <a:pt x="2908739" y="1348420"/>
                </a:cubicBezTo>
                <a:cubicBezTo>
                  <a:pt x="2894515" y="1447777"/>
                  <a:pt x="2894515" y="1447777"/>
                  <a:pt x="2894515" y="1447777"/>
                </a:cubicBezTo>
                <a:cubicBezTo>
                  <a:pt x="2830509" y="1490359"/>
                  <a:pt x="2830509" y="1490359"/>
                  <a:pt x="2830509" y="1490359"/>
                </a:cubicBezTo>
                <a:cubicBezTo>
                  <a:pt x="2809174" y="1490359"/>
                  <a:pt x="2809174" y="1490359"/>
                  <a:pt x="2809174" y="1490359"/>
                </a:cubicBezTo>
                <a:cubicBezTo>
                  <a:pt x="2809174" y="1440680"/>
                  <a:pt x="2809174" y="1440680"/>
                  <a:pt x="2809174" y="1440680"/>
                </a:cubicBezTo>
                <a:cubicBezTo>
                  <a:pt x="2844733" y="1440680"/>
                  <a:pt x="2844733" y="1440680"/>
                  <a:pt x="2844733" y="1440680"/>
                </a:cubicBezTo>
                <a:cubicBezTo>
                  <a:pt x="2844733" y="1426487"/>
                  <a:pt x="2844733" y="1426487"/>
                  <a:pt x="2844733" y="1426487"/>
                </a:cubicBezTo>
                <a:cubicBezTo>
                  <a:pt x="2809174" y="1426487"/>
                  <a:pt x="2809174" y="1426487"/>
                  <a:pt x="2809174" y="1426487"/>
                </a:cubicBezTo>
                <a:cubicBezTo>
                  <a:pt x="2809174" y="1362613"/>
                  <a:pt x="2809174" y="1362613"/>
                  <a:pt x="2809174" y="1362613"/>
                </a:cubicBezTo>
                <a:lnTo>
                  <a:pt x="2823398" y="1362613"/>
                </a:lnTo>
                <a:close/>
                <a:moveTo>
                  <a:pt x="2894515" y="1554231"/>
                </a:moveTo>
                <a:cubicBezTo>
                  <a:pt x="2851845" y="1554231"/>
                  <a:pt x="2851845" y="1554231"/>
                  <a:pt x="2851845" y="1554231"/>
                </a:cubicBezTo>
                <a:cubicBezTo>
                  <a:pt x="2851845" y="1504552"/>
                  <a:pt x="2851845" y="1504552"/>
                  <a:pt x="2851845" y="1504552"/>
                </a:cubicBezTo>
                <a:cubicBezTo>
                  <a:pt x="2930075" y="1461971"/>
                  <a:pt x="2930075" y="1461971"/>
                  <a:pt x="2930075" y="1461971"/>
                </a:cubicBezTo>
                <a:lnTo>
                  <a:pt x="2894515" y="1554231"/>
                </a:lnTo>
                <a:close/>
                <a:moveTo>
                  <a:pt x="2937186" y="3527182"/>
                </a:moveTo>
                <a:cubicBezTo>
                  <a:pt x="3029641" y="3037493"/>
                  <a:pt x="3029641" y="3037493"/>
                  <a:pt x="3029641" y="3037493"/>
                </a:cubicBezTo>
                <a:cubicBezTo>
                  <a:pt x="3008305" y="2860069"/>
                  <a:pt x="3008305" y="2860069"/>
                  <a:pt x="3008305" y="2860069"/>
                </a:cubicBezTo>
                <a:cubicBezTo>
                  <a:pt x="2930075" y="3200723"/>
                  <a:pt x="2930075" y="3200723"/>
                  <a:pt x="2930075" y="3200723"/>
                </a:cubicBezTo>
                <a:cubicBezTo>
                  <a:pt x="2887403" y="3200723"/>
                  <a:pt x="2887403" y="3200723"/>
                  <a:pt x="2887403" y="3200723"/>
                </a:cubicBezTo>
                <a:cubicBezTo>
                  <a:pt x="2887403" y="2895554"/>
                  <a:pt x="2887403" y="2895554"/>
                  <a:pt x="2887403" y="2895554"/>
                </a:cubicBezTo>
                <a:cubicBezTo>
                  <a:pt x="3015417" y="2803294"/>
                  <a:pt x="3015417" y="2803294"/>
                  <a:pt x="3015417" y="2803294"/>
                </a:cubicBezTo>
                <a:cubicBezTo>
                  <a:pt x="3079424" y="2271023"/>
                  <a:pt x="3079424" y="2271023"/>
                  <a:pt x="3079424" y="2271023"/>
                </a:cubicBezTo>
                <a:cubicBezTo>
                  <a:pt x="2830509" y="2838779"/>
                  <a:pt x="2830509" y="2838779"/>
                  <a:pt x="2830509" y="2838779"/>
                </a:cubicBezTo>
                <a:cubicBezTo>
                  <a:pt x="2809174" y="2838779"/>
                  <a:pt x="2809174" y="2838779"/>
                  <a:pt x="2809174" y="2838779"/>
                </a:cubicBezTo>
                <a:cubicBezTo>
                  <a:pt x="2809174" y="2491029"/>
                  <a:pt x="2809174" y="2491029"/>
                  <a:pt x="2809174" y="2491029"/>
                </a:cubicBezTo>
                <a:cubicBezTo>
                  <a:pt x="2887403" y="2271023"/>
                  <a:pt x="2887403" y="2271023"/>
                  <a:pt x="2887403" y="2271023"/>
                </a:cubicBezTo>
                <a:cubicBezTo>
                  <a:pt x="2738055" y="2143277"/>
                  <a:pt x="2738055" y="2143277"/>
                  <a:pt x="2738055" y="2143277"/>
                </a:cubicBezTo>
                <a:cubicBezTo>
                  <a:pt x="2887403" y="1987145"/>
                  <a:pt x="2887403" y="1987145"/>
                  <a:pt x="2887403" y="1987145"/>
                </a:cubicBezTo>
                <a:cubicBezTo>
                  <a:pt x="2937186" y="2015533"/>
                  <a:pt x="2937186" y="2015533"/>
                  <a:pt x="2937186" y="2015533"/>
                </a:cubicBezTo>
                <a:cubicBezTo>
                  <a:pt x="2873181" y="2136181"/>
                  <a:pt x="2873181" y="2136181"/>
                  <a:pt x="2873181" y="2136181"/>
                </a:cubicBezTo>
                <a:cubicBezTo>
                  <a:pt x="3022529" y="2263926"/>
                  <a:pt x="3022529" y="2263926"/>
                  <a:pt x="3022529" y="2263926"/>
                </a:cubicBezTo>
                <a:cubicBezTo>
                  <a:pt x="3242996" y="2100697"/>
                  <a:pt x="3242996" y="2100697"/>
                  <a:pt x="3242996" y="2100697"/>
                </a:cubicBezTo>
                <a:cubicBezTo>
                  <a:pt x="3399456" y="1547134"/>
                  <a:pt x="3399456" y="1547134"/>
                  <a:pt x="3399456" y="1547134"/>
                </a:cubicBezTo>
                <a:cubicBezTo>
                  <a:pt x="3335449" y="1305838"/>
                  <a:pt x="3335449" y="1305838"/>
                  <a:pt x="3335449" y="1305838"/>
                </a:cubicBezTo>
                <a:cubicBezTo>
                  <a:pt x="3427903" y="1227771"/>
                  <a:pt x="3427903" y="1227771"/>
                  <a:pt x="3427903" y="1227771"/>
                </a:cubicBezTo>
                <a:cubicBezTo>
                  <a:pt x="3456351" y="1185191"/>
                  <a:pt x="3456351" y="1185191"/>
                  <a:pt x="3456351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285667" y="1249063"/>
                  <a:pt x="3285667" y="1249063"/>
                  <a:pt x="3285667" y="1249063"/>
                </a:cubicBezTo>
                <a:cubicBezTo>
                  <a:pt x="3250108" y="1603910"/>
                  <a:pt x="3250108" y="1603910"/>
                  <a:pt x="3250108" y="1603910"/>
                </a:cubicBezTo>
                <a:cubicBezTo>
                  <a:pt x="2965634" y="1618104"/>
                  <a:pt x="2965634" y="1618104"/>
                  <a:pt x="2965634" y="1618104"/>
                </a:cubicBezTo>
                <a:cubicBezTo>
                  <a:pt x="3271443" y="1653588"/>
                  <a:pt x="3271443" y="1653588"/>
                  <a:pt x="3271443" y="1653588"/>
                </a:cubicBezTo>
                <a:cubicBezTo>
                  <a:pt x="2958522" y="1703267"/>
                  <a:pt x="2958522" y="1703267"/>
                  <a:pt x="2958522" y="1703267"/>
                </a:cubicBezTo>
                <a:cubicBezTo>
                  <a:pt x="2994081" y="1809721"/>
                  <a:pt x="2994081" y="1809721"/>
                  <a:pt x="2994081" y="1809721"/>
                </a:cubicBezTo>
                <a:cubicBezTo>
                  <a:pt x="2937186" y="1880691"/>
                  <a:pt x="2937186" y="1880691"/>
                  <a:pt x="2937186" y="1880691"/>
                </a:cubicBezTo>
                <a:cubicBezTo>
                  <a:pt x="2802062" y="1823916"/>
                  <a:pt x="2802062" y="1823916"/>
                  <a:pt x="2802062" y="1823916"/>
                </a:cubicBezTo>
                <a:cubicBezTo>
                  <a:pt x="2681160" y="1887788"/>
                  <a:pt x="2681160" y="1887788"/>
                  <a:pt x="2681160" y="1887788"/>
                </a:cubicBezTo>
                <a:cubicBezTo>
                  <a:pt x="2617154" y="1816819"/>
                  <a:pt x="2617154" y="1816819"/>
                  <a:pt x="2617154" y="1816819"/>
                </a:cubicBezTo>
                <a:cubicBezTo>
                  <a:pt x="2695384" y="1575523"/>
                  <a:pt x="2695384" y="1575523"/>
                  <a:pt x="2695384" y="1575523"/>
                </a:cubicBezTo>
                <a:cubicBezTo>
                  <a:pt x="2730943" y="1575523"/>
                  <a:pt x="2730943" y="1575523"/>
                  <a:pt x="2730943" y="1575523"/>
                </a:cubicBezTo>
                <a:cubicBezTo>
                  <a:pt x="2752279" y="1781334"/>
                  <a:pt x="2752279" y="1781334"/>
                  <a:pt x="2752279" y="1781334"/>
                </a:cubicBezTo>
                <a:cubicBezTo>
                  <a:pt x="2802062" y="1632298"/>
                  <a:pt x="2802062" y="1632298"/>
                  <a:pt x="2802062" y="1632298"/>
                </a:cubicBezTo>
                <a:cubicBezTo>
                  <a:pt x="2922963" y="1639395"/>
                  <a:pt x="2922963" y="1639395"/>
                  <a:pt x="2922963" y="1639395"/>
                </a:cubicBezTo>
                <a:cubicBezTo>
                  <a:pt x="2873181" y="1618104"/>
                  <a:pt x="2873181" y="1618104"/>
                  <a:pt x="2873181" y="1618104"/>
                </a:cubicBezTo>
                <a:cubicBezTo>
                  <a:pt x="2951410" y="1611006"/>
                  <a:pt x="2951410" y="1611006"/>
                  <a:pt x="2951410" y="1611006"/>
                </a:cubicBezTo>
                <a:cubicBezTo>
                  <a:pt x="2930075" y="1561328"/>
                  <a:pt x="2930075" y="1561328"/>
                  <a:pt x="2930075" y="1561328"/>
                </a:cubicBezTo>
                <a:cubicBezTo>
                  <a:pt x="2972746" y="1490359"/>
                  <a:pt x="2972746" y="1490359"/>
                  <a:pt x="2972746" y="1490359"/>
                </a:cubicBezTo>
                <a:cubicBezTo>
                  <a:pt x="2994081" y="1334226"/>
                  <a:pt x="2994081" y="1334226"/>
                  <a:pt x="2994081" y="1334226"/>
                </a:cubicBezTo>
                <a:cubicBezTo>
                  <a:pt x="2887403" y="1241966"/>
                  <a:pt x="2887403" y="1241966"/>
                  <a:pt x="2887403" y="1241966"/>
                </a:cubicBezTo>
                <a:cubicBezTo>
                  <a:pt x="2802062" y="1249063"/>
                  <a:pt x="2802062" y="1249063"/>
                  <a:pt x="2802062" y="1249063"/>
                </a:cubicBezTo>
                <a:cubicBezTo>
                  <a:pt x="2730943" y="1305838"/>
                  <a:pt x="2730943" y="1305838"/>
                  <a:pt x="2730943" y="1305838"/>
                </a:cubicBezTo>
                <a:cubicBezTo>
                  <a:pt x="2709608" y="865828"/>
                  <a:pt x="2709608" y="865828"/>
                  <a:pt x="2709608" y="865828"/>
                </a:cubicBezTo>
                <a:cubicBezTo>
                  <a:pt x="2688272" y="837439"/>
                  <a:pt x="2688272" y="837439"/>
                  <a:pt x="2688272" y="837439"/>
                </a:cubicBezTo>
                <a:cubicBezTo>
                  <a:pt x="2666936" y="1568425"/>
                  <a:pt x="2666936" y="1568425"/>
                  <a:pt x="2666936" y="1568425"/>
                </a:cubicBezTo>
                <a:cubicBezTo>
                  <a:pt x="2610043" y="1653588"/>
                  <a:pt x="2610043" y="1653588"/>
                  <a:pt x="2610043" y="1653588"/>
                </a:cubicBezTo>
                <a:cubicBezTo>
                  <a:pt x="2610043" y="1653588"/>
                  <a:pt x="2602931" y="1646492"/>
                  <a:pt x="2588707" y="1596813"/>
                </a:cubicBezTo>
                <a:cubicBezTo>
                  <a:pt x="2574483" y="1547134"/>
                  <a:pt x="2595819" y="1419389"/>
                  <a:pt x="2595819" y="1419389"/>
                </a:cubicBezTo>
                <a:cubicBezTo>
                  <a:pt x="2652714" y="851634"/>
                  <a:pt x="2652714" y="851634"/>
                  <a:pt x="2652714" y="851634"/>
                </a:cubicBezTo>
                <a:cubicBezTo>
                  <a:pt x="2610043" y="901313"/>
                  <a:pt x="2610043" y="901313"/>
                  <a:pt x="2610043" y="901313"/>
                </a:cubicBezTo>
                <a:cubicBezTo>
                  <a:pt x="2581595" y="1249063"/>
                  <a:pt x="2581595" y="1249063"/>
                  <a:pt x="2581595" y="1249063"/>
                </a:cubicBezTo>
                <a:cubicBezTo>
                  <a:pt x="2453582" y="1341323"/>
                  <a:pt x="2453582" y="1341323"/>
                  <a:pt x="2453582" y="1341323"/>
                </a:cubicBezTo>
                <a:cubicBezTo>
                  <a:pt x="2418023" y="1525844"/>
                  <a:pt x="2418023" y="1525844"/>
                  <a:pt x="2418023" y="1525844"/>
                </a:cubicBezTo>
                <a:cubicBezTo>
                  <a:pt x="2467806" y="1383905"/>
                  <a:pt x="2467806" y="1383905"/>
                  <a:pt x="2467806" y="1383905"/>
                </a:cubicBezTo>
                <a:cubicBezTo>
                  <a:pt x="2567371" y="1334226"/>
                  <a:pt x="2567371" y="1334226"/>
                  <a:pt x="2567371" y="1334226"/>
                </a:cubicBezTo>
                <a:cubicBezTo>
                  <a:pt x="2553148" y="1426487"/>
                  <a:pt x="2553148" y="1426487"/>
                  <a:pt x="2553148" y="1426487"/>
                </a:cubicBezTo>
                <a:cubicBezTo>
                  <a:pt x="2489142" y="1469067"/>
                  <a:pt x="2489142" y="1469067"/>
                  <a:pt x="2489142" y="1469067"/>
                </a:cubicBezTo>
                <a:cubicBezTo>
                  <a:pt x="2361128" y="1632298"/>
                  <a:pt x="2361128" y="1632298"/>
                  <a:pt x="2361128" y="1632298"/>
                </a:cubicBezTo>
                <a:cubicBezTo>
                  <a:pt x="2346904" y="1916176"/>
                  <a:pt x="2346904" y="1916176"/>
                  <a:pt x="2346904" y="1916176"/>
                </a:cubicBezTo>
                <a:cubicBezTo>
                  <a:pt x="2631378" y="2157472"/>
                  <a:pt x="2631378" y="2157472"/>
                  <a:pt x="2631378" y="21574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802062" y="2491029"/>
                  <a:pt x="2802062" y="2491029"/>
                  <a:pt x="2802062" y="2491029"/>
                </a:cubicBezTo>
                <a:cubicBezTo>
                  <a:pt x="2752279" y="2526513"/>
                  <a:pt x="2752279" y="2526513"/>
                  <a:pt x="2752279" y="2526513"/>
                </a:cubicBezTo>
                <a:cubicBezTo>
                  <a:pt x="2489142" y="2391672"/>
                  <a:pt x="2489142" y="2391672"/>
                  <a:pt x="2489142" y="23916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062432" y="2256829"/>
                  <a:pt x="2062432" y="2256829"/>
                  <a:pt x="2062432" y="2256829"/>
                </a:cubicBezTo>
                <a:cubicBezTo>
                  <a:pt x="1799294" y="2384574"/>
                  <a:pt x="1799294" y="2384574"/>
                  <a:pt x="1799294" y="2384574"/>
                </a:cubicBezTo>
                <a:cubicBezTo>
                  <a:pt x="1799294" y="2483931"/>
                  <a:pt x="1799294" y="2483931"/>
                  <a:pt x="1799294" y="2483931"/>
                </a:cubicBezTo>
                <a:cubicBezTo>
                  <a:pt x="1799294" y="2604580"/>
                  <a:pt x="1799294" y="2604580"/>
                  <a:pt x="1799294" y="2604580"/>
                </a:cubicBezTo>
                <a:cubicBezTo>
                  <a:pt x="1628610" y="2604580"/>
                  <a:pt x="1628610" y="2604580"/>
                  <a:pt x="1628610" y="2604580"/>
                </a:cubicBezTo>
                <a:cubicBezTo>
                  <a:pt x="1564603" y="2491029"/>
                  <a:pt x="1564603" y="2491029"/>
                  <a:pt x="1564603" y="2491029"/>
                </a:cubicBezTo>
                <a:cubicBezTo>
                  <a:pt x="1472150" y="2491029"/>
                  <a:pt x="1472150" y="2491029"/>
                  <a:pt x="1472150" y="2491029"/>
                </a:cubicBezTo>
                <a:cubicBezTo>
                  <a:pt x="1472150" y="2313605"/>
                  <a:pt x="1472150" y="2313605"/>
                  <a:pt x="1472150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49945" y="2313605"/>
                  <a:pt x="1671281" y="2292313"/>
                  <a:pt x="1671281" y="2256829"/>
                </a:cubicBezTo>
                <a:cubicBezTo>
                  <a:pt x="1671281" y="2256829"/>
                  <a:pt x="1671281" y="2256829"/>
                  <a:pt x="1671281" y="2256829"/>
                </a:cubicBezTo>
                <a:cubicBezTo>
                  <a:pt x="1671281" y="2235538"/>
                  <a:pt x="1671281" y="2235538"/>
                  <a:pt x="1671281" y="2235538"/>
                </a:cubicBezTo>
                <a:cubicBezTo>
                  <a:pt x="1678393" y="2235538"/>
                  <a:pt x="1678393" y="2235538"/>
                  <a:pt x="1678393" y="2235538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1951660"/>
                  <a:pt x="1678393" y="1951660"/>
                  <a:pt x="1678393" y="1951660"/>
                </a:cubicBezTo>
                <a:cubicBezTo>
                  <a:pt x="1678393" y="1951660"/>
                  <a:pt x="1678393" y="1951660"/>
                  <a:pt x="1678393" y="1944563"/>
                </a:cubicBezTo>
                <a:cubicBezTo>
                  <a:pt x="1678393" y="1916176"/>
                  <a:pt x="1649945" y="1887788"/>
                  <a:pt x="1621498" y="1887788"/>
                </a:cubicBezTo>
                <a:cubicBezTo>
                  <a:pt x="1614386" y="1887788"/>
                  <a:pt x="1614386" y="1887788"/>
                  <a:pt x="1614386" y="1887788"/>
                </a:cubicBezTo>
                <a:cubicBezTo>
                  <a:pt x="1472150" y="1887788"/>
                  <a:pt x="1472150" y="1887788"/>
                  <a:pt x="1472150" y="1887788"/>
                </a:cubicBezTo>
                <a:cubicBezTo>
                  <a:pt x="1472150" y="1213578"/>
                  <a:pt x="1472150" y="1213578"/>
                  <a:pt x="1472150" y="1213578"/>
                </a:cubicBezTo>
                <a:cubicBezTo>
                  <a:pt x="1457926" y="1213578"/>
                  <a:pt x="1457926" y="1213578"/>
                  <a:pt x="1457926" y="1213578"/>
                </a:cubicBezTo>
                <a:cubicBezTo>
                  <a:pt x="1457926" y="979378"/>
                  <a:pt x="1457926" y="979378"/>
                  <a:pt x="1457926" y="979378"/>
                </a:cubicBezTo>
                <a:cubicBezTo>
                  <a:pt x="1465038" y="972282"/>
                  <a:pt x="1479262" y="972282"/>
                  <a:pt x="1486372" y="972282"/>
                </a:cubicBezTo>
                <a:cubicBezTo>
                  <a:pt x="1571715" y="1192287"/>
                  <a:pt x="1571715" y="1192287"/>
                  <a:pt x="1571715" y="1192287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64603" y="1227771"/>
                  <a:pt x="1564603" y="1227771"/>
                  <a:pt x="1564603" y="1227771"/>
                </a:cubicBezTo>
                <a:cubicBezTo>
                  <a:pt x="1699727" y="1178093"/>
                  <a:pt x="1699727" y="1178093"/>
                  <a:pt x="1699727" y="1178093"/>
                </a:cubicBezTo>
                <a:cubicBezTo>
                  <a:pt x="1685505" y="1149706"/>
                  <a:pt x="1685505" y="1149706"/>
                  <a:pt x="1685505" y="1149706"/>
                </a:cubicBezTo>
                <a:cubicBezTo>
                  <a:pt x="1671281" y="1156802"/>
                  <a:pt x="1671281" y="1156802"/>
                  <a:pt x="1671281" y="1156802"/>
                </a:cubicBezTo>
                <a:cubicBezTo>
                  <a:pt x="1585939" y="929700"/>
                  <a:pt x="1585939" y="929700"/>
                  <a:pt x="1585939" y="929700"/>
                </a:cubicBezTo>
                <a:cubicBezTo>
                  <a:pt x="1593050" y="922603"/>
                  <a:pt x="1600162" y="915506"/>
                  <a:pt x="1607274" y="915506"/>
                </a:cubicBezTo>
                <a:cubicBezTo>
                  <a:pt x="1777958" y="1085832"/>
                  <a:pt x="1777958" y="1085832"/>
                  <a:pt x="1777958" y="1085832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92182" y="1121317"/>
                  <a:pt x="1792182" y="1121317"/>
                  <a:pt x="1792182" y="1121317"/>
                </a:cubicBezTo>
                <a:cubicBezTo>
                  <a:pt x="1884636" y="1021960"/>
                  <a:pt x="1884636" y="1021960"/>
                  <a:pt x="1884636" y="1021960"/>
                </a:cubicBezTo>
                <a:cubicBezTo>
                  <a:pt x="1863300" y="1000670"/>
                  <a:pt x="1863300" y="1000670"/>
                  <a:pt x="1863300" y="1000670"/>
                </a:cubicBezTo>
                <a:cubicBezTo>
                  <a:pt x="1856189" y="1007767"/>
                  <a:pt x="1856189" y="1007767"/>
                  <a:pt x="1856189" y="1007767"/>
                </a:cubicBezTo>
                <a:cubicBezTo>
                  <a:pt x="1678393" y="837439"/>
                  <a:pt x="1678393" y="837439"/>
                  <a:pt x="1678393" y="837439"/>
                </a:cubicBezTo>
                <a:cubicBezTo>
                  <a:pt x="1685505" y="830343"/>
                  <a:pt x="1685505" y="823246"/>
                  <a:pt x="1692617" y="816149"/>
                </a:cubicBezTo>
                <a:cubicBezTo>
                  <a:pt x="1927306" y="908409"/>
                  <a:pt x="1927306" y="908409"/>
                  <a:pt x="1927306" y="908409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48642" y="936796"/>
                  <a:pt x="1948642" y="936796"/>
                  <a:pt x="1948642" y="936796"/>
                </a:cubicBezTo>
                <a:cubicBezTo>
                  <a:pt x="1998425" y="809052"/>
                  <a:pt x="1998425" y="809052"/>
                  <a:pt x="1998425" y="809052"/>
                </a:cubicBezTo>
                <a:cubicBezTo>
                  <a:pt x="1969977" y="794857"/>
                  <a:pt x="1969977" y="794857"/>
                  <a:pt x="1969977" y="794857"/>
                </a:cubicBezTo>
                <a:cubicBezTo>
                  <a:pt x="1969977" y="809052"/>
                  <a:pt x="1969977" y="809052"/>
                  <a:pt x="1969977" y="809052"/>
                </a:cubicBezTo>
                <a:cubicBezTo>
                  <a:pt x="1735287" y="716792"/>
                  <a:pt x="1735287" y="716792"/>
                  <a:pt x="1735287" y="716792"/>
                </a:cubicBezTo>
                <a:cubicBezTo>
                  <a:pt x="1735287" y="709695"/>
                  <a:pt x="1735287" y="702598"/>
                  <a:pt x="1735287" y="695500"/>
                </a:cubicBezTo>
                <a:cubicBezTo>
                  <a:pt x="1984201" y="695500"/>
                  <a:pt x="1984201" y="695500"/>
                  <a:pt x="1984201" y="695500"/>
                </a:cubicBezTo>
                <a:cubicBezTo>
                  <a:pt x="1984201" y="709695"/>
                  <a:pt x="1984201" y="709695"/>
                  <a:pt x="1984201" y="709695"/>
                </a:cubicBezTo>
                <a:cubicBezTo>
                  <a:pt x="2617154" y="709695"/>
                  <a:pt x="2617154" y="709695"/>
                  <a:pt x="2617154" y="709695"/>
                </a:cubicBezTo>
                <a:cubicBezTo>
                  <a:pt x="2624266" y="716792"/>
                  <a:pt x="2624266" y="730985"/>
                  <a:pt x="2631378" y="745179"/>
                </a:cubicBezTo>
                <a:cubicBezTo>
                  <a:pt x="2638490" y="773567"/>
                  <a:pt x="265982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887403" y="709695"/>
                  <a:pt x="2887403" y="709695"/>
                  <a:pt x="2887403" y="709695"/>
                </a:cubicBezTo>
                <a:cubicBezTo>
                  <a:pt x="2958522" y="709695"/>
                  <a:pt x="2958522" y="709695"/>
                  <a:pt x="2958522" y="709695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794950" y="929700"/>
                  <a:pt x="2809174" y="950991"/>
                  <a:pt x="2837621" y="965185"/>
                </a:cubicBezTo>
                <a:cubicBezTo>
                  <a:pt x="2866069" y="986475"/>
                  <a:pt x="2887403" y="993573"/>
                  <a:pt x="2894515" y="986475"/>
                </a:cubicBezTo>
                <a:cubicBezTo>
                  <a:pt x="2894515" y="986475"/>
                  <a:pt x="2894515" y="986475"/>
                  <a:pt x="2894515" y="986475"/>
                </a:cubicBezTo>
                <a:cubicBezTo>
                  <a:pt x="3114982" y="709695"/>
                  <a:pt x="3114982" y="709695"/>
                  <a:pt x="3114982" y="709695"/>
                </a:cubicBezTo>
                <a:cubicBezTo>
                  <a:pt x="3122094" y="709695"/>
                  <a:pt x="3122094" y="709695"/>
                  <a:pt x="3122094" y="709695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1193" y="1057445"/>
                  <a:pt x="3029641" y="1071639"/>
                  <a:pt x="3058088" y="1085832"/>
                </a:cubicBezTo>
                <a:cubicBezTo>
                  <a:pt x="3086536" y="1092930"/>
                  <a:pt x="3114982" y="1100027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35512"/>
                  <a:pt x="3278555" y="1142609"/>
                  <a:pt x="3314113" y="1142609"/>
                </a:cubicBezTo>
                <a:cubicBezTo>
                  <a:pt x="3349673" y="1142609"/>
                  <a:pt x="3371008" y="1135512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709695"/>
                  <a:pt x="3378120" y="709695"/>
                  <a:pt x="3378120" y="709695"/>
                </a:cubicBezTo>
                <a:cubicBezTo>
                  <a:pt x="3420791" y="709695"/>
                  <a:pt x="3420791" y="709695"/>
                  <a:pt x="3420791" y="709695"/>
                </a:cubicBezTo>
                <a:cubicBezTo>
                  <a:pt x="3420791" y="624531"/>
                  <a:pt x="3420791" y="624531"/>
                  <a:pt x="3420791" y="624531"/>
                </a:cubicBezTo>
                <a:cubicBezTo>
                  <a:pt x="2930075" y="624531"/>
                  <a:pt x="2930075" y="624531"/>
                  <a:pt x="2930075" y="624531"/>
                </a:cubicBezTo>
                <a:cubicBezTo>
                  <a:pt x="2930075" y="596143"/>
                  <a:pt x="2930075" y="596143"/>
                  <a:pt x="2930075" y="596143"/>
                </a:cubicBezTo>
                <a:cubicBezTo>
                  <a:pt x="3420791" y="596143"/>
                  <a:pt x="3420791" y="596143"/>
                  <a:pt x="3420791" y="596143"/>
                </a:cubicBezTo>
                <a:cubicBezTo>
                  <a:pt x="3420791" y="567756"/>
                  <a:pt x="3420791" y="567756"/>
                  <a:pt x="3420791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2922963" y="567756"/>
                  <a:pt x="2922963" y="567756"/>
                  <a:pt x="2922963" y="567756"/>
                </a:cubicBezTo>
                <a:cubicBezTo>
                  <a:pt x="2873181" y="560659"/>
                  <a:pt x="2745167" y="532271"/>
                  <a:pt x="2659826" y="447107"/>
                </a:cubicBezTo>
                <a:cubicBezTo>
                  <a:pt x="2538924" y="326460"/>
                  <a:pt x="2538924" y="241296"/>
                  <a:pt x="2538924" y="241296"/>
                </a:cubicBezTo>
                <a:cubicBezTo>
                  <a:pt x="2517588" y="241296"/>
                  <a:pt x="2517588" y="241296"/>
                  <a:pt x="2517588" y="241296"/>
                </a:cubicBezTo>
                <a:cubicBezTo>
                  <a:pt x="2517588" y="567756"/>
                  <a:pt x="2517588" y="567756"/>
                  <a:pt x="2517588" y="567756"/>
                </a:cubicBezTo>
                <a:cubicBezTo>
                  <a:pt x="2489142" y="567756"/>
                  <a:pt x="2489142" y="567756"/>
                  <a:pt x="2489142" y="567756"/>
                </a:cubicBezTo>
                <a:cubicBezTo>
                  <a:pt x="2489142" y="241296"/>
                  <a:pt x="2489142" y="241296"/>
                  <a:pt x="2489142" y="241296"/>
                </a:cubicBezTo>
                <a:cubicBezTo>
                  <a:pt x="2446471" y="241296"/>
                  <a:pt x="2446471" y="241296"/>
                  <a:pt x="2446471" y="241296"/>
                </a:cubicBezTo>
                <a:cubicBezTo>
                  <a:pt x="2446471" y="567756"/>
                  <a:pt x="2446471" y="567756"/>
                  <a:pt x="2446471" y="567756"/>
                </a:cubicBezTo>
                <a:cubicBezTo>
                  <a:pt x="1984201" y="567756"/>
                  <a:pt x="1984201" y="567756"/>
                  <a:pt x="1984201" y="567756"/>
                </a:cubicBezTo>
                <a:cubicBezTo>
                  <a:pt x="1984201" y="581950"/>
                  <a:pt x="1984201" y="581950"/>
                  <a:pt x="1984201" y="581950"/>
                </a:cubicBezTo>
                <a:cubicBezTo>
                  <a:pt x="1735287" y="581950"/>
                  <a:pt x="1735287" y="581950"/>
                  <a:pt x="1735287" y="581950"/>
                </a:cubicBezTo>
                <a:cubicBezTo>
                  <a:pt x="1713951" y="440011"/>
                  <a:pt x="1600162" y="326460"/>
                  <a:pt x="1457926" y="305168"/>
                </a:cubicBezTo>
                <a:cubicBezTo>
                  <a:pt x="1457926" y="28388"/>
                  <a:pt x="1457926" y="28388"/>
                  <a:pt x="1457926" y="28388"/>
                </a:cubicBezTo>
                <a:cubicBezTo>
                  <a:pt x="1472150" y="28388"/>
                  <a:pt x="1472150" y="28388"/>
                  <a:pt x="1472150" y="28388"/>
                </a:cubicBezTo>
                <a:cubicBezTo>
                  <a:pt x="1472150" y="0"/>
                  <a:pt x="1472150" y="0"/>
                  <a:pt x="1472150" y="0"/>
                </a:cubicBezTo>
                <a:cubicBezTo>
                  <a:pt x="1329912" y="0"/>
                  <a:pt x="1329912" y="0"/>
                  <a:pt x="1329912" y="0"/>
                </a:cubicBezTo>
                <a:cubicBezTo>
                  <a:pt x="1329912" y="28388"/>
                  <a:pt x="1329912" y="28388"/>
                  <a:pt x="1329912" y="28388"/>
                </a:cubicBezTo>
                <a:cubicBezTo>
                  <a:pt x="1351248" y="28388"/>
                  <a:pt x="1351248" y="28388"/>
                  <a:pt x="1351248" y="28388"/>
                </a:cubicBezTo>
                <a:cubicBezTo>
                  <a:pt x="1351248" y="305168"/>
                  <a:pt x="1351248" y="305168"/>
                  <a:pt x="1351248" y="305168"/>
                </a:cubicBezTo>
                <a:cubicBezTo>
                  <a:pt x="1337024" y="305168"/>
                  <a:pt x="1329912" y="305168"/>
                  <a:pt x="1322800" y="305168"/>
                </a:cubicBezTo>
                <a:cubicBezTo>
                  <a:pt x="1216123" y="56775"/>
                  <a:pt x="1216123" y="56775"/>
                  <a:pt x="1216123" y="56775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23235" y="21290"/>
                  <a:pt x="1223235" y="21290"/>
                  <a:pt x="1223235" y="21290"/>
                </a:cubicBezTo>
                <a:cubicBezTo>
                  <a:pt x="1095223" y="78067"/>
                  <a:pt x="1095223" y="78067"/>
                  <a:pt x="1095223" y="78067"/>
                </a:cubicBezTo>
                <a:cubicBezTo>
                  <a:pt x="1102335" y="106454"/>
                  <a:pt x="1102335" y="106454"/>
                  <a:pt x="1102335" y="106454"/>
                </a:cubicBezTo>
                <a:cubicBezTo>
                  <a:pt x="1116557" y="99357"/>
                  <a:pt x="1116557" y="99357"/>
                  <a:pt x="1116557" y="99357"/>
                </a:cubicBezTo>
                <a:cubicBezTo>
                  <a:pt x="1223235" y="347750"/>
                  <a:pt x="1223235" y="347750"/>
                  <a:pt x="1223235" y="347750"/>
                </a:cubicBezTo>
                <a:cubicBezTo>
                  <a:pt x="1216123" y="347750"/>
                  <a:pt x="1209012" y="354847"/>
                  <a:pt x="1201900" y="361944"/>
                </a:cubicBezTo>
                <a:cubicBezTo>
                  <a:pt x="1009880" y="170327"/>
                  <a:pt x="1009880" y="170327"/>
                  <a:pt x="1009880" y="170327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02768" y="141939"/>
                  <a:pt x="1002768" y="141939"/>
                  <a:pt x="1002768" y="141939"/>
                </a:cubicBezTo>
                <a:cubicBezTo>
                  <a:pt x="903202" y="241296"/>
                  <a:pt x="903202" y="241296"/>
                  <a:pt x="903202" y="241296"/>
                </a:cubicBezTo>
                <a:cubicBezTo>
                  <a:pt x="924538" y="262586"/>
                  <a:pt x="924538" y="262586"/>
                  <a:pt x="924538" y="262586"/>
                </a:cubicBezTo>
                <a:cubicBezTo>
                  <a:pt x="938762" y="248393"/>
                  <a:pt x="938762" y="248393"/>
                  <a:pt x="938762" y="248393"/>
                </a:cubicBezTo>
                <a:cubicBezTo>
                  <a:pt x="1123669" y="432914"/>
                  <a:pt x="1123669" y="432914"/>
                  <a:pt x="1123669" y="432914"/>
                </a:cubicBezTo>
                <a:cubicBezTo>
                  <a:pt x="1116557" y="440011"/>
                  <a:pt x="1116557" y="447107"/>
                  <a:pt x="1109445" y="454204"/>
                </a:cubicBezTo>
                <a:cubicBezTo>
                  <a:pt x="867644" y="361944"/>
                  <a:pt x="867644" y="361944"/>
                  <a:pt x="867644" y="361944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46308" y="333557"/>
                  <a:pt x="846308" y="333557"/>
                  <a:pt x="846308" y="333557"/>
                </a:cubicBezTo>
                <a:cubicBezTo>
                  <a:pt x="796525" y="461302"/>
                  <a:pt x="796525" y="461302"/>
                  <a:pt x="796525" y="461302"/>
                </a:cubicBezTo>
                <a:cubicBezTo>
                  <a:pt x="824973" y="468399"/>
                  <a:pt x="824973" y="468399"/>
                  <a:pt x="824973" y="468399"/>
                </a:cubicBezTo>
                <a:cubicBezTo>
                  <a:pt x="824973" y="454204"/>
                  <a:pt x="824973" y="454204"/>
                  <a:pt x="824973" y="454204"/>
                </a:cubicBezTo>
                <a:cubicBezTo>
                  <a:pt x="1066775" y="553561"/>
                  <a:pt x="1066775" y="553561"/>
                  <a:pt x="1066775" y="553561"/>
                </a:cubicBezTo>
                <a:cubicBezTo>
                  <a:pt x="1066775" y="560659"/>
                  <a:pt x="1059663" y="574853"/>
                  <a:pt x="1059663" y="581950"/>
                </a:cubicBezTo>
                <a:cubicBezTo>
                  <a:pt x="782301" y="581950"/>
                  <a:pt x="782301" y="581950"/>
                  <a:pt x="782301" y="581950"/>
                </a:cubicBezTo>
                <a:cubicBezTo>
                  <a:pt x="782301" y="567756"/>
                  <a:pt x="782301" y="567756"/>
                  <a:pt x="782301" y="567756"/>
                </a:cubicBezTo>
                <a:cubicBezTo>
                  <a:pt x="483605" y="567756"/>
                  <a:pt x="483605" y="567756"/>
                  <a:pt x="483605" y="567756"/>
                </a:cubicBezTo>
                <a:cubicBezTo>
                  <a:pt x="483605" y="567756"/>
                  <a:pt x="483605" y="567756"/>
                  <a:pt x="476493" y="567756"/>
                </a:cubicBezTo>
                <a:cubicBezTo>
                  <a:pt x="448046" y="567756"/>
                  <a:pt x="419598" y="596143"/>
                  <a:pt x="419598" y="631628"/>
                </a:cubicBezTo>
                <a:cubicBezTo>
                  <a:pt x="419598" y="631628"/>
                  <a:pt x="419598" y="631628"/>
                  <a:pt x="419598" y="631628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2001338"/>
                  <a:pt x="448046" y="2029727"/>
                  <a:pt x="476493" y="2029727"/>
                </a:cubicBezTo>
                <a:cubicBezTo>
                  <a:pt x="483605" y="2029727"/>
                  <a:pt x="483605" y="2029727"/>
                  <a:pt x="483605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29912" y="2029727"/>
                  <a:pt x="1329912" y="2029727"/>
                  <a:pt x="1329912" y="2029727"/>
                </a:cubicBezTo>
                <a:cubicBezTo>
                  <a:pt x="1329912" y="2178762"/>
                  <a:pt x="1329912" y="2178762"/>
                  <a:pt x="1329912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52551" y="2178762"/>
                  <a:pt x="1031216" y="2200054"/>
                  <a:pt x="1031216" y="2235538"/>
                </a:cubicBezTo>
                <a:cubicBezTo>
                  <a:pt x="1031216" y="2235538"/>
                  <a:pt x="1031216" y="2235538"/>
                  <a:pt x="1031216" y="2235538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491029"/>
                  <a:pt x="1031216" y="2491029"/>
                  <a:pt x="1031216" y="2491029"/>
                </a:cubicBezTo>
                <a:cubicBezTo>
                  <a:pt x="611618" y="2491029"/>
                  <a:pt x="611618" y="2491029"/>
                  <a:pt x="611618" y="2491029"/>
                </a:cubicBezTo>
                <a:cubicBezTo>
                  <a:pt x="618730" y="2838779"/>
                  <a:pt x="618730" y="2838779"/>
                  <a:pt x="618730" y="2838779"/>
                </a:cubicBezTo>
                <a:cubicBezTo>
                  <a:pt x="732518" y="2966523"/>
                  <a:pt x="732518" y="2966523"/>
                  <a:pt x="732518" y="2966523"/>
                </a:cubicBezTo>
                <a:cubicBezTo>
                  <a:pt x="732518" y="3200723"/>
                  <a:pt x="732518" y="3200723"/>
                  <a:pt x="732518" y="3200723"/>
                </a:cubicBezTo>
                <a:cubicBezTo>
                  <a:pt x="867644" y="3257498"/>
                  <a:pt x="867644" y="3257498"/>
                  <a:pt x="867644" y="3257498"/>
                </a:cubicBezTo>
                <a:cubicBezTo>
                  <a:pt x="867644" y="3583958"/>
                  <a:pt x="867644" y="3583958"/>
                  <a:pt x="867644" y="3583958"/>
                </a:cubicBezTo>
                <a:cubicBezTo>
                  <a:pt x="270250" y="3690412"/>
                  <a:pt x="49783" y="3825254"/>
                  <a:pt x="28447" y="3832351"/>
                </a:cubicBezTo>
                <a:cubicBezTo>
                  <a:pt x="0" y="3832351"/>
                  <a:pt x="135124" y="3853642"/>
                  <a:pt x="327144" y="3945903"/>
                </a:cubicBezTo>
                <a:cubicBezTo>
                  <a:pt x="568946" y="4059453"/>
                  <a:pt x="540499" y="4123326"/>
                  <a:pt x="540499" y="4123326"/>
                </a:cubicBezTo>
                <a:cubicBezTo>
                  <a:pt x="540499" y="4123326"/>
                  <a:pt x="960097" y="3853642"/>
                  <a:pt x="1870412" y="3690412"/>
                </a:cubicBezTo>
                <a:cubicBezTo>
                  <a:pt x="2346904" y="3605249"/>
                  <a:pt x="3207436" y="3569764"/>
                  <a:pt x="3520357" y="3633636"/>
                </a:cubicBezTo>
                <a:cubicBezTo>
                  <a:pt x="3520357" y="3633636"/>
                  <a:pt x="3278555" y="3576861"/>
                  <a:pt x="2937186" y="352718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184900" y="0"/>
            <a:ext cx="6882359" cy="6858000"/>
          </a:xfrm>
          <a:custGeom>
            <a:avLst/>
            <a:gdLst/>
            <a:ahLst/>
            <a:cxnLst/>
            <a:rect l="l" t="t" r="r" b="b"/>
            <a:pathLst>
              <a:path w="6882359" h="6858000">
                <a:moveTo>
                  <a:pt x="3441179" y="6758711"/>
                </a:moveTo>
                <a:cubicBezTo>
                  <a:pt x="1592612" y="6758711"/>
                  <a:pt x="99539" y="5262292"/>
                  <a:pt x="99539" y="3418362"/>
                </a:cubicBezTo>
                <a:cubicBezTo>
                  <a:pt x="99539" y="1581525"/>
                  <a:pt x="1592612" y="85104"/>
                  <a:pt x="3441179" y="85104"/>
                </a:cubicBezTo>
                <a:cubicBezTo>
                  <a:pt x="5289747" y="85104"/>
                  <a:pt x="6782821" y="1581525"/>
                  <a:pt x="6782821" y="3418362"/>
                </a:cubicBezTo>
                <a:cubicBezTo>
                  <a:pt x="6782821" y="5262292"/>
                  <a:pt x="5289747" y="6758711"/>
                  <a:pt x="3441179" y="6758711"/>
                </a:cubicBezTo>
                <a:close/>
                <a:moveTo>
                  <a:pt x="3441179" y="0"/>
                </a:moveTo>
                <a:cubicBezTo>
                  <a:pt x="1542843" y="0"/>
                  <a:pt x="0" y="1531880"/>
                  <a:pt x="0" y="3425454"/>
                </a:cubicBezTo>
                <a:cubicBezTo>
                  <a:pt x="0" y="5319028"/>
                  <a:pt x="1542843" y="6858000"/>
                  <a:pt x="3441179" y="6858000"/>
                </a:cubicBezTo>
                <a:cubicBezTo>
                  <a:pt x="5339516" y="6858000"/>
                  <a:pt x="6882359" y="5319028"/>
                  <a:pt x="6882359" y="3425454"/>
                </a:cubicBezTo>
                <a:cubicBezTo>
                  <a:pt x="6882359" y="1531880"/>
                  <a:pt x="5339516" y="0"/>
                  <a:pt x="3441179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6972300" y="2209800"/>
            <a:ext cx="249716" cy="231442"/>
          </a:xfrm>
          <a:custGeom>
            <a:avLst/>
            <a:gdLst/>
            <a:ahLst/>
            <a:cxnLst/>
            <a:rect l="l" t="t" r="r" b="b"/>
            <a:pathLst>
              <a:path w="249716" h="231442">
                <a:moveTo>
                  <a:pt x="164099" y="21698"/>
                </a:moveTo>
                <a:cubicBezTo>
                  <a:pt x="128425" y="0"/>
                  <a:pt x="92752" y="0"/>
                  <a:pt x="71347" y="7233"/>
                </a:cubicBezTo>
                <a:cubicBezTo>
                  <a:pt x="42808" y="14465"/>
                  <a:pt x="21405" y="36163"/>
                  <a:pt x="14270" y="65093"/>
                </a:cubicBezTo>
                <a:cubicBezTo>
                  <a:pt x="0" y="94023"/>
                  <a:pt x="0" y="122954"/>
                  <a:pt x="7135" y="144652"/>
                </a:cubicBezTo>
                <a:cubicBezTo>
                  <a:pt x="21405" y="173581"/>
                  <a:pt x="42808" y="195279"/>
                  <a:pt x="78482" y="209744"/>
                </a:cubicBezTo>
                <a:cubicBezTo>
                  <a:pt x="114156" y="224210"/>
                  <a:pt x="149830" y="231442"/>
                  <a:pt x="178369" y="224210"/>
                </a:cubicBezTo>
                <a:cubicBezTo>
                  <a:pt x="199772" y="209744"/>
                  <a:pt x="221177" y="195279"/>
                  <a:pt x="235447" y="166348"/>
                </a:cubicBezTo>
                <a:cubicBezTo>
                  <a:pt x="249716" y="137419"/>
                  <a:pt x="249716" y="108488"/>
                  <a:pt x="235447" y="86791"/>
                </a:cubicBezTo>
                <a:cubicBezTo>
                  <a:pt x="228312" y="57860"/>
                  <a:pt x="199772" y="36163"/>
                  <a:pt x="164099" y="21698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9169400" y="5257800"/>
            <a:ext cx="158355" cy="286259"/>
          </a:xfrm>
          <a:custGeom>
            <a:avLst/>
            <a:gdLst/>
            <a:ahLst/>
            <a:cxnLst/>
            <a:rect l="l" t="t" r="r" b="b"/>
            <a:pathLst>
              <a:path w="158355" h="286259">
                <a:moveTo>
                  <a:pt x="158355" y="0"/>
                </a:moveTo>
                <a:cubicBezTo>
                  <a:pt x="158355" y="286259"/>
                  <a:pt x="158355" y="286259"/>
                  <a:pt x="158355" y="286259"/>
                </a:cubicBezTo>
                <a:cubicBezTo>
                  <a:pt x="79177" y="286259"/>
                  <a:pt x="79177" y="286259"/>
                  <a:pt x="79177" y="286259"/>
                </a:cubicBezTo>
                <a:cubicBezTo>
                  <a:pt x="79177" y="100190"/>
                  <a:pt x="79177" y="100190"/>
                  <a:pt x="79177" y="100190"/>
                </a:cubicBezTo>
                <a:cubicBezTo>
                  <a:pt x="64781" y="107347"/>
                  <a:pt x="57583" y="114503"/>
                  <a:pt x="43188" y="121660"/>
                </a:cubicBezTo>
                <a:cubicBezTo>
                  <a:pt x="28792" y="128816"/>
                  <a:pt x="14395" y="135973"/>
                  <a:pt x="0" y="135973"/>
                </a:cubicBezTo>
                <a:cubicBezTo>
                  <a:pt x="0" y="78721"/>
                  <a:pt x="0" y="78721"/>
                  <a:pt x="0" y="78721"/>
                </a:cubicBezTo>
                <a:cubicBezTo>
                  <a:pt x="28792" y="71564"/>
                  <a:pt x="43188" y="57252"/>
                  <a:pt x="57583" y="42939"/>
                </a:cubicBezTo>
                <a:cubicBezTo>
                  <a:pt x="71980" y="35782"/>
                  <a:pt x="86375" y="21469"/>
                  <a:pt x="93574" y="0"/>
                </a:cubicBezTo>
                <a:lnTo>
                  <a:pt x="15835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9398000" y="5257800"/>
            <a:ext cx="231442" cy="286259"/>
          </a:xfrm>
          <a:custGeom>
            <a:avLst/>
            <a:gdLst/>
            <a:ahLst/>
            <a:cxnLst/>
            <a:rect l="l" t="t" r="r" b="b"/>
            <a:pathLst>
              <a:path w="231442" h="286259">
                <a:moveTo>
                  <a:pt x="151884" y="100190"/>
                </a:moveTo>
                <a:cubicBezTo>
                  <a:pt x="151884" y="85877"/>
                  <a:pt x="144652" y="71564"/>
                  <a:pt x="137419" y="64408"/>
                </a:cubicBezTo>
                <a:cubicBezTo>
                  <a:pt x="130186" y="57252"/>
                  <a:pt x="122954" y="50095"/>
                  <a:pt x="108488" y="50095"/>
                </a:cubicBezTo>
                <a:cubicBezTo>
                  <a:pt x="101256" y="50095"/>
                  <a:pt x="94023" y="57252"/>
                  <a:pt x="86791" y="64408"/>
                </a:cubicBezTo>
                <a:cubicBezTo>
                  <a:pt x="79558" y="71564"/>
                  <a:pt x="72325" y="78721"/>
                  <a:pt x="72325" y="93034"/>
                </a:cubicBezTo>
                <a:cubicBezTo>
                  <a:pt x="72325" y="114503"/>
                  <a:pt x="79558" y="121660"/>
                  <a:pt x="86791" y="128816"/>
                </a:cubicBezTo>
                <a:cubicBezTo>
                  <a:pt x="94023" y="143129"/>
                  <a:pt x="101256" y="143129"/>
                  <a:pt x="108488" y="143129"/>
                </a:cubicBezTo>
                <a:cubicBezTo>
                  <a:pt x="122954" y="143129"/>
                  <a:pt x="130186" y="143129"/>
                  <a:pt x="137419" y="128816"/>
                </a:cubicBezTo>
                <a:cubicBezTo>
                  <a:pt x="144652" y="121660"/>
                  <a:pt x="151884" y="114503"/>
                  <a:pt x="151884" y="100190"/>
                </a:cubicBezTo>
                <a:close/>
                <a:moveTo>
                  <a:pt x="7233" y="221851"/>
                </a:moveTo>
                <a:cubicBezTo>
                  <a:pt x="86791" y="214695"/>
                  <a:pt x="86791" y="214695"/>
                  <a:pt x="86791" y="214695"/>
                </a:cubicBezTo>
                <a:cubicBezTo>
                  <a:pt x="86791" y="221851"/>
                  <a:pt x="86791" y="229008"/>
                  <a:pt x="94023" y="236164"/>
                </a:cubicBezTo>
                <a:cubicBezTo>
                  <a:pt x="101256" y="236164"/>
                  <a:pt x="108488" y="243321"/>
                  <a:pt x="108488" y="243321"/>
                </a:cubicBezTo>
                <a:cubicBezTo>
                  <a:pt x="122954" y="243321"/>
                  <a:pt x="137419" y="236164"/>
                  <a:pt x="144652" y="221851"/>
                </a:cubicBezTo>
                <a:cubicBezTo>
                  <a:pt x="144652" y="214695"/>
                  <a:pt x="151884" y="193225"/>
                  <a:pt x="151884" y="164598"/>
                </a:cubicBezTo>
                <a:cubicBezTo>
                  <a:pt x="144652" y="171755"/>
                  <a:pt x="137419" y="178911"/>
                  <a:pt x="122954" y="186069"/>
                </a:cubicBezTo>
                <a:cubicBezTo>
                  <a:pt x="115721" y="186069"/>
                  <a:pt x="101256" y="193225"/>
                  <a:pt x="94023" y="193225"/>
                </a:cubicBezTo>
                <a:cubicBezTo>
                  <a:pt x="65093" y="193225"/>
                  <a:pt x="43396" y="186069"/>
                  <a:pt x="28931" y="164598"/>
                </a:cubicBezTo>
                <a:cubicBezTo>
                  <a:pt x="7233" y="150285"/>
                  <a:pt x="0" y="121660"/>
                  <a:pt x="0" y="100190"/>
                </a:cubicBezTo>
                <a:cubicBezTo>
                  <a:pt x="0" y="78721"/>
                  <a:pt x="7233" y="64408"/>
                  <a:pt x="14465" y="50095"/>
                </a:cubicBezTo>
                <a:cubicBezTo>
                  <a:pt x="21698" y="35782"/>
                  <a:pt x="36163" y="21469"/>
                  <a:pt x="50629" y="14313"/>
                </a:cubicBezTo>
                <a:cubicBezTo>
                  <a:pt x="65093" y="7156"/>
                  <a:pt x="86791" y="0"/>
                  <a:pt x="108488" y="0"/>
                </a:cubicBezTo>
                <a:cubicBezTo>
                  <a:pt x="137419" y="0"/>
                  <a:pt x="159116" y="7156"/>
                  <a:pt x="173581" y="14313"/>
                </a:cubicBezTo>
                <a:cubicBezTo>
                  <a:pt x="195279" y="28626"/>
                  <a:pt x="209744" y="42939"/>
                  <a:pt x="216977" y="64408"/>
                </a:cubicBezTo>
                <a:cubicBezTo>
                  <a:pt x="224210" y="78721"/>
                  <a:pt x="231442" y="107347"/>
                  <a:pt x="231442" y="143129"/>
                </a:cubicBezTo>
                <a:cubicBezTo>
                  <a:pt x="231442" y="193225"/>
                  <a:pt x="224210" y="229008"/>
                  <a:pt x="202512" y="250477"/>
                </a:cubicBezTo>
                <a:cubicBezTo>
                  <a:pt x="180814" y="279103"/>
                  <a:pt x="151884" y="286259"/>
                  <a:pt x="108488" y="286259"/>
                </a:cubicBezTo>
                <a:cubicBezTo>
                  <a:pt x="86791" y="286259"/>
                  <a:pt x="72325" y="286259"/>
                  <a:pt x="57860" y="279103"/>
                </a:cubicBezTo>
                <a:cubicBezTo>
                  <a:pt x="43396" y="271946"/>
                  <a:pt x="36163" y="264790"/>
                  <a:pt x="28931" y="257633"/>
                </a:cubicBezTo>
                <a:cubicBezTo>
                  <a:pt x="14465" y="250477"/>
                  <a:pt x="14465" y="236164"/>
                  <a:pt x="7233" y="221851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9639300" y="5257800"/>
            <a:ext cx="231442" cy="280167"/>
          </a:xfrm>
          <a:custGeom>
            <a:avLst/>
            <a:gdLst/>
            <a:ahLst/>
            <a:cxnLst/>
            <a:rect l="l" t="t" r="r" b="b"/>
            <a:pathLst>
              <a:path w="231442" h="280167">
                <a:moveTo>
                  <a:pt x="28931" y="0"/>
                </a:moveTo>
                <a:cubicBezTo>
                  <a:pt x="216977" y="0"/>
                  <a:pt x="216977" y="0"/>
                  <a:pt x="216977" y="0"/>
                </a:cubicBezTo>
                <a:cubicBezTo>
                  <a:pt x="216977" y="57470"/>
                  <a:pt x="216977" y="57470"/>
                  <a:pt x="216977" y="57470"/>
                </a:cubicBezTo>
                <a:cubicBezTo>
                  <a:pt x="94023" y="57470"/>
                  <a:pt x="94023" y="57470"/>
                  <a:pt x="94023" y="57470"/>
                </a:cubicBezTo>
                <a:cubicBezTo>
                  <a:pt x="86791" y="100573"/>
                  <a:pt x="86791" y="100573"/>
                  <a:pt x="86791" y="100573"/>
                </a:cubicBezTo>
                <a:cubicBezTo>
                  <a:pt x="94023" y="100573"/>
                  <a:pt x="101256" y="93389"/>
                  <a:pt x="108488" y="93389"/>
                </a:cubicBezTo>
                <a:cubicBezTo>
                  <a:pt x="122954" y="93389"/>
                  <a:pt x="130186" y="93389"/>
                  <a:pt x="137419" y="93389"/>
                </a:cubicBezTo>
                <a:cubicBezTo>
                  <a:pt x="166348" y="93389"/>
                  <a:pt x="188046" y="100573"/>
                  <a:pt x="202512" y="114940"/>
                </a:cubicBezTo>
                <a:cubicBezTo>
                  <a:pt x="224210" y="129308"/>
                  <a:pt x="231442" y="150859"/>
                  <a:pt x="231442" y="179595"/>
                </a:cubicBezTo>
                <a:cubicBezTo>
                  <a:pt x="231442" y="193962"/>
                  <a:pt x="224210" y="215513"/>
                  <a:pt x="216977" y="229880"/>
                </a:cubicBezTo>
                <a:cubicBezTo>
                  <a:pt x="209744" y="251432"/>
                  <a:pt x="195279" y="258615"/>
                  <a:pt x="180814" y="265800"/>
                </a:cubicBezTo>
                <a:cubicBezTo>
                  <a:pt x="159116" y="280167"/>
                  <a:pt x="144652" y="280167"/>
                  <a:pt x="115721" y="280167"/>
                </a:cubicBezTo>
                <a:cubicBezTo>
                  <a:pt x="94023" y="280167"/>
                  <a:pt x="79558" y="280167"/>
                  <a:pt x="65093" y="280167"/>
                </a:cubicBezTo>
                <a:cubicBezTo>
                  <a:pt x="57860" y="272983"/>
                  <a:pt x="43396" y="265800"/>
                  <a:pt x="36163" y="258615"/>
                </a:cubicBezTo>
                <a:cubicBezTo>
                  <a:pt x="28931" y="251432"/>
                  <a:pt x="14465" y="244248"/>
                  <a:pt x="14465" y="237065"/>
                </a:cubicBezTo>
                <a:cubicBezTo>
                  <a:pt x="7233" y="229880"/>
                  <a:pt x="0" y="215513"/>
                  <a:pt x="0" y="208330"/>
                </a:cubicBezTo>
                <a:cubicBezTo>
                  <a:pt x="79558" y="193962"/>
                  <a:pt x="79558" y="193962"/>
                  <a:pt x="79558" y="193962"/>
                </a:cubicBezTo>
                <a:cubicBezTo>
                  <a:pt x="79558" y="208330"/>
                  <a:pt x="79558" y="215513"/>
                  <a:pt x="86791" y="222697"/>
                </a:cubicBezTo>
                <a:cubicBezTo>
                  <a:pt x="94023" y="229880"/>
                  <a:pt x="108488" y="237065"/>
                  <a:pt x="115721" y="237065"/>
                </a:cubicBezTo>
                <a:cubicBezTo>
                  <a:pt x="122954" y="237065"/>
                  <a:pt x="137419" y="229880"/>
                  <a:pt x="144652" y="222697"/>
                </a:cubicBezTo>
                <a:cubicBezTo>
                  <a:pt x="151884" y="215513"/>
                  <a:pt x="151884" y="201145"/>
                  <a:pt x="151884" y="186778"/>
                </a:cubicBezTo>
                <a:cubicBezTo>
                  <a:pt x="151884" y="172410"/>
                  <a:pt x="151884" y="158043"/>
                  <a:pt x="144652" y="150859"/>
                </a:cubicBezTo>
                <a:cubicBezTo>
                  <a:pt x="137419" y="143675"/>
                  <a:pt x="122954" y="136492"/>
                  <a:pt x="115721" y="136492"/>
                </a:cubicBezTo>
                <a:cubicBezTo>
                  <a:pt x="108488" y="136492"/>
                  <a:pt x="101256" y="143675"/>
                  <a:pt x="94023" y="143675"/>
                </a:cubicBezTo>
                <a:cubicBezTo>
                  <a:pt x="86791" y="143675"/>
                  <a:pt x="79558" y="150859"/>
                  <a:pt x="72325" y="158043"/>
                </a:cubicBezTo>
                <a:cubicBezTo>
                  <a:pt x="7233" y="150859"/>
                  <a:pt x="7233" y="150859"/>
                  <a:pt x="7233" y="150859"/>
                </a:cubicBezTo>
                <a:lnTo>
                  <a:pt x="28931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9893300" y="5257800"/>
            <a:ext cx="219260" cy="286259"/>
          </a:xfrm>
          <a:custGeom>
            <a:avLst/>
            <a:gdLst/>
            <a:ahLst/>
            <a:cxnLst/>
            <a:rect l="l" t="t" r="r" b="b"/>
            <a:pathLst>
              <a:path w="219260" h="286259">
                <a:moveTo>
                  <a:pt x="70729" y="85877"/>
                </a:moveTo>
                <a:cubicBezTo>
                  <a:pt x="0" y="71564"/>
                  <a:pt x="0" y="71564"/>
                  <a:pt x="0" y="71564"/>
                </a:cubicBezTo>
                <a:cubicBezTo>
                  <a:pt x="7073" y="50095"/>
                  <a:pt x="21219" y="35782"/>
                  <a:pt x="35364" y="21469"/>
                </a:cubicBezTo>
                <a:cubicBezTo>
                  <a:pt x="49511" y="7156"/>
                  <a:pt x="77803" y="0"/>
                  <a:pt x="106095" y="0"/>
                </a:cubicBezTo>
                <a:cubicBezTo>
                  <a:pt x="141459" y="0"/>
                  <a:pt x="169751" y="7156"/>
                  <a:pt x="183896" y="21469"/>
                </a:cubicBezTo>
                <a:cubicBezTo>
                  <a:pt x="198043" y="35782"/>
                  <a:pt x="212188" y="50095"/>
                  <a:pt x="212188" y="71564"/>
                </a:cubicBezTo>
                <a:cubicBezTo>
                  <a:pt x="212188" y="85877"/>
                  <a:pt x="205115" y="93034"/>
                  <a:pt x="198043" y="107347"/>
                </a:cubicBezTo>
                <a:cubicBezTo>
                  <a:pt x="190969" y="114503"/>
                  <a:pt x="183896" y="121660"/>
                  <a:pt x="169751" y="128816"/>
                </a:cubicBezTo>
                <a:cubicBezTo>
                  <a:pt x="176823" y="135973"/>
                  <a:pt x="190969" y="135973"/>
                  <a:pt x="190969" y="143129"/>
                </a:cubicBezTo>
                <a:cubicBezTo>
                  <a:pt x="205115" y="143129"/>
                  <a:pt x="212188" y="150285"/>
                  <a:pt x="212188" y="164598"/>
                </a:cubicBezTo>
                <a:cubicBezTo>
                  <a:pt x="219260" y="171755"/>
                  <a:pt x="219260" y="186069"/>
                  <a:pt x="219260" y="193225"/>
                </a:cubicBezTo>
                <a:cubicBezTo>
                  <a:pt x="219260" y="214695"/>
                  <a:pt x="219260" y="229008"/>
                  <a:pt x="212188" y="243321"/>
                </a:cubicBezTo>
                <a:cubicBezTo>
                  <a:pt x="205115" y="257633"/>
                  <a:pt x="190969" y="271946"/>
                  <a:pt x="176823" y="279103"/>
                </a:cubicBezTo>
                <a:cubicBezTo>
                  <a:pt x="155604" y="286259"/>
                  <a:pt x="134386" y="286259"/>
                  <a:pt x="113167" y="286259"/>
                </a:cubicBezTo>
                <a:cubicBezTo>
                  <a:pt x="84875" y="286259"/>
                  <a:pt x="70729" y="286259"/>
                  <a:pt x="56584" y="279103"/>
                </a:cubicBezTo>
                <a:cubicBezTo>
                  <a:pt x="42437" y="271946"/>
                  <a:pt x="28292" y="264790"/>
                  <a:pt x="21219" y="250477"/>
                </a:cubicBezTo>
                <a:cubicBezTo>
                  <a:pt x="7073" y="243321"/>
                  <a:pt x="0" y="229008"/>
                  <a:pt x="0" y="207538"/>
                </a:cubicBezTo>
                <a:cubicBezTo>
                  <a:pt x="70729" y="200382"/>
                  <a:pt x="70729" y="200382"/>
                  <a:pt x="70729" y="200382"/>
                </a:cubicBezTo>
                <a:cubicBezTo>
                  <a:pt x="77803" y="214695"/>
                  <a:pt x="77803" y="229008"/>
                  <a:pt x="84875" y="229008"/>
                </a:cubicBezTo>
                <a:cubicBezTo>
                  <a:pt x="91948" y="236164"/>
                  <a:pt x="99021" y="243321"/>
                  <a:pt x="113167" y="243321"/>
                </a:cubicBezTo>
                <a:cubicBezTo>
                  <a:pt x="120240" y="243321"/>
                  <a:pt x="127312" y="236164"/>
                  <a:pt x="134386" y="229008"/>
                </a:cubicBezTo>
                <a:cubicBezTo>
                  <a:pt x="141459" y="221851"/>
                  <a:pt x="148532" y="214695"/>
                  <a:pt x="148532" y="200382"/>
                </a:cubicBezTo>
                <a:cubicBezTo>
                  <a:pt x="148532" y="186069"/>
                  <a:pt x="141459" y="178911"/>
                  <a:pt x="134386" y="171755"/>
                </a:cubicBezTo>
                <a:cubicBezTo>
                  <a:pt x="127312" y="164598"/>
                  <a:pt x="120240" y="157442"/>
                  <a:pt x="106095" y="157442"/>
                </a:cubicBezTo>
                <a:cubicBezTo>
                  <a:pt x="106095" y="157442"/>
                  <a:pt x="99021" y="164598"/>
                  <a:pt x="84875" y="164598"/>
                </a:cubicBezTo>
                <a:cubicBezTo>
                  <a:pt x="91948" y="107347"/>
                  <a:pt x="91948" y="107347"/>
                  <a:pt x="91948" y="107347"/>
                </a:cubicBezTo>
                <a:cubicBezTo>
                  <a:pt x="91948" y="107347"/>
                  <a:pt x="99021" y="107347"/>
                  <a:pt x="99021" y="107347"/>
                </a:cubicBezTo>
                <a:cubicBezTo>
                  <a:pt x="106095" y="107347"/>
                  <a:pt x="120240" y="107347"/>
                  <a:pt x="120240" y="100190"/>
                </a:cubicBezTo>
                <a:cubicBezTo>
                  <a:pt x="127312" y="93034"/>
                  <a:pt x="134386" y="85877"/>
                  <a:pt x="134386" y="78721"/>
                </a:cubicBezTo>
                <a:cubicBezTo>
                  <a:pt x="134386" y="71564"/>
                  <a:pt x="127312" y="64408"/>
                  <a:pt x="127312" y="57252"/>
                </a:cubicBezTo>
                <a:cubicBezTo>
                  <a:pt x="120240" y="50095"/>
                  <a:pt x="113167" y="50095"/>
                  <a:pt x="106095" y="50095"/>
                </a:cubicBezTo>
                <a:cubicBezTo>
                  <a:pt x="99021" y="50095"/>
                  <a:pt x="91948" y="50095"/>
                  <a:pt x="84875" y="57252"/>
                </a:cubicBezTo>
                <a:cubicBezTo>
                  <a:pt x="77803" y="64408"/>
                  <a:pt x="77803" y="71564"/>
                  <a:pt x="70729" y="85877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8001000" y="5511800"/>
            <a:ext cx="66998" cy="36543"/>
          </a:xfrm>
          <a:custGeom>
            <a:avLst/>
            <a:gdLst/>
            <a:ahLst/>
            <a:cxnLst/>
            <a:rect l="l" t="t" r="r" b="b"/>
            <a:pathLst>
              <a:path w="66998" h="36543">
                <a:moveTo>
                  <a:pt x="0" y="36543"/>
                </a:moveTo>
                <a:lnTo>
                  <a:pt x="30453" y="30452"/>
                </a:lnTo>
                <a:lnTo>
                  <a:pt x="66998" y="12181"/>
                </a:lnTo>
                <a:lnTo>
                  <a:pt x="48726" y="6091"/>
                </a:lnTo>
                <a:lnTo>
                  <a:pt x="24362" y="0"/>
                </a:lnTo>
                <a:lnTo>
                  <a:pt x="0" y="36543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394700" y="800100"/>
            <a:ext cx="170536" cy="133993"/>
          </a:xfrm>
          <a:custGeom>
            <a:avLst/>
            <a:gdLst/>
            <a:ahLst/>
            <a:cxnLst/>
            <a:rect l="l" t="t" r="r" b="b"/>
            <a:pathLst>
              <a:path w="170536" h="133993">
                <a:moveTo>
                  <a:pt x="156324" y="77575"/>
                </a:moveTo>
                <a:cubicBezTo>
                  <a:pt x="163430" y="70523"/>
                  <a:pt x="170536" y="63471"/>
                  <a:pt x="170536" y="56418"/>
                </a:cubicBezTo>
                <a:cubicBezTo>
                  <a:pt x="170536" y="42314"/>
                  <a:pt x="170536" y="35262"/>
                  <a:pt x="170536" y="28209"/>
                </a:cubicBezTo>
                <a:cubicBezTo>
                  <a:pt x="163430" y="14105"/>
                  <a:pt x="156324" y="7052"/>
                  <a:pt x="149219" y="0"/>
                </a:cubicBezTo>
                <a:cubicBezTo>
                  <a:pt x="135007" y="0"/>
                  <a:pt x="127902" y="0"/>
                  <a:pt x="113690" y="0"/>
                </a:cubicBezTo>
                <a:cubicBezTo>
                  <a:pt x="106585" y="7052"/>
                  <a:pt x="85268" y="14105"/>
                  <a:pt x="56845" y="28209"/>
                </a:cubicBezTo>
                <a:cubicBezTo>
                  <a:pt x="0" y="49366"/>
                  <a:pt x="0" y="49366"/>
                  <a:pt x="0" y="49366"/>
                </a:cubicBezTo>
                <a:cubicBezTo>
                  <a:pt x="35528" y="133993"/>
                  <a:pt x="35528" y="133993"/>
                  <a:pt x="35528" y="133993"/>
                </a:cubicBezTo>
                <a:cubicBezTo>
                  <a:pt x="92373" y="112836"/>
                  <a:pt x="92373" y="112836"/>
                  <a:pt x="92373" y="112836"/>
                </a:cubicBezTo>
                <a:cubicBezTo>
                  <a:pt x="127902" y="91680"/>
                  <a:pt x="149219" y="84628"/>
                  <a:pt x="156324" y="7757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1912600" y="1854200"/>
            <a:ext cx="140085" cy="176629"/>
          </a:xfrm>
          <a:custGeom>
            <a:avLst/>
            <a:gdLst/>
            <a:ahLst/>
            <a:cxnLst/>
            <a:rect l="l" t="t" r="r" b="b"/>
            <a:pathLst>
              <a:path w="140085" h="176629">
                <a:moveTo>
                  <a:pt x="70043" y="162499"/>
                </a:moveTo>
                <a:cubicBezTo>
                  <a:pt x="77047" y="169564"/>
                  <a:pt x="84051" y="169564"/>
                  <a:pt x="91055" y="176629"/>
                </a:cubicBezTo>
                <a:cubicBezTo>
                  <a:pt x="105063" y="176629"/>
                  <a:pt x="112069" y="169564"/>
                  <a:pt x="119073" y="169564"/>
                </a:cubicBezTo>
                <a:cubicBezTo>
                  <a:pt x="133081" y="162499"/>
                  <a:pt x="140085" y="148368"/>
                  <a:pt x="140085" y="141303"/>
                </a:cubicBezTo>
                <a:cubicBezTo>
                  <a:pt x="140085" y="134238"/>
                  <a:pt x="140085" y="120108"/>
                  <a:pt x="140085" y="105978"/>
                </a:cubicBezTo>
                <a:cubicBezTo>
                  <a:pt x="133081" y="98913"/>
                  <a:pt x="126077" y="84781"/>
                  <a:pt x="105063" y="56521"/>
                </a:cubicBezTo>
                <a:cubicBezTo>
                  <a:pt x="77047" y="0"/>
                  <a:pt x="77047" y="0"/>
                  <a:pt x="77047" y="0"/>
                </a:cubicBezTo>
                <a:cubicBezTo>
                  <a:pt x="0" y="49456"/>
                  <a:pt x="0" y="49456"/>
                  <a:pt x="0" y="49456"/>
                </a:cubicBezTo>
                <a:cubicBezTo>
                  <a:pt x="28017" y="98913"/>
                  <a:pt x="28017" y="98913"/>
                  <a:pt x="28017" y="98913"/>
                </a:cubicBezTo>
                <a:cubicBezTo>
                  <a:pt x="49030" y="134238"/>
                  <a:pt x="63038" y="155434"/>
                  <a:pt x="70043" y="16249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6921500" y="2552700"/>
            <a:ext cx="152265" cy="109630"/>
          </a:xfrm>
          <a:custGeom>
            <a:avLst/>
            <a:gdLst/>
            <a:ahLst/>
            <a:cxnLst/>
            <a:rect l="l" t="t" r="r" b="b"/>
            <a:pathLst>
              <a:path w="152265" h="109630">
                <a:moveTo>
                  <a:pt x="152265" y="0"/>
                </a:moveTo>
                <a:lnTo>
                  <a:pt x="0" y="18271"/>
                </a:lnTo>
                <a:lnTo>
                  <a:pt x="115722" y="109630"/>
                </a:lnTo>
                <a:lnTo>
                  <a:pt x="15226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9906000" y="6096000"/>
            <a:ext cx="146174" cy="237534"/>
          </a:xfrm>
          <a:custGeom>
            <a:avLst/>
            <a:gdLst/>
            <a:ahLst/>
            <a:cxnLst/>
            <a:rect l="l" t="t" r="r" b="b"/>
            <a:pathLst>
              <a:path w="146174" h="237534">
                <a:moveTo>
                  <a:pt x="48725" y="71980"/>
                </a:moveTo>
                <a:cubicBezTo>
                  <a:pt x="34803" y="71980"/>
                  <a:pt x="27842" y="86377"/>
                  <a:pt x="27842" y="86377"/>
                </a:cubicBezTo>
                <a:cubicBezTo>
                  <a:pt x="6961" y="100772"/>
                  <a:pt x="13922" y="107970"/>
                  <a:pt x="13922" y="107970"/>
                </a:cubicBezTo>
                <a:cubicBezTo>
                  <a:pt x="13922" y="115169"/>
                  <a:pt x="6961" y="136762"/>
                  <a:pt x="6961" y="136762"/>
                </a:cubicBezTo>
                <a:cubicBezTo>
                  <a:pt x="0" y="143961"/>
                  <a:pt x="0" y="165555"/>
                  <a:pt x="0" y="165555"/>
                </a:cubicBezTo>
                <a:cubicBezTo>
                  <a:pt x="0" y="172753"/>
                  <a:pt x="13922" y="187148"/>
                  <a:pt x="13922" y="187148"/>
                </a:cubicBezTo>
                <a:cubicBezTo>
                  <a:pt x="20883" y="208742"/>
                  <a:pt x="62647" y="230337"/>
                  <a:pt x="62647" y="230337"/>
                </a:cubicBezTo>
                <a:cubicBezTo>
                  <a:pt x="69606" y="237534"/>
                  <a:pt x="76567" y="237534"/>
                  <a:pt x="83528" y="237534"/>
                </a:cubicBezTo>
                <a:cubicBezTo>
                  <a:pt x="90489" y="237534"/>
                  <a:pt x="97450" y="237534"/>
                  <a:pt x="104411" y="237534"/>
                </a:cubicBezTo>
                <a:cubicBezTo>
                  <a:pt x="132253" y="237534"/>
                  <a:pt x="132253" y="208742"/>
                  <a:pt x="132253" y="208742"/>
                </a:cubicBezTo>
                <a:cubicBezTo>
                  <a:pt x="125292" y="201545"/>
                  <a:pt x="139214" y="187148"/>
                  <a:pt x="139214" y="187148"/>
                </a:cubicBezTo>
                <a:cubicBezTo>
                  <a:pt x="146174" y="179951"/>
                  <a:pt x="146174" y="172753"/>
                  <a:pt x="146174" y="172753"/>
                </a:cubicBezTo>
                <a:cubicBezTo>
                  <a:pt x="139214" y="165555"/>
                  <a:pt x="139214" y="143961"/>
                  <a:pt x="139214" y="143961"/>
                </a:cubicBezTo>
                <a:cubicBezTo>
                  <a:pt x="125292" y="136762"/>
                  <a:pt x="97450" y="115169"/>
                  <a:pt x="97450" y="115169"/>
                </a:cubicBezTo>
                <a:cubicBezTo>
                  <a:pt x="76567" y="86377"/>
                  <a:pt x="97450" y="79178"/>
                  <a:pt x="97450" y="79178"/>
                </a:cubicBezTo>
                <a:cubicBezTo>
                  <a:pt x="111370" y="86377"/>
                  <a:pt x="118331" y="79178"/>
                  <a:pt x="118331" y="79178"/>
                </a:cubicBezTo>
                <a:cubicBezTo>
                  <a:pt x="132253" y="79178"/>
                  <a:pt x="125292" y="57584"/>
                  <a:pt x="125292" y="57584"/>
                </a:cubicBezTo>
                <a:cubicBezTo>
                  <a:pt x="125292" y="43188"/>
                  <a:pt x="125292" y="35991"/>
                  <a:pt x="125292" y="35991"/>
                </a:cubicBezTo>
                <a:cubicBezTo>
                  <a:pt x="132253" y="14395"/>
                  <a:pt x="125292" y="14395"/>
                  <a:pt x="125292" y="14395"/>
                </a:cubicBezTo>
                <a:cubicBezTo>
                  <a:pt x="111370" y="0"/>
                  <a:pt x="104411" y="14395"/>
                  <a:pt x="104411" y="14395"/>
                </a:cubicBezTo>
                <a:cubicBezTo>
                  <a:pt x="97450" y="28792"/>
                  <a:pt x="69606" y="57584"/>
                  <a:pt x="69606" y="57584"/>
                </a:cubicBezTo>
                <a:cubicBezTo>
                  <a:pt x="62647" y="57584"/>
                  <a:pt x="62647" y="64783"/>
                  <a:pt x="62647" y="64783"/>
                </a:cubicBezTo>
                <a:cubicBezTo>
                  <a:pt x="55686" y="71980"/>
                  <a:pt x="48725" y="71980"/>
                  <a:pt x="48725" y="7198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8547100" y="5854700"/>
            <a:ext cx="30455" cy="79179"/>
          </a:xfrm>
          <a:custGeom>
            <a:avLst/>
            <a:gdLst/>
            <a:ahLst/>
            <a:cxnLst/>
            <a:rect l="l" t="t" r="r" b="b"/>
            <a:pathLst>
              <a:path w="30455" h="79179">
                <a:moveTo>
                  <a:pt x="0" y="0"/>
                </a:moveTo>
                <a:cubicBezTo>
                  <a:pt x="7614" y="21594"/>
                  <a:pt x="15227" y="28792"/>
                  <a:pt x="15227" y="35991"/>
                </a:cubicBezTo>
                <a:cubicBezTo>
                  <a:pt x="15227" y="43189"/>
                  <a:pt x="15227" y="50387"/>
                  <a:pt x="15227" y="50387"/>
                </a:cubicBezTo>
                <a:cubicBezTo>
                  <a:pt x="30455" y="64783"/>
                  <a:pt x="22841" y="57584"/>
                  <a:pt x="22841" y="71981"/>
                </a:cubicBezTo>
                <a:cubicBezTo>
                  <a:pt x="30455" y="79179"/>
                  <a:pt x="30455" y="71981"/>
                  <a:pt x="30455" y="64783"/>
                </a:cubicBezTo>
                <a:cubicBezTo>
                  <a:pt x="30455" y="57584"/>
                  <a:pt x="30455" y="35991"/>
                  <a:pt x="22841" y="21594"/>
                </a:cubicBezTo>
                <a:cubicBezTo>
                  <a:pt x="22841" y="14397"/>
                  <a:pt x="22841" y="7198"/>
                  <a:pt x="22841" y="0"/>
                </a:cubicBezTo>
                <a:cubicBezTo>
                  <a:pt x="15227" y="0"/>
                  <a:pt x="7614" y="0"/>
                  <a:pt x="0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8407400" y="5905500"/>
            <a:ext cx="127904" cy="48725"/>
          </a:xfrm>
          <a:custGeom>
            <a:avLst/>
            <a:gdLst/>
            <a:ahLst/>
            <a:cxnLst/>
            <a:rect l="l" t="t" r="r" b="b"/>
            <a:pathLst>
              <a:path w="127904" h="48725">
                <a:moveTo>
                  <a:pt x="0" y="48725"/>
                </a:moveTo>
                <a:cubicBezTo>
                  <a:pt x="7106" y="48725"/>
                  <a:pt x="21317" y="41764"/>
                  <a:pt x="35530" y="41764"/>
                </a:cubicBezTo>
                <a:cubicBezTo>
                  <a:pt x="63952" y="41764"/>
                  <a:pt x="106587" y="34803"/>
                  <a:pt x="120799" y="20883"/>
                </a:cubicBezTo>
                <a:cubicBezTo>
                  <a:pt x="127904" y="20883"/>
                  <a:pt x="127904" y="20883"/>
                  <a:pt x="127904" y="13922"/>
                </a:cubicBezTo>
                <a:cubicBezTo>
                  <a:pt x="127904" y="13922"/>
                  <a:pt x="127904" y="13922"/>
                  <a:pt x="127904" y="13922"/>
                </a:cubicBezTo>
                <a:cubicBezTo>
                  <a:pt x="127904" y="6961"/>
                  <a:pt x="120799" y="6961"/>
                  <a:pt x="120799" y="0"/>
                </a:cubicBezTo>
                <a:cubicBezTo>
                  <a:pt x="85269" y="27843"/>
                  <a:pt x="21317" y="34803"/>
                  <a:pt x="0" y="4872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198100" y="660400"/>
            <a:ext cx="243623" cy="261897"/>
          </a:xfrm>
          <a:custGeom>
            <a:avLst/>
            <a:gdLst/>
            <a:ahLst/>
            <a:cxnLst/>
            <a:rect l="l" t="t" r="r" b="b"/>
            <a:pathLst>
              <a:path w="243623" h="261897">
                <a:moveTo>
                  <a:pt x="85984" y="254819"/>
                </a:moveTo>
                <a:cubicBezTo>
                  <a:pt x="121812" y="261897"/>
                  <a:pt x="150473" y="261897"/>
                  <a:pt x="171969" y="247740"/>
                </a:cubicBezTo>
                <a:cubicBezTo>
                  <a:pt x="200631" y="233583"/>
                  <a:pt x="222127" y="205270"/>
                  <a:pt x="229292" y="162801"/>
                </a:cubicBezTo>
                <a:cubicBezTo>
                  <a:pt x="243623" y="120331"/>
                  <a:pt x="243623" y="84940"/>
                  <a:pt x="229292" y="63704"/>
                </a:cubicBezTo>
                <a:cubicBezTo>
                  <a:pt x="214961" y="35391"/>
                  <a:pt x="186300" y="21234"/>
                  <a:pt x="157639" y="14157"/>
                </a:cubicBezTo>
                <a:cubicBezTo>
                  <a:pt x="121812" y="0"/>
                  <a:pt x="93149" y="7078"/>
                  <a:pt x="71653" y="21234"/>
                </a:cubicBezTo>
                <a:cubicBezTo>
                  <a:pt x="42992" y="35391"/>
                  <a:pt x="21496" y="63704"/>
                  <a:pt x="14331" y="106175"/>
                </a:cubicBezTo>
                <a:cubicBezTo>
                  <a:pt x="0" y="141566"/>
                  <a:pt x="7165" y="176958"/>
                  <a:pt x="21496" y="205270"/>
                </a:cubicBezTo>
                <a:cubicBezTo>
                  <a:pt x="35827" y="233583"/>
                  <a:pt x="57323" y="247740"/>
                  <a:pt x="85984" y="25481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6413500" y="203200"/>
            <a:ext cx="6437748" cy="6419474"/>
          </a:xfrm>
          <a:custGeom>
            <a:avLst/>
            <a:gdLst/>
            <a:ahLst/>
            <a:cxnLst/>
            <a:rect l="l" t="t" r="r" b="b"/>
            <a:pathLst>
              <a:path w="6437748" h="6419474">
                <a:moveTo>
                  <a:pt x="3222431" y="0"/>
                </a:moveTo>
                <a:cubicBezTo>
                  <a:pt x="1444047" y="0"/>
                  <a:pt x="0" y="1439949"/>
                  <a:pt x="0" y="3213284"/>
                </a:cubicBezTo>
                <a:cubicBezTo>
                  <a:pt x="0" y="4979525"/>
                  <a:pt x="1444047" y="6419474"/>
                  <a:pt x="3222431" y="6419474"/>
                </a:cubicBezTo>
                <a:cubicBezTo>
                  <a:pt x="5000814" y="6419474"/>
                  <a:pt x="6437748" y="4979525"/>
                  <a:pt x="6437748" y="3213284"/>
                </a:cubicBezTo>
                <a:cubicBezTo>
                  <a:pt x="6437748" y="1439949"/>
                  <a:pt x="5000814" y="0"/>
                  <a:pt x="3222431" y="0"/>
                </a:cubicBezTo>
                <a:close/>
                <a:moveTo>
                  <a:pt x="6103412" y="3050137"/>
                </a:moveTo>
                <a:cubicBezTo>
                  <a:pt x="6039390" y="3057230"/>
                  <a:pt x="6039390" y="3057230"/>
                  <a:pt x="6039390" y="3057230"/>
                </a:cubicBezTo>
                <a:cubicBezTo>
                  <a:pt x="6018050" y="2837336"/>
                  <a:pt x="6018050" y="2837336"/>
                  <a:pt x="6018050" y="2837336"/>
                </a:cubicBezTo>
                <a:cubicBezTo>
                  <a:pt x="5939800" y="2844430"/>
                  <a:pt x="5939800" y="2844430"/>
                  <a:pt x="5939800" y="2844430"/>
                </a:cubicBezTo>
                <a:cubicBezTo>
                  <a:pt x="5961141" y="3050137"/>
                  <a:pt x="5961141" y="3050137"/>
                  <a:pt x="5961141" y="3050137"/>
                </a:cubicBezTo>
                <a:cubicBezTo>
                  <a:pt x="5897119" y="3057230"/>
                  <a:pt x="5897119" y="3057230"/>
                  <a:pt x="5897119" y="3057230"/>
                </a:cubicBezTo>
                <a:cubicBezTo>
                  <a:pt x="5875779" y="2851523"/>
                  <a:pt x="5875779" y="2851523"/>
                  <a:pt x="5875779" y="2851523"/>
                </a:cubicBezTo>
                <a:cubicBezTo>
                  <a:pt x="5776190" y="2865711"/>
                  <a:pt x="5776190" y="2865711"/>
                  <a:pt x="5776190" y="2865711"/>
                </a:cubicBezTo>
                <a:cubicBezTo>
                  <a:pt x="5804643" y="3085603"/>
                  <a:pt x="5804643" y="3085603"/>
                  <a:pt x="5804643" y="3085603"/>
                </a:cubicBezTo>
                <a:cubicBezTo>
                  <a:pt x="5740622" y="3092696"/>
                  <a:pt x="5740622" y="3092696"/>
                  <a:pt x="5740622" y="3092696"/>
                </a:cubicBezTo>
                <a:cubicBezTo>
                  <a:pt x="5705055" y="2787683"/>
                  <a:pt x="5705055" y="2787683"/>
                  <a:pt x="5705055" y="2787683"/>
                </a:cubicBezTo>
                <a:cubicBezTo>
                  <a:pt x="6074957" y="2752217"/>
                  <a:pt x="6074957" y="2752217"/>
                  <a:pt x="6074957" y="2752217"/>
                </a:cubicBezTo>
                <a:lnTo>
                  <a:pt x="6103412" y="3050137"/>
                </a:lnTo>
                <a:close/>
                <a:moveTo>
                  <a:pt x="5683714" y="1709495"/>
                </a:moveTo>
                <a:cubicBezTo>
                  <a:pt x="5705055" y="1744962"/>
                  <a:pt x="5719281" y="1773335"/>
                  <a:pt x="5719281" y="1794615"/>
                </a:cubicBezTo>
                <a:cubicBezTo>
                  <a:pt x="5726394" y="1815896"/>
                  <a:pt x="5726394" y="1830083"/>
                  <a:pt x="5719281" y="1851362"/>
                </a:cubicBezTo>
                <a:cubicBezTo>
                  <a:pt x="5712168" y="1872642"/>
                  <a:pt x="5697940" y="1886829"/>
                  <a:pt x="5676600" y="1893922"/>
                </a:cubicBezTo>
                <a:cubicBezTo>
                  <a:pt x="5655259" y="1908109"/>
                  <a:pt x="5626805" y="1915202"/>
                  <a:pt x="5605465" y="1908109"/>
                </a:cubicBezTo>
                <a:cubicBezTo>
                  <a:pt x="5577011" y="1901016"/>
                  <a:pt x="5555670" y="1886829"/>
                  <a:pt x="5534330" y="1858456"/>
                </a:cubicBezTo>
                <a:cubicBezTo>
                  <a:pt x="5534330" y="1879736"/>
                  <a:pt x="5534330" y="1893922"/>
                  <a:pt x="5534330" y="1908109"/>
                </a:cubicBezTo>
                <a:cubicBezTo>
                  <a:pt x="5527215" y="1929389"/>
                  <a:pt x="5520102" y="1950669"/>
                  <a:pt x="5505875" y="1979042"/>
                </a:cubicBezTo>
                <a:cubicBezTo>
                  <a:pt x="5470308" y="2064163"/>
                  <a:pt x="5470308" y="2064163"/>
                  <a:pt x="5470308" y="2064163"/>
                </a:cubicBezTo>
                <a:cubicBezTo>
                  <a:pt x="5420512" y="1979042"/>
                  <a:pt x="5420512" y="1979042"/>
                  <a:pt x="5420512" y="1979042"/>
                </a:cubicBezTo>
                <a:cubicBezTo>
                  <a:pt x="5456080" y="1886829"/>
                  <a:pt x="5456080" y="1886829"/>
                  <a:pt x="5456080" y="1886829"/>
                </a:cubicBezTo>
                <a:cubicBezTo>
                  <a:pt x="5470308" y="1851362"/>
                  <a:pt x="5477421" y="1830083"/>
                  <a:pt x="5477421" y="1822988"/>
                </a:cubicBezTo>
                <a:cubicBezTo>
                  <a:pt x="5484534" y="1808803"/>
                  <a:pt x="5484534" y="1801708"/>
                  <a:pt x="5477421" y="1794615"/>
                </a:cubicBezTo>
                <a:cubicBezTo>
                  <a:pt x="5477421" y="1787522"/>
                  <a:pt x="5470308" y="1773335"/>
                  <a:pt x="5463193" y="1759148"/>
                </a:cubicBezTo>
                <a:cubicBezTo>
                  <a:pt x="5448967" y="1744962"/>
                  <a:pt x="5448967" y="1744962"/>
                  <a:pt x="5448967" y="1744962"/>
                </a:cubicBezTo>
                <a:cubicBezTo>
                  <a:pt x="5320923" y="1822988"/>
                  <a:pt x="5320923" y="1822988"/>
                  <a:pt x="5320923" y="1822988"/>
                </a:cubicBezTo>
                <a:cubicBezTo>
                  <a:pt x="5278242" y="1752055"/>
                  <a:pt x="5278242" y="1752055"/>
                  <a:pt x="5278242" y="1752055"/>
                </a:cubicBezTo>
                <a:cubicBezTo>
                  <a:pt x="5591237" y="1560535"/>
                  <a:pt x="5591237" y="1560535"/>
                  <a:pt x="5591237" y="1560535"/>
                </a:cubicBezTo>
                <a:lnTo>
                  <a:pt x="5683714" y="1709495"/>
                </a:lnTo>
                <a:close/>
                <a:moveTo>
                  <a:pt x="5335151" y="1248428"/>
                </a:moveTo>
                <a:cubicBezTo>
                  <a:pt x="5541443" y="1489602"/>
                  <a:pt x="5541443" y="1489602"/>
                  <a:pt x="5541443" y="1489602"/>
                </a:cubicBezTo>
                <a:cubicBezTo>
                  <a:pt x="5491648" y="1532162"/>
                  <a:pt x="5491648" y="1532162"/>
                  <a:pt x="5491648" y="1532162"/>
                </a:cubicBezTo>
                <a:cubicBezTo>
                  <a:pt x="5413399" y="1439949"/>
                  <a:pt x="5413399" y="1439949"/>
                  <a:pt x="5413399" y="1439949"/>
                </a:cubicBezTo>
                <a:cubicBezTo>
                  <a:pt x="5178652" y="1631469"/>
                  <a:pt x="5178652" y="1631469"/>
                  <a:pt x="5178652" y="1631469"/>
                </a:cubicBezTo>
                <a:cubicBezTo>
                  <a:pt x="5128858" y="1567628"/>
                  <a:pt x="5128858" y="1567628"/>
                  <a:pt x="5128858" y="1567628"/>
                </a:cubicBezTo>
                <a:cubicBezTo>
                  <a:pt x="5363605" y="1376108"/>
                  <a:pt x="5363605" y="1376108"/>
                  <a:pt x="5363605" y="1376108"/>
                </a:cubicBezTo>
                <a:cubicBezTo>
                  <a:pt x="5292468" y="1283895"/>
                  <a:pt x="5292468" y="1283895"/>
                  <a:pt x="5292468" y="1283895"/>
                </a:cubicBezTo>
                <a:lnTo>
                  <a:pt x="5335151" y="1248428"/>
                </a:lnTo>
                <a:close/>
                <a:moveTo>
                  <a:pt x="5278242" y="1184587"/>
                </a:moveTo>
                <a:cubicBezTo>
                  <a:pt x="5235561" y="1234242"/>
                  <a:pt x="5235561" y="1234242"/>
                  <a:pt x="5235561" y="1234242"/>
                </a:cubicBezTo>
                <a:cubicBezTo>
                  <a:pt x="5079063" y="1085281"/>
                  <a:pt x="5079063" y="1085281"/>
                  <a:pt x="5079063" y="1085281"/>
                </a:cubicBezTo>
                <a:cubicBezTo>
                  <a:pt x="5022155" y="1149121"/>
                  <a:pt x="5022155" y="1149121"/>
                  <a:pt x="5022155" y="1149121"/>
                </a:cubicBezTo>
                <a:cubicBezTo>
                  <a:pt x="5171539" y="1283895"/>
                  <a:pt x="5171539" y="1283895"/>
                  <a:pt x="5171539" y="1283895"/>
                </a:cubicBezTo>
                <a:cubicBezTo>
                  <a:pt x="5128858" y="1326455"/>
                  <a:pt x="5128858" y="1326455"/>
                  <a:pt x="5128858" y="1326455"/>
                </a:cubicBezTo>
                <a:cubicBezTo>
                  <a:pt x="4979473" y="1191682"/>
                  <a:pt x="4979473" y="1191682"/>
                  <a:pt x="4979473" y="1191682"/>
                </a:cubicBezTo>
                <a:cubicBezTo>
                  <a:pt x="4915451" y="1262615"/>
                  <a:pt x="4915451" y="1262615"/>
                  <a:pt x="4915451" y="1262615"/>
                </a:cubicBezTo>
                <a:cubicBezTo>
                  <a:pt x="5079063" y="1418669"/>
                  <a:pt x="5079063" y="1418669"/>
                  <a:pt x="5079063" y="1418669"/>
                </a:cubicBezTo>
                <a:cubicBezTo>
                  <a:pt x="5036382" y="1461228"/>
                  <a:pt x="5036382" y="1461228"/>
                  <a:pt x="5036382" y="1461228"/>
                </a:cubicBezTo>
                <a:cubicBezTo>
                  <a:pt x="4815863" y="1255522"/>
                  <a:pt x="4815863" y="1255522"/>
                  <a:pt x="4815863" y="1255522"/>
                </a:cubicBezTo>
                <a:cubicBezTo>
                  <a:pt x="5057723" y="985975"/>
                  <a:pt x="5057723" y="985975"/>
                  <a:pt x="5057723" y="985975"/>
                </a:cubicBezTo>
                <a:lnTo>
                  <a:pt x="5278242" y="1184587"/>
                </a:lnTo>
                <a:close/>
                <a:moveTo>
                  <a:pt x="4730500" y="744800"/>
                </a:moveTo>
                <a:cubicBezTo>
                  <a:pt x="4837203" y="822828"/>
                  <a:pt x="4837203" y="822828"/>
                  <a:pt x="4837203" y="822828"/>
                </a:cubicBezTo>
                <a:cubicBezTo>
                  <a:pt x="4879884" y="851201"/>
                  <a:pt x="4901225" y="865388"/>
                  <a:pt x="4915451" y="879574"/>
                </a:cubicBezTo>
                <a:cubicBezTo>
                  <a:pt x="4929679" y="900854"/>
                  <a:pt x="4936792" y="922134"/>
                  <a:pt x="4943906" y="943414"/>
                </a:cubicBezTo>
                <a:cubicBezTo>
                  <a:pt x="4943906" y="964695"/>
                  <a:pt x="4936792" y="993068"/>
                  <a:pt x="4922566" y="1014348"/>
                </a:cubicBezTo>
                <a:cubicBezTo>
                  <a:pt x="4908338" y="1035628"/>
                  <a:pt x="4894111" y="1049815"/>
                  <a:pt x="4872770" y="1056908"/>
                </a:cubicBezTo>
                <a:cubicBezTo>
                  <a:pt x="4858544" y="1064001"/>
                  <a:pt x="4844316" y="1064001"/>
                  <a:pt x="4830089" y="1064001"/>
                </a:cubicBezTo>
                <a:cubicBezTo>
                  <a:pt x="4808748" y="1064001"/>
                  <a:pt x="4794522" y="1056908"/>
                  <a:pt x="4780295" y="1056908"/>
                </a:cubicBezTo>
                <a:cubicBezTo>
                  <a:pt x="4766067" y="1049815"/>
                  <a:pt x="4737613" y="1028535"/>
                  <a:pt x="4709159" y="1014348"/>
                </a:cubicBezTo>
                <a:cubicBezTo>
                  <a:pt x="4666478" y="978882"/>
                  <a:pt x="4666478" y="978882"/>
                  <a:pt x="4666478" y="978882"/>
                </a:cubicBezTo>
                <a:cubicBezTo>
                  <a:pt x="4588229" y="1092374"/>
                  <a:pt x="4588229" y="1092374"/>
                  <a:pt x="4588229" y="1092374"/>
                </a:cubicBezTo>
                <a:cubicBezTo>
                  <a:pt x="4517094" y="1049815"/>
                  <a:pt x="4517094" y="1049815"/>
                  <a:pt x="4517094" y="1049815"/>
                </a:cubicBezTo>
                <a:lnTo>
                  <a:pt x="4730500" y="744800"/>
                </a:lnTo>
                <a:close/>
                <a:moveTo>
                  <a:pt x="4495753" y="617121"/>
                </a:moveTo>
                <a:cubicBezTo>
                  <a:pt x="4474413" y="673867"/>
                  <a:pt x="4474413" y="673867"/>
                  <a:pt x="4474413" y="673867"/>
                </a:cubicBezTo>
                <a:cubicBezTo>
                  <a:pt x="4289461" y="595841"/>
                  <a:pt x="4289461" y="595841"/>
                  <a:pt x="4289461" y="595841"/>
                </a:cubicBezTo>
                <a:cubicBezTo>
                  <a:pt x="4253893" y="673867"/>
                  <a:pt x="4253893" y="673867"/>
                  <a:pt x="4253893" y="673867"/>
                </a:cubicBezTo>
                <a:cubicBezTo>
                  <a:pt x="4410391" y="744800"/>
                  <a:pt x="4410391" y="744800"/>
                  <a:pt x="4410391" y="744800"/>
                </a:cubicBezTo>
                <a:cubicBezTo>
                  <a:pt x="4389050" y="801548"/>
                  <a:pt x="4389050" y="801548"/>
                  <a:pt x="4389050" y="801548"/>
                </a:cubicBezTo>
                <a:cubicBezTo>
                  <a:pt x="4232553" y="730614"/>
                  <a:pt x="4232553" y="730614"/>
                  <a:pt x="4232553" y="730614"/>
                </a:cubicBezTo>
                <a:cubicBezTo>
                  <a:pt x="4168531" y="872481"/>
                  <a:pt x="4168531" y="872481"/>
                  <a:pt x="4168531" y="872481"/>
                </a:cubicBezTo>
                <a:cubicBezTo>
                  <a:pt x="4097396" y="844108"/>
                  <a:pt x="4097396" y="844108"/>
                  <a:pt x="4097396" y="844108"/>
                </a:cubicBezTo>
                <a:cubicBezTo>
                  <a:pt x="4239666" y="503627"/>
                  <a:pt x="4239666" y="503627"/>
                  <a:pt x="4239666" y="503627"/>
                </a:cubicBezTo>
                <a:lnTo>
                  <a:pt x="4495753" y="617121"/>
                </a:lnTo>
                <a:close/>
                <a:moveTo>
                  <a:pt x="3720379" y="546188"/>
                </a:moveTo>
                <a:cubicBezTo>
                  <a:pt x="3734605" y="510720"/>
                  <a:pt x="3748832" y="482347"/>
                  <a:pt x="3763060" y="461067"/>
                </a:cubicBezTo>
                <a:cubicBezTo>
                  <a:pt x="3777286" y="446880"/>
                  <a:pt x="3798627" y="432694"/>
                  <a:pt x="3812854" y="418507"/>
                </a:cubicBezTo>
                <a:cubicBezTo>
                  <a:pt x="3834195" y="411414"/>
                  <a:pt x="3855536" y="404321"/>
                  <a:pt x="3876876" y="404321"/>
                </a:cubicBezTo>
                <a:cubicBezTo>
                  <a:pt x="3898217" y="397227"/>
                  <a:pt x="3933784" y="404321"/>
                  <a:pt x="3962239" y="411414"/>
                </a:cubicBezTo>
                <a:cubicBezTo>
                  <a:pt x="4019146" y="425600"/>
                  <a:pt x="4061828" y="453974"/>
                  <a:pt x="4090281" y="496534"/>
                </a:cubicBezTo>
                <a:cubicBezTo>
                  <a:pt x="4111622" y="539093"/>
                  <a:pt x="4118736" y="588748"/>
                  <a:pt x="4104509" y="645494"/>
                </a:cubicBezTo>
                <a:cubicBezTo>
                  <a:pt x="4090281" y="702241"/>
                  <a:pt x="4054714" y="744800"/>
                  <a:pt x="4012033" y="766081"/>
                </a:cubicBezTo>
                <a:cubicBezTo>
                  <a:pt x="3969352" y="787361"/>
                  <a:pt x="3919557" y="794455"/>
                  <a:pt x="3862649" y="780268"/>
                </a:cubicBezTo>
                <a:cubicBezTo>
                  <a:pt x="3805740" y="766081"/>
                  <a:pt x="3763060" y="737707"/>
                  <a:pt x="3741718" y="695147"/>
                </a:cubicBezTo>
                <a:cubicBezTo>
                  <a:pt x="3713264" y="652587"/>
                  <a:pt x="3706151" y="602934"/>
                  <a:pt x="3720379" y="546188"/>
                </a:cubicBezTo>
                <a:close/>
                <a:moveTo>
                  <a:pt x="3272226" y="319201"/>
                </a:moveTo>
                <a:cubicBezTo>
                  <a:pt x="3364701" y="468160"/>
                  <a:pt x="3364701" y="468160"/>
                  <a:pt x="3364701" y="468160"/>
                </a:cubicBezTo>
                <a:cubicBezTo>
                  <a:pt x="3464291" y="326293"/>
                  <a:pt x="3464291" y="326293"/>
                  <a:pt x="3464291" y="326293"/>
                </a:cubicBezTo>
                <a:cubicBezTo>
                  <a:pt x="3556767" y="333386"/>
                  <a:pt x="3556767" y="333386"/>
                  <a:pt x="3556767" y="333386"/>
                </a:cubicBezTo>
                <a:cubicBezTo>
                  <a:pt x="3393156" y="539093"/>
                  <a:pt x="3393156" y="539093"/>
                  <a:pt x="3393156" y="539093"/>
                </a:cubicBezTo>
                <a:cubicBezTo>
                  <a:pt x="3386042" y="688054"/>
                  <a:pt x="3386042" y="688054"/>
                  <a:pt x="3386042" y="688054"/>
                </a:cubicBezTo>
                <a:cubicBezTo>
                  <a:pt x="3307794" y="688054"/>
                  <a:pt x="3307794" y="688054"/>
                  <a:pt x="3307794" y="688054"/>
                </a:cubicBezTo>
                <a:cubicBezTo>
                  <a:pt x="3314907" y="532000"/>
                  <a:pt x="3314907" y="532000"/>
                  <a:pt x="3314907" y="532000"/>
                </a:cubicBezTo>
                <a:cubicBezTo>
                  <a:pt x="3179750" y="312108"/>
                  <a:pt x="3179750" y="312108"/>
                  <a:pt x="3179750" y="312108"/>
                </a:cubicBezTo>
                <a:lnTo>
                  <a:pt x="3272226" y="319201"/>
                </a:lnTo>
                <a:close/>
                <a:moveTo>
                  <a:pt x="3137069" y="312108"/>
                </a:moveTo>
                <a:cubicBezTo>
                  <a:pt x="3144182" y="375947"/>
                  <a:pt x="3144182" y="375947"/>
                  <a:pt x="3144182" y="375947"/>
                </a:cubicBezTo>
                <a:cubicBezTo>
                  <a:pt x="3023252" y="383041"/>
                  <a:pt x="3023252" y="383041"/>
                  <a:pt x="3023252" y="383041"/>
                </a:cubicBezTo>
                <a:cubicBezTo>
                  <a:pt x="3044593" y="688054"/>
                  <a:pt x="3044593" y="688054"/>
                  <a:pt x="3044593" y="688054"/>
                </a:cubicBezTo>
                <a:cubicBezTo>
                  <a:pt x="2966344" y="695147"/>
                  <a:pt x="2966344" y="695147"/>
                  <a:pt x="2966344" y="695147"/>
                </a:cubicBezTo>
                <a:cubicBezTo>
                  <a:pt x="2937890" y="390134"/>
                  <a:pt x="2937890" y="390134"/>
                  <a:pt x="2937890" y="390134"/>
                </a:cubicBezTo>
                <a:cubicBezTo>
                  <a:pt x="2824072" y="397227"/>
                  <a:pt x="2824072" y="397227"/>
                  <a:pt x="2824072" y="397227"/>
                </a:cubicBezTo>
                <a:cubicBezTo>
                  <a:pt x="2816959" y="340481"/>
                  <a:pt x="2816959" y="340481"/>
                  <a:pt x="2816959" y="340481"/>
                </a:cubicBezTo>
                <a:lnTo>
                  <a:pt x="3137069" y="312108"/>
                </a:lnTo>
                <a:close/>
                <a:moveTo>
                  <a:pt x="2745824" y="354667"/>
                </a:moveTo>
                <a:cubicBezTo>
                  <a:pt x="2809846" y="716427"/>
                  <a:pt x="2809846" y="716427"/>
                  <a:pt x="2809846" y="716427"/>
                </a:cubicBezTo>
                <a:cubicBezTo>
                  <a:pt x="2731597" y="730614"/>
                  <a:pt x="2731597" y="730614"/>
                  <a:pt x="2731597" y="730614"/>
                </a:cubicBezTo>
                <a:cubicBezTo>
                  <a:pt x="2667575" y="368854"/>
                  <a:pt x="2667575" y="368854"/>
                  <a:pt x="2667575" y="368854"/>
                </a:cubicBezTo>
                <a:lnTo>
                  <a:pt x="2745824" y="354667"/>
                </a:lnTo>
                <a:close/>
                <a:moveTo>
                  <a:pt x="2304785" y="496534"/>
                </a:moveTo>
                <a:cubicBezTo>
                  <a:pt x="2311898" y="482347"/>
                  <a:pt x="2326126" y="461067"/>
                  <a:pt x="2347467" y="446880"/>
                </a:cubicBezTo>
                <a:cubicBezTo>
                  <a:pt x="2368807" y="432694"/>
                  <a:pt x="2390148" y="425600"/>
                  <a:pt x="2418602" y="418507"/>
                </a:cubicBezTo>
                <a:cubicBezTo>
                  <a:pt x="2468396" y="404321"/>
                  <a:pt x="2511077" y="404321"/>
                  <a:pt x="2539531" y="418507"/>
                </a:cubicBezTo>
                <a:cubicBezTo>
                  <a:pt x="2567986" y="425600"/>
                  <a:pt x="2589327" y="446880"/>
                  <a:pt x="2596440" y="482347"/>
                </a:cubicBezTo>
                <a:cubicBezTo>
                  <a:pt x="2518192" y="503627"/>
                  <a:pt x="2518192" y="503627"/>
                  <a:pt x="2518192" y="503627"/>
                </a:cubicBezTo>
                <a:cubicBezTo>
                  <a:pt x="2511077" y="489440"/>
                  <a:pt x="2503964" y="475254"/>
                  <a:pt x="2489737" y="475254"/>
                </a:cubicBezTo>
                <a:cubicBezTo>
                  <a:pt x="2475509" y="468160"/>
                  <a:pt x="2454170" y="468160"/>
                  <a:pt x="2432829" y="475254"/>
                </a:cubicBezTo>
                <a:cubicBezTo>
                  <a:pt x="2411487" y="482347"/>
                  <a:pt x="2397261" y="489440"/>
                  <a:pt x="2383034" y="503627"/>
                </a:cubicBezTo>
                <a:cubicBezTo>
                  <a:pt x="2375920" y="510720"/>
                  <a:pt x="2375920" y="517813"/>
                  <a:pt x="2375920" y="524908"/>
                </a:cubicBezTo>
                <a:cubicBezTo>
                  <a:pt x="2383034" y="539093"/>
                  <a:pt x="2390148" y="539093"/>
                  <a:pt x="2397261" y="546188"/>
                </a:cubicBezTo>
                <a:cubicBezTo>
                  <a:pt x="2411487" y="553281"/>
                  <a:pt x="2432829" y="553281"/>
                  <a:pt x="2475509" y="553281"/>
                </a:cubicBezTo>
                <a:cubicBezTo>
                  <a:pt x="2518192" y="546188"/>
                  <a:pt x="2546645" y="546188"/>
                  <a:pt x="2567986" y="553281"/>
                </a:cubicBezTo>
                <a:cubicBezTo>
                  <a:pt x="2589327" y="560374"/>
                  <a:pt x="2603553" y="567468"/>
                  <a:pt x="2617780" y="574561"/>
                </a:cubicBezTo>
                <a:cubicBezTo>
                  <a:pt x="2632008" y="588748"/>
                  <a:pt x="2646234" y="610028"/>
                  <a:pt x="2653348" y="631307"/>
                </a:cubicBezTo>
                <a:cubicBezTo>
                  <a:pt x="2653348" y="652587"/>
                  <a:pt x="2653348" y="673867"/>
                  <a:pt x="2646234" y="695147"/>
                </a:cubicBezTo>
                <a:cubicBezTo>
                  <a:pt x="2639121" y="716427"/>
                  <a:pt x="2624894" y="730614"/>
                  <a:pt x="2603553" y="744800"/>
                </a:cubicBezTo>
                <a:cubicBezTo>
                  <a:pt x="2589327" y="758988"/>
                  <a:pt x="2560872" y="773175"/>
                  <a:pt x="2525305" y="780268"/>
                </a:cubicBezTo>
                <a:cubicBezTo>
                  <a:pt x="2475509" y="794455"/>
                  <a:pt x="2432829" y="794455"/>
                  <a:pt x="2404374" y="780268"/>
                </a:cubicBezTo>
                <a:cubicBezTo>
                  <a:pt x="2368807" y="766081"/>
                  <a:pt x="2347467" y="744800"/>
                  <a:pt x="2333239" y="709334"/>
                </a:cubicBezTo>
                <a:cubicBezTo>
                  <a:pt x="2404374" y="680961"/>
                  <a:pt x="2404374" y="680961"/>
                  <a:pt x="2404374" y="680961"/>
                </a:cubicBezTo>
                <a:cubicBezTo>
                  <a:pt x="2418602" y="702241"/>
                  <a:pt x="2432829" y="716427"/>
                  <a:pt x="2447055" y="723520"/>
                </a:cubicBezTo>
                <a:cubicBezTo>
                  <a:pt x="2461283" y="730614"/>
                  <a:pt x="2482623" y="730614"/>
                  <a:pt x="2511077" y="723520"/>
                </a:cubicBezTo>
                <a:cubicBezTo>
                  <a:pt x="2532418" y="716427"/>
                  <a:pt x="2553759" y="702241"/>
                  <a:pt x="2560872" y="688054"/>
                </a:cubicBezTo>
                <a:cubicBezTo>
                  <a:pt x="2575099" y="680961"/>
                  <a:pt x="2575099" y="666774"/>
                  <a:pt x="2575099" y="652587"/>
                </a:cubicBezTo>
                <a:cubicBezTo>
                  <a:pt x="2567986" y="645494"/>
                  <a:pt x="2567986" y="638401"/>
                  <a:pt x="2560872" y="631307"/>
                </a:cubicBezTo>
                <a:cubicBezTo>
                  <a:pt x="2553759" y="631307"/>
                  <a:pt x="2539531" y="624214"/>
                  <a:pt x="2525305" y="624214"/>
                </a:cubicBezTo>
                <a:cubicBezTo>
                  <a:pt x="2518192" y="624214"/>
                  <a:pt x="2496850" y="624214"/>
                  <a:pt x="2461283" y="624214"/>
                </a:cubicBezTo>
                <a:cubicBezTo>
                  <a:pt x="2411487" y="631307"/>
                  <a:pt x="2383034" y="624214"/>
                  <a:pt x="2361693" y="617121"/>
                </a:cubicBezTo>
                <a:cubicBezTo>
                  <a:pt x="2333239" y="602934"/>
                  <a:pt x="2311898" y="581654"/>
                  <a:pt x="2304785" y="553281"/>
                </a:cubicBezTo>
                <a:cubicBezTo>
                  <a:pt x="2297671" y="539093"/>
                  <a:pt x="2297671" y="517813"/>
                  <a:pt x="2304785" y="496534"/>
                </a:cubicBezTo>
                <a:close/>
                <a:moveTo>
                  <a:pt x="2034470" y="560374"/>
                </a:moveTo>
                <a:cubicBezTo>
                  <a:pt x="2077152" y="546188"/>
                  <a:pt x="2105605" y="532000"/>
                  <a:pt x="2126946" y="532000"/>
                </a:cubicBezTo>
                <a:cubicBezTo>
                  <a:pt x="2148288" y="532000"/>
                  <a:pt x="2162514" y="532000"/>
                  <a:pt x="2183855" y="546188"/>
                </a:cubicBezTo>
                <a:cubicBezTo>
                  <a:pt x="2198082" y="553281"/>
                  <a:pt x="2212310" y="567468"/>
                  <a:pt x="2219423" y="588748"/>
                </a:cubicBezTo>
                <a:cubicBezTo>
                  <a:pt x="2233649" y="617121"/>
                  <a:pt x="2233649" y="638401"/>
                  <a:pt x="2226536" y="666774"/>
                </a:cubicBezTo>
                <a:cubicBezTo>
                  <a:pt x="2212310" y="688054"/>
                  <a:pt x="2198082" y="709334"/>
                  <a:pt x="2162514" y="723520"/>
                </a:cubicBezTo>
                <a:cubicBezTo>
                  <a:pt x="2183855" y="730614"/>
                  <a:pt x="2205195" y="730614"/>
                  <a:pt x="2219423" y="737707"/>
                </a:cubicBezTo>
                <a:cubicBezTo>
                  <a:pt x="2233649" y="744800"/>
                  <a:pt x="2254990" y="751895"/>
                  <a:pt x="2283445" y="773175"/>
                </a:cubicBezTo>
                <a:cubicBezTo>
                  <a:pt x="2354580" y="815734"/>
                  <a:pt x="2354580" y="815734"/>
                  <a:pt x="2354580" y="815734"/>
                </a:cubicBezTo>
                <a:cubicBezTo>
                  <a:pt x="2269217" y="858294"/>
                  <a:pt x="2269217" y="858294"/>
                  <a:pt x="2269217" y="858294"/>
                </a:cubicBezTo>
                <a:cubicBezTo>
                  <a:pt x="2183855" y="808641"/>
                  <a:pt x="2183855" y="808641"/>
                  <a:pt x="2183855" y="808641"/>
                </a:cubicBezTo>
                <a:cubicBezTo>
                  <a:pt x="2148288" y="794455"/>
                  <a:pt x="2134060" y="780268"/>
                  <a:pt x="2119833" y="773175"/>
                </a:cubicBezTo>
                <a:cubicBezTo>
                  <a:pt x="2112720" y="773175"/>
                  <a:pt x="2098492" y="773175"/>
                  <a:pt x="2091379" y="773175"/>
                </a:cubicBezTo>
                <a:cubicBezTo>
                  <a:pt x="2084266" y="773175"/>
                  <a:pt x="2070038" y="780268"/>
                  <a:pt x="2055811" y="787361"/>
                </a:cubicBezTo>
                <a:cubicBezTo>
                  <a:pt x="2034470" y="794455"/>
                  <a:pt x="2034470" y="794455"/>
                  <a:pt x="2034470" y="794455"/>
                </a:cubicBezTo>
                <a:cubicBezTo>
                  <a:pt x="2098492" y="929227"/>
                  <a:pt x="2098492" y="929227"/>
                  <a:pt x="2098492" y="929227"/>
                </a:cubicBezTo>
                <a:cubicBezTo>
                  <a:pt x="2027357" y="964695"/>
                  <a:pt x="2027357" y="964695"/>
                  <a:pt x="2027357" y="964695"/>
                </a:cubicBezTo>
                <a:cubicBezTo>
                  <a:pt x="1877973" y="631307"/>
                  <a:pt x="1877973" y="631307"/>
                  <a:pt x="1877973" y="631307"/>
                </a:cubicBezTo>
                <a:lnTo>
                  <a:pt x="2034470" y="560374"/>
                </a:lnTo>
                <a:close/>
                <a:moveTo>
                  <a:pt x="1778384" y="680961"/>
                </a:moveTo>
                <a:cubicBezTo>
                  <a:pt x="1813951" y="737707"/>
                  <a:pt x="1813951" y="737707"/>
                  <a:pt x="1813951" y="737707"/>
                </a:cubicBezTo>
                <a:cubicBezTo>
                  <a:pt x="1629000" y="851201"/>
                  <a:pt x="1629000" y="851201"/>
                  <a:pt x="1629000" y="851201"/>
                </a:cubicBezTo>
                <a:cubicBezTo>
                  <a:pt x="1671681" y="922134"/>
                  <a:pt x="1671681" y="922134"/>
                  <a:pt x="1671681" y="922134"/>
                </a:cubicBezTo>
                <a:cubicBezTo>
                  <a:pt x="1842406" y="815734"/>
                  <a:pt x="1842406" y="815734"/>
                  <a:pt x="1842406" y="815734"/>
                </a:cubicBezTo>
                <a:cubicBezTo>
                  <a:pt x="1877973" y="865388"/>
                  <a:pt x="1877973" y="865388"/>
                  <a:pt x="1877973" y="865388"/>
                </a:cubicBezTo>
                <a:cubicBezTo>
                  <a:pt x="1707248" y="971787"/>
                  <a:pt x="1707248" y="971787"/>
                  <a:pt x="1707248" y="971787"/>
                </a:cubicBezTo>
                <a:cubicBezTo>
                  <a:pt x="1757042" y="1056908"/>
                  <a:pt x="1757042" y="1056908"/>
                  <a:pt x="1757042" y="1056908"/>
                </a:cubicBezTo>
                <a:cubicBezTo>
                  <a:pt x="1949108" y="936321"/>
                  <a:pt x="1949108" y="936321"/>
                  <a:pt x="1949108" y="936321"/>
                </a:cubicBezTo>
                <a:cubicBezTo>
                  <a:pt x="1977563" y="985975"/>
                  <a:pt x="1977563" y="985975"/>
                  <a:pt x="1977563" y="985975"/>
                </a:cubicBezTo>
                <a:cubicBezTo>
                  <a:pt x="1721475" y="1149121"/>
                  <a:pt x="1721475" y="1149121"/>
                  <a:pt x="1721475" y="1149121"/>
                </a:cubicBezTo>
                <a:cubicBezTo>
                  <a:pt x="1522296" y="844108"/>
                  <a:pt x="1522296" y="844108"/>
                  <a:pt x="1522296" y="844108"/>
                </a:cubicBezTo>
                <a:lnTo>
                  <a:pt x="1778384" y="680961"/>
                </a:lnTo>
                <a:close/>
                <a:moveTo>
                  <a:pt x="1244868" y="1071095"/>
                </a:moveTo>
                <a:cubicBezTo>
                  <a:pt x="1493843" y="1212962"/>
                  <a:pt x="1493843" y="1212962"/>
                  <a:pt x="1493843" y="1212962"/>
                </a:cubicBezTo>
                <a:cubicBezTo>
                  <a:pt x="1394253" y="943414"/>
                  <a:pt x="1394253" y="943414"/>
                  <a:pt x="1394253" y="943414"/>
                </a:cubicBezTo>
                <a:cubicBezTo>
                  <a:pt x="1465388" y="886668"/>
                  <a:pt x="1465388" y="886668"/>
                  <a:pt x="1465388" y="886668"/>
                </a:cubicBezTo>
                <a:cubicBezTo>
                  <a:pt x="1586318" y="1255522"/>
                  <a:pt x="1586318" y="1255522"/>
                  <a:pt x="1586318" y="1255522"/>
                </a:cubicBezTo>
                <a:cubicBezTo>
                  <a:pt x="1522296" y="1312268"/>
                  <a:pt x="1522296" y="1312268"/>
                  <a:pt x="1522296" y="1312268"/>
                </a:cubicBezTo>
                <a:cubicBezTo>
                  <a:pt x="1173733" y="1127841"/>
                  <a:pt x="1173733" y="1127841"/>
                  <a:pt x="1173733" y="1127841"/>
                </a:cubicBezTo>
                <a:lnTo>
                  <a:pt x="1244868" y="1071095"/>
                </a:lnTo>
                <a:close/>
                <a:moveTo>
                  <a:pt x="1138165" y="1170402"/>
                </a:moveTo>
                <a:cubicBezTo>
                  <a:pt x="1401366" y="1425762"/>
                  <a:pt x="1401366" y="1425762"/>
                  <a:pt x="1401366" y="1425762"/>
                </a:cubicBezTo>
                <a:cubicBezTo>
                  <a:pt x="1344458" y="1482508"/>
                  <a:pt x="1344458" y="1482508"/>
                  <a:pt x="1344458" y="1482508"/>
                </a:cubicBezTo>
                <a:cubicBezTo>
                  <a:pt x="1081258" y="1234242"/>
                  <a:pt x="1081258" y="1234242"/>
                  <a:pt x="1081258" y="1234242"/>
                </a:cubicBezTo>
                <a:lnTo>
                  <a:pt x="1138165" y="1170402"/>
                </a:lnTo>
                <a:close/>
                <a:moveTo>
                  <a:pt x="860737" y="1496695"/>
                </a:moveTo>
                <a:cubicBezTo>
                  <a:pt x="1159506" y="1517975"/>
                  <a:pt x="1159506" y="1517975"/>
                  <a:pt x="1159506" y="1517975"/>
                </a:cubicBezTo>
                <a:cubicBezTo>
                  <a:pt x="960327" y="1369014"/>
                  <a:pt x="960327" y="1369014"/>
                  <a:pt x="960327" y="1369014"/>
                </a:cubicBezTo>
                <a:cubicBezTo>
                  <a:pt x="1010121" y="1305175"/>
                  <a:pt x="1010121" y="1305175"/>
                  <a:pt x="1010121" y="1305175"/>
                </a:cubicBezTo>
                <a:cubicBezTo>
                  <a:pt x="1294663" y="1532162"/>
                  <a:pt x="1294663" y="1532162"/>
                  <a:pt x="1294663" y="1532162"/>
                </a:cubicBezTo>
                <a:cubicBezTo>
                  <a:pt x="1244868" y="1596001"/>
                  <a:pt x="1244868" y="1596001"/>
                  <a:pt x="1244868" y="1596001"/>
                </a:cubicBezTo>
                <a:cubicBezTo>
                  <a:pt x="953214" y="1574721"/>
                  <a:pt x="953214" y="1574721"/>
                  <a:pt x="953214" y="1574721"/>
                </a:cubicBezTo>
                <a:cubicBezTo>
                  <a:pt x="1145278" y="1723682"/>
                  <a:pt x="1145278" y="1723682"/>
                  <a:pt x="1145278" y="1723682"/>
                </a:cubicBezTo>
                <a:cubicBezTo>
                  <a:pt x="1102597" y="1787522"/>
                  <a:pt x="1102597" y="1787522"/>
                  <a:pt x="1102597" y="1787522"/>
                </a:cubicBezTo>
                <a:cubicBezTo>
                  <a:pt x="810943" y="1560535"/>
                  <a:pt x="810943" y="1560535"/>
                  <a:pt x="810943" y="1560535"/>
                </a:cubicBezTo>
                <a:lnTo>
                  <a:pt x="860737" y="1496695"/>
                </a:lnTo>
                <a:close/>
                <a:moveTo>
                  <a:pt x="625991" y="1872642"/>
                </a:moveTo>
                <a:cubicBezTo>
                  <a:pt x="796715" y="1971949"/>
                  <a:pt x="796715" y="1971949"/>
                  <a:pt x="796715" y="1971949"/>
                </a:cubicBezTo>
                <a:cubicBezTo>
                  <a:pt x="825170" y="1986135"/>
                  <a:pt x="846511" y="1993229"/>
                  <a:pt x="853624" y="1993229"/>
                </a:cubicBezTo>
                <a:cubicBezTo>
                  <a:pt x="867851" y="2000322"/>
                  <a:pt x="882079" y="2000322"/>
                  <a:pt x="896305" y="1993229"/>
                </a:cubicBezTo>
                <a:cubicBezTo>
                  <a:pt x="910533" y="1986135"/>
                  <a:pt x="924759" y="1971949"/>
                  <a:pt x="938986" y="1950669"/>
                </a:cubicBezTo>
                <a:cubicBezTo>
                  <a:pt x="946100" y="1929389"/>
                  <a:pt x="953214" y="1915202"/>
                  <a:pt x="953214" y="1901016"/>
                </a:cubicBezTo>
                <a:cubicBezTo>
                  <a:pt x="953214" y="1886829"/>
                  <a:pt x="946100" y="1872642"/>
                  <a:pt x="931873" y="1865549"/>
                </a:cubicBezTo>
                <a:cubicBezTo>
                  <a:pt x="924759" y="1858456"/>
                  <a:pt x="903418" y="1844269"/>
                  <a:pt x="882079" y="1830083"/>
                </a:cubicBezTo>
                <a:cubicBezTo>
                  <a:pt x="704240" y="1730775"/>
                  <a:pt x="704240" y="1730775"/>
                  <a:pt x="704240" y="1730775"/>
                </a:cubicBezTo>
                <a:cubicBezTo>
                  <a:pt x="739808" y="1659842"/>
                  <a:pt x="739808" y="1659842"/>
                  <a:pt x="739808" y="1659842"/>
                </a:cubicBezTo>
                <a:cubicBezTo>
                  <a:pt x="910533" y="1759148"/>
                  <a:pt x="910533" y="1759148"/>
                  <a:pt x="910533" y="1759148"/>
                </a:cubicBezTo>
                <a:cubicBezTo>
                  <a:pt x="953214" y="1780428"/>
                  <a:pt x="974554" y="1794615"/>
                  <a:pt x="988781" y="1808803"/>
                </a:cubicBezTo>
                <a:cubicBezTo>
                  <a:pt x="1003008" y="1822988"/>
                  <a:pt x="1010121" y="1837176"/>
                  <a:pt x="1017236" y="1851362"/>
                </a:cubicBezTo>
                <a:cubicBezTo>
                  <a:pt x="1024349" y="1865549"/>
                  <a:pt x="1024349" y="1886829"/>
                  <a:pt x="1024349" y="1908109"/>
                </a:cubicBezTo>
                <a:cubicBezTo>
                  <a:pt x="1017236" y="1929389"/>
                  <a:pt x="1010121" y="1950669"/>
                  <a:pt x="995895" y="1979042"/>
                </a:cubicBezTo>
                <a:cubicBezTo>
                  <a:pt x="974554" y="2014510"/>
                  <a:pt x="953214" y="2035788"/>
                  <a:pt x="938986" y="2049976"/>
                </a:cubicBezTo>
                <a:cubicBezTo>
                  <a:pt x="924759" y="2064163"/>
                  <a:pt x="903418" y="2071256"/>
                  <a:pt x="889192" y="2078349"/>
                </a:cubicBezTo>
                <a:cubicBezTo>
                  <a:pt x="874965" y="2078349"/>
                  <a:pt x="853624" y="2078349"/>
                  <a:pt x="839398" y="2078349"/>
                </a:cubicBezTo>
                <a:cubicBezTo>
                  <a:pt x="818057" y="2071256"/>
                  <a:pt x="789602" y="2057069"/>
                  <a:pt x="754035" y="2035788"/>
                </a:cubicBezTo>
                <a:cubicBezTo>
                  <a:pt x="583310" y="1943575"/>
                  <a:pt x="583310" y="1943575"/>
                  <a:pt x="583310" y="1943575"/>
                </a:cubicBezTo>
                <a:lnTo>
                  <a:pt x="625991" y="1872642"/>
                </a:lnTo>
                <a:close/>
                <a:moveTo>
                  <a:pt x="320109" y="2851523"/>
                </a:moveTo>
                <a:cubicBezTo>
                  <a:pt x="583310" y="2723843"/>
                  <a:pt x="583310" y="2723843"/>
                  <a:pt x="583310" y="2723843"/>
                </a:cubicBezTo>
                <a:cubicBezTo>
                  <a:pt x="341450" y="2688377"/>
                  <a:pt x="341450" y="2688377"/>
                  <a:pt x="341450" y="2688377"/>
                </a:cubicBezTo>
                <a:cubicBezTo>
                  <a:pt x="355676" y="2610349"/>
                  <a:pt x="355676" y="2610349"/>
                  <a:pt x="355676" y="2610349"/>
                </a:cubicBezTo>
                <a:cubicBezTo>
                  <a:pt x="718467" y="2667097"/>
                  <a:pt x="718467" y="2667097"/>
                  <a:pt x="718467" y="2667097"/>
                </a:cubicBezTo>
                <a:cubicBezTo>
                  <a:pt x="704240" y="2745123"/>
                  <a:pt x="704240" y="2745123"/>
                  <a:pt x="704240" y="2745123"/>
                </a:cubicBezTo>
                <a:cubicBezTo>
                  <a:pt x="441039" y="2872804"/>
                  <a:pt x="441039" y="2872804"/>
                  <a:pt x="441039" y="2872804"/>
                </a:cubicBezTo>
                <a:cubicBezTo>
                  <a:pt x="675786" y="2908270"/>
                  <a:pt x="675786" y="2908270"/>
                  <a:pt x="675786" y="2908270"/>
                </a:cubicBezTo>
                <a:cubicBezTo>
                  <a:pt x="668673" y="2986297"/>
                  <a:pt x="668673" y="2986297"/>
                  <a:pt x="668673" y="2986297"/>
                </a:cubicBezTo>
                <a:cubicBezTo>
                  <a:pt x="305882" y="2929550"/>
                  <a:pt x="305882" y="2929550"/>
                  <a:pt x="305882" y="2929550"/>
                </a:cubicBezTo>
                <a:lnTo>
                  <a:pt x="320109" y="2851523"/>
                </a:lnTo>
                <a:close/>
                <a:moveTo>
                  <a:pt x="298769" y="3028857"/>
                </a:moveTo>
                <a:cubicBezTo>
                  <a:pt x="668673" y="3050137"/>
                  <a:pt x="668673" y="3050137"/>
                  <a:pt x="668673" y="3050137"/>
                </a:cubicBezTo>
                <a:cubicBezTo>
                  <a:pt x="661558" y="3128164"/>
                  <a:pt x="661558" y="3128164"/>
                  <a:pt x="661558" y="3128164"/>
                </a:cubicBezTo>
                <a:cubicBezTo>
                  <a:pt x="298769" y="3113976"/>
                  <a:pt x="298769" y="3113976"/>
                  <a:pt x="298769" y="3113976"/>
                </a:cubicBezTo>
                <a:lnTo>
                  <a:pt x="298769" y="3028857"/>
                </a:lnTo>
                <a:close/>
                <a:moveTo>
                  <a:pt x="305882" y="3454457"/>
                </a:moveTo>
                <a:cubicBezTo>
                  <a:pt x="448153" y="3447364"/>
                  <a:pt x="448153" y="3447364"/>
                  <a:pt x="448153" y="3447364"/>
                </a:cubicBezTo>
                <a:cubicBezTo>
                  <a:pt x="441039" y="3291310"/>
                  <a:pt x="441039" y="3291310"/>
                  <a:pt x="441039" y="3291310"/>
                </a:cubicBezTo>
                <a:cubicBezTo>
                  <a:pt x="298769" y="3298403"/>
                  <a:pt x="298769" y="3298403"/>
                  <a:pt x="298769" y="3298403"/>
                </a:cubicBezTo>
                <a:cubicBezTo>
                  <a:pt x="291656" y="3213284"/>
                  <a:pt x="291656" y="3213284"/>
                  <a:pt x="291656" y="3213284"/>
                </a:cubicBezTo>
                <a:cubicBezTo>
                  <a:pt x="654445" y="3192004"/>
                  <a:pt x="654445" y="3192004"/>
                  <a:pt x="654445" y="3192004"/>
                </a:cubicBezTo>
                <a:cubicBezTo>
                  <a:pt x="661558" y="3277123"/>
                  <a:pt x="661558" y="3277123"/>
                  <a:pt x="661558" y="3277123"/>
                </a:cubicBezTo>
                <a:cubicBezTo>
                  <a:pt x="505061" y="3284217"/>
                  <a:pt x="505061" y="3284217"/>
                  <a:pt x="505061" y="3284217"/>
                </a:cubicBezTo>
                <a:cubicBezTo>
                  <a:pt x="512174" y="3447364"/>
                  <a:pt x="512174" y="3447364"/>
                  <a:pt x="512174" y="3447364"/>
                </a:cubicBezTo>
                <a:cubicBezTo>
                  <a:pt x="668673" y="3433177"/>
                  <a:pt x="668673" y="3433177"/>
                  <a:pt x="668673" y="3433177"/>
                </a:cubicBezTo>
                <a:cubicBezTo>
                  <a:pt x="675786" y="3518298"/>
                  <a:pt x="675786" y="3518298"/>
                  <a:pt x="675786" y="3518298"/>
                </a:cubicBezTo>
                <a:cubicBezTo>
                  <a:pt x="305882" y="3539578"/>
                  <a:pt x="305882" y="3539578"/>
                  <a:pt x="305882" y="3539578"/>
                </a:cubicBezTo>
                <a:lnTo>
                  <a:pt x="305882" y="3454457"/>
                </a:lnTo>
                <a:close/>
                <a:moveTo>
                  <a:pt x="697126" y="3872964"/>
                </a:moveTo>
                <a:cubicBezTo>
                  <a:pt x="675786" y="3908431"/>
                  <a:pt x="633104" y="3936804"/>
                  <a:pt x="576196" y="3950992"/>
                </a:cubicBezTo>
                <a:cubicBezTo>
                  <a:pt x="519288" y="3965177"/>
                  <a:pt x="469494" y="3958085"/>
                  <a:pt x="426811" y="3929711"/>
                </a:cubicBezTo>
                <a:cubicBezTo>
                  <a:pt x="384131" y="3901338"/>
                  <a:pt x="362791" y="3858778"/>
                  <a:pt x="348563" y="3802031"/>
                </a:cubicBezTo>
                <a:cubicBezTo>
                  <a:pt x="341450" y="3752378"/>
                  <a:pt x="341450" y="3709817"/>
                  <a:pt x="362791" y="3674351"/>
                </a:cubicBezTo>
                <a:cubicBezTo>
                  <a:pt x="377017" y="3653071"/>
                  <a:pt x="391244" y="3638884"/>
                  <a:pt x="419698" y="3624697"/>
                </a:cubicBezTo>
                <a:cubicBezTo>
                  <a:pt x="455266" y="3695631"/>
                  <a:pt x="455266" y="3695631"/>
                  <a:pt x="455266" y="3695631"/>
                </a:cubicBezTo>
                <a:cubicBezTo>
                  <a:pt x="433926" y="3709817"/>
                  <a:pt x="426811" y="3716912"/>
                  <a:pt x="412585" y="3738190"/>
                </a:cubicBezTo>
                <a:cubicBezTo>
                  <a:pt x="405472" y="3752378"/>
                  <a:pt x="405472" y="3773658"/>
                  <a:pt x="412585" y="3794938"/>
                </a:cubicBezTo>
                <a:cubicBezTo>
                  <a:pt x="419698" y="3823311"/>
                  <a:pt x="433926" y="3844591"/>
                  <a:pt x="455266" y="3858778"/>
                </a:cubicBezTo>
                <a:cubicBezTo>
                  <a:pt x="476607" y="3872964"/>
                  <a:pt x="512174" y="3880058"/>
                  <a:pt x="554855" y="3865871"/>
                </a:cubicBezTo>
                <a:cubicBezTo>
                  <a:pt x="597536" y="3858778"/>
                  <a:pt x="633104" y="3844591"/>
                  <a:pt x="647332" y="3823311"/>
                </a:cubicBezTo>
                <a:cubicBezTo>
                  <a:pt x="661558" y="3802031"/>
                  <a:pt x="668673" y="3773658"/>
                  <a:pt x="661558" y="3745285"/>
                </a:cubicBezTo>
                <a:cubicBezTo>
                  <a:pt x="654445" y="3724004"/>
                  <a:pt x="647332" y="3702724"/>
                  <a:pt x="633104" y="3695631"/>
                </a:cubicBezTo>
                <a:cubicBezTo>
                  <a:pt x="611764" y="3681444"/>
                  <a:pt x="590423" y="3674351"/>
                  <a:pt x="561969" y="3674351"/>
                </a:cubicBezTo>
                <a:cubicBezTo>
                  <a:pt x="569083" y="3589231"/>
                  <a:pt x="569083" y="3589231"/>
                  <a:pt x="569083" y="3589231"/>
                </a:cubicBezTo>
                <a:cubicBezTo>
                  <a:pt x="611764" y="3596324"/>
                  <a:pt x="647332" y="3610511"/>
                  <a:pt x="668673" y="3631791"/>
                </a:cubicBezTo>
                <a:cubicBezTo>
                  <a:pt x="697126" y="3653071"/>
                  <a:pt x="711354" y="3688537"/>
                  <a:pt x="718467" y="3731097"/>
                </a:cubicBezTo>
                <a:cubicBezTo>
                  <a:pt x="732693" y="3780751"/>
                  <a:pt x="725580" y="3830404"/>
                  <a:pt x="697126" y="3872964"/>
                </a:cubicBezTo>
                <a:close/>
                <a:moveTo>
                  <a:pt x="818057" y="2340803"/>
                </a:moveTo>
                <a:cubicBezTo>
                  <a:pt x="725580" y="2347896"/>
                  <a:pt x="725580" y="2347896"/>
                  <a:pt x="725580" y="2347896"/>
                </a:cubicBezTo>
                <a:cubicBezTo>
                  <a:pt x="675786" y="2503950"/>
                  <a:pt x="675786" y="2503950"/>
                  <a:pt x="675786" y="2503950"/>
                </a:cubicBezTo>
                <a:cubicBezTo>
                  <a:pt x="746921" y="2560696"/>
                  <a:pt x="746921" y="2560696"/>
                  <a:pt x="746921" y="2560696"/>
                </a:cubicBezTo>
                <a:cubicBezTo>
                  <a:pt x="718467" y="2645816"/>
                  <a:pt x="718467" y="2645816"/>
                  <a:pt x="718467" y="2645816"/>
                </a:cubicBezTo>
                <a:cubicBezTo>
                  <a:pt x="419698" y="2383363"/>
                  <a:pt x="419698" y="2383363"/>
                  <a:pt x="419698" y="2383363"/>
                </a:cubicBezTo>
                <a:cubicBezTo>
                  <a:pt x="441039" y="2298243"/>
                  <a:pt x="441039" y="2298243"/>
                  <a:pt x="441039" y="2298243"/>
                </a:cubicBezTo>
                <a:cubicBezTo>
                  <a:pt x="839398" y="2255683"/>
                  <a:pt x="839398" y="2255683"/>
                  <a:pt x="839398" y="2255683"/>
                </a:cubicBezTo>
                <a:lnTo>
                  <a:pt x="818057" y="2340803"/>
                </a:lnTo>
                <a:close/>
                <a:moveTo>
                  <a:pt x="1792610" y="5405126"/>
                </a:moveTo>
                <a:cubicBezTo>
                  <a:pt x="1792610" y="5412219"/>
                  <a:pt x="1785497" y="5419312"/>
                  <a:pt x="1778384" y="5419312"/>
                </a:cubicBezTo>
                <a:cubicBezTo>
                  <a:pt x="1764156" y="5426406"/>
                  <a:pt x="1700135" y="5412219"/>
                  <a:pt x="1693020" y="5419312"/>
                </a:cubicBezTo>
                <a:cubicBezTo>
                  <a:pt x="1657453" y="5419312"/>
                  <a:pt x="1650340" y="5419312"/>
                  <a:pt x="1643226" y="5433499"/>
                </a:cubicBezTo>
                <a:cubicBezTo>
                  <a:pt x="1643226" y="5440592"/>
                  <a:pt x="1643226" y="5461872"/>
                  <a:pt x="1629000" y="5461872"/>
                </a:cubicBezTo>
                <a:cubicBezTo>
                  <a:pt x="1614772" y="5454780"/>
                  <a:pt x="1579204" y="5447687"/>
                  <a:pt x="1557863" y="5447687"/>
                </a:cubicBezTo>
                <a:cubicBezTo>
                  <a:pt x="1550750" y="5447687"/>
                  <a:pt x="1543637" y="5447687"/>
                  <a:pt x="1536523" y="5447687"/>
                </a:cubicBezTo>
                <a:cubicBezTo>
                  <a:pt x="1458275" y="5539900"/>
                  <a:pt x="1401366" y="5617926"/>
                  <a:pt x="1316003" y="5703047"/>
                </a:cubicBezTo>
                <a:cubicBezTo>
                  <a:pt x="1316003" y="5703047"/>
                  <a:pt x="1301777" y="5710140"/>
                  <a:pt x="1301777" y="5710140"/>
                </a:cubicBezTo>
                <a:cubicBezTo>
                  <a:pt x="1358685" y="5617926"/>
                  <a:pt x="1415593" y="5525713"/>
                  <a:pt x="1479615" y="5433499"/>
                </a:cubicBezTo>
                <a:cubicBezTo>
                  <a:pt x="1486728" y="5419312"/>
                  <a:pt x="1479615" y="5412219"/>
                  <a:pt x="1479615" y="5412219"/>
                </a:cubicBezTo>
                <a:cubicBezTo>
                  <a:pt x="1472501" y="5398033"/>
                  <a:pt x="1493843" y="5376753"/>
                  <a:pt x="1508069" y="5376753"/>
                </a:cubicBezTo>
                <a:cubicBezTo>
                  <a:pt x="1508069" y="5376753"/>
                  <a:pt x="1515182" y="5376753"/>
                  <a:pt x="1522296" y="5376753"/>
                </a:cubicBezTo>
                <a:cubicBezTo>
                  <a:pt x="1557863" y="5320006"/>
                  <a:pt x="1557863" y="5320006"/>
                  <a:pt x="1572091" y="5298726"/>
                </a:cubicBezTo>
                <a:cubicBezTo>
                  <a:pt x="1557863" y="5291633"/>
                  <a:pt x="1500956" y="5270353"/>
                  <a:pt x="1515182" y="5256166"/>
                </a:cubicBezTo>
                <a:cubicBezTo>
                  <a:pt x="1522296" y="5256166"/>
                  <a:pt x="1536523" y="5256166"/>
                  <a:pt x="1550750" y="5256166"/>
                </a:cubicBezTo>
                <a:cubicBezTo>
                  <a:pt x="1564978" y="5263260"/>
                  <a:pt x="1579204" y="5263260"/>
                  <a:pt x="1586318" y="5270353"/>
                </a:cubicBezTo>
                <a:cubicBezTo>
                  <a:pt x="1614772" y="5241980"/>
                  <a:pt x="1629000" y="5220699"/>
                  <a:pt x="1643226" y="5185232"/>
                </a:cubicBezTo>
                <a:cubicBezTo>
                  <a:pt x="1643226" y="5178139"/>
                  <a:pt x="1664567" y="5149766"/>
                  <a:pt x="1657453" y="5149766"/>
                </a:cubicBezTo>
                <a:cubicBezTo>
                  <a:pt x="1657453" y="5135579"/>
                  <a:pt x="1657453" y="5135579"/>
                  <a:pt x="1657453" y="5128486"/>
                </a:cubicBezTo>
                <a:cubicBezTo>
                  <a:pt x="1685907" y="5142672"/>
                  <a:pt x="1700135" y="5156859"/>
                  <a:pt x="1700135" y="5185232"/>
                </a:cubicBezTo>
                <a:cubicBezTo>
                  <a:pt x="1700135" y="5185232"/>
                  <a:pt x="1700135" y="5206512"/>
                  <a:pt x="1700135" y="5213607"/>
                </a:cubicBezTo>
                <a:cubicBezTo>
                  <a:pt x="1678794" y="5234885"/>
                  <a:pt x="1664567" y="5263260"/>
                  <a:pt x="1643226" y="5284540"/>
                </a:cubicBezTo>
                <a:cubicBezTo>
                  <a:pt x="1650340" y="5291633"/>
                  <a:pt x="1657453" y="5291633"/>
                  <a:pt x="1664567" y="5291633"/>
                </a:cubicBezTo>
                <a:cubicBezTo>
                  <a:pt x="1685907" y="5305820"/>
                  <a:pt x="1700135" y="5305820"/>
                  <a:pt x="1721475" y="5320006"/>
                </a:cubicBezTo>
                <a:cubicBezTo>
                  <a:pt x="1728588" y="5312913"/>
                  <a:pt x="1735703" y="5320006"/>
                  <a:pt x="1735703" y="5312913"/>
                </a:cubicBezTo>
                <a:cubicBezTo>
                  <a:pt x="1792610" y="5341286"/>
                  <a:pt x="1799725" y="5398033"/>
                  <a:pt x="1792610" y="5405126"/>
                </a:cubicBezTo>
                <a:close/>
                <a:moveTo>
                  <a:pt x="1344458" y="5213607"/>
                </a:moveTo>
                <a:cubicBezTo>
                  <a:pt x="1365799" y="5227792"/>
                  <a:pt x="1387138" y="5241980"/>
                  <a:pt x="1394253" y="5263260"/>
                </a:cubicBezTo>
                <a:cubicBezTo>
                  <a:pt x="1401366" y="5270353"/>
                  <a:pt x="1429821" y="5305820"/>
                  <a:pt x="1444047" y="5348379"/>
                </a:cubicBezTo>
                <a:cubicBezTo>
                  <a:pt x="1451160" y="5369659"/>
                  <a:pt x="1458275" y="5376753"/>
                  <a:pt x="1451160" y="5398033"/>
                </a:cubicBezTo>
                <a:cubicBezTo>
                  <a:pt x="1415593" y="5376753"/>
                  <a:pt x="1422707" y="5369659"/>
                  <a:pt x="1408480" y="5334193"/>
                </a:cubicBezTo>
                <a:cubicBezTo>
                  <a:pt x="1408480" y="5320006"/>
                  <a:pt x="1401366" y="5305820"/>
                  <a:pt x="1372912" y="5277446"/>
                </a:cubicBezTo>
                <a:cubicBezTo>
                  <a:pt x="1372912" y="5263260"/>
                  <a:pt x="1344458" y="5234885"/>
                  <a:pt x="1344458" y="5213607"/>
                </a:cubicBezTo>
                <a:close/>
                <a:moveTo>
                  <a:pt x="1863745" y="5816540"/>
                </a:moveTo>
                <a:cubicBezTo>
                  <a:pt x="1863745" y="5802353"/>
                  <a:pt x="1849519" y="5795260"/>
                  <a:pt x="1849519" y="5781073"/>
                </a:cubicBezTo>
                <a:cubicBezTo>
                  <a:pt x="1892200" y="5724327"/>
                  <a:pt x="1949108" y="5596646"/>
                  <a:pt x="1998903" y="5525713"/>
                </a:cubicBezTo>
                <a:cubicBezTo>
                  <a:pt x="2006017" y="5511526"/>
                  <a:pt x="2013130" y="5504433"/>
                  <a:pt x="2020244" y="5504433"/>
                </a:cubicBezTo>
                <a:cubicBezTo>
                  <a:pt x="2020244" y="5511526"/>
                  <a:pt x="2027357" y="5511526"/>
                  <a:pt x="2013130" y="5539900"/>
                </a:cubicBezTo>
                <a:cubicBezTo>
                  <a:pt x="2013130" y="5546993"/>
                  <a:pt x="1870860" y="5809446"/>
                  <a:pt x="1885086" y="5823633"/>
                </a:cubicBezTo>
                <a:cubicBezTo>
                  <a:pt x="1870860" y="5823633"/>
                  <a:pt x="1870860" y="5823633"/>
                  <a:pt x="1863745" y="5816540"/>
                </a:cubicBezTo>
                <a:close/>
                <a:moveTo>
                  <a:pt x="2055811" y="5880381"/>
                </a:moveTo>
                <a:cubicBezTo>
                  <a:pt x="2048698" y="5887474"/>
                  <a:pt x="2048698" y="5887474"/>
                  <a:pt x="2041585" y="5887474"/>
                </a:cubicBezTo>
                <a:cubicBezTo>
                  <a:pt x="2034470" y="5887474"/>
                  <a:pt x="2020244" y="5880381"/>
                  <a:pt x="2006017" y="5873286"/>
                </a:cubicBezTo>
                <a:cubicBezTo>
                  <a:pt x="1991789" y="5859101"/>
                  <a:pt x="1956222" y="5802353"/>
                  <a:pt x="1963335" y="5788167"/>
                </a:cubicBezTo>
                <a:cubicBezTo>
                  <a:pt x="1963335" y="5788167"/>
                  <a:pt x="1963335" y="5788167"/>
                  <a:pt x="1963335" y="5788167"/>
                </a:cubicBezTo>
                <a:cubicBezTo>
                  <a:pt x="1977563" y="5830726"/>
                  <a:pt x="2034470" y="5816540"/>
                  <a:pt x="2091379" y="5802353"/>
                </a:cubicBezTo>
                <a:cubicBezTo>
                  <a:pt x="2134060" y="5788167"/>
                  <a:pt x="2169627" y="5766887"/>
                  <a:pt x="2169627" y="5759793"/>
                </a:cubicBezTo>
                <a:cubicBezTo>
                  <a:pt x="2169627" y="5752700"/>
                  <a:pt x="2169627" y="5745607"/>
                  <a:pt x="2162514" y="5738513"/>
                </a:cubicBezTo>
                <a:cubicBezTo>
                  <a:pt x="2162514" y="5745607"/>
                  <a:pt x="2141173" y="5752700"/>
                  <a:pt x="2112720" y="5759793"/>
                </a:cubicBezTo>
                <a:cubicBezTo>
                  <a:pt x="2048698" y="5773980"/>
                  <a:pt x="1956222" y="5788167"/>
                  <a:pt x="1941995" y="5781073"/>
                </a:cubicBezTo>
                <a:cubicBezTo>
                  <a:pt x="1920654" y="5773980"/>
                  <a:pt x="1920654" y="5766887"/>
                  <a:pt x="1941995" y="5738513"/>
                </a:cubicBezTo>
                <a:cubicBezTo>
                  <a:pt x="1984676" y="5724327"/>
                  <a:pt x="2062924" y="5710140"/>
                  <a:pt x="2112720" y="5688860"/>
                </a:cubicBezTo>
                <a:cubicBezTo>
                  <a:pt x="2112720" y="5681767"/>
                  <a:pt x="2126946" y="5681767"/>
                  <a:pt x="2119833" y="5667579"/>
                </a:cubicBezTo>
                <a:cubicBezTo>
                  <a:pt x="2098492" y="5674674"/>
                  <a:pt x="2034470" y="5681767"/>
                  <a:pt x="2020244" y="5681767"/>
                </a:cubicBezTo>
                <a:cubicBezTo>
                  <a:pt x="1998903" y="5660487"/>
                  <a:pt x="2013130" y="5639206"/>
                  <a:pt x="2020244" y="5617926"/>
                </a:cubicBezTo>
                <a:cubicBezTo>
                  <a:pt x="2027357" y="5617926"/>
                  <a:pt x="2020244" y="5617926"/>
                  <a:pt x="2027357" y="5617926"/>
                </a:cubicBezTo>
                <a:cubicBezTo>
                  <a:pt x="2041585" y="5632113"/>
                  <a:pt x="2091379" y="5617926"/>
                  <a:pt x="2098492" y="5610833"/>
                </a:cubicBezTo>
                <a:cubicBezTo>
                  <a:pt x="2091379" y="5596646"/>
                  <a:pt x="2077152" y="5561180"/>
                  <a:pt x="2084266" y="5568273"/>
                </a:cubicBezTo>
                <a:cubicBezTo>
                  <a:pt x="2098492" y="5575366"/>
                  <a:pt x="2098492" y="5582460"/>
                  <a:pt x="2119833" y="5582460"/>
                </a:cubicBezTo>
                <a:cubicBezTo>
                  <a:pt x="2119833" y="5582460"/>
                  <a:pt x="2126946" y="5582460"/>
                  <a:pt x="2119833" y="5582460"/>
                </a:cubicBezTo>
                <a:cubicBezTo>
                  <a:pt x="2112720" y="5575366"/>
                  <a:pt x="2098492" y="5568273"/>
                  <a:pt x="2098492" y="5561180"/>
                </a:cubicBezTo>
                <a:cubicBezTo>
                  <a:pt x="2105605" y="5546993"/>
                  <a:pt x="2119833" y="5546993"/>
                  <a:pt x="2126946" y="5554086"/>
                </a:cubicBezTo>
                <a:cubicBezTo>
                  <a:pt x="2141173" y="5561180"/>
                  <a:pt x="2190968" y="5596646"/>
                  <a:pt x="2190968" y="5596646"/>
                </a:cubicBezTo>
                <a:cubicBezTo>
                  <a:pt x="2198082" y="5603739"/>
                  <a:pt x="2198082" y="5603739"/>
                  <a:pt x="2198082" y="5603739"/>
                </a:cubicBezTo>
                <a:cubicBezTo>
                  <a:pt x="2205195" y="5610833"/>
                  <a:pt x="2205195" y="5617926"/>
                  <a:pt x="2205195" y="5625019"/>
                </a:cubicBezTo>
                <a:cubicBezTo>
                  <a:pt x="2205195" y="5646299"/>
                  <a:pt x="2190968" y="5653394"/>
                  <a:pt x="2169627" y="5653394"/>
                </a:cubicBezTo>
                <a:cubicBezTo>
                  <a:pt x="2176742" y="5688860"/>
                  <a:pt x="2176742" y="5717233"/>
                  <a:pt x="2198082" y="5752700"/>
                </a:cubicBezTo>
                <a:cubicBezTo>
                  <a:pt x="2212310" y="5738513"/>
                  <a:pt x="2226536" y="5738513"/>
                  <a:pt x="2226536" y="5731420"/>
                </a:cubicBezTo>
                <a:cubicBezTo>
                  <a:pt x="2247877" y="5745607"/>
                  <a:pt x="2254990" y="5752700"/>
                  <a:pt x="2254990" y="5773980"/>
                </a:cubicBezTo>
                <a:cubicBezTo>
                  <a:pt x="2240763" y="5802353"/>
                  <a:pt x="2205195" y="5795260"/>
                  <a:pt x="2198082" y="5809446"/>
                </a:cubicBezTo>
                <a:cubicBezTo>
                  <a:pt x="2190968" y="5837820"/>
                  <a:pt x="2198082" y="5894567"/>
                  <a:pt x="2183855" y="5915847"/>
                </a:cubicBezTo>
                <a:cubicBezTo>
                  <a:pt x="2183855" y="5922940"/>
                  <a:pt x="2176742" y="5922940"/>
                  <a:pt x="2169627" y="5915847"/>
                </a:cubicBezTo>
                <a:cubicBezTo>
                  <a:pt x="2162514" y="5894567"/>
                  <a:pt x="2169627" y="5844913"/>
                  <a:pt x="2169627" y="5816540"/>
                </a:cubicBezTo>
                <a:cubicBezTo>
                  <a:pt x="2155401" y="5823633"/>
                  <a:pt x="2126946" y="5837820"/>
                  <a:pt x="2098492" y="5837820"/>
                </a:cubicBezTo>
                <a:cubicBezTo>
                  <a:pt x="2098492" y="5844913"/>
                  <a:pt x="2098492" y="5844913"/>
                  <a:pt x="2098492" y="5852006"/>
                </a:cubicBezTo>
                <a:cubicBezTo>
                  <a:pt x="2112720" y="5859101"/>
                  <a:pt x="2112720" y="5866194"/>
                  <a:pt x="2119833" y="5873286"/>
                </a:cubicBezTo>
                <a:cubicBezTo>
                  <a:pt x="2119833" y="5880381"/>
                  <a:pt x="2105605" y="5887474"/>
                  <a:pt x="2105605" y="5894567"/>
                </a:cubicBezTo>
                <a:cubicBezTo>
                  <a:pt x="2098492" y="5894567"/>
                  <a:pt x="2084266" y="5887474"/>
                  <a:pt x="2070038" y="5880381"/>
                </a:cubicBezTo>
                <a:cubicBezTo>
                  <a:pt x="2062924" y="5880381"/>
                  <a:pt x="2055811" y="5880381"/>
                  <a:pt x="2055811" y="5880381"/>
                </a:cubicBezTo>
                <a:close/>
                <a:moveTo>
                  <a:pt x="2254990" y="5582460"/>
                </a:moveTo>
                <a:cubicBezTo>
                  <a:pt x="2254990" y="5568273"/>
                  <a:pt x="2269217" y="5575366"/>
                  <a:pt x="2276330" y="5575366"/>
                </a:cubicBezTo>
                <a:cubicBezTo>
                  <a:pt x="2297671" y="5589553"/>
                  <a:pt x="2311898" y="5596646"/>
                  <a:pt x="2319012" y="5632113"/>
                </a:cubicBezTo>
                <a:cubicBezTo>
                  <a:pt x="2319012" y="5639206"/>
                  <a:pt x="2319012" y="5646299"/>
                  <a:pt x="2311898" y="5660487"/>
                </a:cubicBezTo>
                <a:cubicBezTo>
                  <a:pt x="2297671" y="5660487"/>
                  <a:pt x="2269217" y="5660487"/>
                  <a:pt x="2269217" y="5639206"/>
                </a:cubicBezTo>
                <a:cubicBezTo>
                  <a:pt x="2262104" y="5625019"/>
                  <a:pt x="2247877" y="5589553"/>
                  <a:pt x="2254990" y="5582460"/>
                </a:cubicBezTo>
                <a:close/>
                <a:moveTo>
                  <a:pt x="2425715" y="5688860"/>
                </a:moveTo>
                <a:cubicBezTo>
                  <a:pt x="2375920" y="5695953"/>
                  <a:pt x="2269217" y="5993873"/>
                  <a:pt x="2219423" y="6057713"/>
                </a:cubicBezTo>
                <a:cubicBezTo>
                  <a:pt x="2190968" y="6107366"/>
                  <a:pt x="2176742" y="6107366"/>
                  <a:pt x="2155401" y="6086086"/>
                </a:cubicBezTo>
                <a:cubicBezTo>
                  <a:pt x="2126946" y="6057713"/>
                  <a:pt x="2091379" y="5930034"/>
                  <a:pt x="2098492" y="5901660"/>
                </a:cubicBezTo>
                <a:cubicBezTo>
                  <a:pt x="2105605" y="5908754"/>
                  <a:pt x="2112720" y="5930034"/>
                  <a:pt x="2112720" y="5937127"/>
                </a:cubicBezTo>
                <a:cubicBezTo>
                  <a:pt x="2119833" y="5930034"/>
                  <a:pt x="2112720" y="5930034"/>
                  <a:pt x="2119833" y="5922940"/>
                </a:cubicBezTo>
                <a:cubicBezTo>
                  <a:pt x="2126946" y="5944220"/>
                  <a:pt x="2155401" y="6000967"/>
                  <a:pt x="2162514" y="6008060"/>
                </a:cubicBezTo>
                <a:cubicBezTo>
                  <a:pt x="2183855" y="6022247"/>
                  <a:pt x="2190968" y="5986780"/>
                  <a:pt x="2205195" y="5972594"/>
                </a:cubicBezTo>
                <a:cubicBezTo>
                  <a:pt x="2233649" y="5915847"/>
                  <a:pt x="2311898" y="5724327"/>
                  <a:pt x="2340352" y="5667579"/>
                </a:cubicBezTo>
                <a:cubicBezTo>
                  <a:pt x="2361693" y="5632113"/>
                  <a:pt x="2375920" y="5596646"/>
                  <a:pt x="2354580" y="5575366"/>
                </a:cubicBezTo>
                <a:cubicBezTo>
                  <a:pt x="2276330" y="5532806"/>
                  <a:pt x="2176742" y="5561180"/>
                  <a:pt x="2105605" y="5518620"/>
                </a:cubicBezTo>
                <a:cubicBezTo>
                  <a:pt x="2105605" y="5518620"/>
                  <a:pt x="2105605" y="5518620"/>
                  <a:pt x="2105605" y="5518620"/>
                </a:cubicBezTo>
                <a:cubicBezTo>
                  <a:pt x="2148288" y="5504433"/>
                  <a:pt x="2333239" y="5546993"/>
                  <a:pt x="2333239" y="5546993"/>
                </a:cubicBezTo>
                <a:cubicBezTo>
                  <a:pt x="2390148" y="5561180"/>
                  <a:pt x="2461283" y="5617926"/>
                  <a:pt x="2425715" y="5688860"/>
                </a:cubicBezTo>
                <a:close/>
                <a:moveTo>
                  <a:pt x="2596440" y="6086086"/>
                </a:moveTo>
                <a:cubicBezTo>
                  <a:pt x="2596440" y="6086086"/>
                  <a:pt x="2582212" y="6093181"/>
                  <a:pt x="2575099" y="6093181"/>
                </a:cubicBezTo>
                <a:cubicBezTo>
                  <a:pt x="2575099" y="6093181"/>
                  <a:pt x="2575099" y="6100274"/>
                  <a:pt x="2560872" y="6107366"/>
                </a:cubicBezTo>
                <a:cubicBezTo>
                  <a:pt x="2560872" y="6107366"/>
                  <a:pt x="2546645" y="6114461"/>
                  <a:pt x="2532418" y="6107366"/>
                </a:cubicBezTo>
                <a:cubicBezTo>
                  <a:pt x="2532418" y="6107366"/>
                  <a:pt x="2525305" y="6100274"/>
                  <a:pt x="2518192" y="6100274"/>
                </a:cubicBezTo>
                <a:cubicBezTo>
                  <a:pt x="2518192" y="6100274"/>
                  <a:pt x="2503964" y="6093181"/>
                  <a:pt x="2496850" y="6093181"/>
                </a:cubicBezTo>
                <a:cubicBezTo>
                  <a:pt x="2496850" y="6093181"/>
                  <a:pt x="2482623" y="6093181"/>
                  <a:pt x="2503964" y="6086086"/>
                </a:cubicBezTo>
                <a:cubicBezTo>
                  <a:pt x="2503964" y="6086086"/>
                  <a:pt x="2503964" y="6078993"/>
                  <a:pt x="2511077" y="6078993"/>
                </a:cubicBezTo>
                <a:cubicBezTo>
                  <a:pt x="2511077" y="6078993"/>
                  <a:pt x="2518192" y="6078993"/>
                  <a:pt x="2518192" y="6078993"/>
                </a:cubicBezTo>
                <a:cubicBezTo>
                  <a:pt x="2518192" y="6078993"/>
                  <a:pt x="2518192" y="6071900"/>
                  <a:pt x="2525305" y="6078993"/>
                </a:cubicBezTo>
                <a:cubicBezTo>
                  <a:pt x="2525305" y="6078993"/>
                  <a:pt x="2532418" y="6086086"/>
                  <a:pt x="2539531" y="6064808"/>
                </a:cubicBezTo>
                <a:cubicBezTo>
                  <a:pt x="2539531" y="6064808"/>
                  <a:pt x="2539531" y="6064808"/>
                  <a:pt x="2546645" y="6064808"/>
                </a:cubicBezTo>
                <a:cubicBezTo>
                  <a:pt x="2546645" y="6064808"/>
                  <a:pt x="2575099" y="6050620"/>
                  <a:pt x="2639121" y="6008060"/>
                </a:cubicBezTo>
                <a:cubicBezTo>
                  <a:pt x="2639121" y="6008060"/>
                  <a:pt x="2696030" y="5972594"/>
                  <a:pt x="2731597" y="5937127"/>
                </a:cubicBezTo>
                <a:cubicBezTo>
                  <a:pt x="2731597" y="5937127"/>
                  <a:pt x="2760052" y="5915847"/>
                  <a:pt x="2795619" y="5887474"/>
                </a:cubicBezTo>
                <a:cubicBezTo>
                  <a:pt x="2795619" y="5887474"/>
                  <a:pt x="2888094" y="5816540"/>
                  <a:pt x="2902322" y="5795260"/>
                </a:cubicBezTo>
                <a:cubicBezTo>
                  <a:pt x="2902322" y="5795260"/>
                  <a:pt x="2838300" y="5759793"/>
                  <a:pt x="2845413" y="5731420"/>
                </a:cubicBezTo>
                <a:cubicBezTo>
                  <a:pt x="2845413" y="5731420"/>
                  <a:pt x="2852527" y="5717233"/>
                  <a:pt x="2859640" y="5731420"/>
                </a:cubicBezTo>
                <a:cubicBezTo>
                  <a:pt x="2859640" y="5731420"/>
                  <a:pt x="2888094" y="5752700"/>
                  <a:pt x="2937890" y="5745607"/>
                </a:cubicBezTo>
                <a:cubicBezTo>
                  <a:pt x="2937890" y="5745607"/>
                  <a:pt x="2959230" y="5745607"/>
                  <a:pt x="2987684" y="5724327"/>
                </a:cubicBezTo>
                <a:cubicBezTo>
                  <a:pt x="2987684" y="5724327"/>
                  <a:pt x="3023252" y="5717233"/>
                  <a:pt x="3037479" y="5781073"/>
                </a:cubicBezTo>
                <a:cubicBezTo>
                  <a:pt x="3037479" y="5781073"/>
                  <a:pt x="3037479" y="5809446"/>
                  <a:pt x="3023252" y="5802353"/>
                </a:cubicBezTo>
                <a:cubicBezTo>
                  <a:pt x="3023252" y="5802353"/>
                  <a:pt x="3001912" y="5802353"/>
                  <a:pt x="2980571" y="5809446"/>
                </a:cubicBezTo>
                <a:cubicBezTo>
                  <a:pt x="2980571" y="5809446"/>
                  <a:pt x="2973457" y="5802353"/>
                  <a:pt x="2959230" y="5816540"/>
                </a:cubicBezTo>
                <a:cubicBezTo>
                  <a:pt x="2959230" y="5816540"/>
                  <a:pt x="2916549" y="5859101"/>
                  <a:pt x="2824072" y="5915847"/>
                </a:cubicBezTo>
                <a:cubicBezTo>
                  <a:pt x="2824072" y="5915847"/>
                  <a:pt x="2774278" y="5951314"/>
                  <a:pt x="2710256" y="6015153"/>
                </a:cubicBezTo>
                <a:cubicBezTo>
                  <a:pt x="2710256" y="6015153"/>
                  <a:pt x="2660462" y="6057713"/>
                  <a:pt x="2596440" y="6086086"/>
                </a:cubicBezTo>
                <a:close/>
                <a:moveTo>
                  <a:pt x="3058819" y="6086086"/>
                </a:moveTo>
                <a:cubicBezTo>
                  <a:pt x="3058819" y="6086086"/>
                  <a:pt x="3058819" y="6093181"/>
                  <a:pt x="3058819" y="6100274"/>
                </a:cubicBezTo>
                <a:cubicBezTo>
                  <a:pt x="3058819" y="6100274"/>
                  <a:pt x="3058819" y="6114461"/>
                  <a:pt x="3037479" y="6114461"/>
                </a:cubicBezTo>
                <a:cubicBezTo>
                  <a:pt x="3037479" y="6114461"/>
                  <a:pt x="2987684" y="6128647"/>
                  <a:pt x="2980571" y="6142834"/>
                </a:cubicBezTo>
                <a:cubicBezTo>
                  <a:pt x="2980571" y="6142834"/>
                  <a:pt x="2952116" y="6164114"/>
                  <a:pt x="2959230" y="6185394"/>
                </a:cubicBezTo>
                <a:cubicBezTo>
                  <a:pt x="2959230" y="6185394"/>
                  <a:pt x="2959230" y="6199580"/>
                  <a:pt x="2937890" y="6206674"/>
                </a:cubicBezTo>
                <a:cubicBezTo>
                  <a:pt x="2937890" y="6206674"/>
                  <a:pt x="2923662" y="6206674"/>
                  <a:pt x="2909435" y="6206674"/>
                </a:cubicBezTo>
                <a:cubicBezTo>
                  <a:pt x="2909435" y="6206674"/>
                  <a:pt x="2895209" y="6192487"/>
                  <a:pt x="2873868" y="6206674"/>
                </a:cubicBezTo>
                <a:cubicBezTo>
                  <a:pt x="2873868" y="6206674"/>
                  <a:pt x="2873868" y="6213767"/>
                  <a:pt x="2859640" y="6206674"/>
                </a:cubicBezTo>
                <a:cubicBezTo>
                  <a:pt x="2859640" y="6206674"/>
                  <a:pt x="2859640" y="6199580"/>
                  <a:pt x="2852527" y="6199580"/>
                </a:cubicBezTo>
                <a:cubicBezTo>
                  <a:pt x="2852527" y="6199580"/>
                  <a:pt x="2845413" y="6192487"/>
                  <a:pt x="2845413" y="6185394"/>
                </a:cubicBezTo>
                <a:cubicBezTo>
                  <a:pt x="2845413" y="6185394"/>
                  <a:pt x="2845413" y="6171207"/>
                  <a:pt x="2831187" y="6164114"/>
                </a:cubicBezTo>
                <a:cubicBezTo>
                  <a:pt x="2831187" y="6164114"/>
                  <a:pt x="2824072" y="6164114"/>
                  <a:pt x="2824072" y="6149927"/>
                </a:cubicBezTo>
                <a:cubicBezTo>
                  <a:pt x="2824072" y="6149927"/>
                  <a:pt x="2816959" y="6107366"/>
                  <a:pt x="2809846" y="6086086"/>
                </a:cubicBezTo>
                <a:cubicBezTo>
                  <a:pt x="2809846" y="6086086"/>
                  <a:pt x="2802733" y="6064808"/>
                  <a:pt x="2781391" y="6057713"/>
                </a:cubicBezTo>
                <a:cubicBezTo>
                  <a:pt x="2781391" y="6057713"/>
                  <a:pt x="2752937" y="6015153"/>
                  <a:pt x="2767165" y="6015153"/>
                </a:cubicBezTo>
                <a:cubicBezTo>
                  <a:pt x="2767165" y="6015153"/>
                  <a:pt x="2795619" y="6015153"/>
                  <a:pt x="2816959" y="6057713"/>
                </a:cubicBezTo>
                <a:cubicBezTo>
                  <a:pt x="2816959" y="6057713"/>
                  <a:pt x="2816959" y="6071900"/>
                  <a:pt x="2816959" y="6086086"/>
                </a:cubicBezTo>
                <a:cubicBezTo>
                  <a:pt x="2816959" y="6086086"/>
                  <a:pt x="2824072" y="6093181"/>
                  <a:pt x="2838300" y="6142834"/>
                </a:cubicBezTo>
                <a:cubicBezTo>
                  <a:pt x="2838300" y="6142834"/>
                  <a:pt x="2845413" y="6149927"/>
                  <a:pt x="2845413" y="6135741"/>
                </a:cubicBezTo>
                <a:cubicBezTo>
                  <a:pt x="2859640" y="6121554"/>
                  <a:pt x="2859640" y="6121554"/>
                  <a:pt x="2859640" y="6121554"/>
                </a:cubicBezTo>
                <a:cubicBezTo>
                  <a:pt x="2859640" y="6121554"/>
                  <a:pt x="2866754" y="6107366"/>
                  <a:pt x="2873868" y="6114461"/>
                </a:cubicBezTo>
                <a:cubicBezTo>
                  <a:pt x="2873868" y="6114461"/>
                  <a:pt x="2873868" y="6121554"/>
                  <a:pt x="2880981" y="6114461"/>
                </a:cubicBezTo>
                <a:cubicBezTo>
                  <a:pt x="2880981" y="6114461"/>
                  <a:pt x="2902322" y="6100274"/>
                  <a:pt x="2916549" y="6086086"/>
                </a:cubicBezTo>
                <a:cubicBezTo>
                  <a:pt x="2916549" y="6086086"/>
                  <a:pt x="2937890" y="6071900"/>
                  <a:pt x="2930776" y="6064808"/>
                </a:cubicBezTo>
                <a:cubicBezTo>
                  <a:pt x="2930776" y="6064808"/>
                  <a:pt x="2909435" y="6036433"/>
                  <a:pt x="2902322" y="6029340"/>
                </a:cubicBezTo>
                <a:cubicBezTo>
                  <a:pt x="2902322" y="6029340"/>
                  <a:pt x="2880981" y="6015153"/>
                  <a:pt x="2895209" y="6015153"/>
                </a:cubicBezTo>
                <a:cubicBezTo>
                  <a:pt x="2895209" y="6015153"/>
                  <a:pt x="2902322" y="6015153"/>
                  <a:pt x="2923662" y="6022247"/>
                </a:cubicBezTo>
                <a:cubicBezTo>
                  <a:pt x="2923662" y="6022247"/>
                  <a:pt x="2966344" y="6029340"/>
                  <a:pt x="2980571" y="6015153"/>
                </a:cubicBezTo>
                <a:cubicBezTo>
                  <a:pt x="2980571" y="6015153"/>
                  <a:pt x="2980571" y="6000967"/>
                  <a:pt x="2994797" y="6008060"/>
                </a:cubicBezTo>
                <a:cubicBezTo>
                  <a:pt x="2994797" y="6008060"/>
                  <a:pt x="3016138" y="6029340"/>
                  <a:pt x="3023252" y="6029340"/>
                </a:cubicBezTo>
                <a:cubicBezTo>
                  <a:pt x="3023252" y="6029340"/>
                  <a:pt x="3065932" y="6043527"/>
                  <a:pt x="3058819" y="6086086"/>
                </a:cubicBezTo>
                <a:close/>
                <a:moveTo>
                  <a:pt x="3450064" y="6213767"/>
                </a:moveTo>
                <a:cubicBezTo>
                  <a:pt x="3450064" y="6213767"/>
                  <a:pt x="3450064" y="6227954"/>
                  <a:pt x="3435836" y="6220860"/>
                </a:cubicBezTo>
                <a:cubicBezTo>
                  <a:pt x="3435836" y="6220860"/>
                  <a:pt x="3393156" y="6199580"/>
                  <a:pt x="3378929" y="6142834"/>
                </a:cubicBezTo>
                <a:cubicBezTo>
                  <a:pt x="3378929" y="6142834"/>
                  <a:pt x="3364701" y="6078993"/>
                  <a:pt x="3364701" y="6071900"/>
                </a:cubicBezTo>
                <a:cubicBezTo>
                  <a:pt x="3364701" y="6071900"/>
                  <a:pt x="3364701" y="6071900"/>
                  <a:pt x="3364701" y="6057713"/>
                </a:cubicBezTo>
                <a:cubicBezTo>
                  <a:pt x="3357588" y="6015153"/>
                  <a:pt x="3357588" y="6015153"/>
                  <a:pt x="3357588" y="6015153"/>
                </a:cubicBezTo>
                <a:cubicBezTo>
                  <a:pt x="3357588" y="6015153"/>
                  <a:pt x="3357588" y="6015153"/>
                  <a:pt x="3364701" y="6008060"/>
                </a:cubicBezTo>
                <a:cubicBezTo>
                  <a:pt x="3364701" y="6008060"/>
                  <a:pt x="3357588" y="6000967"/>
                  <a:pt x="3364701" y="5993873"/>
                </a:cubicBezTo>
                <a:cubicBezTo>
                  <a:pt x="3364701" y="5993873"/>
                  <a:pt x="3364701" y="5993873"/>
                  <a:pt x="3364701" y="5993873"/>
                </a:cubicBezTo>
                <a:cubicBezTo>
                  <a:pt x="3364701" y="5993873"/>
                  <a:pt x="3364701" y="5972594"/>
                  <a:pt x="3371814" y="5979687"/>
                </a:cubicBezTo>
                <a:cubicBezTo>
                  <a:pt x="3371814" y="5979687"/>
                  <a:pt x="3378929" y="5986780"/>
                  <a:pt x="3371814" y="6000967"/>
                </a:cubicBezTo>
                <a:cubicBezTo>
                  <a:pt x="3371814" y="6000967"/>
                  <a:pt x="3364701" y="6015153"/>
                  <a:pt x="3393156" y="6064808"/>
                </a:cubicBezTo>
                <a:cubicBezTo>
                  <a:pt x="3393156" y="6064808"/>
                  <a:pt x="3400269" y="6071900"/>
                  <a:pt x="3407382" y="6071900"/>
                </a:cubicBezTo>
                <a:cubicBezTo>
                  <a:pt x="3407382" y="6071900"/>
                  <a:pt x="3414497" y="6078993"/>
                  <a:pt x="3421610" y="6100274"/>
                </a:cubicBezTo>
                <a:cubicBezTo>
                  <a:pt x="3421610" y="6100274"/>
                  <a:pt x="3421610" y="6114461"/>
                  <a:pt x="3421610" y="6114461"/>
                </a:cubicBezTo>
                <a:cubicBezTo>
                  <a:pt x="3421610" y="6114461"/>
                  <a:pt x="3414497" y="6128647"/>
                  <a:pt x="3428723" y="6121554"/>
                </a:cubicBezTo>
                <a:cubicBezTo>
                  <a:pt x="3428723" y="6121554"/>
                  <a:pt x="3435836" y="6121554"/>
                  <a:pt x="3435836" y="6128647"/>
                </a:cubicBezTo>
                <a:cubicBezTo>
                  <a:pt x="3435836" y="6128647"/>
                  <a:pt x="3435836" y="6149927"/>
                  <a:pt x="3435836" y="6157021"/>
                </a:cubicBezTo>
                <a:cubicBezTo>
                  <a:pt x="3435836" y="6157021"/>
                  <a:pt x="3442950" y="6164114"/>
                  <a:pt x="3442950" y="6171207"/>
                </a:cubicBezTo>
                <a:cubicBezTo>
                  <a:pt x="3442950" y="6171207"/>
                  <a:pt x="3442950" y="6178300"/>
                  <a:pt x="3442950" y="6178300"/>
                </a:cubicBezTo>
                <a:cubicBezTo>
                  <a:pt x="3442950" y="6178300"/>
                  <a:pt x="3450064" y="6178300"/>
                  <a:pt x="3450064" y="6178300"/>
                </a:cubicBezTo>
                <a:cubicBezTo>
                  <a:pt x="3450064" y="6178300"/>
                  <a:pt x="3457177" y="6213767"/>
                  <a:pt x="3450064" y="6213767"/>
                </a:cubicBezTo>
                <a:close/>
                <a:moveTo>
                  <a:pt x="3428723" y="5915847"/>
                </a:moveTo>
                <a:cubicBezTo>
                  <a:pt x="3428723" y="5915847"/>
                  <a:pt x="3421610" y="5908754"/>
                  <a:pt x="3414497" y="5908754"/>
                </a:cubicBezTo>
                <a:cubicBezTo>
                  <a:pt x="3414497" y="5908754"/>
                  <a:pt x="3407382" y="5908754"/>
                  <a:pt x="3400269" y="5908754"/>
                </a:cubicBezTo>
                <a:cubicBezTo>
                  <a:pt x="3400269" y="5908754"/>
                  <a:pt x="3386042" y="5908754"/>
                  <a:pt x="3393156" y="5894567"/>
                </a:cubicBezTo>
                <a:cubicBezTo>
                  <a:pt x="3393156" y="5894567"/>
                  <a:pt x="3407382" y="5866194"/>
                  <a:pt x="3400269" y="5837820"/>
                </a:cubicBezTo>
                <a:cubicBezTo>
                  <a:pt x="3400269" y="5837820"/>
                  <a:pt x="3400269" y="5830726"/>
                  <a:pt x="3407382" y="5823633"/>
                </a:cubicBezTo>
                <a:cubicBezTo>
                  <a:pt x="3407382" y="5823633"/>
                  <a:pt x="3407382" y="5816540"/>
                  <a:pt x="3414497" y="5823633"/>
                </a:cubicBezTo>
                <a:cubicBezTo>
                  <a:pt x="3414497" y="5823633"/>
                  <a:pt x="3450064" y="5873286"/>
                  <a:pt x="3450064" y="5901660"/>
                </a:cubicBezTo>
                <a:cubicBezTo>
                  <a:pt x="3450064" y="5901660"/>
                  <a:pt x="3457177" y="5922940"/>
                  <a:pt x="3428723" y="5915847"/>
                </a:cubicBezTo>
                <a:close/>
                <a:moveTo>
                  <a:pt x="3841308" y="5944220"/>
                </a:moveTo>
                <a:cubicBezTo>
                  <a:pt x="3841308" y="5944220"/>
                  <a:pt x="3834195" y="5972594"/>
                  <a:pt x="3819968" y="5979687"/>
                </a:cubicBezTo>
                <a:cubicBezTo>
                  <a:pt x="3819968" y="5979687"/>
                  <a:pt x="3812854" y="5986780"/>
                  <a:pt x="3812854" y="6000967"/>
                </a:cubicBezTo>
                <a:cubicBezTo>
                  <a:pt x="3812854" y="6000967"/>
                  <a:pt x="3791514" y="6043527"/>
                  <a:pt x="3777286" y="6050620"/>
                </a:cubicBezTo>
                <a:cubicBezTo>
                  <a:pt x="3777286" y="6050620"/>
                  <a:pt x="3755946" y="6064808"/>
                  <a:pt x="3763060" y="6078993"/>
                </a:cubicBezTo>
                <a:cubicBezTo>
                  <a:pt x="3763060" y="6078993"/>
                  <a:pt x="3791514" y="6100274"/>
                  <a:pt x="3784399" y="6128647"/>
                </a:cubicBezTo>
                <a:cubicBezTo>
                  <a:pt x="3784399" y="6128647"/>
                  <a:pt x="3784399" y="6135741"/>
                  <a:pt x="3777286" y="6135741"/>
                </a:cubicBezTo>
                <a:cubicBezTo>
                  <a:pt x="3777286" y="6135741"/>
                  <a:pt x="3770173" y="6142834"/>
                  <a:pt x="3763060" y="6142834"/>
                </a:cubicBezTo>
                <a:cubicBezTo>
                  <a:pt x="3763060" y="6142834"/>
                  <a:pt x="3755946" y="6142834"/>
                  <a:pt x="3755946" y="6142834"/>
                </a:cubicBezTo>
                <a:cubicBezTo>
                  <a:pt x="3755946" y="6142834"/>
                  <a:pt x="3727492" y="6157021"/>
                  <a:pt x="3713264" y="6157021"/>
                </a:cubicBezTo>
                <a:cubicBezTo>
                  <a:pt x="3713264" y="6157021"/>
                  <a:pt x="3699038" y="6157021"/>
                  <a:pt x="3677696" y="6157021"/>
                </a:cubicBezTo>
                <a:cubicBezTo>
                  <a:pt x="3677696" y="6157021"/>
                  <a:pt x="3677696" y="6149927"/>
                  <a:pt x="3670583" y="6157021"/>
                </a:cubicBezTo>
                <a:cubicBezTo>
                  <a:pt x="3670583" y="6157021"/>
                  <a:pt x="3642129" y="6192487"/>
                  <a:pt x="3606561" y="6164114"/>
                </a:cubicBezTo>
                <a:cubicBezTo>
                  <a:pt x="3606561" y="6164114"/>
                  <a:pt x="3599448" y="6157021"/>
                  <a:pt x="3592335" y="6149927"/>
                </a:cubicBezTo>
                <a:cubicBezTo>
                  <a:pt x="3585221" y="6149927"/>
                  <a:pt x="3578107" y="6142834"/>
                  <a:pt x="3570994" y="6142834"/>
                </a:cubicBezTo>
                <a:cubicBezTo>
                  <a:pt x="3570994" y="6142834"/>
                  <a:pt x="3528313" y="6114461"/>
                  <a:pt x="3514086" y="6107366"/>
                </a:cubicBezTo>
                <a:cubicBezTo>
                  <a:pt x="3514086" y="6107366"/>
                  <a:pt x="3485632" y="6086086"/>
                  <a:pt x="3485632" y="6071900"/>
                </a:cubicBezTo>
                <a:cubicBezTo>
                  <a:pt x="3485632" y="6071900"/>
                  <a:pt x="3478519" y="6050620"/>
                  <a:pt x="3464291" y="6050620"/>
                </a:cubicBezTo>
                <a:cubicBezTo>
                  <a:pt x="3464291" y="6050620"/>
                  <a:pt x="3457177" y="6050620"/>
                  <a:pt x="3457177" y="6036433"/>
                </a:cubicBezTo>
                <a:cubicBezTo>
                  <a:pt x="3457177" y="6036433"/>
                  <a:pt x="3457177" y="6036433"/>
                  <a:pt x="3457177" y="6036433"/>
                </a:cubicBezTo>
                <a:cubicBezTo>
                  <a:pt x="3457177" y="6036433"/>
                  <a:pt x="3457177" y="6036433"/>
                  <a:pt x="3457177" y="6029340"/>
                </a:cubicBezTo>
                <a:cubicBezTo>
                  <a:pt x="3457177" y="6029340"/>
                  <a:pt x="3450064" y="6022247"/>
                  <a:pt x="3464291" y="6000967"/>
                </a:cubicBezTo>
                <a:cubicBezTo>
                  <a:pt x="3464291" y="6000967"/>
                  <a:pt x="3478519" y="5986780"/>
                  <a:pt x="3492745" y="5979687"/>
                </a:cubicBezTo>
                <a:cubicBezTo>
                  <a:pt x="3492745" y="5979687"/>
                  <a:pt x="3521199" y="5951314"/>
                  <a:pt x="3542539" y="5937127"/>
                </a:cubicBezTo>
                <a:cubicBezTo>
                  <a:pt x="3542539" y="5937127"/>
                  <a:pt x="3549654" y="5930034"/>
                  <a:pt x="3556767" y="5922940"/>
                </a:cubicBezTo>
                <a:cubicBezTo>
                  <a:pt x="3563880" y="5915847"/>
                  <a:pt x="3570994" y="5908754"/>
                  <a:pt x="3570994" y="5908754"/>
                </a:cubicBezTo>
                <a:cubicBezTo>
                  <a:pt x="3570994" y="5908754"/>
                  <a:pt x="3585221" y="5894567"/>
                  <a:pt x="3599448" y="5887474"/>
                </a:cubicBezTo>
                <a:cubicBezTo>
                  <a:pt x="3599448" y="5887474"/>
                  <a:pt x="3620789" y="5880381"/>
                  <a:pt x="3620789" y="5873286"/>
                </a:cubicBezTo>
                <a:cubicBezTo>
                  <a:pt x="3620789" y="5873286"/>
                  <a:pt x="3620789" y="5852006"/>
                  <a:pt x="3620789" y="5844913"/>
                </a:cubicBezTo>
                <a:cubicBezTo>
                  <a:pt x="3606561" y="5738513"/>
                  <a:pt x="3606561" y="5738513"/>
                  <a:pt x="3606561" y="5738513"/>
                </a:cubicBezTo>
                <a:cubicBezTo>
                  <a:pt x="3606561" y="5738513"/>
                  <a:pt x="3606561" y="5731420"/>
                  <a:pt x="3613675" y="5738513"/>
                </a:cubicBezTo>
                <a:cubicBezTo>
                  <a:pt x="3613675" y="5738513"/>
                  <a:pt x="3620789" y="5738513"/>
                  <a:pt x="3627902" y="5738513"/>
                </a:cubicBezTo>
                <a:cubicBezTo>
                  <a:pt x="3627902" y="5738513"/>
                  <a:pt x="3642129" y="5731420"/>
                  <a:pt x="3649243" y="5759793"/>
                </a:cubicBezTo>
                <a:cubicBezTo>
                  <a:pt x="3649243" y="5759793"/>
                  <a:pt x="3663470" y="5788167"/>
                  <a:pt x="3670583" y="5816540"/>
                </a:cubicBezTo>
                <a:cubicBezTo>
                  <a:pt x="3670583" y="5816540"/>
                  <a:pt x="3670583" y="5852006"/>
                  <a:pt x="3670583" y="5859101"/>
                </a:cubicBezTo>
                <a:cubicBezTo>
                  <a:pt x="3670583" y="5859101"/>
                  <a:pt x="3670583" y="5873286"/>
                  <a:pt x="3684811" y="5873286"/>
                </a:cubicBezTo>
                <a:cubicBezTo>
                  <a:pt x="3684811" y="5873286"/>
                  <a:pt x="3699038" y="5873286"/>
                  <a:pt x="3720379" y="5873286"/>
                </a:cubicBezTo>
                <a:cubicBezTo>
                  <a:pt x="3748832" y="5880381"/>
                  <a:pt x="3777286" y="5880381"/>
                  <a:pt x="3791514" y="5880381"/>
                </a:cubicBezTo>
                <a:cubicBezTo>
                  <a:pt x="3791514" y="5880381"/>
                  <a:pt x="3819968" y="5887474"/>
                  <a:pt x="3848421" y="5922940"/>
                </a:cubicBezTo>
                <a:cubicBezTo>
                  <a:pt x="3848421" y="5922940"/>
                  <a:pt x="3855536" y="5922940"/>
                  <a:pt x="3841308" y="5944220"/>
                </a:cubicBezTo>
                <a:close/>
                <a:moveTo>
                  <a:pt x="4296574" y="5738513"/>
                </a:moveTo>
                <a:cubicBezTo>
                  <a:pt x="4296574" y="5738513"/>
                  <a:pt x="4289461" y="5738513"/>
                  <a:pt x="4289461" y="5752700"/>
                </a:cubicBezTo>
                <a:cubicBezTo>
                  <a:pt x="4289461" y="5752700"/>
                  <a:pt x="4282347" y="5773980"/>
                  <a:pt x="4289461" y="5788167"/>
                </a:cubicBezTo>
                <a:cubicBezTo>
                  <a:pt x="4289461" y="5788167"/>
                  <a:pt x="4289461" y="5802353"/>
                  <a:pt x="4282347" y="5823633"/>
                </a:cubicBezTo>
                <a:cubicBezTo>
                  <a:pt x="4282347" y="5823633"/>
                  <a:pt x="4253893" y="5859101"/>
                  <a:pt x="4275234" y="5894567"/>
                </a:cubicBezTo>
                <a:cubicBezTo>
                  <a:pt x="4275234" y="5894567"/>
                  <a:pt x="4296574" y="5915847"/>
                  <a:pt x="4275234" y="5930034"/>
                </a:cubicBezTo>
                <a:cubicBezTo>
                  <a:pt x="4275234" y="5930034"/>
                  <a:pt x="4268121" y="5937127"/>
                  <a:pt x="4261006" y="5958407"/>
                </a:cubicBezTo>
                <a:cubicBezTo>
                  <a:pt x="4261006" y="5958407"/>
                  <a:pt x="4261006" y="5972594"/>
                  <a:pt x="4261006" y="5972594"/>
                </a:cubicBezTo>
                <a:cubicBezTo>
                  <a:pt x="4261006" y="5972594"/>
                  <a:pt x="4253893" y="5986780"/>
                  <a:pt x="4253893" y="5993873"/>
                </a:cubicBezTo>
                <a:cubicBezTo>
                  <a:pt x="4253893" y="5993873"/>
                  <a:pt x="4253893" y="6008060"/>
                  <a:pt x="4232553" y="6015153"/>
                </a:cubicBezTo>
                <a:cubicBezTo>
                  <a:pt x="4232553" y="6015153"/>
                  <a:pt x="4218325" y="6029340"/>
                  <a:pt x="4211212" y="6036433"/>
                </a:cubicBezTo>
                <a:cubicBezTo>
                  <a:pt x="4211212" y="6036433"/>
                  <a:pt x="4204099" y="6050620"/>
                  <a:pt x="4196986" y="6050620"/>
                </a:cubicBezTo>
                <a:cubicBezTo>
                  <a:pt x="4196986" y="6050620"/>
                  <a:pt x="4196986" y="6050620"/>
                  <a:pt x="4196986" y="6057713"/>
                </a:cubicBezTo>
                <a:cubicBezTo>
                  <a:pt x="4196986" y="6057713"/>
                  <a:pt x="4189871" y="6071900"/>
                  <a:pt x="4168531" y="6078993"/>
                </a:cubicBezTo>
                <a:cubicBezTo>
                  <a:pt x="4168531" y="6078993"/>
                  <a:pt x="4168531" y="6029340"/>
                  <a:pt x="4168531" y="6015153"/>
                </a:cubicBezTo>
                <a:cubicBezTo>
                  <a:pt x="4168531" y="6015153"/>
                  <a:pt x="4168531" y="5993873"/>
                  <a:pt x="4168531" y="5979687"/>
                </a:cubicBezTo>
                <a:cubicBezTo>
                  <a:pt x="4168531" y="5979687"/>
                  <a:pt x="4168531" y="5958407"/>
                  <a:pt x="4182758" y="5958407"/>
                </a:cubicBezTo>
                <a:cubicBezTo>
                  <a:pt x="4182758" y="5958407"/>
                  <a:pt x="4182758" y="5965500"/>
                  <a:pt x="4182758" y="5958407"/>
                </a:cubicBezTo>
                <a:cubicBezTo>
                  <a:pt x="4182758" y="5958407"/>
                  <a:pt x="4196986" y="5930034"/>
                  <a:pt x="4196986" y="5922940"/>
                </a:cubicBezTo>
                <a:cubicBezTo>
                  <a:pt x="4196986" y="5922940"/>
                  <a:pt x="4182758" y="5915847"/>
                  <a:pt x="4182758" y="5915847"/>
                </a:cubicBezTo>
                <a:cubicBezTo>
                  <a:pt x="4182758" y="5915847"/>
                  <a:pt x="4175644" y="5908754"/>
                  <a:pt x="4175644" y="5901660"/>
                </a:cubicBezTo>
                <a:cubicBezTo>
                  <a:pt x="4175644" y="5901660"/>
                  <a:pt x="4175644" y="5901660"/>
                  <a:pt x="4168531" y="5894567"/>
                </a:cubicBezTo>
                <a:cubicBezTo>
                  <a:pt x="4168531" y="5894567"/>
                  <a:pt x="4154303" y="5887474"/>
                  <a:pt x="4154303" y="5894567"/>
                </a:cubicBezTo>
                <a:cubicBezTo>
                  <a:pt x="4154303" y="5894567"/>
                  <a:pt x="4154303" y="5894567"/>
                  <a:pt x="4140077" y="5894567"/>
                </a:cubicBezTo>
                <a:cubicBezTo>
                  <a:pt x="4140077" y="5894567"/>
                  <a:pt x="4076055" y="5880381"/>
                  <a:pt x="4104509" y="5866194"/>
                </a:cubicBezTo>
                <a:cubicBezTo>
                  <a:pt x="4104509" y="5866194"/>
                  <a:pt x="4140077" y="5866194"/>
                  <a:pt x="4161417" y="5830726"/>
                </a:cubicBezTo>
                <a:cubicBezTo>
                  <a:pt x="4161417" y="5830726"/>
                  <a:pt x="4168531" y="5830726"/>
                  <a:pt x="4175644" y="5773980"/>
                </a:cubicBezTo>
                <a:cubicBezTo>
                  <a:pt x="4175644" y="5773980"/>
                  <a:pt x="4175644" y="5766887"/>
                  <a:pt x="4168531" y="5766887"/>
                </a:cubicBezTo>
                <a:cubicBezTo>
                  <a:pt x="4168531" y="5766887"/>
                  <a:pt x="4161417" y="5759793"/>
                  <a:pt x="4168531" y="5759793"/>
                </a:cubicBezTo>
                <a:cubicBezTo>
                  <a:pt x="4168531" y="5759793"/>
                  <a:pt x="4168531" y="5752700"/>
                  <a:pt x="4161417" y="5745607"/>
                </a:cubicBezTo>
                <a:cubicBezTo>
                  <a:pt x="4161417" y="5745607"/>
                  <a:pt x="4154303" y="5738513"/>
                  <a:pt x="4161417" y="5731420"/>
                </a:cubicBezTo>
                <a:cubicBezTo>
                  <a:pt x="4161417" y="5731420"/>
                  <a:pt x="4161417" y="5724327"/>
                  <a:pt x="4154303" y="5717233"/>
                </a:cubicBezTo>
                <a:cubicBezTo>
                  <a:pt x="4154303" y="5717233"/>
                  <a:pt x="4154303" y="5717233"/>
                  <a:pt x="4154303" y="5710140"/>
                </a:cubicBezTo>
                <a:cubicBezTo>
                  <a:pt x="4154303" y="5710140"/>
                  <a:pt x="4154303" y="5710140"/>
                  <a:pt x="4147190" y="5695953"/>
                </a:cubicBezTo>
                <a:cubicBezTo>
                  <a:pt x="4147190" y="5695953"/>
                  <a:pt x="4147190" y="5695953"/>
                  <a:pt x="4154303" y="5688860"/>
                </a:cubicBezTo>
                <a:cubicBezTo>
                  <a:pt x="4154303" y="5688860"/>
                  <a:pt x="4161417" y="5695953"/>
                  <a:pt x="4154303" y="5681767"/>
                </a:cubicBezTo>
                <a:cubicBezTo>
                  <a:pt x="4154303" y="5681767"/>
                  <a:pt x="4147190" y="5674674"/>
                  <a:pt x="4140077" y="5667579"/>
                </a:cubicBezTo>
                <a:cubicBezTo>
                  <a:pt x="4132964" y="5660487"/>
                  <a:pt x="4132964" y="5660487"/>
                  <a:pt x="4132964" y="5660487"/>
                </a:cubicBezTo>
                <a:cubicBezTo>
                  <a:pt x="4104509" y="5610833"/>
                  <a:pt x="4104509" y="5610833"/>
                  <a:pt x="4104509" y="5610833"/>
                </a:cubicBezTo>
                <a:cubicBezTo>
                  <a:pt x="4104509" y="5610833"/>
                  <a:pt x="4083168" y="5589553"/>
                  <a:pt x="4111622" y="5596646"/>
                </a:cubicBezTo>
                <a:cubicBezTo>
                  <a:pt x="4111622" y="5596646"/>
                  <a:pt x="4132964" y="5589553"/>
                  <a:pt x="4154303" y="5596646"/>
                </a:cubicBezTo>
                <a:cubicBezTo>
                  <a:pt x="4154303" y="5596646"/>
                  <a:pt x="4175644" y="5596646"/>
                  <a:pt x="4189871" y="5596646"/>
                </a:cubicBezTo>
                <a:cubicBezTo>
                  <a:pt x="4189871" y="5596646"/>
                  <a:pt x="4196986" y="5589553"/>
                  <a:pt x="4204099" y="5617926"/>
                </a:cubicBezTo>
                <a:cubicBezTo>
                  <a:pt x="4204099" y="5617926"/>
                  <a:pt x="4218325" y="5639206"/>
                  <a:pt x="4218325" y="5639206"/>
                </a:cubicBezTo>
                <a:cubicBezTo>
                  <a:pt x="4218325" y="5639206"/>
                  <a:pt x="4253893" y="5646299"/>
                  <a:pt x="4261006" y="5653394"/>
                </a:cubicBezTo>
                <a:cubicBezTo>
                  <a:pt x="4261006" y="5653394"/>
                  <a:pt x="4261006" y="5653394"/>
                  <a:pt x="4261006" y="5646299"/>
                </a:cubicBezTo>
                <a:cubicBezTo>
                  <a:pt x="4261006" y="5646299"/>
                  <a:pt x="4275234" y="5646299"/>
                  <a:pt x="4289461" y="5660487"/>
                </a:cubicBezTo>
                <a:cubicBezTo>
                  <a:pt x="4289461" y="5660487"/>
                  <a:pt x="4282347" y="5674674"/>
                  <a:pt x="4296574" y="5667579"/>
                </a:cubicBezTo>
                <a:cubicBezTo>
                  <a:pt x="4296574" y="5667579"/>
                  <a:pt x="4310802" y="5667579"/>
                  <a:pt x="4310802" y="5688860"/>
                </a:cubicBezTo>
                <a:cubicBezTo>
                  <a:pt x="4310802" y="5688860"/>
                  <a:pt x="4317915" y="5717233"/>
                  <a:pt x="4296574" y="5738513"/>
                </a:cubicBezTo>
                <a:close/>
                <a:moveTo>
                  <a:pt x="4495753" y="5915847"/>
                </a:moveTo>
                <a:cubicBezTo>
                  <a:pt x="4495753" y="5915847"/>
                  <a:pt x="4488640" y="5937127"/>
                  <a:pt x="4467299" y="5944220"/>
                </a:cubicBezTo>
                <a:cubicBezTo>
                  <a:pt x="4467299" y="5944220"/>
                  <a:pt x="4453072" y="5951314"/>
                  <a:pt x="4438846" y="5951314"/>
                </a:cubicBezTo>
                <a:cubicBezTo>
                  <a:pt x="4438846" y="5951314"/>
                  <a:pt x="4424618" y="5951314"/>
                  <a:pt x="4424618" y="5944220"/>
                </a:cubicBezTo>
                <a:cubicBezTo>
                  <a:pt x="4424618" y="5944220"/>
                  <a:pt x="4417504" y="5944220"/>
                  <a:pt x="4410391" y="5951314"/>
                </a:cubicBezTo>
                <a:cubicBezTo>
                  <a:pt x="4410391" y="5951314"/>
                  <a:pt x="4403278" y="5951314"/>
                  <a:pt x="4396163" y="5937127"/>
                </a:cubicBezTo>
                <a:cubicBezTo>
                  <a:pt x="4396163" y="5937127"/>
                  <a:pt x="4381937" y="5930034"/>
                  <a:pt x="4381937" y="5915847"/>
                </a:cubicBezTo>
                <a:cubicBezTo>
                  <a:pt x="4381937" y="5915847"/>
                  <a:pt x="4381937" y="5894567"/>
                  <a:pt x="4374824" y="5880381"/>
                </a:cubicBezTo>
                <a:cubicBezTo>
                  <a:pt x="4374824" y="5880381"/>
                  <a:pt x="4360596" y="5844913"/>
                  <a:pt x="4381937" y="5852006"/>
                </a:cubicBezTo>
                <a:cubicBezTo>
                  <a:pt x="4381937" y="5852006"/>
                  <a:pt x="4389050" y="5852006"/>
                  <a:pt x="4403278" y="5844913"/>
                </a:cubicBezTo>
                <a:cubicBezTo>
                  <a:pt x="4403278" y="5844913"/>
                  <a:pt x="4424618" y="5852006"/>
                  <a:pt x="4453072" y="5859101"/>
                </a:cubicBezTo>
                <a:cubicBezTo>
                  <a:pt x="4453072" y="5859101"/>
                  <a:pt x="4474413" y="5873286"/>
                  <a:pt x="4481526" y="5873286"/>
                </a:cubicBezTo>
                <a:cubicBezTo>
                  <a:pt x="4481526" y="5873286"/>
                  <a:pt x="4495753" y="5873286"/>
                  <a:pt x="4495753" y="5894567"/>
                </a:cubicBezTo>
                <a:cubicBezTo>
                  <a:pt x="4495753" y="5894567"/>
                  <a:pt x="4495753" y="5901660"/>
                  <a:pt x="4495753" y="5908754"/>
                </a:cubicBezTo>
                <a:cubicBezTo>
                  <a:pt x="4495753" y="5908754"/>
                  <a:pt x="4495753" y="5915847"/>
                  <a:pt x="4495753" y="5915847"/>
                </a:cubicBezTo>
                <a:close/>
                <a:moveTo>
                  <a:pt x="4744726" y="5483153"/>
                </a:moveTo>
                <a:cubicBezTo>
                  <a:pt x="4744726" y="5483153"/>
                  <a:pt x="4730500" y="5476060"/>
                  <a:pt x="4723387" y="5476060"/>
                </a:cubicBezTo>
                <a:cubicBezTo>
                  <a:pt x="4723387" y="5476060"/>
                  <a:pt x="4709159" y="5461872"/>
                  <a:pt x="4709159" y="5483153"/>
                </a:cubicBezTo>
                <a:cubicBezTo>
                  <a:pt x="4709159" y="5483153"/>
                  <a:pt x="4666478" y="5518620"/>
                  <a:pt x="4666478" y="5554086"/>
                </a:cubicBezTo>
                <a:cubicBezTo>
                  <a:pt x="4666478" y="5554086"/>
                  <a:pt x="4666478" y="5561180"/>
                  <a:pt x="4673591" y="5568273"/>
                </a:cubicBezTo>
                <a:cubicBezTo>
                  <a:pt x="4673591" y="5568273"/>
                  <a:pt x="4673591" y="5589553"/>
                  <a:pt x="4666478" y="5596646"/>
                </a:cubicBezTo>
                <a:cubicBezTo>
                  <a:pt x="4666478" y="5596646"/>
                  <a:pt x="4666478" y="5617926"/>
                  <a:pt x="4659365" y="5625019"/>
                </a:cubicBezTo>
                <a:cubicBezTo>
                  <a:pt x="4659365" y="5625019"/>
                  <a:pt x="4652251" y="5625019"/>
                  <a:pt x="4645138" y="5632113"/>
                </a:cubicBezTo>
                <a:cubicBezTo>
                  <a:pt x="4645138" y="5632113"/>
                  <a:pt x="4645138" y="5632113"/>
                  <a:pt x="4638023" y="5632113"/>
                </a:cubicBezTo>
                <a:cubicBezTo>
                  <a:pt x="4638023" y="5632113"/>
                  <a:pt x="4602456" y="5632113"/>
                  <a:pt x="4609570" y="5610833"/>
                </a:cubicBezTo>
                <a:cubicBezTo>
                  <a:pt x="4609570" y="5610833"/>
                  <a:pt x="4609570" y="5582460"/>
                  <a:pt x="4609570" y="5568273"/>
                </a:cubicBezTo>
                <a:cubicBezTo>
                  <a:pt x="4609570" y="5568273"/>
                  <a:pt x="4595343" y="5546993"/>
                  <a:pt x="4616684" y="5539900"/>
                </a:cubicBezTo>
                <a:cubicBezTo>
                  <a:pt x="4616684" y="5539900"/>
                  <a:pt x="4630910" y="5532806"/>
                  <a:pt x="4638023" y="5532806"/>
                </a:cubicBezTo>
                <a:cubicBezTo>
                  <a:pt x="4638023" y="5532806"/>
                  <a:pt x="4645138" y="5532806"/>
                  <a:pt x="4652251" y="5525713"/>
                </a:cubicBezTo>
                <a:cubicBezTo>
                  <a:pt x="4652251" y="5525713"/>
                  <a:pt x="4687819" y="5483153"/>
                  <a:pt x="4702045" y="5461872"/>
                </a:cubicBezTo>
                <a:cubicBezTo>
                  <a:pt x="4702045" y="5461872"/>
                  <a:pt x="4709159" y="5454780"/>
                  <a:pt x="4694932" y="5440592"/>
                </a:cubicBezTo>
                <a:cubicBezTo>
                  <a:pt x="4694932" y="5440592"/>
                  <a:pt x="4652251" y="5405126"/>
                  <a:pt x="4623797" y="5390939"/>
                </a:cubicBezTo>
                <a:cubicBezTo>
                  <a:pt x="4623797" y="5390939"/>
                  <a:pt x="4588229" y="5376753"/>
                  <a:pt x="4566888" y="5383846"/>
                </a:cubicBezTo>
                <a:cubicBezTo>
                  <a:pt x="4566888" y="5383846"/>
                  <a:pt x="4509981" y="5376753"/>
                  <a:pt x="4552662" y="5362566"/>
                </a:cubicBezTo>
                <a:cubicBezTo>
                  <a:pt x="4552662" y="5362566"/>
                  <a:pt x="4588229" y="5348379"/>
                  <a:pt x="4652251" y="5390939"/>
                </a:cubicBezTo>
                <a:cubicBezTo>
                  <a:pt x="4652251" y="5390939"/>
                  <a:pt x="4694932" y="5419312"/>
                  <a:pt x="4702045" y="5440592"/>
                </a:cubicBezTo>
                <a:cubicBezTo>
                  <a:pt x="4702045" y="5440592"/>
                  <a:pt x="4709159" y="5447687"/>
                  <a:pt x="4716273" y="5440592"/>
                </a:cubicBezTo>
                <a:cubicBezTo>
                  <a:pt x="4716273" y="5440592"/>
                  <a:pt x="4737613" y="5426406"/>
                  <a:pt x="4723387" y="5412219"/>
                </a:cubicBezTo>
                <a:cubicBezTo>
                  <a:pt x="4723387" y="5412219"/>
                  <a:pt x="4702045" y="5369659"/>
                  <a:pt x="4623797" y="5320006"/>
                </a:cubicBezTo>
                <a:cubicBezTo>
                  <a:pt x="4623797" y="5320006"/>
                  <a:pt x="4595343" y="5298726"/>
                  <a:pt x="4581116" y="5305820"/>
                </a:cubicBezTo>
                <a:cubicBezTo>
                  <a:pt x="4581116" y="5305820"/>
                  <a:pt x="4566888" y="5298726"/>
                  <a:pt x="4581116" y="5298726"/>
                </a:cubicBezTo>
                <a:cubicBezTo>
                  <a:pt x="4581116" y="5298726"/>
                  <a:pt x="4616684" y="5284540"/>
                  <a:pt x="4666478" y="5320006"/>
                </a:cubicBezTo>
                <a:cubicBezTo>
                  <a:pt x="4666478" y="5320006"/>
                  <a:pt x="4702045" y="5348379"/>
                  <a:pt x="4723387" y="5376753"/>
                </a:cubicBezTo>
                <a:cubicBezTo>
                  <a:pt x="4723387" y="5376753"/>
                  <a:pt x="4737613" y="5390939"/>
                  <a:pt x="4730500" y="5376753"/>
                </a:cubicBezTo>
                <a:cubicBezTo>
                  <a:pt x="4730500" y="5376753"/>
                  <a:pt x="4723387" y="5362566"/>
                  <a:pt x="4730500" y="5355473"/>
                </a:cubicBezTo>
                <a:cubicBezTo>
                  <a:pt x="4730500" y="5355473"/>
                  <a:pt x="4730500" y="5355473"/>
                  <a:pt x="4730500" y="5348379"/>
                </a:cubicBezTo>
                <a:cubicBezTo>
                  <a:pt x="4730500" y="5348379"/>
                  <a:pt x="4723387" y="5341286"/>
                  <a:pt x="4723387" y="5334193"/>
                </a:cubicBezTo>
                <a:cubicBezTo>
                  <a:pt x="4723387" y="5334193"/>
                  <a:pt x="4730500" y="5334193"/>
                  <a:pt x="4716273" y="5334193"/>
                </a:cubicBezTo>
                <a:cubicBezTo>
                  <a:pt x="4716273" y="5334193"/>
                  <a:pt x="4709159" y="5327099"/>
                  <a:pt x="4702045" y="5327099"/>
                </a:cubicBezTo>
                <a:cubicBezTo>
                  <a:pt x="4702045" y="5327099"/>
                  <a:pt x="4666478" y="5327099"/>
                  <a:pt x="4694932" y="5320006"/>
                </a:cubicBezTo>
                <a:cubicBezTo>
                  <a:pt x="4694932" y="5320006"/>
                  <a:pt x="4702045" y="5320006"/>
                  <a:pt x="4716273" y="5320006"/>
                </a:cubicBezTo>
                <a:cubicBezTo>
                  <a:pt x="4716273" y="5320006"/>
                  <a:pt x="4723387" y="5320006"/>
                  <a:pt x="4716273" y="5312913"/>
                </a:cubicBezTo>
                <a:cubicBezTo>
                  <a:pt x="4716273" y="5312913"/>
                  <a:pt x="4702045" y="5284540"/>
                  <a:pt x="4702045" y="5277446"/>
                </a:cubicBezTo>
                <a:cubicBezTo>
                  <a:pt x="4702045" y="5277446"/>
                  <a:pt x="4694932" y="5263260"/>
                  <a:pt x="4694932" y="5277446"/>
                </a:cubicBezTo>
                <a:cubicBezTo>
                  <a:pt x="4694932" y="5277446"/>
                  <a:pt x="4687819" y="5291633"/>
                  <a:pt x="4666478" y="5277446"/>
                </a:cubicBezTo>
                <a:cubicBezTo>
                  <a:pt x="4666478" y="5277446"/>
                  <a:pt x="4630910" y="5277446"/>
                  <a:pt x="4630910" y="5256166"/>
                </a:cubicBezTo>
                <a:cubicBezTo>
                  <a:pt x="4630910" y="5256166"/>
                  <a:pt x="4638023" y="5227792"/>
                  <a:pt x="4616684" y="5227792"/>
                </a:cubicBezTo>
                <a:cubicBezTo>
                  <a:pt x="4616684" y="5227792"/>
                  <a:pt x="4595343" y="5220699"/>
                  <a:pt x="4616684" y="5213607"/>
                </a:cubicBezTo>
                <a:cubicBezTo>
                  <a:pt x="4616684" y="5213607"/>
                  <a:pt x="4638023" y="5206512"/>
                  <a:pt x="4666478" y="5213607"/>
                </a:cubicBezTo>
                <a:cubicBezTo>
                  <a:pt x="4666478" y="5213607"/>
                  <a:pt x="4666478" y="5220699"/>
                  <a:pt x="4680706" y="5213607"/>
                </a:cubicBezTo>
                <a:cubicBezTo>
                  <a:pt x="4680706" y="5213607"/>
                  <a:pt x="4744726" y="5185232"/>
                  <a:pt x="4751841" y="5227792"/>
                </a:cubicBezTo>
                <a:cubicBezTo>
                  <a:pt x="4751841" y="5227792"/>
                  <a:pt x="4744726" y="5256166"/>
                  <a:pt x="4758954" y="5277446"/>
                </a:cubicBezTo>
                <a:cubicBezTo>
                  <a:pt x="4758954" y="5277446"/>
                  <a:pt x="4758954" y="5291633"/>
                  <a:pt x="4758954" y="5298726"/>
                </a:cubicBezTo>
                <a:cubicBezTo>
                  <a:pt x="4758954" y="5298726"/>
                  <a:pt x="4758954" y="5305820"/>
                  <a:pt x="4766067" y="5320006"/>
                </a:cubicBezTo>
                <a:cubicBezTo>
                  <a:pt x="4766067" y="5320006"/>
                  <a:pt x="4773181" y="5320006"/>
                  <a:pt x="4766067" y="5327099"/>
                </a:cubicBezTo>
                <a:cubicBezTo>
                  <a:pt x="4766067" y="5327099"/>
                  <a:pt x="4766067" y="5341286"/>
                  <a:pt x="4766067" y="5355473"/>
                </a:cubicBezTo>
                <a:cubicBezTo>
                  <a:pt x="4766067" y="5355473"/>
                  <a:pt x="4758954" y="5376753"/>
                  <a:pt x="4773181" y="5362566"/>
                </a:cubicBezTo>
                <a:cubicBezTo>
                  <a:pt x="4773181" y="5362566"/>
                  <a:pt x="4808748" y="5312913"/>
                  <a:pt x="4822976" y="5291633"/>
                </a:cubicBezTo>
                <a:cubicBezTo>
                  <a:pt x="4822976" y="5291633"/>
                  <a:pt x="4837203" y="5277446"/>
                  <a:pt x="4815863" y="5277446"/>
                </a:cubicBezTo>
                <a:cubicBezTo>
                  <a:pt x="4815863" y="5277446"/>
                  <a:pt x="4794522" y="5270353"/>
                  <a:pt x="4780295" y="5263260"/>
                </a:cubicBezTo>
                <a:cubicBezTo>
                  <a:pt x="4780295" y="5263260"/>
                  <a:pt x="4766067" y="5256166"/>
                  <a:pt x="4780295" y="5249073"/>
                </a:cubicBezTo>
                <a:cubicBezTo>
                  <a:pt x="4780295" y="5249073"/>
                  <a:pt x="4794522" y="5256166"/>
                  <a:pt x="4794522" y="5249073"/>
                </a:cubicBezTo>
                <a:cubicBezTo>
                  <a:pt x="4794522" y="5249073"/>
                  <a:pt x="4787409" y="5241980"/>
                  <a:pt x="4794522" y="5241980"/>
                </a:cubicBezTo>
                <a:cubicBezTo>
                  <a:pt x="4794522" y="5241980"/>
                  <a:pt x="4808748" y="5241980"/>
                  <a:pt x="4808748" y="5227792"/>
                </a:cubicBezTo>
                <a:cubicBezTo>
                  <a:pt x="4808748" y="5227792"/>
                  <a:pt x="4801635" y="5206512"/>
                  <a:pt x="4794522" y="5213607"/>
                </a:cubicBezTo>
                <a:cubicBezTo>
                  <a:pt x="4794522" y="5213607"/>
                  <a:pt x="4766067" y="5213607"/>
                  <a:pt x="4758954" y="5199419"/>
                </a:cubicBezTo>
                <a:cubicBezTo>
                  <a:pt x="4758954" y="5199419"/>
                  <a:pt x="4744726" y="5192326"/>
                  <a:pt x="4744726" y="5185232"/>
                </a:cubicBezTo>
                <a:cubicBezTo>
                  <a:pt x="4744726" y="5185232"/>
                  <a:pt x="4744726" y="5178139"/>
                  <a:pt x="4758954" y="5185232"/>
                </a:cubicBezTo>
                <a:cubicBezTo>
                  <a:pt x="4758954" y="5185232"/>
                  <a:pt x="4787409" y="5199419"/>
                  <a:pt x="4773181" y="5178139"/>
                </a:cubicBezTo>
                <a:cubicBezTo>
                  <a:pt x="4758954" y="5163952"/>
                  <a:pt x="4758954" y="5163952"/>
                  <a:pt x="4758954" y="5163952"/>
                </a:cubicBezTo>
                <a:cubicBezTo>
                  <a:pt x="4758954" y="5163952"/>
                  <a:pt x="4758954" y="5149766"/>
                  <a:pt x="4737613" y="5163952"/>
                </a:cubicBezTo>
                <a:cubicBezTo>
                  <a:pt x="4737613" y="5163952"/>
                  <a:pt x="4694932" y="5171046"/>
                  <a:pt x="4709159" y="5156859"/>
                </a:cubicBezTo>
                <a:cubicBezTo>
                  <a:pt x="4709159" y="5156859"/>
                  <a:pt x="4723387" y="5149766"/>
                  <a:pt x="4716273" y="5142672"/>
                </a:cubicBezTo>
                <a:cubicBezTo>
                  <a:pt x="4716273" y="5142672"/>
                  <a:pt x="4716273" y="5135579"/>
                  <a:pt x="4730500" y="5128486"/>
                </a:cubicBezTo>
                <a:cubicBezTo>
                  <a:pt x="4730500" y="5128486"/>
                  <a:pt x="4737613" y="5121393"/>
                  <a:pt x="4730500" y="5114299"/>
                </a:cubicBezTo>
                <a:cubicBezTo>
                  <a:pt x="4730500" y="5114299"/>
                  <a:pt x="4730500" y="5114299"/>
                  <a:pt x="4751841" y="5107206"/>
                </a:cubicBezTo>
                <a:cubicBezTo>
                  <a:pt x="4751841" y="5107206"/>
                  <a:pt x="4808748" y="5085926"/>
                  <a:pt x="4815863" y="5114299"/>
                </a:cubicBezTo>
                <a:cubicBezTo>
                  <a:pt x="4815863" y="5114299"/>
                  <a:pt x="4822976" y="5128486"/>
                  <a:pt x="4815863" y="5142672"/>
                </a:cubicBezTo>
                <a:cubicBezTo>
                  <a:pt x="4815863" y="5142672"/>
                  <a:pt x="4808748" y="5142672"/>
                  <a:pt x="4815863" y="5171046"/>
                </a:cubicBezTo>
                <a:cubicBezTo>
                  <a:pt x="4815863" y="5171046"/>
                  <a:pt x="4815863" y="5185232"/>
                  <a:pt x="4830089" y="5192326"/>
                </a:cubicBezTo>
                <a:cubicBezTo>
                  <a:pt x="4830089" y="5192326"/>
                  <a:pt x="4837203" y="5206512"/>
                  <a:pt x="4844316" y="5220699"/>
                </a:cubicBezTo>
                <a:cubicBezTo>
                  <a:pt x="4844316" y="5220699"/>
                  <a:pt x="4858544" y="5241980"/>
                  <a:pt x="4858544" y="5249073"/>
                </a:cubicBezTo>
                <a:cubicBezTo>
                  <a:pt x="4858544" y="5249073"/>
                  <a:pt x="4858544" y="5263260"/>
                  <a:pt x="4865657" y="5256166"/>
                </a:cubicBezTo>
                <a:cubicBezTo>
                  <a:pt x="4865657" y="5256166"/>
                  <a:pt x="4922566" y="5185232"/>
                  <a:pt x="4965247" y="5206512"/>
                </a:cubicBezTo>
                <a:cubicBezTo>
                  <a:pt x="4965247" y="5206512"/>
                  <a:pt x="4986588" y="5199419"/>
                  <a:pt x="4958133" y="5234885"/>
                </a:cubicBezTo>
                <a:cubicBezTo>
                  <a:pt x="4958133" y="5234885"/>
                  <a:pt x="4951020" y="5249073"/>
                  <a:pt x="4943906" y="5249073"/>
                </a:cubicBezTo>
                <a:cubicBezTo>
                  <a:pt x="4894111" y="5270353"/>
                  <a:pt x="4894111" y="5270353"/>
                  <a:pt x="4894111" y="5270353"/>
                </a:cubicBezTo>
                <a:cubicBezTo>
                  <a:pt x="4894111" y="5270353"/>
                  <a:pt x="4879884" y="5277446"/>
                  <a:pt x="4901225" y="5263260"/>
                </a:cubicBezTo>
                <a:cubicBezTo>
                  <a:pt x="4901225" y="5263260"/>
                  <a:pt x="4922566" y="5241980"/>
                  <a:pt x="4922566" y="5234885"/>
                </a:cubicBezTo>
                <a:cubicBezTo>
                  <a:pt x="4922566" y="5234885"/>
                  <a:pt x="4922566" y="5220699"/>
                  <a:pt x="4915451" y="5234885"/>
                </a:cubicBezTo>
                <a:cubicBezTo>
                  <a:pt x="4915451" y="5234885"/>
                  <a:pt x="4886998" y="5256166"/>
                  <a:pt x="4879884" y="5263260"/>
                </a:cubicBezTo>
                <a:cubicBezTo>
                  <a:pt x="4879884" y="5263260"/>
                  <a:pt x="4865657" y="5270353"/>
                  <a:pt x="4872770" y="5284540"/>
                </a:cubicBezTo>
                <a:cubicBezTo>
                  <a:pt x="4872770" y="5284540"/>
                  <a:pt x="4872770" y="5291633"/>
                  <a:pt x="4872770" y="5291633"/>
                </a:cubicBezTo>
                <a:cubicBezTo>
                  <a:pt x="4872770" y="5291633"/>
                  <a:pt x="4872770" y="5298726"/>
                  <a:pt x="4872770" y="5298726"/>
                </a:cubicBezTo>
                <a:cubicBezTo>
                  <a:pt x="4872770" y="5298726"/>
                  <a:pt x="4886998" y="5327099"/>
                  <a:pt x="4865657" y="5327099"/>
                </a:cubicBezTo>
                <a:cubicBezTo>
                  <a:pt x="4865657" y="5327099"/>
                  <a:pt x="4844316" y="5327099"/>
                  <a:pt x="4837203" y="5312913"/>
                </a:cubicBezTo>
                <a:cubicBezTo>
                  <a:pt x="4837203" y="5312913"/>
                  <a:pt x="4830089" y="5298726"/>
                  <a:pt x="4822976" y="5320006"/>
                </a:cubicBezTo>
                <a:cubicBezTo>
                  <a:pt x="4822976" y="5320006"/>
                  <a:pt x="4801635" y="5355473"/>
                  <a:pt x="4787409" y="5369659"/>
                </a:cubicBezTo>
                <a:cubicBezTo>
                  <a:pt x="4787409" y="5369659"/>
                  <a:pt x="4751841" y="5405126"/>
                  <a:pt x="4758954" y="5412219"/>
                </a:cubicBezTo>
                <a:cubicBezTo>
                  <a:pt x="4758954" y="5412219"/>
                  <a:pt x="4773181" y="5426406"/>
                  <a:pt x="4766067" y="5426406"/>
                </a:cubicBezTo>
                <a:cubicBezTo>
                  <a:pt x="4766067" y="5426406"/>
                  <a:pt x="4758954" y="5433499"/>
                  <a:pt x="4744726" y="5426406"/>
                </a:cubicBezTo>
                <a:cubicBezTo>
                  <a:pt x="4744726" y="5426406"/>
                  <a:pt x="4744726" y="5426406"/>
                  <a:pt x="4737613" y="5440592"/>
                </a:cubicBezTo>
                <a:cubicBezTo>
                  <a:pt x="4737613" y="5440592"/>
                  <a:pt x="4716273" y="5461872"/>
                  <a:pt x="4730500" y="5468967"/>
                </a:cubicBezTo>
                <a:cubicBezTo>
                  <a:pt x="4730500" y="5468967"/>
                  <a:pt x="4737613" y="5468967"/>
                  <a:pt x="4744726" y="5476060"/>
                </a:cubicBezTo>
                <a:cubicBezTo>
                  <a:pt x="4744726" y="5476060"/>
                  <a:pt x="4758954" y="5476060"/>
                  <a:pt x="4744726" y="5483153"/>
                </a:cubicBezTo>
                <a:close/>
                <a:moveTo>
                  <a:pt x="5022155" y="5646299"/>
                </a:moveTo>
                <a:cubicBezTo>
                  <a:pt x="5022155" y="5646299"/>
                  <a:pt x="5022155" y="5653394"/>
                  <a:pt x="5022155" y="5667579"/>
                </a:cubicBezTo>
                <a:cubicBezTo>
                  <a:pt x="5022155" y="5667579"/>
                  <a:pt x="5022155" y="5674674"/>
                  <a:pt x="5015041" y="5681767"/>
                </a:cubicBezTo>
                <a:cubicBezTo>
                  <a:pt x="4943906" y="5731420"/>
                  <a:pt x="4943906" y="5731420"/>
                  <a:pt x="4943906" y="5731420"/>
                </a:cubicBezTo>
                <a:cubicBezTo>
                  <a:pt x="4943906" y="5731420"/>
                  <a:pt x="4936792" y="5724327"/>
                  <a:pt x="4929679" y="5738513"/>
                </a:cubicBezTo>
                <a:cubicBezTo>
                  <a:pt x="4929679" y="5738513"/>
                  <a:pt x="4929679" y="5731420"/>
                  <a:pt x="4922566" y="5731420"/>
                </a:cubicBezTo>
                <a:cubicBezTo>
                  <a:pt x="4922566" y="5731420"/>
                  <a:pt x="4922566" y="5731420"/>
                  <a:pt x="4922566" y="5738513"/>
                </a:cubicBezTo>
                <a:cubicBezTo>
                  <a:pt x="4922566" y="5738513"/>
                  <a:pt x="4908338" y="5731420"/>
                  <a:pt x="4908338" y="5738513"/>
                </a:cubicBezTo>
                <a:cubicBezTo>
                  <a:pt x="4865657" y="5745607"/>
                  <a:pt x="4865657" y="5745607"/>
                  <a:pt x="4865657" y="5745607"/>
                </a:cubicBezTo>
                <a:cubicBezTo>
                  <a:pt x="4865657" y="5745607"/>
                  <a:pt x="4851430" y="5745607"/>
                  <a:pt x="4872770" y="5738513"/>
                </a:cubicBezTo>
                <a:cubicBezTo>
                  <a:pt x="4872770" y="5738513"/>
                  <a:pt x="4922566" y="5724327"/>
                  <a:pt x="4894111" y="5724327"/>
                </a:cubicBezTo>
                <a:cubicBezTo>
                  <a:pt x="4894111" y="5724327"/>
                  <a:pt x="4879884" y="5717233"/>
                  <a:pt x="4894111" y="5717233"/>
                </a:cubicBezTo>
                <a:cubicBezTo>
                  <a:pt x="4894111" y="5717233"/>
                  <a:pt x="4943906" y="5681767"/>
                  <a:pt x="4958133" y="5646299"/>
                </a:cubicBezTo>
                <a:cubicBezTo>
                  <a:pt x="4958133" y="5646299"/>
                  <a:pt x="5007928" y="5568273"/>
                  <a:pt x="4943906" y="5525713"/>
                </a:cubicBezTo>
                <a:cubicBezTo>
                  <a:pt x="4943906" y="5525713"/>
                  <a:pt x="4915451" y="5525713"/>
                  <a:pt x="4894111" y="5561180"/>
                </a:cubicBezTo>
                <a:cubicBezTo>
                  <a:pt x="4894111" y="5561180"/>
                  <a:pt x="4879884" y="5596646"/>
                  <a:pt x="4858544" y="5603739"/>
                </a:cubicBezTo>
                <a:cubicBezTo>
                  <a:pt x="4858544" y="5603739"/>
                  <a:pt x="4822976" y="5596646"/>
                  <a:pt x="4801635" y="5582460"/>
                </a:cubicBezTo>
                <a:cubicBezTo>
                  <a:pt x="4801635" y="5582460"/>
                  <a:pt x="4780295" y="5575366"/>
                  <a:pt x="4801635" y="5575366"/>
                </a:cubicBezTo>
                <a:cubicBezTo>
                  <a:pt x="4801635" y="5575366"/>
                  <a:pt x="4808748" y="5575366"/>
                  <a:pt x="4822976" y="5561180"/>
                </a:cubicBezTo>
                <a:cubicBezTo>
                  <a:pt x="4822976" y="5561180"/>
                  <a:pt x="4844316" y="5554086"/>
                  <a:pt x="4844316" y="5546993"/>
                </a:cubicBezTo>
                <a:cubicBezTo>
                  <a:pt x="4844316" y="5546993"/>
                  <a:pt x="4858544" y="5525713"/>
                  <a:pt x="4872770" y="5511526"/>
                </a:cubicBezTo>
                <a:cubicBezTo>
                  <a:pt x="4872770" y="5511526"/>
                  <a:pt x="4894111" y="5497340"/>
                  <a:pt x="4901225" y="5483153"/>
                </a:cubicBezTo>
                <a:cubicBezTo>
                  <a:pt x="4901225" y="5483153"/>
                  <a:pt x="4901225" y="5468967"/>
                  <a:pt x="4886998" y="5476060"/>
                </a:cubicBezTo>
                <a:cubicBezTo>
                  <a:pt x="4886998" y="5476060"/>
                  <a:pt x="4858544" y="5504433"/>
                  <a:pt x="4830089" y="5454780"/>
                </a:cubicBezTo>
                <a:cubicBezTo>
                  <a:pt x="4830089" y="5454780"/>
                  <a:pt x="4830089" y="5398033"/>
                  <a:pt x="4822976" y="5419312"/>
                </a:cubicBezTo>
                <a:cubicBezTo>
                  <a:pt x="4822976" y="5419312"/>
                  <a:pt x="4808748" y="5454780"/>
                  <a:pt x="4787409" y="5461872"/>
                </a:cubicBezTo>
                <a:cubicBezTo>
                  <a:pt x="4787409" y="5461872"/>
                  <a:pt x="4773181" y="5468967"/>
                  <a:pt x="4758954" y="5461872"/>
                </a:cubicBezTo>
                <a:cubicBezTo>
                  <a:pt x="4758954" y="5461872"/>
                  <a:pt x="4737613" y="5454780"/>
                  <a:pt x="4758954" y="5454780"/>
                </a:cubicBezTo>
                <a:cubicBezTo>
                  <a:pt x="4758954" y="5454780"/>
                  <a:pt x="4780295" y="5447687"/>
                  <a:pt x="4794522" y="5419312"/>
                </a:cubicBezTo>
                <a:cubicBezTo>
                  <a:pt x="4794522" y="5419312"/>
                  <a:pt x="4808748" y="5398033"/>
                  <a:pt x="4808748" y="5383846"/>
                </a:cubicBezTo>
                <a:cubicBezTo>
                  <a:pt x="4808748" y="5383846"/>
                  <a:pt x="4801635" y="5376753"/>
                  <a:pt x="4822976" y="5369659"/>
                </a:cubicBezTo>
                <a:cubicBezTo>
                  <a:pt x="4822976" y="5369659"/>
                  <a:pt x="4865657" y="5334193"/>
                  <a:pt x="4894111" y="5355473"/>
                </a:cubicBezTo>
                <a:cubicBezTo>
                  <a:pt x="4894111" y="5355473"/>
                  <a:pt x="4901225" y="5369659"/>
                  <a:pt x="4894111" y="5390939"/>
                </a:cubicBezTo>
                <a:cubicBezTo>
                  <a:pt x="4894111" y="5390939"/>
                  <a:pt x="4886998" y="5405126"/>
                  <a:pt x="4908338" y="5426406"/>
                </a:cubicBezTo>
                <a:cubicBezTo>
                  <a:pt x="4908338" y="5426406"/>
                  <a:pt x="4936792" y="5440592"/>
                  <a:pt x="4943906" y="5433499"/>
                </a:cubicBezTo>
                <a:cubicBezTo>
                  <a:pt x="4943906" y="5433499"/>
                  <a:pt x="4979473" y="5405126"/>
                  <a:pt x="4993701" y="5412219"/>
                </a:cubicBezTo>
                <a:cubicBezTo>
                  <a:pt x="4993701" y="5412219"/>
                  <a:pt x="5022155" y="5412219"/>
                  <a:pt x="5015041" y="5433499"/>
                </a:cubicBezTo>
                <a:cubicBezTo>
                  <a:pt x="5015041" y="5433499"/>
                  <a:pt x="5007928" y="5447687"/>
                  <a:pt x="5007928" y="5454780"/>
                </a:cubicBezTo>
                <a:cubicBezTo>
                  <a:pt x="5007928" y="5454780"/>
                  <a:pt x="5007928" y="5454780"/>
                  <a:pt x="4993701" y="5461872"/>
                </a:cubicBezTo>
                <a:cubicBezTo>
                  <a:pt x="4993701" y="5461872"/>
                  <a:pt x="4972360" y="5476060"/>
                  <a:pt x="4993701" y="5497340"/>
                </a:cubicBezTo>
                <a:cubicBezTo>
                  <a:pt x="5029269" y="5546993"/>
                  <a:pt x="5029269" y="5546993"/>
                  <a:pt x="5029269" y="5546993"/>
                </a:cubicBezTo>
                <a:cubicBezTo>
                  <a:pt x="5029269" y="5546993"/>
                  <a:pt x="5043495" y="5589553"/>
                  <a:pt x="5036382" y="5625019"/>
                </a:cubicBezTo>
                <a:cubicBezTo>
                  <a:pt x="5036382" y="5625019"/>
                  <a:pt x="5029269" y="5639206"/>
                  <a:pt x="5022155" y="5646299"/>
                </a:cubicBezTo>
                <a:close/>
                <a:moveTo>
                  <a:pt x="3215317" y="5582460"/>
                </a:moveTo>
                <a:cubicBezTo>
                  <a:pt x="1906427" y="5582460"/>
                  <a:pt x="846511" y="4525552"/>
                  <a:pt x="846511" y="3220377"/>
                </a:cubicBezTo>
                <a:cubicBezTo>
                  <a:pt x="846511" y="1915202"/>
                  <a:pt x="1906427" y="858294"/>
                  <a:pt x="3215317" y="858294"/>
                </a:cubicBezTo>
                <a:cubicBezTo>
                  <a:pt x="4524207" y="858294"/>
                  <a:pt x="5584124" y="1915202"/>
                  <a:pt x="5584124" y="3220377"/>
                </a:cubicBezTo>
                <a:cubicBezTo>
                  <a:pt x="5584124" y="4525552"/>
                  <a:pt x="4524207" y="5582460"/>
                  <a:pt x="3215317" y="5582460"/>
                </a:cubicBezTo>
                <a:close/>
                <a:moveTo>
                  <a:pt x="5541443" y="2255683"/>
                </a:moveTo>
                <a:cubicBezTo>
                  <a:pt x="5520102" y="2198936"/>
                  <a:pt x="5512989" y="2149282"/>
                  <a:pt x="5534330" y="2099629"/>
                </a:cubicBezTo>
                <a:cubicBezTo>
                  <a:pt x="5548556" y="2057069"/>
                  <a:pt x="5584124" y="2021603"/>
                  <a:pt x="5641033" y="2000322"/>
                </a:cubicBezTo>
                <a:cubicBezTo>
                  <a:pt x="5676600" y="1986135"/>
                  <a:pt x="5705055" y="1979042"/>
                  <a:pt x="5733508" y="1979042"/>
                </a:cubicBezTo>
                <a:cubicBezTo>
                  <a:pt x="5754849" y="1979042"/>
                  <a:pt x="5776190" y="1986135"/>
                  <a:pt x="5797530" y="1993229"/>
                </a:cubicBezTo>
                <a:cubicBezTo>
                  <a:pt x="5811757" y="2007415"/>
                  <a:pt x="5833097" y="2014510"/>
                  <a:pt x="5847325" y="2028695"/>
                </a:cubicBezTo>
                <a:cubicBezTo>
                  <a:pt x="5861552" y="2049976"/>
                  <a:pt x="5882893" y="2078349"/>
                  <a:pt x="5890006" y="2106723"/>
                </a:cubicBezTo>
                <a:cubicBezTo>
                  <a:pt x="5918460" y="2163469"/>
                  <a:pt x="5918460" y="2213122"/>
                  <a:pt x="5897119" y="2255683"/>
                </a:cubicBezTo>
                <a:cubicBezTo>
                  <a:pt x="5882893" y="2305336"/>
                  <a:pt x="5847325" y="2340803"/>
                  <a:pt x="5790416" y="2362083"/>
                </a:cubicBezTo>
                <a:cubicBezTo>
                  <a:pt x="5733508" y="2383363"/>
                  <a:pt x="5683714" y="2383363"/>
                  <a:pt x="5641033" y="2362083"/>
                </a:cubicBezTo>
                <a:cubicBezTo>
                  <a:pt x="5598350" y="2347896"/>
                  <a:pt x="5562783" y="2305336"/>
                  <a:pt x="5541443" y="2255683"/>
                </a:cubicBezTo>
                <a:close/>
                <a:moveTo>
                  <a:pt x="5982482" y="2390456"/>
                </a:moveTo>
                <a:cubicBezTo>
                  <a:pt x="6003822" y="2468482"/>
                  <a:pt x="6003822" y="2468482"/>
                  <a:pt x="6003822" y="2468482"/>
                </a:cubicBezTo>
                <a:cubicBezTo>
                  <a:pt x="5712168" y="2539416"/>
                  <a:pt x="5712168" y="2539416"/>
                  <a:pt x="5712168" y="2539416"/>
                </a:cubicBezTo>
                <a:cubicBezTo>
                  <a:pt x="5761962" y="2738030"/>
                  <a:pt x="5761962" y="2738030"/>
                  <a:pt x="5761962" y="2738030"/>
                </a:cubicBezTo>
                <a:cubicBezTo>
                  <a:pt x="5697940" y="2752217"/>
                  <a:pt x="5697940" y="2752217"/>
                  <a:pt x="5697940" y="2752217"/>
                </a:cubicBezTo>
                <a:cubicBezTo>
                  <a:pt x="5633918" y="2475577"/>
                  <a:pt x="5633918" y="2475577"/>
                  <a:pt x="5633918" y="2475577"/>
                </a:cubicBezTo>
                <a:lnTo>
                  <a:pt x="5982482" y="2390456"/>
                </a:lnTo>
                <a:close/>
                <a:moveTo>
                  <a:pt x="6060731" y="3724004"/>
                </a:moveTo>
                <a:cubicBezTo>
                  <a:pt x="5804643" y="3745285"/>
                  <a:pt x="5804643" y="3745285"/>
                  <a:pt x="5804643" y="3745285"/>
                </a:cubicBezTo>
                <a:cubicBezTo>
                  <a:pt x="6032276" y="3865871"/>
                  <a:pt x="6032276" y="3865871"/>
                  <a:pt x="6032276" y="3865871"/>
                </a:cubicBezTo>
                <a:cubicBezTo>
                  <a:pt x="6010935" y="3986458"/>
                  <a:pt x="6010935" y="3986458"/>
                  <a:pt x="6010935" y="3986458"/>
                </a:cubicBezTo>
                <a:cubicBezTo>
                  <a:pt x="5648146" y="3915524"/>
                  <a:pt x="5648146" y="3915524"/>
                  <a:pt x="5648146" y="3915524"/>
                </a:cubicBezTo>
                <a:cubicBezTo>
                  <a:pt x="5662372" y="3837498"/>
                  <a:pt x="5662372" y="3837498"/>
                  <a:pt x="5662372" y="3837498"/>
                </a:cubicBezTo>
                <a:cubicBezTo>
                  <a:pt x="5946915" y="3894244"/>
                  <a:pt x="5946915" y="3894244"/>
                  <a:pt x="5946915" y="3894244"/>
                </a:cubicBezTo>
                <a:cubicBezTo>
                  <a:pt x="5676600" y="3759471"/>
                  <a:pt x="5676600" y="3759471"/>
                  <a:pt x="5676600" y="3759471"/>
                </a:cubicBezTo>
                <a:cubicBezTo>
                  <a:pt x="5697940" y="3681444"/>
                  <a:pt x="5697940" y="3681444"/>
                  <a:pt x="5697940" y="3681444"/>
                </a:cubicBezTo>
                <a:cubicBezTo>
                  <a:pt x="5996709" y="3660164"/>
                  <a:pt x="5996709" y="3660164"/>
                  <a:pt x="5996709" y="3660164"/>
                </a:cubicBezTo>
                <a:cubicBezTo>
                  <a:pt x="5712168" y="3603418"/>
                  <a:pt x="5712168" y="3603418"/>
                  <a:pt x="5712168" y="3603418"/>
                </a:cubicBezTo>
                <a:cubicBezTo>
                  <a:pt x="5726394" y="3532483"/>
                  <a:pt x="5726394" y="3532483"/>
                  <a:pt x="5726394" y="3532483"/>
                </a:cubicBezTo>
                <a:cubicBezTo>
                  <a:pt x="6089185" y="3603418"/>
                  <a:pt x="6089185" y="3603418"/>
                  <a:pt x="6089185" y="3603418"/>
                </a:cubicBezTo>
                <a:lnTo>
                  <a:pt x="6060731" y="3724004"/>
                </a:lnTo>
                <a:close/>
                <a:moveTo>
                  <a:pt x="5804643" y="3362244"/>
                </a:moveTo>
                <a:cubicBezTo>
                  <a:pt x="5811757" y="3376431"/>
                  <a:pt x="5818871" y="3383524"/>
                  <a:pt x="5833097" y="3383524"/>
                </a:cubicBezTo>
                <a:cubicBezTo>
                  <a:pt x="5847325" y="3390617"/>
                  <a:pt x="5868665" y="3390617"/>
                  <a:pt x="5897119" y="3390617"/>
                </a:cubicBezTo>
                <a:cubicBezTo>
                  <a:pt x="6103412" y="3397711"/>
                  <a:pt x="6103412" y="3397711"/>
                  <a:pt x="6103412" y="3397711"/>
                </a:cubicBezTo>
                <a:cubicBezTo>
                  <a:pt x="6096298" y="3482830"/>
                  <a:pt x="6096298" y="3482830"/>
                  <a:pt x="6096298" y="3482830"/>
                </a:cubicBezTo>
                <a:cubicBezTo>
                  <a:pt x="5904233" y="3475737"/>
                  <a:pt x="5904233" y="3475737"/>
                  <a:pt x="5904233" y="3475737"/>
                </a:cubicBezTo>
                <a:cubicBezTo>
                  <a:pt x="5861552" y="3475737"/>
                  <a:pt x="5825984" y="3468644"/>
                  <a:pt x="5811757" y="3461550"/>
                </a:cubicBezTo>
                <a:cubicBezTo>
                  <a:pt x="5790416" y="3461550"/>
                  <a:pt x="5776190" y="3447364"/>
                  <a:pt x="5769075" y="3440270"/>
                </a:cubicBezTo>
                <a:cubicBezTo>
                  <a:pt x="5754849" y="3426084"/>
                  <a:pt x="5747736" y="3411897"/>
                  <a:pt x="5740622" y="3390617"/>
                </a:cubicBezTo>
                <a:cubicBezTo>
                  <a:pt x="5733508" y="3369337"/>
                  <a:pt x="5726394" y="3340964"/>
                  <a:pt x="5726394" y="3312591"/>
                </a:cubicBezTo>
                <a:cubicBezTo>
                  <a:pt x="5733508" y="3270030"/>
                  <a:pt x="5733508" y="3241657"/>
                  <a:pt x="5747736" y="3227470"/>
                </a:cubicBezTo>
                <a:cubicBezTo>
                  <a:pt x="5754849" y="3206190"/>
                  <a:pt x="5761962" y="3192004"/>
                  <a:pt x="5776190" y="3177817"/>
                </a:cubicBezTo>
                <a:cubicBezTo>
                  <a:pt x="5790416" y="3170724"/>
                  <a:pt x="5804643" y="3163630"/>
                  <a:pt x="5818871" y="3156537"/>
                </a:cubicBezTo>
                <a:cubicBezTo>
                  <a:pt x="5840211" y="3149444"/>
                  <a:pt x="5868665" y="3149444"/>
                  <a:pt x="5911347" y="3149444"/>
                </a:cubicBezTo>
                <a:cubicBezTo>
                  <a:pt x="6110525" y="3156537"/>
                  <a:pt x="6110525" y="3156537"/>
                  <a:pt x="6110525" y="3156537"/>
                </a:cubicBezTo>
                <a:cubicBezTo>
                  <a:pt x="6103412" y="3241657"/>
                  <a:pt x="6103412" y="3241657"/>
                  <a:pt x="6103412" y="3241657"/>
                </a:cubicBezTo>
                <a:cubicBezTo>
                  <a:pt x="5904233" y="3234564"/>
                  <a:pt x="5904233" y="3234564"/>
                  <a:pt x="5904233" y="3234564"/>
                </a:cubicBezTo>
                <a:cubicBezTo>
                  <a:pt x="5875779" y="3234564"/>
                  <a:pt x="5854438" y="3234564"/>
                  <a:pt x="5847325" y="3234564"/>
                </a:cubicBezTo>
                <a:cubicBezTo>
                  <a:pt x="5825984" y="3234564"/>
                  <a:pt x="5818871" y="3241657"/>
                  <a:pt x="5804643" y="3255843"/>
                </a:cubicBezTo>
                <a:cubicBezTo>
                  <a:pt x="5797530" y="3270030"/>
                  <a:pt x="5790416" y="3291310"/>
                  <a:pt x="5790416" y="3312591"/>
                </a:cubicBezTo>
                <a:cubicBezTo>
                  <a:pt x="5790416" y="3333871"/>
                  <a:pt x="5797530" y="3355151"/>
                  <a:pt x="5804643" y="336224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11112500" y="1041400"/>
            <a:ext cx="158355" cy="152265"/>
          </a:xfrm>
          <a:custGeom>
            <a:avLst/>
            <a:gdLst/>
            <a:ahLst/>
            <a:cxnLst/>
            <a:rect l="l" t="t" r="r" b="b"/>
            <a:pathLst>
              <a:path w="158355" h="152265">
                <a:moveTo>
                  <a:pt x="93574" y="145015"/>
                </a:moveTo>
                <a:cubicBezTo>
                  <a:pt x="100772" y="152265"/>
                  <a:pt x="115167" y="152265"/>
                  <a:pt x="122366" y="145015"/>
                </a:cubicBezTo>
                <a:cubicBezTo>
                  <a:pt x="136761" y="145015"/>
                  <a:pt x="143960" y="137765"/>
                  <a:pt x="151157" y="123262"/>
                </a:cubicBezTo>
                <a:cubicBezTo>
                  <a:pt x="158355" y="116012"/>
                  <a:pt x="158355" y="101511"/>
                  <a:pt x="158355" y="94259"/>
                </a:cubicBezTo>
                <a:cubicBezTo>
                  <a:pt x="158355" y="79759"/>
                  <a:pt x="151157" y="65256"/>
                  <a:pt x="136761" y="58006"/>
                </a:cubicBezTo>
                <a:cubicBezTo>
                  <a:pt x="129563" y="50756"/>
                  <a:pt x="115167" y="36253"/>
                  <a:pt x="93574" y="21753"/>
                </a:cubicBezTo>
                <a:cubicBezTo>
                  <a:pt x="57583" y="0"/>
                  <a:pt x="57583" y="0"/>
                  <a:pt x="57583" y="0"/>
                </a:cubicBezTo>
                <a:cubicBezTo>
                  <a:pt x="0" y="87009"/>
                  <a:pt x="0" y="87009"/>
                  <a:pt x="0" y="87009"/>
                </a:cubicBezTo>
                <a:cubicBezTo>
                  <a:pt x="35989" y="116012"/>
                  <a:pt x="35989" y="116012"/>
                  <a:pt x="35989" y="116012"/>
                </a:cubicBezTo>
                <a:cubicBezTo>
                  <a:pt x="64781" y="130514"/>
                  <a:pt x="79177" y="145015"/>
                  <a:pt x="93574" y="14501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0083800" y="6083300"/>
            <a:ext cx="127904" cy="200991"/>
          </a:xfrm>
          <a:custGeom>
            <a:avLst/>
            <a:gdLst/>
            <a:ahLst/>
            <a:cxnLst/>
            <a:rect l="l" t="t" r="r" b="b"/>
            <a:pathLst>
              <a:path w="127904" h="200991">
                <a:moveTo>
                  <a:pt x="21317" y="21534"/>
                </a:moveTo>
                <a:cubicBezTo>
                  <a:pt x="28423" y="28713"/>
                  <a:pt x="35530" y="43070"/>
                  <a:pt x="35530" y="43070"/>
                </a:cubicBezTo>
                <a:cubicBezTo>
                  <a:pt x="42635" y="57426"/>
                  <a:pt x="49741" y="57426"/>
                  <a:pt x="49741" y="57426"/>
                </a:cubicBezTo>
                <a:cubicBezTo>
                  <a:pt x="56846" y="64604"/>
                  <a:pt x="49741" y="78961"/>
                  <a:pt x="49741" y="78961"/>
                </a:cubicBezTo>
                <a:cubicBezTo>
                  <a:pt x="42635" y="86139"/>
                  <a:pt x="42635" y="93317"/>
                  <a:pt x="42635" y="93317"/>
                </a:cubicBezTo>
                <a:cubicBezTo>
                  <a:pt x="35530" y="114852"/>
                  <a:pt x="14211" y="136387"/>
                  <a:pt x="14211" y="136387"/>
                </a:cubicBezTo>
                <a:cubicBezTo>
                  <a:pt x="0" y="150743"/>
                  <a:pt x="21317" y="179456"/>
                  <a:pt x="21317" y="179456"/>
                </a:cubicBezTo>
                <a:cubicBezTo>
                  <a:pt x="28423" y="200991"/>
                  <a:pt x="56846" y="157922"/>
                  <a:pt x="56846" y="157922"/>
                </a:cubicBezTo>
                <a:cubicBezTo>
                  <a:pt x="56846" y="150743"/>
                  <a:pt x="63952" y="150743"/>
                  <a:pt x="63952" y="150743"/>
                </a:cubicBezTo>
                <a:cubicBezTo>
                  <a:pt x="71058" y="143565"/>
                  <a:pt x="71058" y="136387"/>
                  <a:pt x="71058" y="136387"/>
                </a:cubicBezTo>
                <a:cubicBezTo>
                  <a:pt x="85269" y="114852"/>
                  <a:pt x="99480" y="93317"/>
                  <a:pt x="99480" y="93317"/>
                </a:cubicBezTo>
                <a:cubicBezTo>
                  <a:pt x="106587" y="86139"/>
                  <a:pt x="120799" y="43070"/>
                  <a:pt x="120799" y="43070"/>
                </a:cubicBezTo>
                <a:cubicBezTo>
                  <a:pt x="127904" y="43070"/>
                  <a:pt x="120799" y="28713"/>
                  <a:pt x="120799" y="28713"/>
                </a:cubicBezTo>
                <a:cubicBezTo>
                  <a:pt x="120799" y="21534"/>
                  <a:pt x="85269" y="7178"/>
                  <a:pt x="85269" y="7178"/>
                </a:cubicBezTo>
                <a:cubicBezTo>
                  <a:pt x="78163" y="7178"/>
                  <a:pt x="63952" y="0"/>
                  <a:pt x="49741" y="0"/>
                </a:cubicBezTo>
                <a:cubicBezTo>
                  <a:pt x="42635" y="0"/>
                  <a:pt x="28423" y="0"/>
                  <a:pt x="28423" y="0"/>
                </a:cubicBezTo>
                <a:cubicBezTo>
                  <a:pt x="7106" y="7178"/>
                  <a:pt x="21317" y="21534"/>
                  <a:pt x="21317" y="2153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1988800" y="2247900"/>
            <a:ext cx="261897" cy="243623"/>
          </a:xfrm>
          <a:custGeom>
            <a:avLst/>
            <a:gdLst/>
            <a:ahLst/>
            <a:cxnLst/>
            <a:rect l="l" t="t" r="r" b="b"/>
            <a:pathLst>
              <a:path w="261897" h="243623">
                <a:moveTo>
                  <a:pt x="176958" y="229292"/>
                </a:moveTo>
                <a:cubicBezTo>
                  <a:pt x="212349" y="207796"/>
                  <a:pt x="240662" y="186300"/>
                  <a:pt x="247740" y="164804"/>
                </a:cubicBezTo>
                <a:cubicBezTo>
                  <a:pt x="261897" y="136143"/>
                  <a:pt x="261897" y="107481"/>
                  <a:pt x="247740" y="71653"/>
                </a:cubicBezTo>
                <a:cubicBezTo>
                  <a:pt x="233583" y="42992"/>
                  <a:pt x="219427" y="21496"/>
                  <a:pt x="191113" y="14331"/>
                </a:cubicBezTo>
                <a:cubicBezTo>
                  <a:pt x="162801" y="0"/>
                  <a:pt x="127409" y="0"/>
                  <a:pt x="92018" y="21496"/>
                </a:cubicBezTo>
                <a:cubicBezTo>
                  <a:pt x="49548" y="35827"/>
                  <a:pt x="28313" y="57323"/>
                  <a:pt x="14157" y="85984"/>
                </a:cubicBezTo>
                <a:cubicBezTo>
                  <a:pt x="0" y="114647"/>
                  <a:pt x="0" y="143308"/>
                  <a:pt x="14157" y="171969"/>
                </a:cubicBezTo>
                <a:cubicBezTo>
                  <a:pt x="28313" y="200631"/>
                  <a:pt x="49548" y="222127"/>
                  <a:pt x="77861" y="236457"/>
                </a:cubicBezTo>
                <a:cubicBezTo>
                  <a:pt x="99096" y="243623"/>
                  <a:pt x="134488" y="243623"/>
                  <a:pt x="176958" y="22929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0" y="0"/>
            <a:ext cx="12192000" cy="11430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0400" y="609600"/>
            <a:ext cx="17526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9" name="AutoShape 29"/>
          <p:cNvSpPr/>
          <p:nvPr/>
        </p:nvSpPr>
        <p:spPr>
          <a:xfrm>
            <a:off x="1841500" y="2209800"/>
            <a:ext cx="2705100" cy="233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800" b="0" i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latin typeface="Impact"/>
                <a:ea typeface="Impact"/>
                <a:cs typeface="Impact"/>
                <a:sym typeface="Impact"/>
              </a:rPr>
              <a:t>05</a:t>
            </a:r>
            <a:endParaRPr 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841500" y="3695700"/>
            <a:ext cx="40132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54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性能优化与测试验证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841500" y="4305300"/>
            <a:ext cx="4013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808080"/>
                </a:solidFill>
                <a:latin typeface="Segoe UI Light"/>
                <a:ea typeface="Segoe UI Light"/>
                <a:cs typeface="Segoe UI Light"/>
                <a:sym typeface="Segoe UI Light"/>
              </a:rPr>
              <a:t>Analysis of Conclusion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327900" y="711200"/>
            <a:ext cx="41910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0" bIns="0" rtlCol="0" anchor="b" anchorCtr="0"/>
          <a:lstStyle/>
          <a:p>
            <a:pPr marL="0" indent="0" algn="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性能优化方案与测试验证分析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63600" y="59944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6604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10795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12827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4859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16891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8255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性能测试与数据解读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1778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EBF2FA">
              <a:alpha val="8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87400" y="1968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01. 基础负载性能实测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3750">
            <a:off x="787413" y="2533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787400" y="27305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小规模场景 (10/100怪物)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平均FPS分别为58.62与45，帧率表现流畅，无明显卡顿，处于性能安全阈值内。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87400" y="41910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B43232"/>
                </a:solidFill>
                <a:latin typeface="Noto Sans SC"/>
                <a:ea typeface="Noto Sans SC"/>
                <a:cs typeface="Noto Sans SC"/>
                <a:sym typeface="Noto Sans SC"/>
              </a:rPr>
              <a:t>大规模瓶颈 (1000怪物)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平均FPS骤降至15.14，画面出现严重卡顿，判定为当前渲染管线的性能临界点，需针对性优化。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381500" y="1778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EBF2FA">
              <a:alpha val="8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508500" y="1968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02. 动态图集优化成效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3750">
            <a:off x="4508513" y="2533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508500" y="27305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千级怪物场景专项优化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针对性能瓶颈场景开启动态图集后，有效减少了DrawCall开销。实测平均FPS从13.32提升至15.10，渲染效率显著改善。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508500" y="43180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4635500" y="4445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+13.4%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综合性能提升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通过合并纹理批次，大幅降低了CPU到GPU的指令传输压力。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064500" y="1778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EBF2FA">
              <a:alpha val="8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191500" y="1968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03. 对象池稳定性增强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3750">
            <a:off x="8191513" y="2533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191500" y="27305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核心价值：消除GC尖峰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对象池机制并非直接拉高平均FPS，而是通过复用对象减少内存频繁申请与释放，彻底解决了怪物生成/销毁时的帧率抖动问题。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91500" y="4191000"/>
            <a:ext cx="3175000" cy="12065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318500" y="4318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运行时稳定性指标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在长时间压力测试中，帧率方差降低40%以上，确保游戏运行过程中的画面平滑度与操作响应的即时性。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8255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对象池消融实验：验证削减GC卡顿的核心价值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1778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52500" y="1968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01 / 严格的实验设置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323">
            <a:off x="952513" y="25971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952500" y="2794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基线对照组：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在1000个怪物的高负载场景下，完全关闭对象池技术与Web Worker并行处理，模拟原生运行环境。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952500" y="4318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核心实验组：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保持场景复杂度完全一致，仅开启对象池机制，复用对象实例以减少内存分配与回收频率。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445000" y="1778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635500" y="1968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02 / 震撼的性能数据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323">
            <a:off x="4635513" y="25971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635500" y="2857500"/>
            <a:ext cx="1460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635500" y="29210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基线组 P95 耗时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D93025"/>
                </a:solidFill>
                <a:latin typeface="Noto Sans SC"/>
                <a:ea typeface="Noto Sans SC"/>
                <a:cs typeface="Noto Sans SC"/>
                <a:sym typeface="Noto Sans SC"/>
              </a:rPr>
              <a:t>76.50</a:t>
            </a:r>
            <a:r>
              <a:rPr lang="en-US" sz="1400" b="0" i="0" u="none" strike="noStrike">
                <a:solidFill>
                  <a:srgbClr val="D93025"/>
                </a:solidFill>
                <a:latin typeface="Noto Sans SC"/>
                <a:ea typeface="Noto Sans SC"/>
                <a:cs typeface="Noto Sans SC"/>
                <a:sym typeface="Noto Sans SC"/>
              </a:rPr>
              <a:t>ms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223000" y="2857500"/>
            <a:ext cx="1460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223000" y="29210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实验组 P95 耗时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48.60</a:t>
            </a:r>
            <a:r>
              <a:rPr lang="en-US" sz="1400" b="0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ms</a:t>
            </a:r>
          </a:p>
        </p:txBody>
      </p:sp>
      <p:sp>
        <p:nvSpPr>
          <p:cNvPr id="23" name="AutoShape 23"/>
          <p:cNvSpPr/>
          <p:nvPr/>
        </p:nvSpPr>
        <p:spPr>
          <a:xfrm>
            <a:off x="4635500" y="4318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性能突破：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P95帧时间大幅减少</a:t>
            </a:r>
            <a:r>
              <a:rPr lang="en-US" sz="13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27.9 ms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，整体运行耗时降幅达到</a:t>
            </a:r>
            <a:r>
              <a:rPr lang="en-US" sz="13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36.5%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，有效突破了性能瓶颈。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8128000" y="1778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318500" y="1968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03 / 核心价值结论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4323">
            <a:off x="8318513" y="25971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318500" y="2921000"/>
            <a:ext cx="304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稳定性的关键保障：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雄辩地证明，对象池机制能显著削减最坏情况下的帧时间波动。通过复用对象，从根源上减少了JS垃圾回收(GC)的触发频率，极大提升了游戏运行的流畅度，彻底避免了因内存回收导致的突发性、无规律卡顿，为玩家提供了稳定的操作体验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1130300"/>
            <a:ext cx="12192000" cy="53594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617200" y="2743200"/>
            <a:ext cx="25400" cy="12700"/>
          </a:xfrm>
          <a:prstGeom prst="roundRect">
            <a:avLst>
              <a:gd name="adj" fmla="val 0"/>
            </a:avLst>
          </a:pr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772400" y="1384300"/>
            <a:ext cx="3520357" cy="4123326"/>
          </a:xfrm>
          <a:custGeom>
            <a:avLst/>
            <a:gdLst/>
            <a:ahLst/>
            <a:cxnLst/>
            <a:rect l="l" t="t" r="r" b="b"/>
            <a:pathLst>
              <a:path w="3520357" h="4123326">
                <a:moveTo>
                  <a:pt x="2631378" y="2611676"/>
                </a:moveTo>
                <a:cubicBezTo>
                  <a:pt x="2375352" y="2561998"/>
                  <a:pt x="2375352" y="2561998"/>
                  <a:pt x="2375352" y="2561998"/>
                </a:cubicBezTo>
                <a:cubicBezTo>
                  <a:pt x="2062432" y="2625870"/>
                  <a:pt x="2062432" y="2625870"/>
                  <a:pt x="2062432" y="2625870"/>
                </a:cubicBezTo>
                <a:cubicBezTo>
                  <a:pt x="2126438" y="2561998"/>
                  <a:pt x="2126438" y="2561998"/>
                  <a:pt x="2126438" y="2561998"/>
                </a:cubicBezTo>
                <a:cubicBezTo>
                  <a:pt x="2403799" y="2476834"/>
                  <a:pt x="2403799" y="2476834"/>
                  <a:pt x="2403799" y="2476834"/>
                </a:cubicBezTo>
                <a:cubicBezTo>
                  <a:pt x="2681160" y="2569094"/>
                  <a:pt x="2681160" y="2569094"/>
                  <a:pt x="2681160" y="2569094"/>
                </a:cubicBezTo>
                <a:lnTo>
                  <a:pt x="2631378" y="2611676"/>
                </a:lnTo>
                <a:close/>
                <a:moveTo>
                  <a:pt x="2432247" y="3477504"/>
                </a:moveTo>
                <a:cubicBezTo>
                  <a:pt x="2403799" y="3328468"/>
                  <a:pt x="2403799" y="3328468"/>
                  <a:pt x="2403799" y="3328468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595819" y="2980718"/>
                  <a:pt x="2595819" y="2980718"/>
                  <a:pt x="2595819" y="2980718"/>
                </a:cubicBezTo>
                <a:cubicBezTo>
                  <a:pt x="2674048" y="3498794"/>
                  <a:pt x="2674048" y="3498794"/>
                  <a:pt x="2674048" y="3498794"/>
                </a:cubicBezTo>
                <a:cubicBezTo>
                  <a:pt x="2595819" y="3491697"/>
                  <a:pt x="2517588" y="3484601"/>
                  <a:pt x="2432247" y="3477504"/>
                </a:cubicBezTo>
                <a:close/>
                <a:moveTo>
                  <a:pt x="1898860" y="2789100"/>
                </a:moveTo>
                <a:cubicBezTo>
                  <a:pt x="2133549" y="2845876"/>
                  <a:pt x="2133549" y="2845876"/>
                  <a:pt x="2133549" y="2845876"/>
                </a:cubicBezTo>
                <a:cubicBezTo>
                  <a:pt x="2453582" y="2725227"/>
                  <a:pt x="2453582" y="2725227"/>
                  <a:pt x="2453582" y="2725227"/>
                </a:cubicBezTo>
                <a:cubicBezTo>
                  <a:pt x="2631378" y="2810391"/>
                  <a:pt x="2631378" y="2810391"/>
                  <a:pt x="2631378" y="2810391"/>
                </a:cubicBezTo>
                <a:cubicBezTo>
                  <a:pt x="2453582" y="2782004"/>
                  <a:pt x="2453582" y="2782004"/>
                  <a:pt x="2453582" y="2782004"/>
                </a:cubicBezTo>
                <a:cubicBezTo>
                  <a:pt x="2126438" y="2902651"/>
                  <a:pt x="2126438" y="2902651"/>
                  <a:pt x="2126438" y="2902651"/>
                </a:cubicBezTo>
                <a:lnTo>
                  <a:pt x="1898860" y="2789100"/>
                </a:lnTo>
                <a:close/>
                <a:moveTo>
                  <a:pt x="1223235" y="3349758"/>
                </a:moveTo>
                <a:cubicBezTo>
                  <a:pt x="1102335" y="3023300"/>
                  <a:pt x="1102335" y="3023300"/>
                  <a:pt x="1102335" y="3023300"/>
                </a:cubicBezTo>
                <a:cubicBezTo>
                  <a:pt x="938762" y="2973621"/>
                  <a:pt x="938762" y="2973621"/>
                  <a:pt x="938762" y="2973621"/>
                </a:cubicBezTo>
                <a:cubicBezTo>
                  <a:pt x="1216123" y="2888458"/>
                  <a:pt x="1216123" y="2888458"/>
                  <a:pt x="1216123" y="2888458"/>
                </a:cubicBezTo>
                <a:cubicBezTo>
                  <a:pt x="1322800" y="3243304"/>
                  <a:pt x="1322800" y="3243304"/>
                  <a:pt x="1322800" y="3243304"/>
                </a:cubicBezTo>
                <a:cubicBezTo>
                  <a:pt x="1977089" y="3143947"/>
                  <a:pt x="1977089" y="3143947"/>
                  <a:pt x="1977089" y="3143947"/>
                </a:cubicBezTo>
                <a:lnTo>
                  <a:pt x="1223235" y="3349758"/>
                </a:lnTo>
                <a:close/>
                <a:moveTo>
                  <a:pt x="1102335" y="2313605"/>
                </a:moveTo>
                <a:cubicBezTo>
                  <a:pt x="1130781" y="2313605"/>
                  <a:pt x="1130781" y="2313605"/>
                  <a:pt x="1130781" y="2313605"/>
                </a:cubicBezTo>
                <a:cubicBezTo>
                  <a:pt x="1130781" y="2491029"/>
                  <a:pt x="1130781" y="2491029"/>
                  <a:pt x="1130781" y="2491029"/>
                </a:cubicBezTo>
                <a:cubicBezTo>
                  <a:pt x="1102335" y="2491029"/>
                  <a:pt x="1102335" y="2491029"/>
                  <a:pt x="1102335" y="2491029"/>
                </a:cubicBezTo>
                <a:lnTo>
                  <a:pt x="1102335" y="2313605"/>
                </a:lnTo>
                <a:close/>
                <a:moveTo>
                  <a:pt x="1166340" y="2313605"/>
                </a:moveTo>
                <a:cubicBezTo>
                  <a:pt x="1329912" y="2313605"/>
                  <a:pt x="1329912" y="2313605"/>
                  <a:pt x="1329912" y="2313605"/>
                </a:cubicBezTo>
                <a:cubicBezTo>
                  <a:pt x="1329912" y="2491029"/>
                  <a:pt x="1329912" y="2491029"/>
                  <a:pt x="1329912" y="2491029"/>
                </a:cubicBezTo>
                <a:cubicBezTo>
                  <a:pt x="1166340" y="2491029"/>
                  <a:pt x="1166340" y="2491029"/>
                  <a:pt x="1166340" y="2491029"/>
                </a:cubicBezTo>
                <a:lnTo>
                  <a:pt x="1166340" y="2313605"/>
                </a:lnTo>
                <a:close/>
                <a:moveTo>
                  <a:pt x="768078" y="1887788"/>
                </a:moveTo>
                <a:cubicBezTo>
                  <a:pt x="768078" y="1887788"/>
                  <a:pt x="768078" y="1887788"/>
                  <a:pt x="768078" y="1887788"/>
                </a:cubicBezTo>
                <a:cubicBezTo>
                  <a:pt x="561835" y="1887788"/>
                  <a:pt x="561835" y="1887788"/>
                  <a:pt x="561835" y="1887788"/>
                </a:cubicBezTo>
                <a:cubicBezTo>
                  <a:pt x="561835" y="709695"/>
                  <a:pt x="561835" y="709695"/>
                  <a:pt x="561835" y="709695"/>
                </a:cubicBezTo>
                <a:cubicBezTo>
                  <a:pt x="782301" y="709695"/>
                  <a:pt x="782301" y="709695"/>
                  <a:pt x="782301" y="709695"/>
                </a:cubicBezTo>
                <a:cubicBezTo>
                  <a:pt x="782301" y="695500"/>
                  <a:pt x="782301" y="695500"/>
                  <a:pt x="782301" y="695500"/>
                </a:cubicBezTo>
                <a:cubicBezTo>
                  <a:pt x="1059663" y="695500"/>
                  <a:pt x="1059663" y="695500"/>
                  <a:pt x="1059663" y="695500"/>
                </a:cubicBezTo>
                <a:cubicBezTo>
                  <a:pt x="1059663" y="702598"/>
                  <a:pt x="1059663" y="709695"/>
                  <a:pt x="1066775" y="716792"/>
                </a:cubicBezTo>
                <a:cubicBezTo>
                  <a:pt x="839196" y="809052"/>
                  <a:pt x="839196" y="809052"/>
                  <a:pt x="839196" y="809052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03637" y="809052"/>
                  <a:pt x="803637" y="809052"/>
                  <a:pt x="803637" y="809052"/>
                </a:cubicBezTo>
                <a:cubicBezTo>
                  <a:pt x="853420" y="936796"/>
                  <a:pt x="853420" y="936796"/>
                  <a:pt x="853420" y="936796"/>
                </a:cubicBezTo>
                <a:cubicBezTo>
                  <a:pt x="881868" y="922603"/>
                  <a:pt x="881868" y="922603"/>
                  <a:pt x="881868" y="922603"/>
                </a:cubicBezTo>
                <a:cubicBezTo>
                  <a:pt x="874756" y="908409"/>
                  <a:pt x="874756" y="908409"/>
                  <a:pt x="874756" y="908409"/>
                </a:cubicBezTo>
                <a:cubicBezTo>
                  <a:pt x="1102335" y="816149"/>
                  <a:pt x="1102335" y="816149"/>
                  <a:pt x="1102335" y="816149"/>
                </a:cubicBezTo>
                <a:cubicBezTo>
                  <a:pt x="1109445" y="823246"/>
                  <a:pt x="1116557" y="830343"/>
                  <a:pt x="1116557" y="837439"/>
                </a:cubicBezTo>
                <a:cubicBezTo>
                  <a:pt x="952985" y="1007767"/>
                  <a:pt x="952985" y="1007767"/>
                  <a:pt x="952985" y="1007767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17426" y="1021960"/>
                  <a:pt x="917426" y="1021960"/>
                  <a:pt x="917426" y="1021960"/>
                </a:cubicBezTo>
                <a:cubicBezTo>
                  <a:pt x="1016992" y="1121317"/>
                  <a:pt x="1016992" y="1121317"/>
                  <a:pt x="1016992" y="1121317"/>
                </a:cubicBezTo>
                <a:cubicBezTo>
                  <a:pt x="1038328" y="1100027"/>
                  <a:pt x="1038328" y="1100027"/>
                  <a:pt x="1038328" y="1100027"/>
                </a:cubicBezTo>
                <a:cubicBezTo>
                  <a:pt x="1024104" y="1085832"/>
                  <a:pt x="1024104" y="1085832"/>
                  <a:pt x="1024104" y="1085832"/>
                </a:cubicBezTo>
                <a:cubicBezTo>
                  <a:pt x="1194788" y="915506"/>
                  <a:pt x="1194788" y="915506"/>
                  <a:pt x="1194788" y="915506"/>
                </a:cubicBezTo>
                <a:cubicBezTo>
                  <a:pt x="1201900" y="922603"/>
                  <a:pt x="1209012" y="929700"/>
                  <a:pt x="1216123" y="929700"/>
                </a:cubicBezTo>
                <a:cubicBezTo>
                  <a:pt x="1130781" y="1156802"/>
                  <a:pt x="1130781" y="1156802"/>
                  <a:pt x="1130781" y="1156802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02335" y="1178093"/>
                  <a:pt x="1102335" y="1178093"/>
                  <a:pt x="1102335" y="1178093"/>
                </a:cubicBezTo>
                <a:cubicBezTo>
                  <a:pt x="1230347" y="1227771"/>
                  <a:pt x="1230347" y="1227771"/>
                  <a:pt x="1230347" y="1227771"/>
                </a:cubicBezTo>
                <a:cubicBezTo>
                  <a:pt x="1244571" y="1199384"/>
                  <a:pt x="1244571" y="1199384"/>
                  <a:pt x="1244571" y="1199384"/>
                </a:cubicBezTo>
                <a:cubicBezTo>
                  <a:pt x="1230347" y="1192287"/>
                  <a:pt x="1230347" y="1192287"/>
                  <a:pt x="1230347" y="1192287"/>
                </a:cubicBezTo>
                <a:cubicBezTo>
                  <a:pt x="1315690" y="972282"/>
                  <a:pt x="1315690" y="972282"/>
                  <a:pt x="1315690" y="972282"/>
                </a:cubicBezTo>
                <a:cubicBezTo>
                  <a:pt x="1329912" y="972282"/>
                  <a:pt x="1337024" y="979378"/>
                  <a:pt x="1351248" y="979378"/>
                </a:cubicBezTo>
                <a:cubicBezTo>
                  <a:pt x="1351248" y="1213578"/>
                  <a:pt x="1351248" y="1213578"/>
                  <a:pt x="1351248" y="1213578"/>
                </a:cubicBezTo>
                <a:cubicBezTo>
                  <a:pt x="1329912" y="1213578"/>
                  <a:pt x="1329912" y="1213578"/>
                  <a:pt x="1329912" y="1213578"/>
                </a:cubicBezTo>
                <a:cubicBezTo>
                  <a:pt x="1329912" y="1887788"/>
                  <a:pt x="1329912" y="1887788"/>
                  <a:pt x="1329912" y="1887788"/>
                </a:cubicBezTo>
                <a:lnTo>
                  <a:pt x="768078" y="1887788"/>
                </a:lnTo>
                <a:close/>
                <a:moveTo>
                  <a:pt x="526275" y="1887788"/>
                </a:moveTo>
                <a:cubicBezTo>
                  <a:pt x="483605" y="1887788"/>
                  <a:pt x="483605" y="1887788"/>
                  <a:pt x="483605" y="1887788"/>
                </a:cubicBezTo>
                <a:cubicBezTo>
                  <a:pt x="483605" y="709695"/>
                  <a:pt x="483605" y="709695"/>
                  <a:pt x="483605" y="709695"/>
                </a:cubicBezTo>
                <a:cubicBezTo>
                  <a:pt x="526275" y="709695"/>
                  <a:pt x="526275" y="709695"/>
                  <a:pt x="526275" y="709695"/>
                </a:cubicBezTo>
                <a:lnTo>
                  <a:pt x="526275" y="1887788"/>
                </a:lnTo>
                <a:close/>
                <a:moveTo>
                  <a:pt x="1088111" y="787761"/>
                </a:moveTo>
                <a:cubicBezTo>
                  <a:pt x="1088111" y="794857"/>
                  <a:pt x="1095223" y="794857"/>
                  <a:pt x="1095223" y="801955"/>
                </a:cubicBezTo>
                <a:cubicBezTo>
                  <a:pt x="888978" y="887118"/>
                  <a:pt x="888978" y="887118"/>
                  <a:pt x="888978" y="887118"/>
                </a:cubicBezTo>
                <a:cubicBezTo>
                  <a:pt x="881868" y="872924"/>
                  <a:pt x="881868" y="872924"/>
                  <a:pt x="881868" y="872924"/>
                </a:cubicBezTo>
                <a:lnTo>
                  <a:pt x="1088111" y="787761"/>
                </a:lnTo>
                <a:close/>
                <a:moveTo>
                  <a:pt x="867644" y="404525"/>
                </a:moveTo>
                <a:cubicBezTo>
                  <a:pt x="874756" y="390332"/>
                  <a:pt x="874756" y="390332"/>
                  <a:pt x="874756" y="390332"/>
                </a:cubicBezTo>
                <a:cubicBezTo>
                  <a:pt x="1109445" y="489689"/>
                  <a:pt x="1109445" y="489689"/>
                  <a:pt x="1109445" y="489689"/>
                </a:cubicBezTo>
                <a:cubicBezTo>
                  <a:pt x="1102335" y="496786"/>
                  <a:pt x="1102335" y="496786"/>
                  <a:pt x="1102335" y="496786"/>
                </a:cubicBezTo>
                <a:lnTo>
                  <a:pt x="867644" y="404525"/>
                </a:lnTo>
                <a:close/>
                <a:moveTo>
                  <a:pt x="1180564" y="880021"/>
                </a:moveTo>
                <a:cubicBezTo>
                  <a:pt x="1180564" y="887118"/>
                  <a:pt x="1187676" y="887118"/>
                  <a:pt x="1194788" y="894216"/>
                </a:cubicBezTo>
                <a:cubicBezTo>
                  <a:pt x="1009880" y="1057445"/>
                  <a:pt x="1009880" y="1057445"/>
                  <a:pt x="1009880" y="1057445"/>
                </a:cubicBezTo>
                <a:cubicBezTo>
                  <a:pt x="1002768" y="1050348"/>
                  <a:pt x="1002768" y="1050348"/>
                  <a:pt x="1002768" y="1050348"/>
                </a:cubicBezTo>
                <a:lnTo>
                  <a:pt x="1180564" y="880021"/>
                </a:lnTo>
                <a:close/>
                <a:moveTo>
                  <a:pt x="995657" y="205811"/>
                </a:moveTo>
                <a:cubicBezTo>
                  <a:pt x="1024104" y="212908"/>
                  <a:pt x="1024104" y="212908"/>
                  <a:pt x="1024104" y="212908"/>
                </a:cubicBezTo>
                <a:cubicBezTo>
                  <a:pt x="1194788" y="383235"/>
                  <a:pt x="1194788" y="383235"/>
                  <a:pt x="1194788" y="383235"/>
                </a:cubicBezTo>
                <a:cubicBezTo>
                  <a:pt x="1180564" y="397429"/>
                  <a:pt x="1180564" y="397429"/>
                  <a:pt x="1180564" y="397429"/>
                </a:cubicBezTo>
                <a:lnTo>
                  <a:pt x="995657" y="205811"/>
                </a:lnTo>
                <a:close/>
                <a:moveTo>
                  <a:pt x="1287242" y="943894"/>
                </a:moveTo>
                <a:cubicBezTo>
                  <a:pt x="1294354" y="943894"/>
                  <a:pt x="1294354" y="950991"/>
                  <a:pt x="1301466" y="950991"/>
                </a:cubicBezTo>
                <a:cubicBezTo>
                  <a:pt x="1209012" y="1178093"/>
                  <a:pt x="1209012" y="1178093"/>
                  <a:pt x="1209012" y="1178093"/>
                </a:cubicBezTo>
                <a:cubicBezTo>
                  <a:pt x="1194788" y="1170996"/>
                  <a:pt x="1194788" y="1170996"/>
                  <a:pt x="1194788" y="1170996"/>
                </a:cubicBezTo>
                <a:lnTo>
                  <a:pt x="1287242" y="943894"/>
                </a:lnTo>
                <a:close/>
                <a:moveTo>
                  <a:pt x="1187676" y="70969"/>
                </a:moveTo>
                <a:cubicBezTo>
                  <a:pt x="1216123" y="120647"/>
                  <a:pt x="1216123" y="120647"/>
                  <a:pt x="1216123" y="120647"/>
                </a:cubicBezTo>
                <a:cubicBezTo>
                  <a:pt x="1315690" y="326460"/>
                  <a:pt x="1315690" y="326460"/>
                  <a:pt x="1315690" y="326460"/>
                </a:cubicBezTo>
                <a:cubicBezTo>
                  <a:pt x="1308578" y="326460"/>
                  <a:pt x="1301466" y="333557"/>
                  <a:pt x="1294354" y="333557"/>
                </a:cubicBezTo>
                <a:lnTo>
                  <a:pt x="1187676" y="70969"/>
                </a:lnTo>
                <a:close/>
                <a:moveTo>
                  <a:pt x="1401031" y="2292313"/>
                </a:moveTo>
                <a:cubicBezTo>
                  <a:pt x="1401031" y="2292313"/>
                  <a:pt x="1401031" y="2292313"/>
                  <a:pt x="1401031" y="2292313"/>
                </a:cubicBezTo>
                <a:cubicBezTo>
                  <a:pt x="1429478" y="2327798"/>
                  <a:pt x="1429478" y="2327798"/>
                  <a:pt x="1429478" y="2327798"/>
                </a:cubicBezTo>
                <a:cubicBezTo>
                  <a:pt x="1429478" y="2491029"/>
                  <a:pt x="1429478" y="2491029"/>
                  <a:pt x="1429478" y="2491029"/>
                </a:cubicBezTo>
                <a:cubicBezTo>
                  <a:pt x="1401031" y="2491029"/>
                  <a:pt x="1401031" y="2491029"/>
                  <a:pt x="1401031" y="2491029"/>
                </a:cubicBezTo>
                <a:lnTo>
                  <a:pt x="1401031" y="2292313"/>
                </a:lnTo>
                <a:close/>
                <a:moveTo>
                  <a:pt x="1401031" y="2001338"/>
                </a:moveTo>
                <a:cubicBezTo>
                  <a:pt x="1401031" y="2001338"/>
                  <a:pt x="1401031" y="2001338"/>
                  <a:pt x="1401031" y="2001338"/>
                </a:cubicBezTo>
                <a:cubicBezTo>
                  <a:pt x="1429478" y="2036823"/>
                  <a:pt x="1429478" y="2036823"/>
                  <a:pt x="1429478" y="2036823"/>
                </a:cubicBezTo>
                <a:cubicBezTo>
                  <a:pt x="1429478" y="2178762"/>
                  <a:pt x="1429478" y="2178762"/>
                  <a:pt x="1429478" y="2178762"/>
                </a:cubicBezTo>
                <a:cubicBezTo>
                  <a:pt x="1401031" y="2178762"/>
                  <a:pt x="1401031" y="2178762"/>
                  <a:pt x="1401031" y="2178762"/>
                </a:cubicBezTo>
                <a:lnTo>
                  <a:pt x="1401031" y="2001338"/>
                </a:lnTo>
                <a:close/>
                <a:moveTo>
                  <a:pt x="1401031" y="1213578"/>
                </a:moveTo>
                <a:cubicBezTo>
                  <a:pt x="1415255" y="1213578"/>
                  <a:pt x="1415255" y="1213578"/>
                  <a:pt x="1415255" y="1213578"/>
                </a:cubicBezTo>
                <a:cubicBezTo>
                  <a:pt x="1415255" y="965185"/>
                  <a:pt x="1415255" y="965185"/>
                  <a:pt x="1415255" y="965185"/>
                </a:cubicBezTo>
                <a:cubicBezTo>
                  <a:pt x="1422367" y="965185"/>
                  <a:pt x="1429478" y="965185"/>
                  <a:pt x="1429478" y="965185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894884"/>
                  <a:pt x="1429478" y="1894884"/>
                  <a:pt x="1429478" y="1894884"/>
                </a:cubicBezTo>
                <a:cubicBezTo>
                  <a:pt x="1401031" y="1894884"/>
                  <a:pt x="1401031" y="1894884"/>
                  <a:pt x="1401031" y="1894884"/>
                </a:cubicBezTo>
                <a:lnTo>
                  <a:pt x="1401031" y="1213578"/>
                </a:lnTo>
                <a:close/>
                <a:moveTo>
                  <a:pt x="1415255" y="35485"/>
                </a:moveTo>
                <a:cubicBezTo>
                  <a:pt x="1429478" y="35485"/>
                  <a:pt x="1429478" y="35485"/>
                  <a:pt x="1429478" y="35485"/>
                </a:cubicBezTo>
                <a:cubicBezTo>
                  <a:pt x="1429478" y="319363"/>
                  <a:pt x="1429478" y="319363"/>
                  <a:pt x="1429478" y="319363"/>
                </a:cubicBezTo>
                <a:cubicBezTo>
                  <a:pt x="1429478" y="319363"/>
                  <a:pt x="1422367" y="319363"/>
                  <a:pt x="1415255" y="312265"/>
                </a:cubicBezTo>
                <a:lnTo>
                  <a:pt x="1415255" y="35485"/>
                </a:lnTo>
                <a:close/>
                <a:moveTo>
                  <a:pt x="1507708" y="432914"/>
                </a:moveTo>
                <a:cubicBezTo>
                  <a:pt x="1543267" y="432914"/>
                  <a:pt x="1578827" y="468399"/>
                  <a:pt x="1578827" y="503883"/>
                </a:cubicBezTo>
                <a:cubicBezTo>
                  <a:pt x="1578827" y="546464"/>
                  <a:pt x="1543267" y="574853"/>
                  <a:pt x="1507708" y="574853"/>
                </a:cubicBezTo>
                <a:cubicBezTo>
                  <a:pt x="1465038" y="574853"/>
                  <a:pt x="1436590" y="546464"/>
                  <a:pt x="1436590" y="503883"/>
                </a:cubicBezTo>
                <a:cubicBezTo>
                  <a:pt x="1436590" y="468399"/>
                  <a:pt x="1465038" y="432914"/>
                  <a:pt x="1507708" y="432914"/>
                </a:cubicBezTo>
                <a:close/>
                <a:moveTo>
                  <a:pt x="1642834" y="1163899"/>
                </a:moveTo>
                <a:cubicBezTo>
                  <a:pt x="1635722" y="1163899"/>
                  <a:pt x="1635722" y="1163899"/>
                  <a:pt x="1635722" y="1163899"/>
                </a:cubicBezTo>
                <a:cubicBezTo>
                  <a:pt x="1543267" y="929700"/>
                  <a:pt x="1543267" y="929700"/>
                  <a:pt x="1543267" y="929700"/>
                </a:cubicBezTo>
                <a:cubicBezTo>
                  <a:pt x="1564603" y="922603"/>
                  <a:pt x="1564603" y="922603"/>
                  <a:pt x="1564603" y="922603"/>
                </a:cubicBezTo>
                <a:lnTo>
                  <a:pt x="1642834" y="1163899"/>
                </a:lnTo>
                <a:close/>
                <a:moveTo>
                  <a:pt x="1657057" y="844536"/>
                </a:moveTo>
                <a:cubicBezTo>
                  <a:pt x="1834853" y="1014863"/>
                  <a:pt x="1834853" y="1014863"/>
                  <a:pt x="1834853" y="1014863"/>
                </a:cubicBezTo>
                <a:cubicBezTo>
                  <a:pt x="1820629" y="1029057"/>
                  <a:pt x="1820629" y="1029057"/>
                  <a:pt x="1820629" y="1029057"/>
                </a:cubicBezTo>
                <a:cubicBezTo>
                  <a:pt x="1642834" y="851634"/>
                  <a:pt x="1642834" y="851634"/>
                  <a:pt x="1642834" y="851634"/>
                </a:cubicBezTo>
                <a:cubicBezTo>
                  <a:pt x="1649945" y="851634"/>
                  <a:pt x="1649945" y="844536"/>
                  <a:pt x="1657057" y="844536"/>
                </a:cubicBezTo>
                <a:close/>
                <a:moveTo>
                  <a:pt x="1713951" y="730985"/>
                </a:moveTo>
                <a:cubicBezTo>
                  <a:pt x="1941530" y="823246"/>
                  <a:pt x="1941530" y="823246"/>
                  <a:pt x="1941530" y="823246"/>
                </a:cubicBezTo>
                <a:cubicBezTo>
                  <a:pt x="1934418" y="837439"/>
                  <a:pt x="1934418" y="837439"/>
                  <a:pt x="1934418" y="837439"/>
                </a:cubicBezTo>
                <a:cubicBezTo>
                  <a:pt x="1706839" y="738082"/>
                  <a:pt x="1706839" y="738082"/>
                  <a:pt x="1706839" y="738082"/>
                </a:cubicBezTo>
                <a:cubicBezTo>
                  <a:pt x="1706839" y="738082"/>
                  <a:pt x="1713951" y="730985"/>
                  <a:pt x="1713951" y="730985"/>
                </a:cubicBezTo>
                <a:close/>
                <a:moveTo>
                  <a:pt x="1984201" y="596143"/>
                </a:moveTo>
                <a:cubicBezTo>
                  <a:pt x="2666936" y="596143"/>
                  <a:pt x="2666936" y="596143"/>
                  <a:pt x="2666936" y="596143"/>
                </a:cubicBezTo>
                <a:cubicBezTo>
                  <a:pt x="2666936" y="624531"/>
                  <a:pt x="2666936" y="624531"/>
                  <a:pt x="2666936" y="624531"/>
                </a:cubicBezTo>
                <a:cubicBezTo>
                  <a:pt x="1984201" y="624531"/>
                  <a:pt x="1984201" y="624531"/>
                  <a:pt x="1984201" y="624531"/>
                </a:cubicBezTo>
                <a:lnTo>
                  <a:pt x="1984201" y="596143"/>
                </a:lnTo>
                <a:close/>
                <a:moveTo>
                  <a:pt x="2553148" y="390332"/>
                </a:moveTo>
                <a:cubicBezTo>
                  <a:pt x="2574483" y="567756"/>
                  <a:pt x="2574483" y="567756"/>
                  <a:pt x="2574483" y="567756"/>
                </a:cubicBezTo>
                <a:cubicBezTo>
                  <a:pt x="2560259" y="567756"/>
                  <a:pt x="2560259" y="567756"/>
                  <a:pt x="2560259" y="567756"/>
                </a:cubicBezTo>
                <a:cubicBezTo>
                  <a:pt x="2546036" y="383235"/>
                  <a:pt x="2546036" y="383235"/>
                  <a:pt x="2546036" y="383235"/>
                </a:cubicBezTo>
                <a:lnTo>
                  <a:pt x="2553148" y="390332"/>
                </a:lnTo>
                <a:close/>
                <a:moveTo>
                  <a:pt x="2631378" y="475496"/>
                </a:moveTo>
                <a:cubicBezTo>
                  <a:pt x="2823398" y="589046"/>
                  <a:pt x="2823398" y="589046"/>
                  <a:pt x="2823398" y="589046"/>
                </a:cubicBezTo>
                <a:cubicBezTo>
                  <a:pt x="2823398" y="603240"/>
                  <a:pt x="2823398" y="603240"/>
                  <a:pt x="2823398" y="603240"/>
                </a:cubicBezTo>
                <a:cubicBezTo>
                  <a:pt x="2631378" y="510981"/>
                  <a:pt x="2631378" y="510981"/>
                  <a:pt x="2631378" y="510981"/>
                </a:cubicBezTo>
                <a:lnTo>
                  <a:pt x="2631378" y="475496"/>
                </a:lnTo>
                <a:close/>
                <a:moveTo>
                  <a:pt x="2922963" y="631628"/>
                </a:moveTo>
                <a:cubicBezTo>
                  <a:pt x="2930075" y="660016"/>
                  <a:pt x="2930075" y="660016"/>
                  <a:pt x="2930075" y="660016"/>
                </a:cubicBezTo>
                <a:cubicBezTo>
                  <a:pt x="2716720" y="702598"/>
                  <a:pt x="2716720" y="702598"/>
                  <a:pt x="2716720" y="702598"/>
                </a:cubicBezTo>
                <a:cubicBezTo>
                  <a:pt x="2688272" y="688403"/>
                  <a:pt x="2688272" y="688403"/>
                  <a:pt x="2688272" y="688403"/>
                </a:cubicBezTo>
                <a:lnTo>
                  <a:pt x="2922963" y="631628"/>
                </a:lnTo>
                <a:close/>
                <a:moveTo>
                  <a:pt x="3065200" y="674210"/>
                </a:moveTo>
                <a:cubicBezTo>
                  <a:pt x="2866069" y="922603"/>
                  <a:pt x="2866069" y="922603"/>
                  <a:pt x="2866069" y="922603"/>
                </a:cubicBezTo>
                <a:cubicBezTo>
                  <a:pt x="2844733" y="901313"/>
                  <a:pt x="2844733" y="901313"/>
                  <a:pt x="2844733" y="901313"/>
                </a:cubicBezTo>
                <a:cubicBezTo>
                  <a:pt x="3043864" y="645822"/>
                  <a:pt x="3043864" y="645822"/>
                  <a:pt x="3043864" y="645822"/>
                </a:cubicBezTo>
                <a:lnTo>
                  <a:pt x="3065200" y="674210"/>
                </a:lnTo>
                <a:close/>
                <a:moveTo>
                  <a:pt x="3178989" y="695500"/>
                </a:moveTo>
                <a:cubicBezTo>
                  <a:pt x="3072312" y="1021960"/>
                  <a:pt x="3072312" y="1021960"/>
                  <a:pt x="3072312" y="1021960"/>
                </a:cubicBezTo>
                <a:cubicBezTo>
                  <a:pt x="3058088" y="1014863"/>
                  <a:pt x="3058088" y="1014863"/>
                  <a:pt x="3058088" y="1014863"/>
                </a:cubicBezTo>
                <a:cubicBezTo>
                  <a:pt x="3164765" y="681307"/>
                  <a:pt x="3164765" y="681307"/>
                  <a:pt x="3164765" y="681307"/>
                </a:cubicBezTo>
                <a:lnTo>
                  <a:pt x="3178989" y="695500"/>
                </a:lnTo>
                <a:close/>
                <a:moveTo>
                  <a:pt x="3278555" y="674210"/>
                </a:moveTo>
                <a:cubicBezTo>
                  <a:pt x="3292779" y="674210"/>
                  <a:pt x="3292779" y="674210"/>
                  <a:pt x="3292779" y="674210"/>
                </a:cubicBezTo>
                <a:cubicBezTo>
                  <a:pt x="3292779" y="1100027"/>
                  <a:pt x="3292779" y="1100027"/>
                  <a:pt x="3292779" y="1100027"/>
                </a:cubicBezTo>
                <a:cubicBezTo>
                  <a:pt x="3278555" y="1100027"/>
                  <a:pt x="3278555" y="1100027"/>
                  <a:pt x="3278555" y="1100027"/>
                </a:cubicBezTo>
                <a:lnTo>
                  <a:pt x="3278555" y="674210"/>
                </a:lnTo>
                <a:close/>
                <a:moveTo>
                  <a:pt x="1472150" y="2029727"/>
                </a:moveTo>
                <a:cubicBezTo>
                  <a:pt x="1543267" y="2029727"/>
                  <a:pt x="1543267" y="2029727"/>
                  <a:pt x="1543267" y="2029727"/>
                </a:cubicBezTo>
                <a:cubicBezTo>
                  <a:pt x="1543267" y="2178762"/>
                  <a:pt x="1543267" y="2178762"/>
                  <a:pt x="1543267" y="2178762"/>
                </a:cubicBezTo>
                <a:cubicBezTo>
                  <a:pt x="1472150" y="2178762"/>
                  <a:pt x="1472150" y="2178762"/>
                  <a:pt x="1472150" y="2178762"/>
                </a:cubicBezTo>
                <a:lnTo>
                  <a:pt x="1472150" y="2029727"/>
                </a:lnTo>
                <a:close/>
                <a:moveTo>
                  <a:pt x="1578827" y="1980048"/>
                </a:moveTo>
                <a:cubicBezTo>
                  <a:pt x="1607274" y="1958758"/>
                  <a:pt x="1607274" y="1958758"/>
                  <a:pt x="1607274" y="1958758"/>
                </a:cubicBezTo>
                <a:cubicBezTo>
                  <a:pt x="1607274" y="2207151"/>
                  <a:pt x="1607274" y="2207151"/>
                  <a:pt x="1607274" y="2207151"/>
                </a:cubicBezTo>
                <a:cubicBezTo>
                  <a:pt x="1578827" y="2192956"/>
                  <a:pt x="1578827" y="2192956"/>
                  <a:pt x="1578827" y="2192956"/>
                </a:cubicBezTo>
                <a:lnTo>
                  <a:pt x="1578827" y="1980048"/>
                </a:lnTo>
                <a:close/>
                <a:moveTo>
                  <a:pt x="2453582" y="1845206"/>
                </a:moveTo>
                <a:cubicBezTo>
                  <a:pt x="2453582" y="1674880"/>
                  <a:pt x="2453582" y="1674880"/>
                  <a:pt x="2453582" y="1674880"/>
                </a:cubicBezTo>
                <a:cubicBezTo>
                  <a:pt x="2474918" y="1674880"/>
                  <a:pt x="2474918" y="1674880"/>
                  <a:pt x="2474918" y="1674880"/>
                </a:cubicBezTo>
                <a:cubicBezTo>
                  <a:pt x="2489142" y="1823916"/>
                  <a:pt x="2489142" y="1823916"/>
                  <a:pt x="2489142" y="1823916"/>
                </a:cubicBezTo>
                <a:cubicBezTo>
                  <a:pt x="2595819" y="2022630"/>
                  <a:pt x="2595819" y="2022630"/>
                  <a:pt x="2595819" y="2022630"/>
                </a:cubicBezTo>
                <a:lnTo>
                  <a:pt x="2453582" y="1845206"/>
                </a:lnTo>
                <a:close/>
                <a:moveTo>
                  <a:pt x="2823398" y="1362613"/>
                </a:moveTo>
                <a:cubicBezTo>
                  <a:pt x="2823398" y="1291645"/>
                  <a:pt x="2823398" y="1291645"/>
                  <a:pt x="2823398" y="1291645"/>
                </a:cubicBezTo>
                <a:cubicBezTo>
                  <a:pt x="2851845" y="1291645"/>
                  <a:pt x="2851845" y="1291645"/>
                  <a:pt x="2851845" y="1291645"/>
                </a:cubicBezTo>
                <a:cubicBezTo>
                  <a:pt x="2908739" y="1348420"/>
                  <a:pt x="2908739" y="1348420"/>
                  <a:pt x="2908739" y="1348420"/>
                </a:cubicBezTo>
                <a:cubicBezTo>
                  <a:pt x="2894515" y="1447777"/>
                  <a:pt x="2894515" y="1447777"/>
                  <a:pt x="2894515" y="1447777"/>
                </a:cubicBezTo>
                <a:cubicBezTo>
                  <a:pt x="2830509" y="1490359"/>
                  <a:pt x="2830509" y="1490359"/>
                  <a:pt x="2830509" y="1490359"/>
                </a:cubicBezTo>
                <a:cubicBezTo>
                  <a:pt x="2809174" y="1490359"/>
                  <a:pt x="2809174" y="1490359"/>
                  <a:pt x="2809174" y="1490359"/>
                </a:cubicBezTo>
                <a:cubicBezTo>
                  <a:pt x="2809174" y="1440680"/>
                  <a:pt x="2809174" y="1440680"/>
                  <a:pt x="2809174" y="1440680"/>
                </a:cubicBezTo>
                <a:cubicBezTo>
                  <a:pt x="2844733" y="1440680"/>
                  <a:pt x="2844733" y="1440680"/>
                  <a:pt x="2844733" y="1440680"/>
                </a:cubicBezTo>
                <a:cubicBezTo>
                  <a:pt x="2844733" y="1426487"/>
                  <a:pt x="2844733" y="1426487"/>
                  <a:pt x="2844733" y="1426487"/>
                </a:cubicBezTo>
                <a:cubicBezTo>
                  <a:pt x="2809174" y="1426487"/>
                  <a:pt x="2809174" y="1426487"/>
                  <a:pt x="2809174" y="1426487"/>
                </a:cubicBezTo>
                <a:cubicBezTo>
                  <a:pt x="2809174" y="1362613"/>
                  <a:pt x="2809174" y="1362613"/>
                  <a:pt x="2809174" y="1362613"/>
                </a:cubicBezTo>
                <a:lnTo>
                  <a:pt x="2823398" y="1362613"/>
                </a:lnTo>
                <a:close/>
                <a:moveTo>
                  <a:pt x="2894515" y="1554231"/>
                </a:moveTo>
                <a:cubicBezTo>
                  <a:pt x="2851845" y="1554231"/>
                  <a:pt x="2851845" y="1554231"/>
                  <a:pt x="2851845" y="1554231"/>
                </a:cubicBezTo>
                <a:cubicBezTo>
                  <a:pt x="2851845" y="1504552"/>
                  <a:pt x="2851845" y="1504552"/>
                  <a:pt x="2851845" y="1504552"/>
                </a:cubicBezTo>
                <a:cubicBezTo>
                  <a:pt x="2930075" y="1461971"/>
                  <a:pt x="2930075" y="1461971"/>
                  <a:pt x="2930075" y="1461971"/>
                </a:cubicBezTo>
                <a:lnTo>
                  <a:pt x="2894515" y="1554231"/>
                </a:lnTo>
                <a:close/>
                <a:moveTo>
                  <a:pt x="2937186" y="3527182"/>
                </a:moveTo>
                <a:cubicBezTo>
                  <a:pt x="3029641" y="3037493"/>
                  <a:pt x="3029641" y="3037493"/>
                  <a:pt x="3029641" y="3037493"/>
                </a:cubicBezTo>
                <a:cubicBezTo>
                  <a:pt x="3008305" y="2860069"/>
                  <a:pt x="3008305" y="2860069"/>
                  <a:pt x="3008305" y="2860069"/>
                </a:cubicBezTo>
                <a:cubicBezTo>
                  <a:pt x="2930075" y="3200723"/>
                  <a:pt x="2930075" y="3200723"/>
                  <a:pt x="2930075" y="3200723"/>
                </a:cubicBezTo>
                <a:cubicBezTo>
                  <a:pt x="2887403" y="3200723"/>
                  <a:pt x="2887403" y="3200723"/>
                  <a:pt x="2887403" y="3200723"/>
                </a:cubicBezTo>
                <a:cubicBezTo>
                  <a:pt x="2887403" y="2895554"/>
                  <a:pt x="2887403" y="2895554"/>
                  <a:pt x="2887403" y="2895554"/>
                </a:cubicBezTo>
                <a:cubicBezTo>
                  <a:pt x="3015417" y="2803294"/>
                  <a:pt x="3015417" y="2803294"/>
                  <a:pt x="3015417" y="2803294"/>
                </a:cubicBezTo>
                <a:cubicBezTo>
                  <a:pt x="3079424" y="2271023"/>
                  <a:pt x="3079424" y="2271023"/>
                  <a:pt x="3079424" y="2271023"/>
                </a:cubicBezTo>
                <a:cubicBezTo>
                  <a:pt x="2830509" y="2838779"/>
                  <a:pt x="2830509" y="2838779"/>
                  <a:pt x="2830509" y="2838779"/>
                </a:cubicBezTo>
                <a:cubicBezTo>
                  <a:pt x="2809174" y="2838779"/>
                  <a:pt x="2809174" y="2838779"/>
                  <a:pt x="2809174" y="2838779"/>
                </a:cubicBezTo>
                <a:cubicBezTo>
                  <a:pt x="2809174" y="2491029"/>
                  <a:pt x="2809174" y="2491029"/>
                  <a:pt x="2809174" y="2491029"/>
                </a:cubicBezTo>
                <a:cubicBezTo>
                  <a:pt x="2887403" y="2271023"/>
                  <a:pt x="2887403" y="2271023"/>
                  <a:pt x="2887403" y="2271023"/>
                </a:cubicBezTo>
                <a:cubicBezTo>
                  <a:pt x="2738055" y="2143277"/>
                  <a:pt x="2738055" y="2143277"/>
                  <a:pt x="2738055" y="2143277"/>
                </a:cubicBezTo>
                <a:cubicBezTo>
                  <a:pt x="2887403" y="1987145"/>
                  <a:pt x="2887403" y="1987145"/>
                  <a:pt x="2887403" y="1987145"/>
                </a:cubicBezTo>
                <a:cubicBezTo>
                  <a:pt x="2937186" y="2015533"/>
                  <a:pt x="2937186" y="2015533"/>
                  <a:pt x="2937186" y="2015533"/>
                </a:cubicBezTo>
                <a:cubicBezTo>
                  <a:pt x="2873181" y="2136181"/>
                  <a:pt x="2873181" y="2136181"/>
                  <a:pt x="2873181" y="2136181"/>
                </a:cubicBezTo>
                <a:cubicBezTo>
                  <a:pt x="3022529" y="2263926"/>
                  <a:pt x="3022529" y="2263926"/>
                  <a:pt x="3022529" y="2263926"/>
                </a:cubicBezTo>
                <a:cubicBezTo>
                  <a:pt x="3242996" y="2100697"/>
                  <a:pt x="3242996" y="2100697"/>
                  <a:pt x="3242996" y="2100697"/>
                </a:cubicBezTo>
                <a:cubicBezTo>
                  <a:pt x="3399456" y="1547134"/>
                  <a:pt x="3399456" y="1547134"/>
                  <a:pt x="3399456" y="1547134"/>
                </a:cubicBezTo>
                <a:cubicBezTo>
                  <a:pt x="3335449" y="1305838"/>
                  <a:pt x="3335449" y="1305838"/>
                  <a:pt x="3335449" y="1305838"/>
                </a:cubicBezTo>
                <a:cubicBezTo>
                  <a:pt x="3427903" y="1227771"/>
                  <a:pt x="3427903" y="1227771"/>
                  <a:pt x="3427903" y="1227771"/>
                </a:cubicBezTo>
                <a:cubicBezTo>
                  <a:pt x="3456351" y="1185191"/>
                  <a:pt x="3456351" y="1185191"/>
                  <a:pt x="3456351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285667" y="1249063"/>
                  <a:pt x="3285667" y="1249063"/>
                  <a:pt x="3285667" y="1249063"/>
                </a:cubicBezTo>
                <a:cubicBezTo>
                  <a:pt x="3250108" y="1603910"/>
                  <a:pt x="3250108" y="1603910"/>
                  <a:pt x="3250108" y="1603910"/>
                </a:cubicBezTo>
                <a:cubicBezTo>
                  <a:pt x="2965634" y="1618104"/>
                  <a:pt x="2965634" y="1618104"/>
                  <a:pt x="2965634" y="1618104"/>
                </a:cubicBezTo>
                <a:cubicBezTo>
                  <a:pt x="3271443" y="1653588"/>
                  <a:pt x="3271443" y="1653588"/>
                  <a:pt x="3271443" y="1653588"/>
                </a:cubicBezTo>
                <a:cubicBezTo>
                  <a:pt x="2958522" y="1703267"/>
                  <a:pt x="2958522" y="1703267"/>
                  <a:pt x="2958522" y="1703267"/>
                </a:cubicBezTo>
                <a:cubicBezTo>
                  <a:pt x="2994081" y="1809721"/>
                  <a:pt x="2994081" y="1809721"/>
                  <a:pt x="2994081" y="1809721"/>
                </a:cubicBezTo>
                <a:cubicBezTo>
                  <a:pt x="2937186" y="1880691"/>
                  <a:pt x="2937186" y="1880691"/>
                  <a:pt x="2937186" y="1880691"/>
                </a:cubicBezTo>
                <a:cubicBezTo>
                  <a:pt x="2802062" y="1823916"/>
                  <a:pt x="2802062" y="1823916"/>
                  <a:pt x="2802062" y="1823916"/>
                </a:cubicBezTo>
                <a:cubicBezTo>
                  <a:pt x="2681160" y="1887788"/>
                  <a:pt x="2681160" y="1887788"/>
                  <a:pt x="2681160" y="1887788"/>
                </a:cubicBezTo>
                <a:cubicBezTo>
                  <a:pt x="2617154" y="1816819"/>
                  <a:pt x="2617154" y="1816819"/>
                  <a:pt x="2617154" y="1816819"/>
                </a:cubicBezTo>
                <a:cubicBezTo>
                  <a:pt x="2695384" y="1575523"/>
                  <a:pt x="2695384" y="1575523"/>
                  <a:pt x="2695384" y="1575523"/>
                </a:cubicBezTo>
                <a:cubicBezTo>
                  <a:pt x="2730943" y="1575523"/>
                  <a:pt x="2730943" y="1575523"/>
                  <a:pt x="2730943" y="1575523"/>
                </a:cubicBezTo>
                <a:cubicBezTo>
                  <a:pt x="2752279" y="1781334"/>
                  <a:pt x="2752279" y="1781334"/>
                  <a:pt x="2752279" y="1781334"/>
                </a:cubicBezTo>
                <a:cubicBezTo>
                  <a:pt x="2802062" y="1632298"/>
                  <a:pt x="2802062" y="1632298"/>
                  <a:pt x="2802062" y="1632298"/>
                </a:cubicBezTo>
                <a:cubicBezTo>
                  <a:pt x="2922963" y="1639395"/>
                  <a:pt x="2922963" y="1639395"/>
                  <a:pt x="2922963" y="1639395"/>
                </a:cubicBezTo>
                <a:cubicBezTo>
                  <a:pt x="2873181" y="1618104"/>
                  <a:pt x="2873181" y="1618104"/>
                  <a:pt x="2873181" y="1618104"/>
                </a:cubicBezTo>
                <a:cubicBezTo>
                  <a:pt x="2951410" y="1611006"/>
                  <a:pt x="2951410" y="1611006"/>
                  <a:pt x="2951410" y="1611006"/>
                </a:cubicBezTo>
                <a:cubicBezTo>
                  <a:pt x="2930075" y="1561328"/>
                  <a:pt x="2930075" y="1561328"/>
                  <a:pt x="2930075" y="1561328"/>
                </a:cubicBezTo>
                <a:cubicBezTo>
                  <a:pt x="2972746" y="1490359"/>
                  <a:pt x="2972746" y="1490359"/>
                  <a:pt x="2972746" y="1490359"/>
                </a:cubicBezTo>
                <a:cubicBezTo>
                  <a:pt x="2994081" y="1334226"/>
                  <a:pt x="2994081" y="1334226"/>
                  <a:pt x="2994081" y="1334226"/>
                </a:cubicBezTo>
                <a:cubicBezTo>
                  <a:pt x="2887403" y="1241966"/>
                  <a:pt x="2887403" y="1241966"/>
                  <a:pt x="2887403" y="1241966"/>
                </a:cubicBezTo>
                <a:cubicBezTo>
                  <a:pt x="2802062" y="1249063"/>
                  <a:pt x="2802062" y="1249063"/>
                  <a:pt x="2802062" y="1249063"/>
                </a:cubicBezTo>
                <a:cubicBezTo>
                  <a:pt x="2730943" y="1305838"/>
                  <a:pt x="2730943" y="1305838"/>
                  <a:pt x="2730943" y="1305838"/>
                </a:cubicBezTo>
                <a:cubicBezTo>
                  <a:pt x="2709608" y="865828"/>
                  <a:pt x="2709608" y="865828"/>
                  <a:pt x="2709608" y="865828"/>
                </a:cubicBezTo>
                <a:cubicBezTo>
                  <a:pt x="2688272" y="837439"/>
                  <a:pt x="2688272" y="837439"/>
                  <a:pt x="2688272" y="837439"/>
                </a:cubicBezTo>
                <a:cubicBezTo>
                  <a:pt x="2666936" y="1568425"/>
                  <a:pt x="2666936" y="1568425"/>
                  <a:pt x="2666936" y="1568425"/>
                </a:cubicBezTo>
                <a:cubicBezTo>
                  <a:pt x="2610043" y="1653588"/>
                  <a:pt x="2610043" y="1653588"/>
                  <a:pt x="2610043" y="1653588"/>
                </a:cubicBezTo>
                <a:cubicBezTo>
                  <a:pt x="2610043" y="1653588"/>
                  <a:pt x="2602931" y="1646492"/>
                  <a:pt x="2588707" y="1596813"/>
                </a:cubicBezTo>
                <a:cubicBezTo>
                  <a:pt x="2574483" y="1547134"/>
                  <a:pt x="2595819" y="1419389"/>
                  <a:pt x="2595819" y="1419389"/>
                </a:cubicBezTo>
                <a:cubicBezTo>
                  <a:pt x="2652714" y="851634"/>
                  <a:pt x="2652714" y="851634"/>
                  <a:pt x="2652714" y="851634"/>
                </a:cubicBezTo>
                <a:cubicBezTo>
                  <a:pt x="2610043" y="901313"/>
                  <a:pt x="2610043" y="901313"/>
                  <a:pt x="2610043" y="901313"/>
                </a:cubicBezTo>
                <a:cubicBezTo>
                  <a:pt x="2581595" y="1249063"/>
                  <a:pt x="2581595" y="1249063"/>
                  <a:pt x="2581595" y="1249063"/>
                </a:cubicBezTo>
                <a:cubicBezTo>
                  <a:pt x="2453582" y="1341323"/>
                  <a:pt x="2453582" y="1341323"/>
                  <a:pt x="2453582" y="1341323"/>
                </a:cubicBezTo>
                <a:cubicBezTo>
                  <a:pt x="2418023" y="1525844"/>
                  <a:pt x="2418023" y="1525844"/>
                  <a:pt x="2418023" y="1525844"/>
                </a:cubicBezTo>
                <a:cubicBezTo>
                  <a:pt x="2467806" y="1383905"/>
                  <a:pt x="2467806" y="1383905"/>
                  <a:pt x="2467806" y="1383905"/>
                </a:cubicBezTo>
                <a:cubicBezTo>
                  <a:pt x="2567371" y="1334226"/>
                  <a:pt x="2567371" y="1334226"/>
                  <a:pt x="2567371" y="1334226"/>
                </a:cubicBezTo>
                <a:cubicBezTo>
                  <a:pt x="2553148" y="1426487"/>
                  <a:pt x="2553148" y="1426487"/>
                  <a:pt x="2553148" y="1426487"/>
                </a:cubicBezTo>
                <a:cubicBezTo>
                  <a:pt x="2489142" y="1469067"/>
                  <a:pt x="2489142" y="1469067"/>
                  <a:pt x="2489142" y="1469067"/>
                </a:cubicBezTo>
                <a:cubicBezTo>
                  <a:pt x="2361128" y="1632298"/>
                  <a:pt x="2361128" y="1632298"/>
                  <a:pt x="2361128" y="1632298"/>
                </a:cubicBezTo>
                <a:cubicBezTo>
                  <a:pt x="2346904" y="1916176"/>
                  <a:pt x="2346904" y="1916176"/>
                  <a:pt x="2346904" y="1916176"/>
                </a:cubicBezTo>
                <a:cubicBezTo>
                  <a:pt x="2631378" y="2157472"/>
                  <a:pt x="2631378" y="2157472"/>
                  <a:pt x="2631378" y="21574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802062" y="2491029"/>
                  <a:pt x="2802062" y="2491029"/>
                  <a:pt x="2802062" y="2491029"/>
                </a:cubicBezTo>
                <a:cubicBezTo>
                  <a:pt x="2752279" y="2526513"/>
                  <a:pt x="2752279" y="2526513"/>
                  <a:pt x="2752279" y="2526513"/>
                </a:cubicBezTo>
                <a:cubicBezTo>
                  <a:pt x="2489142" y="2391672"/>
                  <a:pt x="2489142" y="2391672"/>
                  <a:pt x="2489142" y="23916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062432" y="2256829"/>
                  <a:pt x="2062432" y="2256829"/>
                  <a:pt x="2062432" y="2256829"/>
                </a:cubicBezTo>
                <a:cubicBezTo>
                  <a:pt x="1799294" y="2384574"/>
                  <a:pt x="1799294" y="2384574"/>
                  <a:pt x="1799294" y="2384574"/>
                </a:cubicBezTo>
                <a:cubicBezTo>
                  <a:pt x="1799294" y="2483931"/>
                  <a:pt x="1799294" y="2483931"/>
                  <a:pt x="1799294" y="2483931"/>
                </a:cubicBezTo>
                <a:cubicBezTo>
                  <a:pt x="1799294" y="2604580"/>
                  <a:pt x="1799294" y="2604580"/>
                  <a:pt x="1799294" y="2604580"/>
                </a:cubicBezTo>
                <a:cubicBezTo>
                  <a:pt x="1628610" y="2604580"/>
                  <a:pt x="1628610" y="2604580"/>
                  <a:pt x="1628610" y="2604580"/>
                </a:cubicBezTo>
                <a:cubicBezTo>
                  <a:pt x="1564603" y="2491029"/>
                  <a:pt x="1564603" y="2491029"/>
                  <a:pt x="1564603" y="2491029"/>
                </a:cubicBezTo>
                <a:cubicBezTo>
                  <a:pt x="1472150" y="2491029"/>
                  <a:pt x="1472150" y="2491029"/>
                  <a:pt x="1472150" y="2491029"/>
                </a:cubicBezTo>
                <a:cubicBezTo>
                  <a:pt x="1472150" y="2313605"/>
                  <a:pt x="1472150" y="2313605"/>
                  <a:pt x="1472150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49945" y="2313605"/>
                  <a:pt x="1671281" y="2292313"/>
                  <a:pt x="1671281" y="2256829"/>
                </a:cubicBezTo>
                <a:cubicBezTo>
                  <a:pt x="1671281" y="2256829"/>
                  <a:pt x="1671281" y="2256829"/>
                  <a:pt x="1671281" y="2256829"/>
                </a:cubicBezTo>
                <a:cubicBezTo>
                  <a:pt x="1671281" y="2235538"/>
                  <a:pt x="1671281" y="2235538"/>
                  <a:pt x="1671281" y="2235538"/>
                </a:cubicBezTo>
                <a:cubicBezTo>
                  <a:pt x="1678393" y="2235538"/>
                  <a:pt x="1678393" y="2235538"/>
                  <a:pt x="1678393" y="2235538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1951660"/>
                  <a:pt x="1678393" y="1951660"/>
                  <a:pt x="1678393" y="1951660"/>
                </a:cubicBezTo>
                <a:cubicBezTo>
                  <a:pt x="1678393" y="1951660"/>
                  <a:pt x="1678393" y="1951660"/>
                  <a:pt x="1678393" y="1944563"/>
                </a:cubicBezTo>
                <a:cubicBezTo>
                  <a:pt x="1678393" y="1916176"/>
                  <a:pt x="1649945" y="1887788"/>
                  <a:pt x="1621498" y="1887788"/>
                </a:cubicBezTo>
                <a:cubicBezTo>
                  <a:pt x="1614386" y="1887788"/>
                  <a:pt x="1614386" y="1887788"/>
                  <a:pt x="1614386" y="1887788"/>
                </a:cubicBezTo>
                <a:cubicBezTo>
                  <a:pt x="1472150" y="1887788"/>
                  <a:pt x="1472150" y="1887788"/>
                  <a:pt x="1472150" y="1887788"/>
                </a:cubicBezTo>
                <a:cubicBezTo>
                  <a:pt x="1472150" y="1213578"/>
                  <a:pt x="1472150" y="1213578"/>
                  <a:pt x="1472150" y="1213578"/>
                </a:cubicBezTo>
                <a:cubicBezTo>
                  <a:pt x="1457926" y="1213578"/>
                  <a:pt x="1457926" y="1213578"/>
                  <a:pt x="1457926" y="1213578"/>
                </a:cubicBezTo>
                <a:cubicBezTo>
                  <a:pt x="1457926" y="979378"/>
                  <a:pt x="1457926" y="979378"/>
                  <a:pt x="1457926" y="979378"/>
                </a:cubicBezTo>
                <a:cubicBezTo>
                  <a:pt x="1465038" y="972282"/>
                  <a:pt x="1479262" y="972282"/>
                  <a:pt x="1486372" y="972282"/>
                </a:cubicBezTo>
                <a:cubicBezTo>
                  <a:pt x="1571715" y="1192287"/>
                  <a:pt x="1571715" y="1192287"/>
                  <a:pt x="1571715" y="1192287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64603" y="1227771"/>
                  <a:pt x="1564603" y="1227771"/>
                  <a:pt x="1564603" y="1227771"/>
                </a:cubicBezTo>
                <a:cubicBezTo>
                  <a:pt x="1699727" y="1178093"/>
                  <a:pt x="1699727" y="1178093"/>
                  <a:pt x="1699727" y="1178093"/>
                </a:cubicBezTo>
                <a:cubicBezTo>
                  <a:pt x="1685505" y="1149706"/>
                  <a:pt x="1685505" y="1149706"/>
                  <a:pt x="1685505" y="1149706"/>
                </a:cubicBezTo>
                <a:cubicBezTo>
                  <a:pt x="1671281" y="1156802"/>
                  <a:pt x="1671281" y="1156802"/>
                  <a:pt x="1671281" y="1156802"/>
                </a:cubicBezTo>
                <a:cubicBezTo>
                  <a:pt x="1585939" y="929700"/>
                  <a:pt x="1585939" y="929700"/>
                  <a:pt x="1585939" y="929700"/>
                </a:cubicBezTo>
                <a:cubicBezTo>
                  <a:pt x="1593050" y="922603"/>
                  <a:pt x="1600162" y="915506"/>
                  <a:pt x="1607274" y="915506"/>
                </a:cubicBezTo>
                <a:cubicBezTo>
                  <a:pt x="1777958" y="1085832"/>
                  <a:pt x="1777958" y="1085832"/>
                  <a:pt x="1777958" y="1085832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92182" y="1121317"/>
                  <a:pt x="1792182" y="1121317"/>
                  <a:pt x="1792182" y="1121317"/>
                </a:cubicBezTo>
                <a:cubicBezTo>
                  <a:pt x="1884636" y="1021960"/>
                  <a:pt x="1884636" y="1021960"/>
                  <a:pt x="1884636" y="1021960"/>
                </a:cubicBezTo>
                <a:cubicBezTo>
                  <a:pt x="1863300" y="1000670"/>
                  <a:pt x="1863300" y="1000670"/>
                  <a:pt x="1863300" y="1000670"/>
                </a:cubicBezTo>
                <a:cubicBezTo>
                  <a:pt x="1856189" y="1007767"/>
                  <a:pt x="1856189" y="1007767"/>
                  <a:pt x="1856189" y="1007767"/>
                </a:cubicBezTo>
                <a:cubicBezTo>
                  <a:pt x="1678393" y="837439"/>
                  <a:pt x="1678393" y="837439"/>
                  <a:pt x="1678393" y="837439"/>
                </a:cubicBezTo>
                <a:cubicBezTo>
                  <a:pt x="1685505" y="830343"/>
                  <a:pt x="1685505" y="823246"/>
                  <a:pt x="1692617" y="816149"/>
                </a:cubicBezTo>
                <a:cubicBezTo>
                  <a:pt x="1927306" y="908409"/>
                  <a:pt x="1927306" y="908409"/>
                  <a:pt x="1927306" y="908409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48642" y="936796"/>
                  <a:pt x="1948642" y="936796"/>
                  <a:pt x="1948642" y="936796"/>
                </a:cubicBezTo>
                <a:cubicBezTo>
                  <a:pt x="1998425" y="809052"/>
                  <a:pt x="1998425" y="809052"/>
                  <a:pt x="1998425" y="809052"/>
                </a:cubicBezTo>
                <a:cubicBezTo>
                  <a:pt x="1969977" y="794857"/>
                  <a:pt x="1969977" y="794857"/>
                  <a:pt x="1969977" y="794857"/>
                </a:cubicBezTo>
                <a:cubicBezTo>
                  <a:pt x="1969977" y="809052"/>
                  <a:pt x="1969977" y="809052"/>
                  <a:pt x="1969977" y="809052"/>
                </a:cubicBezTo>
                <a:cubicBezTo>
                  <a:pt x="1735287" y="716792"/>
                  <a:pt x="1735287" y="716792"/>
                  <a:pt x="1735287" y="716792"/>
                </a:cubicBezTo>
                <a:cubicBezTo>
                  <a:pt x="1735287" y="709695"/>
                  <a:pt x="1735287" y="702598"/>
                  <a:pt x="1735287" y="695500"/>
                </a:cubicBezTo>
                <a:cubicBezTo>
                  <a:pt x="1984201" y="695500"/>
                  <a:pt x="1984201" y="695500"/>
                  <a:pt x="1984201" y="695500"/>
                </a:cubicBezTo>
                <a:cubicBezTo>
                  <a:pt x="1984201" y="709695"/>
                  <a:pt x="1984201" y="709695"/>
                  <a:pt x="1984201" y="709695"/>
                </a:cubicBezTo>
                <a:cubicBezTo>
                  <a:pt x="2617154" y="709695"/>
                  <a:pt x="2617154" y="709695"/>
                  <a:pt x="2617154" y="709695"/>
                </a:cubicBezTo>
                <a:cubicBezTo>
                  <a:pt x="2624266" y="716792"/>
                  <a:pt x="2624266" y="730985"/>
                  <a:pt x="2631378" y="745179"/>
                </a:cubicBezTo>
                <a:cubicBezTo>
                  <a:pt x="2638490" y="773567"/>
                  <a:pt x="265982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887403" y="709695"/>
                  <a:pt x="2887403" y="709695"/>
                  <a:pt x="2887403" y="709695"/>
                </a:cubicBezTo>
                <a:cubicBezTo>
                  <a:pt x="2958522" y="709695"/>
                  <a:pt x="2958522" y="709695"/>
                  <a:pt x="2958522" y="709695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794950" y="929700"/>
                  <a:pt x="2809174" y="950991"/>
                  <a:pt x="2837621" y="965185"/>
                </a:cubicBezTo>
                <a:cubicBezTo>
                  <a:pt x="2866069" y="986475"/>
                  <a:pt x="2887403" y="993573"/>
                  <a:pt x="2894515" y="986475"/>
                </a:cubicBezTo>
                <a:cubicBezTo>
                  <a:pt x="2894515" y="986475"/>
                  <a:pt x="2894515" y="986475"/>
                  <a:pt x="2894515" y="986475"/>
                </a:cubicBezTo>
                <a:cubicBezTo>
                  <a:pt x="3114982" y="709695"/>
                  <a:pt x="3114982" y="709695"/>
                  <a:pt x="3114982" y="709695"/>
                </a:cubicBezTo>
                <a:cubicBezTo>
                  <a:pt x="3122094" y="709695"/>
                  <a:pt x="3122094" y="709695"/>
                  <a:pt x="3122094" y="709695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1193" y="1057445"/>
                  <a:pt x="3029641" y="1071639"/>
                  <a:pt x="3058088" y="1085832"/>
                </a:cubicBezTo>
                <a:cubicBezTo>
                  <a:pt x="3086536" y="1092930"/>
                  <a:pt x="3114982" y="1100027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35512"/>
                  <a:pt x="3278555" y="1142609"/>
                  <a:pt x="3314113" y="1142609"/>
                </a:cubicBezTo>
                <a:cubicBezTo>
                  <a:pt x="3349673" y="1142609"/>
                  <a:pt x="3371008" y="1135512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709695"/>
                  <a:pt x="3378120" y="709695"/>
                  <a:pt x="3378120" y="709695"/>
                </a:cubicBezTo>
                <a:cubicBezTo>
                  <a:pt x="3420791" y="709695"/>
                  <a:pt x="3420791" y="709695"/>
                  <a:pt x="3420791" y="709695"/>
                </a:cubicBezTo>
                <a:cubicBezTo>
                  <a:pt x="3420791" y="624531"/>
                  <a:pt x="3420791" y="624531"/>
                  <a:pt x="3420791" y="624531"/>
                </a:cubicBezTo>
                <a:cubicBezTo>
                  <a:pt x="2930075" y="624531"/>
                  <a:pt x="2930075" y="624531"/>
                  <a:pt x="2930075" y="624531"/>
                </a:cubicBezTo>
                <a:cubicBezTo>
                  <a:pt x="2930075" y="596143"/>
                  <a:pt x="2930075" y="596143"/>
                  <a:pt x="2930075" y="596143"/>
                </a:cubicBezTo>
                <a:cubicBezTo>
                  <a:pt x="3420791" y="596143"/>
                  <a:pt x="3420791" y="596143"/>
                  <a:pt x="3420791" y="596143"/>
                </a:cubicBezTo>
                <a:cubicBezTo>
                  <a:pt x="3420791" y="567756"/>
                  <a:pt x="3420791" y="567756"/>
                  <a:pt x="3420791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2922963" y="567756"/>
                  <a:pt x="2922963" y="567756"/>
                  <a:pt x="2922963" y="567756"/>
                </a:cubicBezTo>
                <a:cubicBezTo>
                  <a:pt x="2873181" y="560659"/>
                  <a:pt x="2745167" y="532271"/>
                  <a:pt x="2659826" y="447107"/>
                </a:cubicBezTo>
                <a:cubicBezTo>
                  <a:pt x="2538924" y="326460"/>
                  <a:pt x="2538924" y="241296"/>
                  <a:pt x="2538924" y="241296"/>
                </a:cubicBezTo>
                <a:cubicBezTo>
                  <a:pt x="2517588" y="241296"/>
                  <a:pt x="2517588" y="241296"/>
                  <a:pt x="2517588" y="241296"/>
                </a:cubicBezTo>
                <a:cubicBezTo>
                  <a:pt x="2517588" y="567756"/>
                  <a:pt x="2517588" y="567756"/>
                  <a:pt x="2517588" y="567756"/>
                </a:cubicBezTo>
                <a:cubicBezTo>
                  <a:pt x="2489142" y="567756"/>
                  <a:pt x="2489142" y="567756"/>
                  <a:pt x="2489142" y="567756"/>
                </a:cubicBezTo>
                <a:cubicBezTo>
                  <a:pt x="2489142" y="241296"/>
                  <a:pt x="2489142" y="241296"/>
                  <a:pt x="2489142" y="241296"/>
                </a:cubicBezTo>
                <a:cubicBezTo>
                  <a:pt x="2446471" y="241296"/>
                  <a:pt x="2446471" y="241296"/>
                  <a:pt x="2446471" y="241296"/>
                </a:cubicBezTo>
                <a:cubicBezTo>
                  <a:pt x="2446471" y="567756"/>
                  <a:pt x="2446471" y="567756"/>
                  <a:pt x="2446471" y="567756"/>
                </a:cubicBezTo>
                <a:cubicBezTo>
                  <a:pt x="1984201" y="567756"/>
                  <a:pt x="1984201" y="567756"/>
                  <a:pt x="1984201" y="567756"/>
                </a:cubicBezTo>
                <a:cubicBezTo>
                  <a:pt x="1984201" y="581950"/>
                  <a:pt x="1984201" y="581950"/>
                  <a:pt x="1984201" y="581950"/>
                </a:cubicBezTo>
                <a:cubicBezTo>
                  <a:pt x="1735287" y="581950"/>
                  <a:pt x="1735287" y="581950"/>
                  <a:pt x="1735287" y="581950"/>
                </a:cubicBezTo>
                <a:cubicBezTo>
                  <a:pt x="1713951" y="440011"/>
                  <a:pt x="1600162" y="326460"/>
                  <a:pt x="1457926" y="305168"/>
                </a:cubicBezTo>
                <a:cubicBezTo>
                  <a:pt x="1457926" y="28388"/>
                  <a:pt x="1457926" y="28388"/>
                  <a:pt x="1457926" y="28388"/>
                </a:cubicBezTo>
                <a:cubicBezTo>
                  <a:pt x="1472150" y="28388"/>
                  <a:pt x="1472150" y="28388"/>
                  <a:pt x="1472150" y="28388"/>
                </a:cubicBezTo>
                <a:cubicBezTo>
                  <a:pt x="1472150" y="0"/>
                  <a:pt x="1472150" y="0"/>
                  <a:pt x="1472150" y="0"/>
                </a:cubicBezTo>
                <a:cubicBezTo>
                  <a:pt x="1329912" y="0"/>
                  <a:pt x="1329912" y="0"/>
                  <a:pt x="1329912" y="0"/>
                </a:cubicBezTo>
                <a:cubicBezTo>
                  <a:pt x="1329912" y="28388"/>
                  <a:pt x="1329912" y="28388"/>
                  <a:pt x="1329912" y="28388"/>
                </a:cubicBezTo>
                <a:cubicBezTo>
                  <a:pt x="1351248" y="28388"/>
                  <a:pt x="1351248" y="28388"/>
                  <a:pt x="1351248" y="28388"/>
                </a:cubicBezTo>
                <a:cubicBezTo>
                  <a:pt x="1351248" y="305168"/>
                  <a:pt x="1351248" y="305168"/>
                  <a:pt x="1351248" y="305168"/>
                </a:cubicBezTo>
                <a:cubicBezTo>
                  <a:pt x="1337024" y="305168"/>
                  <a:pt x="1329912" y="305168"/>
                  <a:pt x="1322800" y="305168"/>
                </a:cubicBezTo>
                <a:cubicBezTo>
                  <a:pt x="1216123" y="56775"/>
                  <a:pt x="1216123" y="56775"/>
                  <a:pt x="1216123" y="56775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23235" y="21290"/>
                  <a:pt x="1223235" y="21290"/>
                  <a:pt x="1223235" y="21290"/>
                </a:cubicBezTo>
                <a:cubicBezTo>
                  <a:pt x="1095223" y="78067"/>
                  <a:pt x="1095223" y="78067"/>
                  <a:pt x="1095223" y="78067"/>
                </a:cubicBezTo>
                <a:cubicBezTo>
                  <a:pt x="1102335" y="106454"/>
                  <a:pt x="1102335" y="106454"/>
                  <a:pt x="1102335" y="106454"/>
                </a:cubicBezTo>
                <a:cubicBezTo>
                  <a:pt x="1116557" y="99357"/>
                  <a:pt x="1116557" y="99357"/>
                  <a:pt x="1116557" y="99357"/>
                </a:cubicBezTo>
                <a:cubicBezTo>
                  <a:pt x="1223235" y="347750"/>
                  <a:pt x="1223235" y="347750"/>
                  <a:pt x="1223235" y="347750"/>
                </a:cubicBezTo>
                <a:cubicBezTo>
                  <a:pt x="1216123" y="347750"/>
                  <a:pt x="1209012" y="354847"/>
                  <a:pt x="1201900" y="361944"/>
                </a:cubicBezTo>
                <a:cubicBezTo>
                  <a:pt x="1009880" y="170327"/>
                  <a:pt x="1009880" y="170327"/>
                  <a:pt x="1009880" y="170327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02768" y="141939"/>
                  <a:pt x="1002768" y="141939"/>
                  <a:pt x="1002768" y="141939"/>
                </a:cubicBezTo>
                <a:cubicBezTo>
                  <a:pt x="903202" y="241296"/>
                  <a:pt x="903202" y="241296"/>
                  <a:pt x="903202" y="241296"/>
                </a:cubicBezTo>
                <a:cubicBezTo>
                  <a:pt x="924538" y="262586"/>
                  <a:pt x="924538" y="262586"/>
                  <a:pt x="924538" y="262586"/>
                </a:cubicBezTo>
                <a:cubicBezTo>
                  <a:pt x="938762" y="248393"/>
                  <a:pt x="938762" y="248393"/>
                  <a:pt x="938762" y="248393"/>
                </a:cubicBezTo>
                <a:cubicBezTo>
                  <a:pt x="1123669" y="432914"/>
                  <a:pt x="1123669" y="432914"/>
                  <a:pt x="1123669" y="432914"/>
                </a:cubicBezTo>
                <a:cubicBezTo>
                  <a:pt x="1116557" y="440011"/>
                  <a:pt x="1116557" y="447107"/>
                  <a:pt x="1109445" y="454204"/>
                </a:cubicBezTo>
                <a:cubicBezTo>
                  <a:pt x="867644" y="361944"/>
                  <a:pt x="867644" y="361944"/>
                  <a:pt x="867644" y="361944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46308" y="333557"/>
                  <a:pt x="846308" y="333557"/>
                  <a:pt x="846308" y="333557"/>
                </a:cubicBezTo>
                <a:cubicBezTo>
                  <a:pt x="796525" y="461302"/>
                  <a:pt x="796525" y="461302"/>
                  <a:pt x="796525" y="461302"/>
                </a:cubicBezTo>
                <a:cubicBezTo>
                  <a:pt x="824973" y="468399"/>
                  <a:pt x="824973" y="468399"/>
                  <a:pt x="824973" y="468399"/>
                </a:cubicBezTo>
                <a:cubicBezTo>
                  <a:pt x="824973" y="454204"/>
                  <a:pt x="824973" y="454204"/>
                  <a:pt x="824973" y="454204"/>
                </a:cubicBezTo>
                <a:cubicBezTo>
                  <a:pt x="1066775" y="553561"/>
                  <a:pt x="1066775" y="553561"/>
                  <a:pt x="1066775" y="553561"/>
                </a:cubicBezTo>
                <a:cubicBezTo>
                  <a:pt x="1066775" y="560659"/>
                  <a:pt x="1059663" y="574853"/>
                  <a:pt x="1059663" y="581950"/>
                </a:cubicBezTo>
                <a:cubicBezTo>
                  <a:pt x="782301" y="581950"/>
                  <a:pt x="782301" y="581950"/>
                  <a:pt x="782301" y="581950"/>
                </a:cubicBezTo>
                <a:cubicBezTo>
                  <a:pt x="782301" y="567756"/>
                  <a:pt x="782301" y="567756"/>
                  <a:pt x="782301" y="567756"/>
                </a:cubicBezTo>
                <a:cubicBezTo>
                  <a:pt x="483605" y="567756"/>
                  <a:pt x="483605" y="567756"/>
                  <a:pt x="483605" y="567756"/>
                </a:cubicBezTo>
                <a:cubicBezTo>
                  <a:pt x="483605" y="567756"/>
                  <a:pt x="483605" y="567756"/>
                  <a:pt x="476493" y="567756"/>
                </a:cubicBezTo>
                <a:cubicBezTo>
                  <a:pt x="448046" y="567756"/>
                  <a:pt x="419598" y="596143"/>
                  <a:pt x="419598" y="631628"/>
                </a:cubicBezTo>
                <a:cubicBezTo>
                  <a:pt x="419598" y="631628"/>
                  <a:pt x="419598" y="631628"/>
                  <a:pt x="419598" y="631628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2001338"/>
                  <a:pt x="448046" y="2029727"/>
                  <a:pt x="476493" y="2029727"/>
                </a:cubicBezTo>
                <a:cubicBezTo>
                  <a:pt x="483605" y="2029727"/>
                  <a:pt x="483605" y="2029727"/>
                  <a:pt x="483605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29912" y="2029727"/>
                  <a:pt x="1329912" y="2029727"/>
                  <a:pt x="1329912" y="2029727"/>
                </a:cubicBezTo>
                <a:cubicBezTo>
                  <a:pt x="1329912" y="2178762"/>
                  <a:pt x="1329912" y="2178762"/>
                  <a:pt x="1329912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52551" y="2178762"/>
                  <a:pt x="1031216" y="2200054"/>
                  <a:pt x="1031216" y="2235538"/>
                </a:cubicBezTo>
                <a:cubicBezTo>
                  <a:pt x="1031216" y="2235538"/>
                  <a:pt x="1031216" y="2235538"/>
                  <a:pt x="1031216" y="2235538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491029"/>
                  <a:pt x="1031216" y="2491029"/>
                  <a:pt x="1031216" y="2491029"/>
                </a:cubicBezTo>
                <a:cubicBezTo>
                  <a:pt x="611618" y="2491029"/>
                  <a:pt x="611618" y="2491029"/>
                  <a:pt x="611618" y="2491029"/>
                </a:cubicBezTo>
                <a:cubicBezTo>
                  <a:pt x="618730" y="2838779"/>
                  <a:pt x="618730" y="2838779"/>
                  <a:pt x="618730" y="2838779"/>
                </a:cubicBezTo>
                <a:cubicBezTo>
                  <a:pt x="732518" y="2966523"/>
                  <a:pt x="732518" y="2966523"/>
                  <a:pt x="732518" y="2966523"/>
                </a:cubicBezTo>
                <a:cubicBezTo>
                  <a:pt x="732518" y="3200723"/>
                  <a:pt x="732518" y="3200723"/>
                  <a:pt x="732518" y="3200723"/>
                </a:cubicBezTo>
                <a:cubicBezTo>
                  <a:pt x="867644" y="3257498"/>
                  <a:pt x="867644" y="3257498"/>
                  <a:pt x="867644" y="3257498"/>
                </a:cubicBezTo>
                <a:cubicBezTo>
                  <a:pt x="867644" y="3583958"/>
                  <a:pt x="867644" y="3583958"/>
                  <a:pt x="867644" y="3583958"/>
                </a:cubicBezTo>
                <a:cubicBezTo>
                  <a:pt x="270250" y="3690412"/>
                  <a:pt x="49783" y="3825254"/>
                  <a:pt x="28447" y="3832351"/>
                </a:cubicBezTo>
                <a:cubicBezTo>
                  <a:pt x="0" y="3832351"/>
                  <a:pt x="135124" y="3853642"/>
                  <a:pt x="327144" y="3945903"/>
                </a:cubicBezTo>
                <a:cubicBezTo>
                  <a:pt x="568946" y="4059453"/>
                  <a:pt x="540499" y="4123326"/>
                  <a:pt x="540499" y="4123326"/>
                </a:cubicBezTo>
                <a:cubicBezTo>
                  <a:pt x="540499" y="4123326"/>
                  <a:pt x="960097" y="3853642"/>
                  <a:pt x="1870412" y="3690412"/>
                </a:cubicBezTo>
                <a:cubicBezTo>
                  <a:pt x="2346904" y="3605249"/>
                  <a:pt x="3207436" y="3569764"/>
                  <a:pt x="3520357" y="3633636"/>
                </a:cubicBezTo>
                <a:cubicBezTo>
                  <a:pt x="3520357" y="3633636"/>
                  <a:pt x="3278555" y="3576861"/>
                  <a:pt x="2937186" y="352718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184900" y="0"/>
            <a:ext cx="6882359" cy="6858000"/>
          </a:xfrm>
          <a:custGeom>
            <a:avLst/>
            <a:gdLst/>
            <a:ahLst/>
            <a:cxnLst/>
            <a:rect l="l" t="t" r="r" b="b"/>
            <a:pathLst>
              <a:path w="6882359" h="6858000">
                <a:moveTo>
                  <a:pt x="3441179" y="6758711"/>
                </a:moveTo>
                <a:cubicBezTo>
                  <a:pt x="1592612" y="6758711"/>
                  <a:pt x="99539" y="5262292"/>
                  <a:pt x="99539" y="3418362"/>
                </a:cubicBezTo>
                <a:cubicBezTo>
                  <a:pt x="99539" y="1581525"/>
                  <a:pt x="1592612" y="85104"/>
                  <a:pt x="3441179" y="85104"/>
                </a:cubicBezTo>
                <a:cubicBezTo>
                  <a:pt x="5289747" y="85104"/>
                  <a:pt x="6782821" y="1581525"/>
                  <a:pt x="6782821" y="3418362"/>
                </a:cubicBezTo>
                <a:cubicBezTo>
                  <a:pt x="6782821" y="5262292"/>
                  <a:pt x="5289747" y="6758711"/>
                  <a:pt x="3441179" y="6758711"/>
                </a:cubicBezTo>
                <a:close/>
                <a:moveTo>
                  <a:pt x="3441179" y="0"/>
                </a:moveTo>
                <a:cubicBezTo>
                  <a:pt x="1542843" y="0"/>
                  <a:pt x="0" y="1531880"/>
                  <a:pt x="0" y="3425454"/>
                </a:cubicBezTo>
                <a:cubicBezTo>
                  <a:pt x="0" y="5319028"/>
                  <a:pt x="1542843" y="6858000"/>
                  <a:pt x="3441179" y="6858000"/>
                </a:cubicBezTo>
                <a:cubicBezTo>
                  <a:pt x="5339516" y="6858000"/>
                  <a:pt x="6882359" y="5319028"/>
                  <a:pt x="6882359" y="3425454"/>
                </a:cubicBezTo>
                <a:cubicBezTo>
                  <a:pt x="6882359" y="1531880"/>
                  <a:pt x="5339516" y="0"/>
                  <a:pt x="3441179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6972300" y="2209800"/>
            <a:ext cx="249716" cy="231442"/>
          </a:xfrm>
          <a:custGeom>
            <a:avLst/>
            <a:gdLst/>
            <a:ahLst/>
            <a:cxnLst/>
            <a:rect l="l" t="t" r="r" b="b"/>
            <a:pathLst>
              <a:path w="249716" h="231442">
                <a:moveTo>
                  <a:pt x="164099" y="21698"/>
                </a:moveTo>
                <a:cubicBezTo>
                  <a:pt x="128425" y="0"/>
                  <a:pt x="92752" y="0"/>
                  <a:pt x="71347" y="7233"/>
                </a:cubicBezTo>
                <a:cubicBezTo>
                  <a:pt x="42808" y="14465"/>
                  <a:pt x="21405" y="36163"/>
                  <a:pt x="14270" y="65093"/>
                </a:cubicBezTo>
                <a:cubicBezTo>
                  <a:pt x="0" y="94023"/>
                  <a:pt x="0" y="122954"/>
                  <a:pt x="7135" y="144652"/>
                </a:cubicBezTo>
                <a:cubicBezTo>
                  <a:pt x="21405" y="173581"/>
                  <a:pt x="42808" y="195279"/>
                  <a:pt x="78482" y="209744"/>
                </a:cubicBezTo>
                <a:cubicBezTo>
                  <a:pt x="114156" y="224210"/>
                  <a:pt x="149830" y="231442"/>
                  <a:pt x="178369" y="224210"/>
                </a:cubicBezTo>
                <a:cubicBezTo>
                  <a:pt x="199772" y="209744"/>
                  <a:pt x="221177" y="195279"/>
                  <a:pt x="235447" y="166348"/>
                </a:cubicBezTo>
                <a:cubicBezTo>
                  <a:pt x="249716" y="137419"/>
                  <a:pt x="249716" y="108488"/>
                  <a:pt x="235447" y="86791"/>
                </a:cubicBezTo>
                <a:cubicBezTo>
                  <a:pt x="228312" y="57860"/>
                  <a:pt x="199772" y="36163"/>
                  <a:pt x="164099" y="21698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9169400" y="5257800"/>
            <a:ext cx="158355" cy="286259"/>
          </a:xfrm>
          <a:custGeom>
            <a:avLst/>
            <a:gdLst/>
            <a:ahLst/>
            <a:cxnLst/>
            <a:rect l="l" t="t" r="r" b="b"/>
            <a:pathLst>
              <a:path w="158355" h="286259">
                <a:moveTo>
                  <a:pt x="158355" y="0"/>
                </a:moveTo>
                <a:cubicBezTo>
                  <a:pt x="158355" y="286259"/>
                  <a:pt x="158355" y="286259"/>
                  <a:pt x="158355" y="286259"/>
                </a:cubicBezTo>
                <a:cubicBezTo>
                  <a:pt x="79177" y="286259"/>
                  <a:pt x="79177" y="286259"/>
                  <a:pt x="79177" y="286259"/>
                </a:cubicBezTo>
                <a:cubicBezTo>
                  <a:pt x="79177" y="100190"/>
                  <a:pt x="79177" y="100190"/>
                  <a:pt x="79177" y="100190"/>
                </a:cubicBezTo>
                <a:cubicBezTo>
                  <a:pt x="64781" y="107347"/>
                  <a:pt x="57583" y="114503"/>
                  <a:pt x="43188" y="121660"/>
                </a:cubicBezTo>
                <a:cubicBezTo>
                  <a:pt x="28792" y="128816"/>
                  <a:pt x="14395" y="135973"/>
                  <a:pt x="0" y="135973"/>
                </a:cubicBezTo>
                <a:cubicBezTo>
                  <a:pt x="0" y="78721"/>
                  <a:pt x="0" y="78721"/>
                  <a:pt x="0" y="78721"/>
                </a:cubicBezTo>
                <a:cubicBezTo>
                  <a:pt x="28792" y="71564"/>
                  <a:pt x="43188" y="57252"/>
                  <a:pt x="57583" y="42939"/>
                </a:cubicBezTo>
                <a:cubicBezTo>
                  <a:pt x="71980" y="35782"/>
                  <a:pt x="86375" y="21469"/>
                  <a:pt x="93574" y="0"/>
                </a:cubicBezTo>
                <a:lnTo>
                  <a:pt x="15835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9398000" y="5257800"/>
            <a:ext cx="231442" cy="286259"/>
          </a:xfrm>
          <a:custGeom>
            <a:avLst/>
            <a:gdLst/>
            <a:ahLst/>
            <a:cxnLst/>
            <a:rect l="l" t="t" r="r" b="b"/>
            <a:pathLst>
              <a:path w="231442" h="286259">
                <a:moveTo>
                  <a:pt x="151884" y="100190"/>
                </a:moveTo>
                <a:cubicBezTo>
                  <a:pt x="151884" y="85877"/>
                  <a:pt x="144652" y="71564"/>
                  <a:pt x="137419" y="64408"/>
                </a:cubicBezTo>
                <a:cubicBezTo>
                  <a:pt x="130186" y="57252"/>
                  <a:pt x="122954" y="50095"/>
                  <a:pt x="108488" y="50095"/>
                </a:cubicBezTo>
                <a:cubicBezTo>
                  <a:pt x="101256" y="50095"/>
                  <a:pt x="94023" y="57252"/>
                  <a:pt x="86791" y="64408"/>
                </a:cubicBezTo>
                <a:cubicBezTo>
                  <a:pt x="79558" y="71564"/>
                  <a:pt x="72325" y="78721"/>
                  <a:pt x="72325" y="93034"/>
                </a:cubicBezTo>
                <a:cubicBezTo>
                  <a:pt x="72325" y="114503"/>
                  <a:pt x="79558" y="121660"/>
                  <a:pt x="86791" y="128816"/>
                </a:cubicBezTo>
                <a:cubicBezTo>
                  <a:pt x="94023" y="143129"/>
                  <a:pt x="101256" y="143129"/>
                  <a:pt x="108488" y="143129"/>
                </a:cubicBezTo>
                <a:cubicBezTo>
                  <a:pt x="122954" y="143129"/>
                  <a:pt x="130186" y="143129"/>
                  <a:pt x="137419" y="128816"/>
                </a:cubicBezTo>
                <a:cubicBezTo>
                  <a:pt x="144652" y="121660"/>
                  <a:pt x="151884" y="114503"/>
                  <a:pt x="151884" y="100190"/>
                </a:cubicBezTo>
                <a:close/>
                <a:moveTo>
                  <a:pt x="7233" y="221851"/>
                </a:moveTo>
                <a:cubicBezTo>
                  <a:pt x="86791" y="214695"/>
                  <a:pt x="86791" y="214695"/>
                  <a:pt x="86791" y="214695"/>
                </a:cubicBezTo>
                <a:cubicBezTo>
                  <a:pt x="86791" y="221851"/>
                  <a:pt x="86791" y="229008"/>
                  <a:pt x="94023" y="236164"/>
                </a:cubicBezTo>
                <a:cubicBezTo>
                  <a:pt x="101256" y="236164"/>
                  <a:pt x="108488" y="243321"/>
                  <a:pt x="108488" y="243321"/>
                </a:cubicBezTo>
                <a:cubicBezTo>
                  <a:pt x="122954" y="243321"/>
                  <a:pt x="137419" y="236164"/>
                  <a:pt x="144652" y="221851"/>
                </a:cubicBezTo>
                <a:cubicBezTo>
                  <a:pt x="144652" y="214695"/>
                  <a:pt x="151884" y="193225"/>
                  <a:pt x="151884" y="164598"/>
                </a:cubicBezTo>
                <a:cubicBezTo>
                  <a:pt x="144652" y="171755"/>
                  <a:pt x="137419" y="178911"/>
                  <a:pt x="122954" y="186069"/>
                </a:cubicBezTo>
                <a:cubicBezTo>
                  <a:pt x="115721" y="186069"/>
                  <a:pt x="101256" y="193225"/>
                  <a:pt x="94023" y="193225"/>
                </a:cubicBezTo>
                <a:cubicBezTo>
                  <a:pt x="65093" y="193225"/>
                  <a:pt x="43396" y="186069"/>
                  <a:pt x="28931" y="164598"/>
                </a:cubicBezTo>
                <a:cubicBezTo>
                  <a:pt x="7233" y="150285"/>
                  <a:pt x="0" y="121660"/>
                  <a:pt x="0" y="100190"/>
                </a:cubicBezTo>
                <a:cubicBezTo>
                  <a:pt x="0" y="78721"/>
                  <a:pt x="7233" y="64408"/>
                  <a:pt x="14465" y="50095"/>
                </a:cubicBezTo>
                <a:cubicBezTo>
                  <a:pt x="21698" y="35782"/>
                  <a:pt x="36163" y="21469"/>
                  <a:pt x="50629" y="14313"/>
                </a:cubicBezTo>
                <a:cubicBezTo>
                  <a:pt x="65093" y="7156"/>
                  <a:pt x="86791" y="0"/>
                  <a:pt x="108488" y="0"/>
                </a:cubicBezTo>
                <a:cubicBezTo>
                  <a:pt x="137419" y="0"/>
                  <a:pt x="159116" y="7156"/>
                  <a:pt x="173581" y="14313"/>
                </a:cubicBezTo>
                <a:cubicBezTo>
                  <a:pt x="195279" y="28626"/>
                  <a:pt x="209744" y="42939"/>
                  <a:pt x="216977" y="64408"/>
                </a:cubicBezTo>
                <a:cubicBezTo>
                  <a:pt x="224210" y="78721"/>
                  <a:pt x="231442" y="107347"/>
                  <a:pt x="231442" y="143129"/>
                </a:cubicBezTo>
                <a:cubicBezTo>
                  <a:pt x="231442" y="193225"/>
                  <a:pt x="224210" y="229008"/>
                  <a:pt x="202512" y="250477"/>
                </a:cubicBezTo>
                <a:cubicBezTo>
                  <a:pt x="180814" y="279103"/>
                  <a:pt x="151884" y="286259"/>
                  <a:pt x="108488" y="286259"/>
                </a:cubicBezTo>
                <a:cubicBezTo>
                  <a:pt x="86791" y="286259"/>
                  <a:pt x="72325" y="286259"/>
                  <a:pt x="57860" y="279103"/>
                </a:cubicBezTo>
                <a:cubicBezTo>
                  <a:pt x="43396" y="271946"/>
                  <a:pt x="36163" y="264790"/>
                  <a:pt x="28931" y="257633"/>
                </a:cubicBezTo>
                <a:cubicBezTo>
                  <a:pt x="14465" y="250477"/>
                  <a:pt x="14465" y="236164"/>
                  <a:pt x="7233" y="221851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9639300" y="5257800"/>
            <a:ext cx="231442" cy="280167"/>
          </a:xfrm>
          <a:custGeom>
            <a:avLst/>
            <a:gdLst/>
            <a:ahLst/>
            <a:cxnLst/>
            <a:rect l="l" t="t" r="r" b="b"/>
            <a:pathLst>
              <a:path w="231442" h="280167">
                <a:moveTo>
                  <a:pt x="28931" y="0"/>
                </a:moveTo>
                <a:cubicBezTo>
                  <a:pt x="216977" y="0"/>
                  <a:pt x="216977" y="0"/>
                  <a:pt x="216977" y="0"/>
                </a:cubicBezTo>
                <a:cubicBezTo>
                  <a:pt x="216977" y="57470"/>
                  <a:pt x="216977" y="57470"/>
                  <a:pt x="216977" y="57470"/>
                </a:cubicBezTo>
                <a:cubicBezTo>
                  <a:pt x="94023" y="57470"/>
                  <a:pt x="94023" y="57470"/>
                  <a:pt x="94023" y="57470"/>
                </a:cubicBezTo>
                <a:cubicBezTo>
                  <a:pt x="86791" y="100573"/>
                  <a:pt x="86791" y="100573"/>
                  <a:pt x="86791" y="100573"/>
                </a:cubicBezTo>
                <a:cubicBezTo>
                  <a:pt x="94023" y="100573"/>
                  <a:pt x="101256" y="93389"/>
                  <a:pt x="108488" y="93389"/>
                </a:cubicBezTo>
                <a:cubicBezTo>
                  <a:pt x="122954" y="93389"/>
                  <a:pt x="130186" y="93389"/>
                  <a:pt x="137419" y="93389"/>
                </a:cubicBezTo>
                <a:cubicBezTo>
                  <a:pt x="166348" y="93389"/>
                  <a:pt x="188046" y="100573"/>
                  <a:pt x="202512" y="114940"/>
                </a:cubicBezTo>
                <a:cubicBezTo>
                  <a:pt x="224210" y="129308"/>
                  <a:pt x="231442" y="150859"/>
                  <a:pt x="231442" y="179595"/>
                </a:cubicBezTo>
                <a:cubicBezTo>
                  <a:pt x="231442" y="193962"/>
                  <a:pt x="224210" y="215513"/>
                  <a:pt x="216977" y="229880"/>
                </a:cubicBezTo>
                <a:cubicBezTo>
                  <a:pt x="209744" y="251432"/>
                  <a:pt x="195279" y="258615"/>
                  <a:pt x="180814" y="265800"/>
                </a:cubicBezTo>
                <a:cubicBezTo>
                  <a:pt x="159116" y="280167"/>
                  <a:pt x="144652" y="280167"/>
                  <a:pt x="115721" y="280167"/>
                </a:cubicBezTo>
                <a:cubicBezTo>
                  <a:pt x="94023" y="280167"/>
                  <a:pt x="79558" y="280167"/>
                  <a:pt x="65093" y="280167"/>
                </a:cubicBezTo>
                <a:cubicBezTo>
                  <a:pt x="57860" y="272983"/>
                  <a:pt x="43396" y="265800"/>
                  <a:pt x="36163" y="258615"/>
                </a:cubicBezTo>
                <a:cubicBezTo>
                  <a:pt x="28931" y="251432"/>
                  <a:pt x="14465" y="244248"/>
                  <a:pt x="14465" y="237065"/>
                </a:cubicBezTo>
                <a:cubicBezTo>
                  <a:pt x="7233" y="229880"/>
                  <a:pt x="0" y="215513"/>
                  <a:pt x="0" y="208330"/>
                </a:cubicBezTo>
                <a:cubicBezTo>
                  <a:pt x="79558" y="193962"/>
                  <a:pt x="79558" y="193962"/>
                  <a:pt x="79558" y="193962"/>
                </a:cubicBezTo>
                <a:cubicBezTo>
                  <a:pt x="79558" y="208330"/>
                  <a:pt x="79558" y="215513"/>
                  <a:pt x="86791" y="222697"/>
                </a:cubicBezTo>
                <a:cubicBezTo>
                  <a:pt x="94023" y="229880"/>
                  <a:pt x="108488" y="237065"/>
                  <a:pt x="115721" y="237065"/>
                </a:cubicBezTo>
                <a:cubicBezTo>
                  <a:pt x="122954" y="237065"/>
                  <a:pt x="137419" y="229880"/>
                  <a:pt x="144652" y="222697"/>
                </a:cubicBezTo>
                <a:cubicBezTo>
                  <a:pt x="151884" y="215513"/>
                  <a:pt x="151884" y="201145"/>
                  <a:pt x="151884" y="186778"/>
                </a:cubicBezTo>
                <a:cubicBezTo>
                  <a:pt x="151884" y="172410"/>
                  <a:pt x="151884" y="158043"/>
                  <a:pt x="144652" y="150859"/>
                </a:cubicBezTo>
                <a:cubicBezTo>
                  <a:pt x="137419" y="143675"/>
                  <a:pt x="122954" y="136492"/>
                  <a:pt x="115721" y="136492"/>
                </a:cubicBezTo>
                <a:cubicBezTo>
                  <a:pt x="108488" y="136492"/>
                  <a:pt x="101256" y="143675"/>
                  <a:pt x="94023" y="143675"/>
                </a:cubicBezTo>
                <a:cubicBezTo>
                  <a:pt x="86791" y="143675"/>
                  <a:pt x="79558" y="150859"/>
                  <a:pt x="72325" y="158043"/>
                </a:cubicBezTo>
                <a:cubicBezTo>
                  <a:pt x="7233" y="150859"/>
                  <a:pt x="7233" y="150859"/>
                  <a:pt x="7233" y="150859"/>
                </a:cubicBezTo>
                <a:lnTo>
                  <a:pt x="28931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9893300" y="5257800"/>
            <a:ext cx="219260" cy="286259"/>
          </a:xfrm>
          <a:custGeom>
            <a:avLst/>
            <a:gdLst/>
            <a:ahLst/>
            <a:cxnLst/>
            <a:rect l="l" t="t" r="r" b="b"/>
            <a:pathLst>
              <a:path w="219260" h="286259">
                <a:moveTo>
                  <a:pt x="70729" y="85877"/>
                </a:moveTo>
                <a:cubicBezTo>
                  <a:pt x="0" y="71564"/>
                  <a:pt x="0" y="71564"/>
                  <a:pt x="0" y="71564"/>
                </a:cubicBezTo>
                <a:cubicBezTo>
                  <a:pt x="7073" y="50095"/>
                  <a:pt x="21219" y="35782"/>
                  <a:pt x="35364" y="21469"/>
                </a:cubicBezTo>
                <a:cubicBezTo>
                  <a:pt x="49511" y="7156"/>
                  <a:pt x="77803" y="0"/>
                  <a:pt x="106095" y="0"/>
                </a:cubicBezTo>
                <a:cubicBezTo>
                  <a:pt x="141459" y="0"/>
                  <a:pt x="169751" y="7156"/>
                  <a:pt x="183896" y="21469"/>
                </a:cubicBezTo>
                <a:cubicBezTo>
                  <a:pt x="198043" y="35782"/>
                  <a:pt x="212188" y="50095"/>
                  <a:pt x="212188" y="71564"/>
                </a:cubicBezTo>
                <a:cubicBezTo>
                  <a:pt x="212188" y="85877"/>
                  <a:pt x="205115" y="93034"/>
                  <a:pt x="198043" y="107347"/>
                </a:cubicBezTo>
                <a:cubicBezTo>
                  <a:pt x="190969" y="114503"/>
                  <a:pt x="183896" y="121660"/>
                  <a:pt x="169751" y="128816"/>
                </a:cubicBezTo>
                <a:cubicBezTo>
                  <a:pt x="176823" y="135973"/>
                  <a:pt x="190969" y="135973"/>
                  <a:pt x="190969" y="143129"/>
                </a:cubicBezTo>
                <a:cubicBezTo>
                  <a:pt x="205115" y="143129"/>
                  <a:pt x="212188" y="150285"/>
                  <a:pt x="212188" y="164598"/>
                </a:cubicBezTo>
                <a:cubicBezTo>
                  <a:pt x="219260" y="171755"/>
                  <a:pt x="219260" y="186069"/>
                  <a:pt x="219260" y="193225"/>
                </a:cubicBezTo>
                <a:cubicBezTo>
                  <a:pt x="219260" y="214695"/>
                  <a:pt x="219260" y="229008"/>
                  <a:pt x="212188" y="243321"/>
                </a:cubicBezTo>
                <a:cubicBezTo>
                  <a:pt x="205115" y="257633"/>
                  <a:pt x="190969" y="271946"/>
                  <a:pt x="176823" y="279103"/>
                </a:cubicBezTo>
                <a:cubicBezTo>
                  <a:pt x="155604" y="286259"/>
                  <a:pt x="134386" y="286259"/>
                  <a:pt x="113167" y="286259"/>
                </a:cubicBezTo>
                <a:cubicBezTo>
                  <a:pt x="84875" y="286259"/>
                  <a:pt x="70729" y="286259"/>
                  <a:pt x="56584" y="279103"/>
                </a:cubicBezTo>
                <a:cubicBezTo>
                  <a:pt x="42437" y="271946"/>
                  <a:pt x="28292" y="264790"/>
                  <a:pt x="21219" y="250477"/>
                </a:cubicBezTo>
                <a:cubicBezTo>
                  <a:pt x="7073" y="243321"/>
                  <a:pt x="0" y="229008"/>
                  <a:pt x="0" y="207538"/>
                </a:cubicBezTo>
                <a:cubicBezTo>
                  <a:pt x="70729" y="200382"/>
                  <a:pt x="70729" y="200382"/>
                  <a:pt x="70729" y="200382"/>
                </a:cubicBezTo>
                <a:cubicBezTo>
                  <a:pt x="77803" y="214695"/>
                  <a:pt x="77803" y="229008"/>
                  <a:pt x="84875" y="229008"/>
                </a:cubicBezTo>
                <a:cubicBezTo>
                  <a:pt x="91948" y="236164"/>
                  <a:pt x="99021" y="243321"/>
                  <a:pt x="113167" y="243321"/>
                </a:cubicBezTo>
                <a:cubicBezTo>
                  <a:pt x="120240" y="243321"/>
                  <a:pt x="127312" y="236164"/>
                  <a:pt x="134386" y="229008"/>
                </a:cubicBezTo>
                <a:cubicBezTo>
                  <a:pt x="141459" y="221851"/>
                  <a:pt x="148532" y="214695"/>
                  <a:pt x="148532" y="200382"/>
                </a:cubicBezTo>
                <a:cubicBezTo>
                  <a:pt x="148532" y="186069"/>
                  <a:pt x="141459" y="178911"/>
                  <a:pt x="134386" y="171755"/>
                </a:cubicBezTo>
                <a:cubicBezTo>
                  <a:pt x="127312" y="164598"/>
                  <a:pt x="120240" y="157442"/>
                  <a:pt x="106095" y="157442"/>
                </a:cubicBezTo>
                <a:cubicBezTo>
                  <a:pt x="106095" y="157442"/>
                  <a:pt x="99021" y="164598"/>
                  <a:pt x="84875" y="164598"/>
                </a:cubicBezTo>
                <a:cubicBezTo>
                  <a:pt x="91948" y="107347"/>
                  <a:pt x="91948" y="107347"/>
                  <a:pt x="91948" y="107347"/>
                </a:cubicBezTo>
                <a:cubicBezTo>
                  <a:pt x="91948" y="107347"/>
                  <a:pt x="99021" y="107347"/>
                  <a:pt x="99021" y="107347"/>
                </a:cubicBezTo>
                <a:cubicBezTo>
                  <a:pt x="106095" y="107347"/>
                  <a:pt x="120240" y="107347"/>
                  <a:pt x="120240" y="100190"/>
                </a:cubicBezTo>
                <a:cubicBezTo>
                  <a:pt x="127312" y="93034"/>
                  <a:pt x="134386" y="85877"/>
                  <a:pt x="134386" y="78721"/>
                </a:cubicBezTo>
                <a:cubicBezTo>
                  <a:pt x="134386" y="71564"/>
                  <a:pt x="127312" y="64408"/>
                  <a:pt x="127312" y="57252"/>
                </a:cubicBezTo>
                <a:cubicBezTo>
                  <a:pt x="120240" y="50095"/>
                  <a:pt x="113167" y="50095"/>
                  <a:pt x="106095" y="50095"/>
                </a:cubicBezTo>
                <a:cubicBezTo>
                  <a:pt x="99021" y="50095"/>
                  <a:pt x="91948" y="50095"/>
                  <a:pt x="84875" y="57252"/>
                </a:cubicBezTo>
                <a:cubicBezTo>
                  <a:pt x="77803" y="64408"/>
                  <a:pt x="77803" y="71564"/>
                  <a:pt x="70729" y="85877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8001000" y="5511800"/>
            <a:ext cx="66998" cy="36543"/>
          </a:xfrm>
          <a:custGeom>
            <a:avLst/>
            <a:gdLst/>
            <a:ahLst/>
            <a:cxnLst/>
            <a:rect l="l" t="t" r="r" b="b"/>
            <a:pathLst>
              <a:path w="66998" h="36543">
                <a:moveTo>
                  <a:pt x="0" y="36543"/>
                </a:moveTo>
                <a:lnTo>
                  <a:pt x="30453" y="30452"/>
                </a:lnTo>
                <a:lnTo>
                  <a:pt x="66998" y="12181"/>
                </a:lnTo>
                <a:lnTo>
                  <a:pt x="48726" y="6091"/>
                </a:lnTo>
                <a:lnTo>
                  <a:pt x="24362" y="0"/>
                </a:lnTo>
                <a:lnTo>
                  <a:pt x="0" y="36543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394700" y="800100"/>
            <a:ext cx="170536" cy="133993"/>
          </a:xfrm>
          <a:custGeom>
            <a:avLst/>
            <a:gdLst/>
            <a:ahLst/>
            <a:cxnLst/>
            <a:rect l="l" t="t" r="r" b="b"/>
            <a:pathLst>
              <a:path w="170536" h="133993">
                <a:moveTo>
                  <a:pt x="156324" y="77575"/>
                </a:moveTo>
                <a:cubicBezTo>
                  <a:pt x="163430" y="70523"/>
                  <a:pt x="170536" y="63471"/>
                  <a:pt x="170536" y="56418"/>
                </a:cubicBezTo>
                <a:cubicBezTo>
                  <a:pt x="170536" y="42314"/>
                  <a:pt x="170536" y="35262"/>
                  <a:pt x="170536" y="28209"/>
                </a:cubicBezTo>
                <a:cubicBezTo>
                  <a:pt x="163430" y="14105"/>
                  <a:pt x="156324" y="7052"/>
                  <a:pt x="149219" y="0"/>
                </a:cubicBezTo>
                <a:cubicBezTo>
                  <a:pt x="135007" y="0"/>
                  <a:pt x="127902" y="0"/>
                  <a:pt x="113690" y="0"/>
                </a:cubicBezTo>
                <a:cubicBezTo>
                  <a:pt x="106585" y="7052"/>
                  <a:pt x="85268" y="14105"/>
                  <a:pt x="56845" y="28209"/>
                </a:cubicBezTo>
                <a:cubicBezTo>
                  <a:pt x="0" y="49366"/>
                  <a:pt x="0" y="49366"/>
                  <a:pt x="0" y="49366"/>
                </a:cubicBezTo>
                <a:cubicBezTo>
                  <a:pt x="35528" y="133993"/>
                  <a:pt x="35528" y="133993"/>
                  <a:pt x="35528" y="133993"/>
                </a:cubicBezTo>
                <a:cubicBezTo>
                  <a:pt x="92373" y="112836"/>
                  <a:pt x="92373" y="112836"/>
                  <a:pt x="92373" y="112836"/>
                </a:cubicBezTo>
                <a:cubicBezTo>
                  <a:pt x="127902" y="91680"/>
                  <a:pt x="149219" y="84628"/>
                  <a:pt x="156324" y="7757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1912600" y="1854200"/>
            <a:ext cx="140085" cy="176629"/>
          </a:xfrm>
          <a:custGeom>
            <a:avLst/>
            <a:gdLst/>
            <a:ahLst/>
            <a:cxnLst/>
            <a:rect l="l" t="t" r="r" b="b"/>
            <a:pathLst>
              <a:path w="140085" h="176629">
                <a:moveTo>
                  <a:pt x="70043" y="162499"/>
                </a:moveTo>
                <a:cubicBezTo>
                  <a:pt x="77047" y="169564"/>
                  <a:pt x="84051" y="169564"/>
                  <a:pt x="91055" y="176629"/>
                </a:cubicBezTo>
                <a:cubicBezTo>
                  <a:pt x="105063" y="176629"/>
                  <a:pt x="112069" y="169564"/>
                  <a:pt x="119073" y="169564"/>
                </a:cubicBezTo>
                <a:cubicBezTo>
                  <a:pt x="133081" y="162499"/>
                  <a:pt x="140085" y="148368"/>
                  <a:pt x="140085" y="141303"/>
                </a:cubicBezTo>
                <a:cubicBezTo>
                  <a:pt x="140085" y="134238"/>
                  <a:pt x="140085" y="120108"/>
                  <a:pt x="140085" y="105978"/>
                </a:cubicBezTo>
                <a:cubicBezTo>
                  <a:pt x="133081" y="98913"/>
                  <a:pt x="126077" y="84781"/>
                  <a:pt x="105063" y="56521"/>
                </a:cubicBezTo>
                <a:cubicBezTo>
                  <a:pt x="77047" y="0"/>
                  <a:pt x="77047" y="0"/>
                  <a:pt x="77047" y="0"/>
                </a:cubicBezTo>
                <a:cubicBezTo>
                  <a:pt x="0" y="49456"/>
                  <a:pt x="0" y="49456"/>
                  <a:pt x="0" y="49456"/>
                </a:cubicBezTo>
                <a:cubicBezTo>
                  <a:pt x="28017" y="98913"/>
                  <a:pt x="28017" y="98913"/>
                  <a:pt x="28017" y="98913"/>
                </a:cubicBezTo>
                <a:cubicBezTo>
                  <a:pt x="49030" y="134238"/>
                  <a:pt x="63038" y="155434"/>
                  <a:pt x="70043" y="16249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6921500" y="2552700"/>
            <a:ext cx="152265" cy="109630"/>
          </a:xfrm>
          <a:custGeom>
            <a:avLst/>
            <a:gdLst/>
            <a:ahLst/>
            <a:cxnLst/>
            <a:rect l="l" t="t" r="r" b="b"/>
            <a:pathLst>
              <a:path w="152265" h="109630">
                <a:moveTo>
                  <a:pt x="152265" y="0"/>
                </a:moveTo>
                <a:lnTo>
                  <a:pt x="0" y="18271"/>
                </a:lnTo>
                <a:lnTo>
                  <a:pt x="115722" y="109630"/>
                </a:lnTo>
                <a:lnTo>
                  <a:pt x="15226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9906000" y="6096000"/>
            <a:ext cx="146174" cy="237534"/>
          </a:xfrm>
          <a:custGeom>
            <a:avLst/>
            <a:gdLst/>
            <a:ahLst/>
            <a:cxnLst/>
            <a:rect l="l" t="t" r="r" b="b"/>
            <a:pathLst>
              <a:path w="146174" h="237534">
                <a:moveTo>
                  <a:pt x="48725" y="71980"/>
                </a:moveTo>
                <a:cubicBezTo>
                  <a:pt x="34803" y="71980"/>
                  <a:pt x="27842" y="86377"/>
                  <a:pt x="27842" y="86377"/>
                </a:cubicBezTo>
                <a:cubicBezTo>
                  <a:pt x="6961" y="100772"/>
                  <a:pt x="13922" y="107970"/>
                  <a:pt x="13922" y="107970"/>
                </a:cubicBezTo>
                <a:cubicBezTo>
                  <a:pt x="13922" y="115169"/>
                  <a:pt x="6961" y="136762"/>
                  <a:pt x="6961" y="136762"/>
                </a:cubicBezTo>
                <a:cubicBezTo>
                  <a:pt x="0" y="143961"/>
                  <a:pt x="0" y="165555"/>
                  <a:pt x="0" y="165555"/>
                </a:cubicBezTo>
                <a:cubicBezTo>
                  <a:pt x="0" y="172753"/>
                  <a:pt x="13922" y="187148"/>
                  <a:pt x="13922" y="187148"/>
                </a:cubicBezTo>
                <a:cubicBezTo>
                  <a:pt x="20883" y="208742"/>
                  <a:pt x="62647" y="230337"/>
                  <a:pt x="62647" y="230337"/>
                </a:cubicBezTo>
                <a:cubicBezTo>
                  <a:pt x="69606" y="237534"/>
                  <a:pt x="76567" y="237534"/>
                  <a:pt x="83528" y="237534"/>
                </a:cubicBezTo>
                <a:cubicBezTo>
                  <a:pt x="90489" y="237534"/>
                  <a:pt x="97450" y="237534"/>
                  <a:pt x="104411" y="237534"/>
                </a:cubicBezTo>
                <a:cubicBezTo>
                  <a:pt x="132253" y="237534"/>
                  <a:pt x="132253" y="208742"/>
                  <a:pt x="132253" y="208742"/>
                </a:cubicBezTo>
                <a:cubicBezTo>
                  <a:pt x="125292" y="201545"/>
                  <a:pt x="139214" y="187148"/>
                  <a:pt x="139214" y="187148"/>
                </a:cubicBezTo>
                <a:cubicBezTo>
                  <a:pt x="146174" y="179951"/>
                  <a:pt x="146174" y="172753"/>
                  <a:pt x="146174" y="172753"/>
                </a:cubicBezTo>
                <a:cubicBezTo>
                  <a:pt x="139214" y="165555"/>
                  <a:pt x="139214" y="143961"/>
                  <a:pt x="139214" y="143961"/>
                </a:cubicBezTo>
                <a:cubicBezTo>
                  <a:pt x="125292" y="136762"/>
                  <a:pt x="97450" y="115169"/>
                  <a:pt x="97450" y="115169"/>
                </a:cubicBezTo>
                <a:cubicBezTo>
                  <a:pt x="76567" y="86377"/>
                  <a:pt x="97450" y="79178"/>
                  <a:pt x="97450" y="79178"/>
                </a:cubicBezTo>
                <a:cubicBezTo>
                  <a:pt x="111370" y="86377"/>
                  <a:pt x="118331" y="79178"/>
                  <a:pt x="118331" y="79178"/>
                </a:cubicBezTo>
                <a:cubicBezTo>
                  <a:pt x="132253" y="79178"/>
                  <a:pt x="125292" y="57584"/>
                  <a:pt x="125292" y="57584"/>
                </a:cubicBezTo>
                <a:cubicBezTo>
                  <a:pt x="125292" y="43188"/>
                  <a:pt x="125292" y="35991"/>
                  <a:pt x="125292" y="35991"/>
                </a:cubicBezTo>
                <a:cubicBezTo>
                  <a:pt x="132253" y="14395"/>
                  <a:pt x="125292" y="14395"/>
                  <a:pt x="125292" y="14395"/>
                </a:cubicBezTo>
                <a:cubicBezTo>
                  <a:pt x="111370" y="0"/>
                  <a:pt x="104411" y="14395"/>
                  <a:pt x="104411" y="14395"/>
                </a:cubicBezTo>
                <a:cubicBezTo>
                  <a:pt x="97450" y="28792"/>
                  <a:pt x="69606" y="57584"/>
                  <a:pt x="69606" y="57584"/>
                </a:cubicBezTo>
                <a:cubicBezTo>
                  <a:pt x="62647" y="57584"/>
                  <a:pt x="62647" y="64783"/>
                  <a:pt x="62647" y="64783"/>
                </a:cubicBezTo>
                <a:cubicBezTo>
                  <a:pt x="55686" y="71980"/>
                  <a:pt x="48725" y="71980"/>
                  <a:pt x="48725" y="7198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8547100" y="5854700"/>
            <a:ext cx="30455" cy="79179"/>
          </a:xfrm>
          <a:custGeom>
            <a:avLst/>
            <a:gdLst/>
            <a:ahLst/>
            <a:cxnLst/>
            <a:rect l="l" t="t" r="r" b="b"/>
            <a:pathLst>
              <a:path w="30455" h="79179">
                <a:moveTo>
                  <a:pt x="0" y="0"/>
                </a:moveTo>
                <a:cubicBezTo>
                  <a:pt x="7614" y="21594"/>
                  <a:pt x="15227" y="28792"/>
                  <a:pt x="15227" y="35991"/>
                </a:cubicBezTo>
                <a:cubicBezTo>
                  <a:pt x="15227" y="43189"/>
                  <a:pt x="15227" y="50387"/>
                  <a:pt x="15227" y="50387"/>
                </a:cubicBezTo>
                <a:cubicBezTo>
                  <a:pt x="30455" y="64783"/>
                  <a:pt x="22841" y="57584"/>
                  <a:pt x="22841" y="71981"/>
                </a:cubicBezTo>
                <a:cubicBezTo>
                  <a:pt x="30455" y="79179"/>
                  <a:pt x="30455" y="71981"/>
                  <a:pt x="30455" y="64783"/>
                </a:cubicBezTo>
                <a:cubicBezTo>
                  <a:pt x="30455" y="57584"/>
                  <a:pt x="30455" y="35991"/>
                  <a:pt x="22841" y="21594"/>
                </a:cubicBezTo>
                <a:cubicBezTo>
                  <a:pt x="22841" y="14397"/>
                  <a:pt x="22841" y="7198"/>
                  <a:pt x="22841" y="0"/>
                </a:cubicBezTo>
                <a:cubicBezTo>
                  <a:pt x="15227" y="0"/>
                  <a:pt x="7614" y="0"/>
                  <a:pt x="0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8407400" y="5905500"/>
            <a:ext cx="127904" cy="48725"/>
          </a:xfrm>
          <a:custGeom>
            <a:avLst/>
            <a:gdLst/>
            <a:ahLst/>
            <a:cxnLst/>
            <a:rect l="l" t="t" r="r" b="b"/>
            <a:pathLst>
              <a:path w="127904" h="48725">
                <a:moveTo>
                  <a:pt x="0" y="48725"/>
                </a:moveTo>
                <a:cubicBezTo>
                  <a:pt x="7106" y="48725"/>
                  <a:pt x="21317" y="41764"/>
                  <a:pt x="35530" y="41764"/>
                </a:cubicBezTo>
                <a:cubicBezTo>
                  <a:pt x="63952" y="41764"/>
                  <a:pt x="106587" y="34803"/>
                  <a:pt x="120799" y="20883"/>
                </a:cubicBezTo>
                <a:cubicBezTo>
                  <a:pt x="127904" y="20883"/>
                  <a:pt x="127904" y="20883"/>
                  <a:pt x="127904" y="13922"/>
                </a:cubicBezTo>
                <a:cubicBezTo>
                  <a:pt x="127904" y="13922"/>
                  <a:pt x="127904" y="13922"/>
                  <a:pt x="127904" y="13922"/>
                </a:cubicBezTo>
                <a:cubicBezTo>
                  <a:pt x="127904" y="6961"/>
                  <a:pt x="120799" y="6961"/>
                  <a:pt x="120799" y="0"/>
                </a:cubicBezTo>
                <a:cubicBezTo>
                  <a:pt x="85269" y="27843"/>
                  <a:pt x="21317" y="34803"/>
                  <a:pt x="0" y="4872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198100" y="660400"/>
            <a:ext cx="243623" cy="261897"/>
          </a:xfrm>
          <a:custGeom>
            <a:avLst/>
            <a:gdLst/>
            <a:ahLst/>
            <a:cxnLst/>
            <a:rect l="l" t="t" r="r" b="b"/>
            <a:pathLst>
              <a:path w="243623" h="261897">
                <a:moveTo>
                  <a:pt x="85984" y="254819"/>
                </a:moveTo>
                <a:cubicBezTo>
                  <a:pt x="121812" y="261897"/>
                  <a:pt x="150473" y="261897"/>
                  <a:pt x="171969" y="247740"/>
                </a:cubicBezTo>
                <a:cubicBezTo>
                  <a:pt x="200631" y="233583"/>
                  <a:pt x="222127" y="205270"/>
                  <a:pt x="229292" y="162801"/>
                </a:cubicBezTo>
                <a:cubicBezTo>
                  <a:pt x="243623" y="120331"/>
                  <a:pt x="243623" y="84940"/>
                  <a:pt x="229292" y="63704"/>
                </a:cubicBezTo>
                <a:cubicBezTo>
                  <a:pt x="214961" y="35391"/>
                  <a:pt x="186300" y="21234"/>
                  <a:pt x="157639" y="14157"/>
                </a:cubicBezTo>
                <a:cubicBezTo>
                  <a:pt x="121812" y="0"/>
                  <a:pt x="93149" y="7078"/>
                  <a:pt x="71653" y="21234"/>
                </a:cubicBezTo>
                <a:cubicBezTo>
                  <a:pt x="42992" y="35391"/>
                  <a:pt x="21496" y="63704"/>
                  <a:pt x="14331" y="106175"/>
                </a:cubicBezTo>
                <a:cubicBezTo>
                  <a:pt x="0" y="141566"/>
                  <a:pt x="7165" y="176958"/>
                  <a:pt x="21496" y="205270"/>
                </a:cubicBezTo>
                <a:cubicBezTo>
                  <a:pt x="35827" y="233583"/>
                  <a:pt x="57323" y="247740"/>
                  <a:pt x="85984" y="25481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6413500" y="203200"/>
            <a:ext cx="6437748" cy="6419474"/>
          </a:xfrm>
          <a:custGeom>
            <a:avLst/>
            <a:gdLst/>
            <a:ahLst/>
            <a:cxnLst/>
            <a:rect l="l" t="t" r="r" b="b"/>
            <a:pathLst>
              <a:path w="6437748" h="6419474">
                <a:moveTo>
                  <a:pt x="3222431" y="0"/>
                </a:moveTo>
                <a:cubicBezTo>
                  <a:pt x="1444047" y="0"/>
                  <a:pt x="0" y="1439949"/>
                  <a:pt x="0" y="3213284"/>
                </a:cubicBezTo>
                <a:cubicBezTo>
                  <a:pt x="0" y="4979525"/>
                  <a:pt x="1444047" y="6419474"/>
                  <a:pt x="3222431" y="6419474"/>
                </a:cubicBezTo>
                <a:cubicBezTo>
                  <a:pt x="5000814" y="6419474"/>
                  <a:pt x="6437748" y="4979525"/>
                  <a:pt x="6437748" y="3213284"/>
                </a:cubicBezTo>
                <a:cubicBezTo>
                  <a:pt x="6437748" y="1439949"/>
                  <a:pt x="5000814" y="0"/>
                  <a:pt x="3222431" y="0"/>
                </a:cubicBezTo>
                <a:close/>
                <a:moveTo>
                  <a:pt x="6103412" y="3050137"/>
                </a:moveTo>
                <a:cubicBezTo>
                  <a:pt x="6039390" y="3057230"/>
                  <a:pt x="6039390" y="3057230"/>
                  <a:pt x="6039390" y="3057230"/>
                </a:cubicBezTo>
                <a:cubicBezTo>
                  <a:pt x="6018050" y="2837336"/>
                  <a:pt x="6018050" y="2837336"/>
                  <a:pt x="6018050" y="2837336"/>
                </a:cubicBezTo>
                <a:cubicBezTo>
                  <a:pt x="5939800" y="2844430"/>
                  <a:pt x="5939800" y="2844430"/>
                  <a:pt x="5939800" y="2844430"/>
                </a:cubicBezTo>
                <a:cubicBezTo>
                  <a:pt x="5961141" y="3050137"/>
                  <a:pt x="5961141" y="3050137"/>
                  <a:pt x="5961141" y="3050137"/>
                </a:cubicBezTo>
                <a:cubicBezTo>
                  <a:pt x="5897119" y="3057230"/>
                  <a:pt x="5897119" y="3057230"/>
                  <a:pt x="5897119" y="3057230"/>
                </a:cubicBezTo>
                <a:cubicBezTo>
                  <a:pt x="5875779" y="2851523"/>
                  <a:pt x="5875779" y="2851523"/>
                  <a:pt x="5875779" y="2851523"/>
                </a:cubicBezTo>
                <a:cubicBezTo>
                  <a:pt x="5776190" y="2865711"/>
                  <a:pt x="5776190" y="2865711"/>
                  <a:pt x="5776190" y="2865711"/>
                </a:cubicBezTo>
                <a:cubicBezTo>
                  <a:pt x="5804643" y="3085603"/>
                  <a:pt x="5804643" y="3085603"/>
                  <a:pt x="5804643" y="3085603"/>
                </a:cubicBezTo>
                <a:cubicBezTo>
                  <a:pt x="5740622" y="3092696"/>
                  <a:pt x="5740622" y="3092696"/>
                  <a:pt x="5740622" y="3092696"/>
                </a:cubicBezTo>
                <a:cubicBezTo>
                  <a:pt x="5705055" y="2787683"/>
                  <a:pt x="5705055" y="2787683"/>
                  <a:pt x="5705055" y="2787683"/>
                </a:cubicBezTo>
                <a:cubicBezTo>
                  <a:pt x="6074957" y="2752217"/>
                  <a:pt x="6074957" y="2752217"/>
                  <a:pt x="6074957" y="2752217"/>
                </a:cubicBezTo>
                <a:lnTo>
                  <a:pt x="6103412" y="3050137"/>
                </a:lnTo>
                <a:close/>
                <a:moveTo>
                  <a:pt x="5683714" y="1709495"/>
                </a:moveTo>
                <a:cubicBezTo>
                  <a:pt x="5705055" y="1744962"/>
                  <a:pt x="5719281" y="1773335"/>
                  <a:pt x="5719281" y="1794615"/>
                </a:cubicBezTo>
                <a:cubicBezTo>
                  <a:pt x="5726394" y="1815896"/>
                  <a:pt x="5726394" y="1830083"/>
                  <a:pt x="5719281" y="1851362"/>
                </a:cubicBezTo>
                <a:cubicBezTo>
                  <a:pt x="5712168" y="1872642"/>
                  <a:pt x="5697940" y="1886829"/>
                  <a:pt x="5676600" y="1893922"/>
                </a:cubicBezTo>
                <a:cubicBezTo>
                  <a:pt x="5655259" y="1908109"/>
                  <a:pt x="5626805" y="1915202"/>
                  <a:pt x="5605465" y="1908109"/>
                </a:cubicBezTo>
                <a:cubicBezTo>
                  <a:pt x="5577011" y="1901016"/>
                  <a:pt x="5555670" y="1886829"/>
                  <a:pt x="5534330" y="1858456"/>
                </a:cubicBezTo>
                <a:cubicBezTo>
                  <a:pt x="5534330" y="1879736"/>
                  <a:pt x="5534330" y="1893922"/>
                  <a:pt x="5534330" y="1908109"/>
                </a:cubicBezTo>
                <a:cubicBezTo>
                  <a:pt x="5527215" y="1929389"/>
                  <a:pt x="5520102" y="1950669"/>
                  <a:pt x="5505875" y="1979042"/>
                </a:cubicBezTo>
                <a:cubicBezTo>
                  <a:pt x="5470308" y="2064163"/>
                  <a:pt x="5470308" y="2064163"/>
                  <a:pt x="5470308" y="2064163"/>
                </a:cubicBezTo>
                <a:cubicBezTo>
                  <a:pt x="5420512" y="1979042"/>
                  <a:pt x="5420512" y="1979042"/>
                  <a:pt x="5420512" y="1979042"/>
                </a:cubicBezTo>
                <a:cubicBezTo>
                  <a:pt x="5456080" y="1886829"/>
                  <a:pt x="5456080" y="1886829"/>
                  <a:pt x="5456080" y="1886829"/>
                </a:cubicBezTo>
                <a:cubicBezTo>
                  <a:pt x="5470308" y="1851362"/>
                  <a:pt x="5477421" y="1830083"/>
                  <a:pt x="5477421" y="1822988"/>
                </a:cubicBezTo>
                <a:cubicBezTo>
                  <a:pt x="5484534" y="1808803"/>
                  <a:pt x="5484534" y="1801708"/>
                  <a:pt x="5477421" y="1794615"/>
                </a:cubicBezTo>
                <a:cubicBezTo>
                  <a:pt x="5477421" y="1787522"/>
                  <a:pt x="5470308" y="1773335"/>
                  <a:pt x="5463193" y="1759148"/>
                </a:cubicBezTo>
                <a:cubicBezTo>
                  <a:pt x="5448967" y="1744962"/>
                  <a:pt x="5448967" y="1744962"/>
                  <a:pt x="5448967" y="1744962"/>
                </a:cubicBezTo>
                <a:cubicBezTo>
                  <a:pt x="5320923" y="1822988"/>
                  <a:pt x="5320923" y="1822988"/>
                  <a:pt x="5320923" y="1822988"/>
                </a:cubicBezTo>
                <a:cubicBezTo>
                  <a:pt x="5278242" y="1752055"/>
                  <a:pt x="5278242" y="1752055"/>
                  <a:pt x="5278242" y="1752055"/>
                </a:cubicBezTo>
                <a:cubicBezTo>
                  <a:pt x="5591237" y="1560535"/>
                  <a:pt x="5591237" y="1560535"/>
                  <a:pt x="5591237" y="1560535"/>
                </a:cubicBezTo>
                <a:lnTo>
                  <a:pt x="5683714" y="1709495"/>
                </a:lnTo>
                <a:close/>
                <a:moveTo>
                  <a:pt x="5335151" y="1248428"/>
                </a:moveTo>
                <a:cubicBezTo>
                  <a:pt x="5541443" y="1489602"/>
                  <a:pt x="5541443" y="1489602"/>
                  <a:pt x="5541443" y="1489602"/>
                </a:cubicBezTo>
                <a:cubicBezTo>
                  <a:pt x="5491648" y="1532162"/>
                  <a:pt x="5491648" y="1532162"/>
                  <a:pt x="5491648" y="1532162"/>
                </a:cubicBezTo>
                <a:cubicBezTo>
                  <a:pt x="5413399" y="1439949"/>
                  <a:pt x="5413399" y="1439949"/>
                  <a:pt x="5413399" y="1439949"/>
                </a:cubicBezTo>
                <a:cubicBezTo>
                  <a:pt x="5178652" y="1631469"/>
                  <a:pt x="5178652" y="1631469"/>
                  <a:pt x="5178652" y="1631469"/>
                </a:cubicBezTo>
                <a:cubicBezTo>
                  <a:pt x="5128858" y="1567628"/>
                  <a:pt x="5128858" y="1567628"/>
                  <a:pt x="5128858" y="1567628"/>
                </a:cubicBezTo>
                <a:cubicBezTo>
                  <a:pt x="5363605" y="1376108"/>
                  <a:pt x="5363605" y="1376108"/>
                  <a:pt x="5363605" y="1376108"/>
                </a:cubicBezTo>
                <a:cubicBezTo>
                  <a:pt x="5292468" y="1283895"/>
                  <a:pt x="5292468" y="1283895"/>
                  <a:pt x="5292468" y="1283895"/>
                </a:cubicBezTo>
                <a:lnTo>
                  <a:pt x="5335151" y="1248428"/>
                </a:lnTo>
                <a:close/>
                <a:moveTo>
                  <a:pt x="5278242" y="1184587"/>
                </a:moveTo>
                <a:cubicBezTo>
                  <a:pt x="5235561" y="1234242"/>
                  <a:pt x="5235561" y="1234242"/>
                  <a:pt x="5235561" y="1234242"/>
                </a:cubicBezTo>
                <a:cubicBezTo>
                  <a:pt x="5079063" y="1085281"/>
                  <a:pt x="5079063" y="1085281"/>
                  <a:pt x="5079063" y="1085281"/>
                </a:cubicBezTo>
                <a:cubicBezTo>
                  <a:pt x="5022155" y="1149121"/>
                  <a:pt x="5022155" y="1149121"/>
                  <a:pt x="5022155" y="1149121"/>
                </a:cubicBezTo>
                <a:cubicBezTo>
                  <a:pt x="5171539" y="1283895"/>
                  <a:pt x="5171539" y="1283895"/>
                  <a:pt x="5171539" y="1283895"/>
                </a:cubicBezTo>
                <a:cubicBezTo>
                  <a:pt x="5128858" y="1326455"/>
                  <a:pt x="5128858" y="1326455"/>
                  <a:pt x="5128858" y="1326455"/>
                </a:cubicBezTo>
                <a:cubicBezTo>
                  <a:pt x="4979473" y="1191682"/>
                  <a:pt x="4979473" y="1191682"/>
                  <a:pt x="4979473" y="1191682"/>
                </a:cubicBezTo>
                <a:cubicBezTo>
                  <a:pt x="4915451" y="1262615"/>
                  <a:pt x="4915451" y="1262615"/>
                  <a:pt x="4915451" y="1262615"/>
                </a:cubicBezTo>
                <a:cubicBezTo>
                  <a:pt x="5079063" y="1418669"/>
                  <a:pt x="5079063" y="1418669"/>
                  <a:pt x="5079063" y="1418669"/>
                </a:cubicBezTo>
                <a:cubicBezTo>
                  <a:pt x="5036382" y="1461228"/>
                  <a:pt x="5036382" y="1461228"/>
                  <a:pt x="5036382" y="1461228"/>
                </a:cubicBezTo>
                <a:cubicBezTo>
                  <a:pt x="4815863" y="1255522"/>
                  <a:pt x="4815863" y="1255522"/>
                  <a:pt x="4815863" y="1255522"/>
                </a:cubicBezTo>
                <a:cubicBezTo>
                  <a:pt x="5057723" y="985975"/>
                  <a:pt x="5057723" y="985975"/>
                  <a:pt x="5057723" y="985975"/>
                </a:cubicBezTo>
                <a:lnTo>
                  <a:pt x="5278242" y="1184587"/>
                </a:lnTo>
                <a:close/>
                <a:moveTo>
                  <a:pt x="4730500" y="744800"/>
                </a:moveTo>
                <a:cubicBezTo>
                  <a:pt x="4837203" y="822828"/>
                  <a:pt x="4837203" y="822828"/>
                  <a:pt x="4837203" y="822828"/>
                </a:cubicBezTo>
                <a:cubicBezTo>
                  <a:pt x="4879884" y="851201"/>
                  <a:pt x="4901225" y="865388"/>
                  <a:pt x="4915451" y="879574"/>
                </a:cubicBezTo>
                <a:cubicBezTo>
                  <a:pt x="4929679" y="900854"/>
                  <a:pt x="4936792" y="922134"/>
                  <a:pt x="4943906" y="943414"/>
                </a:cubicBezTo>
                <a:cubicBezTo>
                  <a:pt x="4943906" y="964695"/>
                  <a:pt x="4936792" y="993068"/>
                  <a:pt x="4922566" y="1014348"/>
                </a:cubicBezTo>
                <a:cubicBezTo>
                  <a:pt x="4908338" y="1035628"/>
                  <a:pt x="4894111" y="1049815"/>
                  <a:pt x="4872770" y="1056908"/>
                </a:cubicBezTo>
                <a:cubicBezTo>
                  <a:pt x="4858544" y="1064001"/>
                  <a:pt x="4844316" y="1064001"/>
                  <a:pt x="4830089" y="1064001"/>
                </a:cubicBezTo>
                <a:cubicBezTo>
                  <a:pt x="4808748" y="1064001"/>
                  <a:pt x="4794522" y="1056908"/>
                  <a:pt x="4780295" y="1056908"/>
                </a:cubicBezTo>
                <a:cubicBezTo>
                  <a:pt x="4766067" y="1049815"/>
                  <a:pt x="4737613" y="1028535"/>
                  <a:pt x="4709159" y="1014348"/>
                </a:cubicBezTo>
                <a:cubicBezTo>
                  <a:pt x="4666478" y="978882"/>
                  <a:pt x="4666478" y="978882"/>
                  <a:pt x="4666478" y="978882"/>
                </a:cubicBezTo>
                <a:cubicBezTo>
                  <a:pt x="4588229" y="1092374"/>
                  <a:pt x="4588229" y="1092374"/>
                  <a:pt x="4588229" y="1092374"/>
                </a:cubicBezTo>
                <a:cubicBezTo>
                  <a:pt x="4517094" y="1049815"/>
                  <a:pt x="4517094" y="1049815"/>
                  <a:pt x="4517094" y="1049815"/>
                </a:cubicBezTo>
                <a:lnTo>
                  <a:pt x="4730500" y="744800"/>
                </a:lnTo>
                <a:close/>
                <a:moveTo>
                  <a:pt x="4495753" y="617121"/>
                </a:moveTo>
                <a:cubicBezTo>
                  <a:pt x="4474413" y="673867"/>
                  <a:pt x="4474413" y="673867"/>
                  <a:pt x="4474413" y="673867"/>
                </a:cubicBezTo>
                <a:cubicBezTo>
                  <a:pt x="4289461" y="595841"/>
                  <a:pt x="4289461" y="595841"/>
                  <a:pt x="4289461" y="595841"/>
                </a:cubicBezTo>
                <a:cubicBezTo>
                  <a:pt x="4253893" y="673867"/>
                  <a:pt x="4253893" y="673867"/>
                  <a:pt x="4253893" y="673867"/>
                </a:cubicBezTo>
                <a:cubicBezTo>
                  <a:pt x="4410391" y="744800"/>
                  <a:pt x="4410391" y="744800"/>
                  <a:pt x="4410391" y="744800"/>
                </a:cubicBezTo>
                <a:cubicBezTo>
                  <a:pt x="4389050" y="801548"/>
                  <a:pt x="4389050" y="801548"/>
                  <a:pt x="4389050" y="801548"/>
                </a:cubicBezTo>
                <a:cubicBezTo>
                  <a:pt x="4232553" y="730614"/>
                  <a:pt x="4232553" y="730614"/>
                  <a:pt x="4232553" y="730614"/>
                </a:cubicBezTo>
                <a:cubicBezTo>
                  <a:pt x="4168531" y="872481"/>
                  <a:pt x="4168531" y="872481"/>
                  <a:pt x="4168531" y="872481"/>
                </a:cubicBezTo>
                <a:cubicBezTo>
                  <a:pt x="4097396" y="844108"/>
                  <a:pt x="4097396" y="844108"/>
                  <a:pt x="4097396" y="844108"/>
                </a:cubicBezTo>
                <a:cubicBezTo>
                  <a:pt x="4239666" y="503627"/>
                  <a:pt x="4239666" y="503627"/>
                  <a:pt x="4239666" y="503627"/>
                </a:cubicBezTo>
                <a:lnTo>
                  <a:pt x="4495753" y="617121"/>
                </a:lnTo>
                <a:close/>
                <a:moveTo>
                  <a:pt x="3720379" y="546188"/>
                </a:moveTo>
                <a:cubicBezTo>
                  <a:pt x="3734605" y="510720"/>
                  <a:pt x="3748832" y="482347"/>
                  <a:pt x="3763060" y="461067"/>
                </a:cubicBezTo>
                <a:cubicBezTo>
                  <a:pt x="3777286" y="446880"/>
                  <a:pt x="3798627" y="432694"/>
                  <a:pt x="3812854" y="418507"/>
                </a:cubicBezTo>
                <a:cubicBezTo>
                  <a:pt x="3834195" y="411414"/>
                  <a:pt x="3855536" y="404321"/>
                  <a:pt x="3876876" y="404321"/>
                </a:cubicBezTo>
                <a:cubicBezTo>
                  <a:pt x="3898217" y="397227"/>
                  <a:pt x="3933784" y="404321"/>
                  <a:pt x="3962239" y="411414"/>
                </a:cubicBezTo>
                <a:cubicBezTo>
                  <a:pt x="4019146" y="425600"/>
                  <a:pt x="4061828" y="453974"/>
                  <a:pt x="4090281" y="496534"/>
                </a:cubicBezTo>
                <a:cubicBezTo>
                  <a:pt x="4111622" y="539093"/>
                  <a:pt x="4118736" y="588748"/>
                  <a:pt x="4104509" y="645494"/>
                </a:cubicBezTo>
                <a:cubicBezTo>
                  <a:pt x="4090281" y="702241"/>
                  <a:pt x="4054714" y="744800"/>
                  <a:pt x="4012033" y="766081"/>
                </a:cubicBezTo>
                <a:cubicBezTo>
                  <a:pt x="3969352" y="787361"/>
                  <a:pt x="3919557" y="794455"/>
                  <a:pt x="3862649" y="780268"/>
                </a:cubicBezTo>
                <a:cubicBezTo>
                  <a:pt x="3805740" y="766081"/>
                  <a:pt x="3763060" y="737707"/>
                  <a:pt x="3741718" y="695147"/>
                </a:cubicBezTo>
                <a:cubicBezTo>
                  <a:pt x="3713264" y="652587"/>
                  <a:pt x="3706151" y="602934"/>
                  <a:pt x="3720379" y="546188"/>
                </a:cubicBezTo>
                <a:close/>
                <a:moveTo>
                  <a:pt x="3272226" y="319201"/>
                </a:moveTo>
                <a:cubicBezTo>
                  <a:pt x="3364701" y="468160"/>
                  <a:pt x="3364701" y="468160"/>
                  <a:pt x="3364701" y="468160"/>
                </a:cubicBezTo>
                <a:cubicBezTo>
                  <a:pt x="3464291" y="326293"/>
                  <a:pt x="3464291" y="326293"/>
                  <a:pt x="3464291" y="326293"/>
                </a:cubicBezTo>
                <a:cubicBezTo>
                  <a:pt x="3556767" y="333386"/>
                  <a:pt x="3556767" y="333386"/>
                  <a:pt x="3556767" y="333386"/>
                </a:cubicBezTo>
                <a:cubicBezTo>
                  <a:pt x="3393156" y="539093"/>
                  <a:pt x="3393156" y="539093"/>
                  <a:pt x="3393156" y="539093"/>
                </a:cubicBezTo>
                <a:cubicBezTo>
                  <a:pt x="3386042" y="688054"/>
                  <a:pt x="3386042" y="688054"/>
                  <a:pt x="3386042" y="688054"/>
                </a:cubicBezTo>
                <a:cubicBezTo>
                  <a:pt x="3307794" y="688054"/>
                  <a:pt x="3307794" y="688054"/>
                  <a:pt x="3307794" y="688054"/>
                </a:cubicBezTo>
                <a:cubicBezTo>
                  <a:pt x="3314907" y="532000"/>
                  <a:pt x="3314907" y="532000"/>
                  <a:pt x="3314907" y="532000"/>
                </a:cubicBezTo>
                <a:cubicBezTo>
                  <a:pt x="3179750" y="312108"/>
                  <a:pt x="3179750" y="312108"/>
                  <a:pt x="3179750" y="312108"/>
                </a:cubicBezTo>
                <a:lnTo>
                  <a:pt x="3272226" y="319201"/>
                </a:lnTo>
                <a:close/>
                <a:moveTo>
                  <a:pt x="3137069" y="312108"/>
                </a:moveTo>
                <a:cubicBezTo>
                  <a:pt x="3144182" y="375947"/>
                  <a:pt x="3144182" y="375947"/>
                  <a:pt x="3144182" y="375947"/>
                </a:cubicBezTo>
                <a:cubicBezTo>
                  <a:pt x="3023252" y="383041"/>
                  <a:pt x="3023252" y="383041"/>
                  <a:pt x="3023252" y="383041"/>
                </a:cubicBezTo>
                <a:cubicBezTo>
                  <a:pt x="3044593" y="688054"/>
                  <a:pt x="3044593" y="688054"/>
                  <a:pt x="3044593" y="688054"/>
                </a:cubicBezTo>
                <a:cubicBezTo>
                  <a:pt x="2966344" y="695147"/>
                  <a:pt x="2966344" y="695147"/>
                  <a:pt x="2966344" y="695147"/>
                </a:cubicBezTo>
                <a:cubicBezTo>
                  <a:pt x="2937890" y="390134"/>
                  <a:pt x="2937890" y="390134"/>
                  <a:pt x="2937890" y="390134"/>
                </a:cubicBezTo>
                <a:cubicBezTo>
                  <a:pt x="2824072" y="397227"/>
                  <a:pt x="2824072" y="397227"/>
                  <a:pt x="2824072" y="397227"/>
                </a:cubicBezTo>
                <a:cubicBezTo>
                  <a:pt x="2816959" y="340481"/>
                  <a:pt x="2816959" y="340481"/>
                  <a:pt x="2816959" y="340481"/>
                </a:cubicBezTo>
                <a:lnTo>
                  <a:pt x="3137069" y="312108"/>
                </a:lnTo>
                <a:close/>
                <a:moveTo>
                  <a:pt x="2745824" y="354667"/>
                </a:moveTo>
                <a:cubicBezTo>
                  <a:pt x="2809846" y="716427"/>
                  <a:pt x="2809846" y="716427"/>
                  <a:pt x="2809846" y="716427"/>
                </a:cubicBezTo>
                <a:cubicBezTo>
                  <a:pt x="2731597" y="730614"/>
                  <a:pt x="2731597" y="730614"/>
                  <a:pt x="2731597" y="730614"/>
                </a:cubicBezTo>
                <a:cubicBezTo>
                  <a:pt x="2667575" y="368854"/>
                  <a:pt x="2667575" y="368854"/>
                  <a:pt x="2667575" y="368854"/>
                </a:cubicBezTo>
                <a:lnTo>
                  <a:pt x="2745824" y="354667"/>
                </a:lnTo>
                <a:close/>
                <a:moveTo>
                  <a:pt x="2304785" y="496534"/>
                </a:moveTo>
                <a:cubicBezTo>
                  <a:pt x="2311898" y="482347"/>
                  <a:pt x="2326126" y="461067"/>
                  <a:pt x="2347467" y="446880"/>
                </a:cubicBezTo>
                <a:cubicBezTo>
                  <a:pt x="2368807" y="432694"/>
                  <a:pt x="2390148" y="425600"/>
                  <a:pt x="2418602" y="418507"/>
                </a:cubicBezTo>
                <a:cubicBezTo>
                  <a:pt x="2468396" y="404321"/>
                  <a:pt x="2511077" y="404321"/>
                  <a:pt x="2539531" y="418507"/>
                </a:cubicBezTo>
                <a:cubicBezTo>
                  <a:pt x="2567986" y="425600"/>
                  <a:pt x="2589327" y="446880"/>
                  <a:pt x="2596440" y="482347"/>
                </a:cubicBezTo>
                <a:cubicBezTo>
                  <a:pt x="2518192" y="503627"/>
                  <a:pt x="2518192" y="503627"/>
                  <a:pt x="2518192" y="503627"/>
                </a:cubicBezTo>
                <a:cubicBezTo>
                  <a:pt x="2511077" y="489440"/>
                  <a:pt x="2503964" y="475254"/>
                  <a:pt x="2489737" y="475254"/>
                </a:cubicBezTo>
                <a:cubicBezTo>
                  <a:pt x="2475509" y="468160"/>
                  <a:pt x="2454170" y="468160"/>
                  <a:pt x="2432829" y="475254"/>
                </a:cubicBezTo>
                <a:cubicBezTo>
                  <a:pt x="2411487" y="482347"/>
                  <a:pt x="2397261" y="489440"/>
                  <a:pt x="2383034" y="503627"/>
                </a:cubicBezTo>
                <a:cubicBezTo>
                  <a:pt x="2375920" y="510720"/>
                  <a:pt x="2375920" y="517813"/>
                  <a:pt x="2375920" y="524908"/>
                </a:cubicBezTo>
                <a:cubicBezTo>
                  <a:pt x="2383034" y="539093"/>
                  <a:pt x="2390148" y="539093"/>
                  <a:pt x="2397261" y="546188"/>
                </a:cubicBezTo>
                <a:cubicBezTo>
                  <a:pt x="2411487" y="553281"/>
                  <a:pt x="2432829" y="553281"/>
                  <a:pt x="2475509" y="553281"/>
                </a:cubicBezTo>
                <a:cubicBezTo>
                  <a:pt x="2518192" y="546188"/>
                  <a:pt x="2546645" y="546188"/>
                  <a:pt x="2567986" y="553281"/>
                </a:cubicBezTo>
                <a:cubicBezTo>
                  <a:pt x="2589327" y="560374"/>
                  <a:pt x="2603553" y="567468"/>
                  <a:pt x="2617780" y="574561"/>
                </a:cubicBezTo>
                <a:cubicBezTo>
                  <a:pt x="2632008" y="588748"/>
                  <a:pt x="2646234" y="610028"/>
                  <a:pt x="2653348" y="631307"/>
                </a:cubicBezTo>
                <a:cubicBezTo>
                  <a:pt x="2653348" y="652587"/>
                  <a:pt x="2653348" y="673867"/>
                  <a:pt x="2646234" y="695147"/>
                </a:cubicBezTo>
                <a:cubicBezTo>
                  <a:pt x="2639121" y="716427"/>
                  <a:pt x="2624894" y="730614"/>
                  <a:pt x="2603553" y="744800"/>
                </a:cubicBezTo>
                <a:cubicBezTo>
                  <a:pt x="2589327" y="758988"/>
                  <a:pt x="2560872" y="773175"/>
                  <a:pt x="2525305" y="780268"/>
                </a:cubicBezTo>
                <a:cubicBezTo>
                  <a:pt x="2475509" y="794455"/>
                  <a:pt x="2432829" y="794455"/>
                  <a:pt x="2404374" y="780268"/>
                </a:cubicBezTo>
                <a:cubicBezTo>
                  <a:pt x="2368807" y="766081"/>
                  <a:pt x="2347467" y="744800"/>
                  <a:pt x="2333239" y="709334"/>
                </a:cubicBezTo>
                <a:cubicBezTo>
                  <a:pt x="2404374" y="680961"/>
                  <a:pt x="2404374" y="680961"/>
                  <a:pt x="2404374" y="680961"/>
                </a:cubicBezTo>
                <a:cubicBezTo>
                  <a:pt x="2418602" y="702241"/>
                  <a:pt x="2432829" y="716427"/>
                  <a:pt x="2447055" y="723520"/>
                </a:cubicBezTo>
                <a:cubicBezTo>
                  <a:pt x="2461283" y="730614"/>
                  <a:pt x="2482623" y="730614"/>
                  <a:pt x="2511077" y="723520"/>
                </a:cubicBezTo>
                <a:cubicBezTo>
                  <a:pt x="2532418" y="716427"/>
                  <a:pt x="2553759" y="702241"/>
                  <a:pt x="2560872" y="688054"/>
                </a:cubicBezTo>
                <a:cubicBezTo>
                  <a:pt x="2575099" y="680961"/>
                  <a:pt x="2575099" y="666774"/>
                  <a:pt x="2575099" y="652587"/>
                </a:cubicBezTo>
                <a:cubicBezTo>
                  <a:pt x="2567986" y="645494"/>
                  <a:pt x="2567986" y="638401"/>
                  <a:pt x="2560872" y="631307"/>
                </a:cubicBezTo>
                <a:cubicBezTo>
                  <a:pt x="2553759" y="631307"/>
                  <a:pt x="2539531" y="624214"/>
                  <a:pt x="2525305" y="624214"/>
                </a:cubicBezTo>
                <a:cubicBezTo>
                  <a:pt x="2518192" y="624214"/>
                  <a:pt x="2496850" y="624214"/>
                  <a:pt x="2461283" y="624214"/>
                </a:cubicBezTo>
                <a:cubicBezTo>
                  <a:pt x="2411487" y="631307"/>
                  <a:pt x="2383034" y="624214"/>
                  <a:pt x="2361693" y="617121"/>
                </a:cubicBezTo>
                <a:cubicBezTo>
                  <a:pt x="2333239" y="602934"/>
                  <a:pt x="2311898" y="581654"/>
                  <a:pt x="2304785" y="553281"/>
                </a:cubicBezTo>
                <a:cubicBezTo>
                  <a:pt x="2297671" y="539093"/>
                  <a:pt x="2297671" y="517813"/>
                  <a:pt x="2304785" y="496534"/>
                </a:cubicBezTo>
                <a:close/>
                <a:moveTo>
                  <a:pt x="2034470" y="560374"/>
                </a:moveTo>
                <a:cubicBezTo>
                  <a:pt x="2077152" y="546188"/>
                  <a:pt x="2105605" y="532000"/>
                  <a:pt x="2126946" y="532000"/>
                </a:cubicBezTo>
                <a:cubicBezTo>
                  <a:pt x="2148288" y="532000"/>
                  <a:pt x="2162514" y="532000"/>
                  <a:pt x="2183855" y="546188"/>
                </a:cubicBezTo>
                <a:cubicBezTo>
                  <a:pt x="2198082" y="553281"/>
                  <a:pt x="2212310" y="567468"/>
                  <a:pt x="2219423" y="588748"/>
                </a:cubicBezTo>
                <a:cubicBezTo>
                  <a:pt x="2233649" y="617121"/>
                  <a:pt x="2233649" y="638401"/>
                  <a:pt x="2226536" y="666774"/>
                </a:cubicBezTo>
                <a:cubicBezTo>
                  <a:pt x="2212310" y="688054"/>
                  <a:pt x="2198082" y="709334"/>
                  <a:pt x="2162514" y="723520"/>
                </a:cubicBezTo>
                <a:cubicBezTo>
                  <a:pt x="2183855" y="730614"/>
                  <a:pt x="2205195" y="730614"/>
                  <a:pt x="2219423" y="737707"/>
                </a:cubicBezTo>
                <a:cubicBezTo>
                  <a:pt x="2233649" y="744800"/>
                  <a:pt x="2254990" y="751895"/>
                  <a:pt x="2283445" y="773175"/>
                </a:cubicBezTo>
                <a:cubicBezTo>
                  <a:pt x="2354580" y="815734"/>
                  <a:pt x="2354580" y="815734"/>
                  <a:pt x="2354580" y="815734"/>
                </a:cubicBezTo>
                <a:cubicBezTo>
                  <a:pt x="2269217" y="858294"/>
                  <a:pt x="2269217" y="858294"/>
                  <a:pt x="2269217" y="858294"/>
                </a:cubicBezTo>
                <a:cubicBezTo>
                  <a:pt x="2183855" y="808641"/>
                  <a:pt x="2183855" y="808641"/>
                  <a:pt x="2183855" y="808641"/>
                </a:cubicBezTo>
                <a:cubicBezTo>
                  <a:pt x="2148288" y="794455"/>
                  <a:pt x="2134060" y="780268"/>
                  <a:pt x="2119833" y="773175"/>
                </a:cubicBezTo>
                <a:cubicBezTo>
                  <a:pt x="2112720" y="773175"/>
                  <a:pt x="2098492" y="773175"/>
                  <a:pt x="2091379" y="773175"/>
                </a:cubicBezTo>
                <a:cubicBezTo>
                  <a:pt x="2084266" y="773175"/>
                  <a:pt x="2070038" y="780268"/>
                  <a:pt x="2055811" y="787361"/>
                </a:cubicBezTo>
                <a:cubicBezTo>
                  <a:pt x="2034470" y="794455"/>
                  <a:pt x="2034470" y="794455"/>
                  <a:pt x="2034470" y="794455"/>
                </a:cubicBezTo>
                <a:cubicBezTo>
                  <a:pt x="2098492" y="929227"/>
                  <a:pt x="2098492" y="929227"/>
                  <a:pt x="2098492" y="929227"/>
                </a:cubicBezTo>
                <a:cubicBezTo>
                  <a:pt x="2027357" y="964695"/>
                  <a:pt x="2027357" y="964695"/>
                  <a:pt x="2027357" y="964695"/>
                </a:cubicBezTo>
                <a:cubicBezTo>
                  <a:pt x="1877973" y="631307"/>
                  <a:pt x="1877973" y="631307"/>
                  <a:pt x="1877973" y="631307"/>
                </a:cubicBezTo>
                <a:lnTo>
                  <a:pt x="2034470" y="560374"/>
                </a:lnTo>
                <a:close/>
                <a:moveTo>
                  <a:pt x="1778384" y="680961"/>
                </a:moveTo>
                <a:cubicBezTo>
                  <a:pt x="1813951" y="737707"/>
                  <a:pt x="1813951" y="737707"/>
                  <a:pt x="1813951" y="737707"/>
                </a:cubicBezTo>
                <a:cubicBezTo>
                  <a:pt x="1629000" y="851201"/>
                  <a:pt x="1629000" y="851201"/>
                  <a:pt x="1629000" y="851201"/>
                </a:cubicBezTo>
                <a:cubicBezTo>
                  <a:pt x="1671681" y="922134"/>
                  <a:pt x="1671681" y="922134"/>
                  <a:pt x="1671681" y="922134"/>
                </a:cubicBezTo>
                <a:cubicBezTo>
                  <a:pt x="1842406" y="815734"/>
                  <a:pt x="1842406" y="815734"/>
                  <a:pt x="1842406" y="815734"/>
                </a:cubicBezTo>
                <a:cubicBezTo>
                  <a:pt x="1877973" y="865388"/>
                  <a:pt x="1877973" y="865388"/>
                  <a:pt x="1877973" y="865388"/>
                </a:cubicBezTo>
                <a:cubicBezTo>
                  <a:pt x="1707248" y="971787"/>
                  <a:pt x="1707248" y="971787"/>
                  <a:pt x="1707248" y="971787"/>
                </a:cubicBezTo>
                <a:cubicBezTo>
                  <a:pt x="1757042" y="1056908"/>
                  <a:pt x="1757042" y="1056908"/>
                  <a:pt x="1757042" y="1056908"/>
                </a:cubicBezTo>
                <a:cubicBezTo>
                  <a:pt x="1949108" y="936321"/>
                  <a:pt x="1949108" y="936321"/>
                  <a:pt x="1949108" y="936321"/>
                </a:cubicBezTo>
                <a:cubicBezTo>
                  <a:pt x="1977563" y="985975"/>
                  <a:pt x="1977563" y="985975"/>
                  <a:pt x="1977563" y="985975"/>
                </a:cubicBezTo>
                <a:cubicBezTo>
                  <a:pt x="1721475" y="1149121"/>
                  <a:pt x="1721475" y="1149121"/>
                  <a:pt x="1721475" y="1149121"/>
                </a:cubicBezTo>
                <a:cubicBezTo>
                  <a:pt x="1522296" y="844108"/>
                  <a:pt x="1522296" y="844108"/>
                  <a:pt x="1522296" y="844108"/>
                </a:cubicBezTo>
                <a:lnTo>
                  <a:pt x="1778384" y="680961"/>
                </a:lnTo>
                <a:close/>
                <a:moveTo>
                  <a:pt x="1244868" y="1071095"/>
                </a:moveTo>
                <a:cubicBezTo>
                  <a:pt x="1493843" y="1212962"/>
                  <a:pt x="1493843" y="1212962"/>
                  <a:pt x="1493843" y="1212962"/>
                </a:cubicBezTo>
                <a:cubicBezTo>
                  <a:pt x="1394253" y="943414"/>
                  <a:pt x="1394253" y="943414"/>
                  <a:pt x="1394253" y="943414"/>
                </a:cubicBezTo>
                <a:cubicBezTo>
                  <a:pt x="1465388" y="886668"/>
                  <a:pt x="1465388" y="886668"/>
                  <a:pt x="1465388" y="886668"/>
                </a:cubicBezTo>
                <a:cubicBezTo>
                  <a:pt x="1586318" y="1255522"/>
                  <a:pt x="1586318" y="1255522"/>
                  <a:pt x="1586318" y="1255522"/>
                </a:cubicBezTo>
                <a:cubicBezTo>
                  <a:pt x="1522296" y="1312268"/>
                  <a:pt x="1522296" y="1312268"/>
                  <a:pt x="1522296" y="1312268"/>
                </a:cubicBezTo>
                <a:cubicBezTo>
                  <a:pt x="1173733" y="1127841"/>
                  <a:pt x="1173733" y="1127841"/>
                  <a:pt x="1173733" y="1127841"/>
                </a:cubicBezTo>
                <a:lnTo>
                  <a:pt x="1244868" y="1071095"/>
                </a:lnTo>
                <a:close/>
                <a:moveTo>
                  <a:pt x="1138165" y="1170402"/>
                </a:moveTo>
                <a:cubicBezTo>
                  <a:pt x="1401366" y="1425762"/>
                  <a:pt x="1401366" y="1425762"/>
                  <a:pt x="1401366" y="1425762"/>
                </a:cubicBezTo>
                <a:cubicBezTo>
                  <a:pt x="1344458" y="1482508"/>
                  <a:pt x="1344458" y="1482508"/>
                  <a:pt x="1344458" y="1482508"/>
                </a:cubicBezTo>
                <a:cubicBezTo>
                  <a:pt x="1081258" y="1234242"/>
                  <a:pt x="1081258" y="1234242"/>
                  <a:pt x="1081258" y="1234242"/>
                </a:cubicBezTo>
                <a:lnTo>
                  <a:pt x="1138165" y="1170402"/>
                </a:lnTo>
                <a:close/>
                <a:moveTo>
                  <a:pt x="860737" y="1496695"/>
                </a:moveTo>
                <a:cubicBezTo>
                  <a:pt x="1159506" y="1517975"/>
                  <a:pt x="1159506" y="1517975"/>
                  <a:pt x="1159506" y="1517975"/>
                </a:cubicBezTo>
                <a:cubicBezTo>
                  <a:pt x="960327" y="1369014"/>
                  <a:pt x="960327" y="1369014"/>
                  <a:pt x="960327" y="1369014"/>
                </a:cubicBezTo>
                <a:cubicBezTo>
                  <a:pt x="1010121" y="1305175"/>
                  <a:pt x="1010121" y="1305175"/>
                  <a:pt x="1010121" y="1305175"/>
                </a:cubicBezTo>
                <a:cubicBezTo>
                  <a:pt x="1294663" y="1532162"/>
                  <a:pt x="1294663" y="1532162"/>
                  <a:pt x="1294663" y="1532162"/>
                </a:cubicBezTo>
                <a:cubicBezTo>
                  <a:pt x="1244868" y="1596001"/>
                  <a:pt x="1244868" y="1596001"/>
                  <a:pt x="1244868" y="1596001"/>
                </a:cubicBezTo>
                <a:cubicBezTo>
                  <a:pt x="953214" y="1574721"/>
                  <a:pt x="953214" y="1574721"/>
                  <a:pt x="953214" y="1574721"/>
                </a:cubicBezTo>
                <a:cubicBezTo>
                  <a:pt x="1145278" y="1723682"/>
                  <a:pt x="1145278" y="1723682"/>
                  <a:pt x="1145278" y="1723682"/>
                </a:cubicBezTo>
                <a:cubicBezTo>
                  <a:pt x="1102597" y="1787522"/>
                  <a:pt x="1102597" y="1787522"/>
                  <a:pt x="1102597" y="1787522"/>
                </a:cubicBezTo>
                <a:cubicBezTo>
                  <a:pt x="810943" y="1560535"/>
                  <a:pt x="810943" y="1560535"/>
                  <a:pt x="810943" y="1560535"/>
                </a:cubicBezTo>
                <a:lnTo>
                  <a:pt x="860737" y="1496695"/>
                </a:lnTo>
                <a:close/>
                <a:moveTo>
                  <a:pt x="625991" y="1872642"/>
                </a:moveTo>
                <a:cubicBezTo>
                  <a:pt x="796715" y="1971949"/>
                  <a:pt x="796715" y="1971949"/>
                  <a:pt x="796715" y="1971949"/>
                </a:cubicBezTo>
                <a:cubicBezTo>
                  <a:pt x="825170" y="1986135"/>
                  <a:pt x="846511" y="1993229"/>
                  <a:pt x="853624" y="1993229"/>
                </a:cubicBezTo>
                <a:cubicBezTo>
                  <a:pt x="867851" y="2000322"/>
                  <a:pt x="882079" y="2000322"/>
                  <a:pt x="896305" y="1993229"/>
                </a:cubicBezTo>
                <a:cubicBezTo>
                  <a:pt x="910533" y="1986135"/>
                  <a:pt x="924759" y="1971949"/>
                  <a:pt x="938986" y="1950669"/>
                </a:cubicBezTo>
                <a:cubicBezTo>
                  <a:pt x="946100" y="1929389"/>
                  <a:pt x="953214" y="1915202"/>
                  <a:pt x="953214" y="1901016"/>
                </a:cubicBezTo>
                <a:cubicBezTo>
                  <a:pt x="953214" y="1886829"/>
                  <a:pt x="946100" y="1872642"/>
                  <a:pt x="931873" y="1865549"/>
                </a:cubicBezTo>
                <a:cubicBezTo>
                  <a:pt x="924759" y="1858456"/>
                  <a:pt x="903418" y="1844269"/>
                  <a:pt x="882079" y="1830083"/>
                </a:cubicBezTo>
                <a:cubicBezTo>
                  <a:pt x="704240" y="1730775"/>
                  <a:pt x="704240" y="1730775"/>
                  <a:pt x="704240" y="1730775"/>
                </a:cubicBezTo>
                <a:cubicBezTo>
                  <a:pt x="739808" y="1659842"/>
                  <a:pt x="739808" y="1659842"/>
                  <a:pt x="739808" y="1659842"/>
                </a:cubicBezTo>
                <a:cubicBezTo>
                  <a:pt x="910533" y="1759148"/>
                  <a:pt x="910533" y="1759148"/>
                  <a:pt x="910533" y="1759148"/>
                </a:cubicBezTo>
                <a:cubicBezTo>
                  <a:pt x="953214" y="1780428"/>
                  <a:pt x="974554" y="1794615"/>
                  <a:pt x="988781" y="1808803"/>
                </a:cubicBezTo>
                <a:cubicBezTo>
                  <a:pt x="1003008" y="1822988"/>
                  <a:pt x="1010121" y="1837176"/>
                  <a:pt x="1017236" y="1851362"/>
                </a:cubicBezTo>
                <a:cubicBezTo>
                  <a:pt x="1024349" y="1865549"/>
                  <a:pt x="1024349" y="1886829"/>
                  <a:pt x="1024349" y="1908109"/>
                </a:cubicBezTo>
                <a:cubicBezTo>
                  <a:pt x="1017236" y="1929389"/>
                  <a:pt x="1010121" y="1950669"/>
                  <a:pt x="995895" y="1979042"/>
                </a:cubicBezTo>
                <a:cubicBezTo>
                  <a:pt x="974554" y="2014510"/>
                  <a:pt x="953214" y="2035788"/>
                  <a:pt x="938986" y="2049976"/>
                </a:cubicBezTo>
                <a:cubicBezTo>
                  <a:pt x="924759" y="2064163"/>
                  <a:pt x="903418" y="2071256"/>
                  <a:pt x="889192" y="2078349"/>
                </a:cubicBezTo>
                <a:cubicBezTo>
                  <a:pt x="874965" y="2078349"/>
                  <a:pt x="853624" y="2078349"/>
                  <a:pt x="839398" y="2078349"/>
                </a:cubicBezTo>
                <a:cubicBezTo>
                  <a:pt x="818057" y="2071256"/>
                  <a:pt x="789602" y="2057069"/>
                  <a:pt x="754035" y="2035788"/>
                </a:cubicBezTo>
                <a:cubicBezTo>
                  <a:pt x="583310" y="1943575"/>
                  <a:pt x="583310" y="1943575"/>
                  <a:pt x="583310" y="1943575"/>
                </a:cubicBezTo>
                <a:lnTo>
                  <a:pt x="625991" y="1872642"/>
                </a:lnTo>
                <a:close/>
                <a:moveTo>
                  <a:pt x="320109" y="2851523"/>
                </a:moveTo>
                <a:cubicBezTo>
                  <a:pt x="583310" y="2723843"/>
                  <a:pt x="583310" y="2723843"/>
                  <a:pt x="583310" y="2723843"/>
                </a:cubicBezTo>
                <a:cubicBezTo>
                  <a:pt x="341450" y="2688377"/>
                  <a:pt x="341450" y="2688377"/>
                  <a:pt x="341450" y="2688377"/>
                </a:cubicBezTo>
                <a:cubicBezTo>
                  <a:pt x="355676" y="2610349"/>
                  <a:pt x="355676" y="2610349"/>
                  <a:pt x="355676" y="2610349"/>
                </a:cubicBezTo>
                <a:cubicBezTo>
                  <a:pt x="718467" y="2667097"/>
                  <a:pt x="718467" y="2667097"/>
                  <a:pt x="718467" y="2667097"/>
                </a:cubicBezTo>
                <a:cubicBezTo>
                  <a:pt x="704240" y="2745123"/>
                  <a:pt x="704240" y="2745123"/>
                  <a:pt x="704240" y="2745123"/>
                </a:cubicBezTo>
                <a:cubicBezTo>
                  <a:pt x="441039" y="2872804"/>
                  <a:pt x="441039" y="2872804"/>
                  <a:pt x="441039" y="2872804"/>
                </a:cubicBezTo>
                <a:cubicBezTo>
                  <a:pt x="675786" y="2908270"/>
                  <a:pt x="675786" y="2908270"/>
                  <a:pt x="675786" y="2908270"/>
                </a:cubicBezTo>
                <a:cubicBezTo>
                  <a:pt x="668673" y="2986297"/>
                  <a:pt x="668673" y="2986297"/>
                  <a:pt x="668673" y="2986297"/>
                </a:cubicBezTo>
                <a:cubicBezTo>
                  <a:pt x="305882" y="2929550"/>
                  <a:pt x="305882" y="2929550"/>
                  <a:pt x="305882" y="2929550"/>
                </a:cubicBezTo>
                <a:lnTo>
                  <a:pt x="320109" y="2851523"/>
                </a:lnTo>
                <a:close/>
                <a:moveTo>
                  <a:pt x="298769" y="3028857"/>
                </a:moveTo>
                <a:cubicBezTo>
                  <a:pt x="668673" y="3050137"/>
                  <a:pt x="668673" y="3050137"/>
                  <a:pt x="668673" y="3050137"/>
                </a:cubicBezTo>
                <a:cubicBezTo>
                  <a:pt x="661558" y="3128164"/>
                  <a:pt x="661558" y="3128164"/>
                  <a:pt x="661558" y="3128164"/>
                </a:cubicBezTo>
                <a:cubicBezTo>
                  <a:pt x="298769" y="3113976"/>
                  <a:pt x="298769" y="3113976"/>
                  <a:pt x="298769" y="3113976"/>
                </a:cubicBezTo>
                <a:lnTo>
                  <a:pt x="298769" y="3028857"/>
                </a:lnTo>
                <a:close/>
                <a:moveTo>
                  <a:pt x="305882" y="3454457"/>
                </a:moveTo>
                <a:cubicBezTo>
                  <a:pt x="448153" y="3447364"/>
                  <a:pt x="448153" y="3447364"/>
                  <a:pt x="448153" y="3447364"/>
                </a:cubicBezTo>
                <a:cubicBezTo>
                  <a:pt x="441039" y="3291310"/>
                  <a:pt x="441039" y="3291310"/>
                  <a:pt x="441039" y="3291310"/>
                </a:cubicBezTo>
                <a:cubicBezTo>
                  <a:pt x="298769" y="3298403"/>
                  <a:pt x="298769" y="3298403"/>
                  <a:pt x="298769" y="3298403"/>
                </a:cubicBezTo>
                <a:cubicBezTo>
                  <a:pt x="291656" y="3213284"/>
                  <a:pt x="291656" y="3213284"/>
                  <a:pt x="291656" y="3213284"/>
                </a:cubicBezTo>
                <a:cubicBezTo>
                  <a:pt x="654445" y="3192004"/>
                  <a:pt x="654445" y="3192004"/>
                  <a:pt x="654445" y="3192004"/>
                </a:cubicBezTo>
                <a:cubicBezTo>
                  <a:pt x="661558" y="3277123"/>
                  <a:pt x="661558" y="3277123"/>
                  <a:pt x="661558" y="3277123"/>
                </a:cubicBezTo>
                <a:cubicBezTo>
                  <a:pt x="505061" y="3284217"/>
                  <a:pt x="505061" y="3284217"/>
                  <a:pt x="505061" y="3284217"/>
                </a:cubicBezTo>
                <a:cubicBezTo>
                  <a:pt x="512174" y="3447364"/>
                  <a:pt x="512174" y="3447364"/>
                  <a:pt x="512174" y="3447364"/>
                </a:cubicBezTo>
                <a:cubicBezTo>
                  <a:pt x="668673" y="3433177"/>
                  <a:pt x="668673" y="3433177"/>
                  <a:pt x="668673" y="3433177"/>
                </a:cubicBezTo>
                <a:cubicBezTo>
                  <a:pt x="675786" y="3518298"/>
                  <a:pt x="675786" y="3518298"/>
                  <a:pt x="675786" y="3518298"/>
                </a:cubicBezTo>
                <a:cubicBezTo>
                  <a:pt x="305882" y="3539578"/>
                  <a:pt x="305882" y="3539578"/>
                  <a:pt x="305882" y="3539578"/>
                </a:cubicBezTo>
                <a:lnTo>
                  <a:pt x="305882" y="3454457"/>
                </a:lnTo>
                <a:close/>
                <a:moveTo>
                  <a:pt x="697126" y="3872964"/>
                </a:moveTo>
                <a:cubicBezTo>
                  <a:pt x="675786" y="3908431"/>
                  <a:pt x="633104" y="3936804"/>
                  <a:pt x="576196" y="3950992"/>
                </a:cubicBezTo>
                <a:cubicBezTo>
                  <a:pt x="519288" y="3965177"/>
                  <a:pt x="469494" y="3958085"/>
                  <a:pt x="426811" y="3929711"/>
                </a:cubicBezTo>
                <a:cubicBezTo>
                  <a:pt x="384131" y="3901338"/>
                  <a:pt x="362791" y="3858778"/>
                  <a:pt x="348563" y="3802031"/>
                </a:cubicBezTo>
                <a:cubicBezTo>
                  <a:pt x="341450" y="3752378"/>
                  <a:pt x="341450" y="3709817"/>
                  <a:pt x="362791" y="3674351"/>
                </a:cubicBezTo>
                <a:cubicBezTo>
                  <a:pt x="377017" y="3653071"/>
                  <a:pt x="391244" y="3638884"/>
                  <a:pt x="419698" y="3624697"/>
                </a:cubicBezTo>
                <a:cubicBezTo>
                  <a:pt x="455266" y="3695631"/>
                  <a:pt x="455266" y="3695631"/>
                  <a:pt x="455266" y="3695631"/>
                </a:cubicBezTo>
                <a:cubicBezTo>
                  <a:pt x="433926" y="3709817"/>
                  <a:pt x="426811" y="3716912"/>
                  <a:pt x="412585" y="3738190"/>
                </a:cubicBezTo>
                <a:cubicBezTo>
                  <a:pt x="405472" y="3752378"/>
                  <a:pt x="405472" y="3773658"/>
                  <a:pt x="412585" y="3794938"/>
                </a:cubicBezTo>
                <a:cubicBezTo>
                  <a:pt x="419698" y="3823311"/>
                  <a:pt x="433926" y="3844591"/>
                  <a:pt x="455266" y="3858778"/>
                </a:cubicBezTo>
                <a:cubicBezTo>
                  <a:pt x="476607" y="3872964"/>
                  <a:pt x="512174" y="3880058"/>
                  <a:pt x="554855" y="3865871"/>
                </a:cubicBezTo>
                <a:cubicBezTo>
                  <a:pt x="597536" y="3858778"/>
                  <a:pt x="633104" y="3844591"/>
                  <a:pt x="647332" y="3823311"/>
                </a:cubicBezTo>
                <a:cubicBezTo>
                  <a:pt x="661558" y="3802031"/>
                  <a:pt x="668673" y="3773658"/>
                  <a:pt x="661558" y="3745285"/>
                </a:cubicBezTo>
                <a:cubicBezTo>
                  <a:pt x="654445" y="3724004"/>
                  <a:pt x="647332" y="3702724"/>
                  <a:pt x="633104" y="3695631"/>
                </a:cubicBezTo>
                <a:cubicBezTo>
                  <a:pt x="611764" y="3681444"/>
                  <a:pt x="590423" y="3674351"/>
                  <a:pt x="561969" y="3674351"/>
                </a:cubicBezTo>
                <a:cubicBezTo>
                  <a:pt x="569083" y="3589231"/>
                  <a:pt x="569083" y="3589231"/>
                  <a:pt x="569083" y="3589231"/>
                </a:cubicBezTo>
                <a:cubicBezTo>
                  <a:pt x="611764" y="3596324"/>
                  <a:pt x="647332" y="3610511"/>
                  <a:pt x="668673" y="3631791"/>
                </a:cubicBezTo>
                <a:cubicBezTo>
                  <a:pt x="697126" y="3653071"/>
                  <a:pt x="711354" y="3688537"/>
                  <a:pt x="718467" y="3731097"/>
                </a:cubicBezTo>
                <a:cubicBezTo>
                  <a:pt x="732693" y="3780751"/>
                  <a:pt x="725580" y="3830404"/>
                  <a:pt x="697126" y="3872964"/>
                </a:cubicBezTo>
                <a:close/>
                <a:moveTo>
                  <a:pt x="818057" y="2340803"/>
                </a:moveTo>
                <a:cubicBezTo>
                  <a:pt x="725580" y="2347896"/>
                  <a:pt x="725580" y="2347896"/>
                  <a:pt x="725580" y="2347896"/>
                </a:cubicBezTo>
                <a:cubicBezTo>
                  <a:pt x="675786" y="2503950"/>
                  <a:pt x="675786" y="2503950"/>
                  <a:pt x="675786" y="2503950"/>
                </a:cubicBezTo>
                <a:cubicBezTo>
                  <a:pt x="746921" y="2560696"/>
                  <a:pt x="746921" y="2560696"/>
                  <a:pt x="746921" y="2560696"/>
                </a:cubicBezTo>
                <a:cubicBezTo>
                  <a:pt x="718467" y="2645816"/>
                  <a:pt x="718467" y="2645816"/>
                  <a:pt x="718467" y="2645816"/>
                </a:cubicBezTo>
                <a:cubicBezTo>
                  <a:pt x="419698" y="2383363"/>
                  <a:pt x="419698" y="2383363"/>
                  <a:pt x="419698" y="2383363"/>
                </a:cubicBezTo>
                <a:cubicBezTo>
                  <a:pt x="441039" y="2298243"/>
                  <a:pt x="441039" y="2298243"/>
                  <a:pt x="441039" y="2298243"/>
                </a:cubicBezTo>
                <a:cubicBezTo>
                  <a:pt x="839398" y="2255683"/>
                  <a:pt x="839398" y="2255683"/>
                  <a:pt x="839398" y="2255683"/>
                </a:cubicBezTo>
                <a:lnTo>
                  <a:pt x="818057" y="2340803"/>
                </a:lnTo>
                <a:close/>
                <a:moveTo>
                  <a:pt x="1792610" y="5405126"/>
                </a:moveTo>
                <a:cubicBezTo>
                  <a:pt x="1792610" y="5412219"/>
                  <a:pt x="1785497" y="5419312"/>
                  <a:pt x="1778384" y="5419312"/>
                </a:cubicBezTo>
                <a:cubicBezTo>
                  <a:pt x="1764156" y="5426406"/>
                  <a:pt x="1700135" y="5412219"/>
                  <a:pt x="1693020" y="5419312"/>
                </a:cubicBezTo>
                <a:cubicBezTo>
                  <a:pt x="1657453" y="5419312"/>
                  <a:pt x="1650340" y="5419312"/>
                  <a:pt x="1643226" y="5433499"/>
                </a:cubicBezTo>
                <a:cubicBezTo>
                  <a:pt x="1643226" y="5440592"/>
                  <a:pt x="1643226" y="5461872"/>
                  <a:pt x="1629000" y="5461872"/>
                </a:cubicBezTo>
                <a:cubicBezTo>
                  <a:pt x="1614772" y="5454780"/>
                  <a:pt x="1579204" y="5447687"/>
                  <a:pt x="1557863" y="5447687"/>
                </a:cubicBezTo>
                <a:cubicBezTo>
                  <a:pt x="1550750" y="5447687"/>
                  <a:pt x="1543637" y="5447687"/>
                  <a:pt x="1536523" y="5447687"/>
                </a:cubicBezTo>
                <a:cubicBezTo>
                  <a:pt x="1458275" y="5539900"/>
                  <a:pt x="1401366" y="5617926"/>
                  <a:pt x="1316003" y="5703047"/>
                </a:cubicBezTo>
                <a:cubicBezTo>
                  <a:pt x="1316003" y="5703047"/>
                  <a:pt x="1301777" y="5710140"/>
                  <a:pt x="1301777" y="5710140"/>
                </a:cubicBezTo>
                <a:cubicBezTo>
                  <a:pt x="1358685" y="5617926"/>
                  <a:pt x="1415593" y="5525713"/>
                  <a:pt x="1479615" y="5433499"/>
                </a:cubicBezTo>
                <a:cubicBezTo>
                  <a:pt x="1486728" y="5419312"/>
                  <a:pt x="1479615" y="5412219"/>
                  <a:pt x="1479615" y="5412219"/>
                </a:cubicBezTo>
                <a:cubicBezTo>
                  <a:pt x="1472501" y="5398033"/>
                  <a:pt x="1493843" y="5376753"/>
                  <a:pt x="1508069" y="5376753"/>
                </a:cubicBezTo>
                <a:cubicBezTo>
                  <a:pt x="1508069" y="5376753"/>
                  <a:pt x="1515182" y="5376753"/>
                  <a:pt x="1522296" y="5376753"/>
                </a:cubicBezTo>
                <a:cubicBezTo>
                  <a:pt x="1557863" y="5320006"/>
                  <a:pt x="1557863" y="5320006"/>
                  <a:pt x="1572091" y="5298726"/>
                </a:cubicBezTo>
                <a:cubicBezTo>
                  <a:pt x="1557863" y="5291633"/>
                  <a:pt x="1500956" y="5270353"/>
                  <a:pt x="1515182" y="5256166"/>
                </a:cubicBezTo>
                <a:cubicBezTo>
                  <a:pt x="1522296" y="5256166"/>
                  <a:pt x="1536523" y="5256166"/>
                  <a:pt x="1550750" y="5256166"/>
                </a:cubicBezTo>
                <a:cubicBezTo>
                  <a:pt x="1564978" y="5263260"/>
                  <a:pt x="1579204" y="5263260"/>
                  <a:pt x="1586318" y="5270353"/>
                </a:cubicBezTo>
                <a:cubicBezTo>
                  <a:pt x="1614772" y="5241980"/>
                  <a:pt x="1629000" y="5220699"/>
                  <a:pt x="1643226" y="5185232"/>
                </a:cubicBezTo>
                <a:cubicBezTo>
                  <a:pt x="1643226" y="5178139"/>
                  <a:pt x="1664567" y="5149766"/>
                  <a:pt x="1657453" y="5149766"/>
                </a:cubicBezTo>
                <a:cubicBezTo>
                  <a:pt x="1657453" y="5135579"/>
                  <a:pt x="1657453" y="5135579"/>
                  <a:pt x="1657453" y="5128486"/>
                </a:cubicBezTo>
                <a:cubicBezTo>
                  <a:pt x="1685907" y="5142672"/>
                  <a:pt x="1700135" y="5156859"/>
                  <a:pt x="1700135" y="5185232"/>
                </a:cubicBezTo>
                <a:cubicBezTo>
                  <a:pt x="1700135" y="5185232"/>
                  <a:pt x="1700135" y="5206512"/>
                  <a:pt x="1700135" y="5213607"/>
                </a:cubicBezTo>
                <a:cubicBezTo>
                  <a:pt x="1678794" y="5234885"/>
                  <a:pt x="1664567" y="5263260"/>
                  <a:pt x="1643226" y="5284540"/>
                </a:cubicBezTo>
                <a:cubicBezTo>
                  <a:pt x="1650340" y="5291633"/>
                  <a:pt x="1657453" y="5291633"/>
                  <a:pt x="1664567" y="5291633"/>
                </a:cubicBezTo>
                <a:cubicBezTo>
                  <a:pt x="1685907" y="5305820"/>
                  <a:pt x="1700135" y="5305820"/>
                  <a:pt x="1721475" y="5320006"/>
                </a:cubicBezTo>
                <a:cubicBezTo>
                  <a:pt x="1728588" y="5312913"/>
                  <a:pt x="1735703" y="5320006"/>
                  <a:pt x="1735703" y="5312913"/>
                </a:cubicBezTo>
                <a:cubicBezTo>
                  <a:pt x="1792610" y="5341286"/>
                  <a:pt x="1799725" y="5398033"/>
                  <a:pt x="1792610" y="5405126"/>
                </a:cubicBezTo>
                <a:close/>
                <a:moveTo>
                  <a:pt x="1344458" y="5213607"/>
                </a:moveTo>
                <a:cubicBezTo>
                  <a:pt x="1365799" y="5227792"/>
                  <a:pt x="1387138" y="5241980"/>
                  <a:pt x="1394253" y="5263260"/>
                </a:cubicBezTo>
                <a:cubicBezTo>
                  <a:pt x="1401366" y="5270353"/>
                  <a:pt x="1429821" y="5305820"/>
                  <a:pt x="1444047" y="5348379"/>
                </a:cubicBezTo>
                <a:cubicBezTo>
                  <a:pt x="1451160" y="5369659"/>
                  <a:pt x="1458275" y="5376753"/>
                  <a:pt x="1451160" y="5398033"/>
                </a:cubicBezTo>
                <a:cubicBezTo>
                  <a:pt x="1415593" y="5376753"/>
                  <a:pt x="1422707" y="5369659"/>
                  <a:pt x="1408480" y="5334193"/>
                </a:cubicBezTo>
                <a:cubicBezTo>
                  <a:pt x="1408480" y="5320006"/>
                  <a:pt x="1401366" y="5305820"/>
                  <a:pt x="1372912" y="5277446"/>
                </a:cubicBezTo>
                <a:cubicBezTo>
                  <a:pt x="1372912" y="5263260"/>
                  <a:pt x="1344458" y="5234885"/>
                  <a:pt x="1344458" y="5213607"/>
                </a:cubicBezTo>
                <a:close/>
                <a:moveTo>
                  <a:pt x="1863745" y="5816540"/>
                </a:moveTo>
                <a:cubicBezTo>
                  <a:pt x="1863745" y="5802353"/>
                  <a:pt x="1849519" y="5795260"/>
                  <a:pt x="1849519" y="5781073"/>
                </a:cubicBezTo>
                <a:cubicBezTo>
                  <a:pt x="1892200" y="5724327"/>
                  <a:pt x="1949108" y="5596646"/>
                  <a:pt x="1998903" y="5525713"/>
                </a:cubicBezTo>
                <a:cubicBezTo>
                  <a:pt x="2006017" y="5511526"/>
                  <a:pt x="2013130" y="5504433"/>
                  <a:pt x="2020244" y="5504433"/>
                </a:cubicBezTo>
                <a:cubicBezTo>
                  <a:pt x="2020244" y="5511526"/>
                  <a:pt x="2027357" y="5511526"/>
                  <a:pt x="2013130" y="5539900"/>
                </a:cubicBezTo>
                <a:cubicBezTo>
                  <a:pt x="2013130" y="5546993"/>
                  <a:pt x="1870860" y="5809446"/>
                  <a:pt x="1885086" y="5823633"/>
                </a:cubicBezTo>
                <a:cubicBezTo>
                  <a:pt x="1870860" y="5823633"/>
                  <a:pt x="1870860" y="5823633"/>
                  <a:pt x="1863745" y="5816540"/>
                </a:cubicBezTo>
                <a:close/>
                <a:moveTo>
                  <a:pt x="2055811" y="5880381"/>
                </a:moveTo>
                <a:cubicBezTo>
                  <a:pt x="2048698" y="5887474"/>
                  <a:pt x="2048698" y="5887474"/>
                  <a:pt x="2041585" y="5887474"/>
                </a:cubicBezTo>
                <a:cubicBezTo>
                  <a:pt x="2034470" y="5887474"/>
                  <a:pt x="2020244" y="5880381"/>
                  <a:pt x="2006017" y="5873286"/>
                </a:cubicBezTo>
                <a:cubicBezTo>
                  <a:pt x="1991789" y="5859101"/>
                  <a:pt x="1956222" y="5802353"/>
                  <a:pt x="1963335" y="5788167"/>
                </a:cubicBezTo>
                <a:cubicBezTo>
                  <a:pt x="1963335" y="5788167"/>
                  <a:pt x="1963335" y="5788167"/>
                  <a:pt x="1963335" y="5788167"/>
                </a:cubicBezTo>
                <a:cubicBezTo>
                  <a:pt x="1977563" y="5830726"/>
                  <a:pt x="2034470" y="5816540"/>
                  <a:pt x="2091379" y="5802353"/>
                </a:cubicBezTo>
                <a:cubicBezTo>
                  <a:pt x="2134060" y="5788167"/>
                  <a:pt x="2169627" y="5766887"/>
                  <a:pt x="2169627" y="5759793"/>
                </a:cubicBezTo>
                <a:cubicBezTo>
                  <a:pt x="2169627" y="5752700"/>
                  <a:pt x="2169627" y="5745607"/>
                  <a:pt x="2162514" y="5738513"/>
                </a:cubicBezTo>
                <a:cubicBezTo>
                  <a:pt x="2162514" y="5745607"/>
                  <a:pt x="2141173" y="5752700"/>
                  <a:pt x="2112720" y="5759793"/>
                </a:cubicBezTo>
                <a:cubicBezTo>
                  <a:pt x="2048698" y="5773980"/>
                  <a:pt x="1956222" y="5788167"/>
                  <a:pt x="1941995" y="5781073"/>
                </a:cubicBezTo>
                <a:cubicBezTo>
                  <a:pt x="1920654" y="5773980"/>
                  <a:pt x="1920654" y="5766887"/>
                  <a:pt x="1941995" y="5738513"/>
                </a:cubicBezTo>
                <a:cubicBezTo>
                  <a:pt x="1984676" y="5724327"/>
                  <a:pt x="2062924" y="5710140"/>
                  <a:pt x="2112720" y="5688860"/>
                </a:cubicBezTo>
                <a:cubicBezTo>
                  <a:pt x="2112720" y="5681767"/>
                  <a:pt x="2126946" y="5681767"/>
                  <a:pt x="2119833" y="5667579"/>
                </a:cubicBezTo>
                <a:cubicBezTo>
                  <a:pt x="2098492" y="5674674"/>
                  <a:pt x="2034470" y="5681767"/>
                  <a:pt x="2020244" y="5681767"/>
                </a:cubicBezTo>
                <a:cubicBezTo>
                  <a:pt x="1998903" y="5660487"/>
                  <a:pt x="2013130" y="5639206"/>
                  <a:pt x="2020244" y="5617926"/>
                </a:cubicBezTo>
                <a:cubicBezTo>
                  <a:pt x="2027357" y="5617926"/>
                  <a:pt x="2020244" y="5617926"/>
                  <a:pt x="2027357" y="5617926"/>
                </a:cubicBezTo>
                <a:cubicBezTo>
                  <a:pt x="2041585" y="5632113"/>
                  <a:pt x="2091379" y="5617926"/>
                  <a:pt x="2098492" y="5610833"/>
                </a:cubicBezTo>
                <a:cubicBezTo>
                  <a:pt x="2091379" y="5596646"/>
                  <a:pt x="2077152" y="5561180"/>
                  <a:pt x="2084266" y="5568273"/>
                </a:cubicBezTo>
                <a:cubicBezTo>
                  <a:pt x="2098492" y="5575366"/>
                  <a:pt x="2098492" y="5582460"/>
                  <a:pt x="2119833" y="5582460"/>
                </a:cubicBezTo>
                <a:cubicBezTo>
                  <a:pt x="2119833" y="5582460"/>
                  <a:pt x="2126946" y="5582460"/>
                  <a:pt x="2119833" y="5582460"/>
                </a:cubicBezTo>
                <a:cubicBezTo>
                  <a:pt x="2112720" y="5575366"/>
                  <a:pt x="2098492" y="5568273"/>
                  <a:pt x="2098492" y="5561180"/>
                </a:cubicBezTo>
                <a:cubicBezTo>
                  <a:pt x="2105605" y="5546993"/>
                  <a:pt x="2119833" y="5546993"/>
                  <a:pt x="2126946" y="5554086"/>
                </a:cubicBezTo>
                <a:cubicBezTo>
                  <a:pt x="2141173" y="5561180"/>
                  <a:pt x="2190968" y="5596646"/>
                  <a:pt x="2190968" y="5596646"/>
                </a:cubicBezTo>
                <a:cubicBezTo>
                  <a:pt x="2198082" y="5603739"/>
                  <a:pt x="2198082" y="5603739"/>
                  <a:pt x="2198082" y="5603739"/>
                </a:cubicBezTo>
                <a:cubicBezTo>
                  <a:pt x="2205195" y="5610833"/>
                  <a:pt x="2205195" y="5617926"/>
                  <a:pt x="2205195" y="5625019"/>
                </a:cubicBezTo>
                <a:cubicBezTo>
                  <a:pt x="2205195" y="5646299"/>
                  <a:pt x="2190968" y="5653394"/>
                  <a:pt x="2169627" y="5653394"/>
                </a:cubicBezTo>
                <a:cubicBezTo>
                  <a:pt x="2176742" y="5688860"/>
                  <a:pt x="2176742" y="5717233"/>
                  <a:pt x="2198082" y="5752700"/>
                </a:cubicBezTo>
                <a:cubicBezTo>
                  <a:pt x="2212310" y="5738513"/>
                  <a:pt x="2226536" y="5738513"/>
                  <a:pt x="2226536" y="5731420"/>
                </a:cubicBezTo>
                <a:cubicBezTo>
                  <a:pt x="2247877" y="5745607"/>
                  <a:pt x="2254990" y="5752700"/>
                  <a:pt x="2254990" y="5773980"/>
                </a:cubicBezTo>
                <a:cubicBezTo>
                  <a:pt x="2240763" y="5802353"/>
                  <a:pt x="2205195" y="5795260"/>
                  <a:pt x="2198082" y="5809446"/>
                </a:cubicBezTo>
                <a:cubicBezTo>
                  <a:pt x="2190968" y="5837820"/>
                  <a:pt x="2198082" y="5894567"/>
                  <a:pt x="2183855" y="5915847"/>
                </a:cubicBezTo>
                <a:cubicBezTo>
                  <a:pt x="2183855" y="5922940"/>
                  <a:pt x="2176742" y="5922940"/>
                  <a:pt x="2169627" y="5915847"/>
                </a:cubicBezTo>
                <a:cubicBezTo>
                  <a:pt x="2162514" y="5894567"/>
                  <a:pt x="2169627" y="5844913"/>
                  <a:pt x="2169627" y="5816540"/>
                </a:cubicBezTo>
                <a:cubicBezTo>
                  <a:pt x="2155401" y="5823633"/>
                  <a:pt x="2126946" y="5837820"/>
                  <a:pt x="2098492" y="5837820"/>
                </a:cubicBezTo>
                <a:cubicBezTo>
                  <a:pt x="2098492" y="5844913"/>
                  <a:pt x="2098492" y="5844913"/>
                  <a:pt x="2098492" y="5852006"/>
                </a:cubicBezTo>
                <a:cubicBezTo>
                  <a:pt x="2112720" y="5859101"/>
                  <a:pt x="2112720" y="5866194"/>
                  <a:pt x="2119833" y="5873286"/>
                </a:cubicBezTo>
                <a:cubicBezTo>
                  <a:pt x="2119833" y="5880381"/>
                  <a:pt x="2105605" y="5887474"/>
                  <a:pt x="2105605" y="5894567"/>
                </a:cubicBezTo>
                <a:cubicBezTo>
                  <a:pt x="2098492" y="5894567"/>
                  <a:pt x="2084266" y="5887474"/>
                  <a:pt x="2070038" y="5880381"/>
                </a:cubicBezTo>
                <a:cubicBezTo>
                  <a:pt x="2062924" y="5880381"/>
                  <a:pt x="2055811" y="5880381"/>
                  <a:pt x="2055811" y="5880381"/>
                </a:cubicBezTo>
                <a:close/>
                <a:moveTo>
                  <a:pt x="2254990" y="5582460"/>
                </a:moveTo>
                <a:cubicBezTo>
                  <a:pt x="2254990" y="5568273"/>
                  <a:pt x="2269217" y="5575366"/>
                  <a:pt x="2276330" y="5575366"/>
                </a:cubicBezTo>
                <a:cubicBezTo>
                  <a:pt x="2297671" y="5589553"/>
                  <a:pt x="2311898" y="5596646"/>
                  <a:pt x="2319012" y="5632113"/>
                </a:cubicBezTo>
                <a:cubicBezTo>
                  <a:pt x="2319012" y="5639206"/>
                  <a:pt x="2319012" y="5646299"/>
                  <a:pt x="2311898" y="5660487"/>
                </a:cubicBezTo>
                <a:cubicBezTo>
                  <a:pt x="2297671" y="5660487"/>
                  <a:pt x="2269217" y="5660487"/>
                  <a:pt x="2269217" y="5639206"/>
                </a:cubicBezTo>
                <a:cubicBezTo>
                  <a:pt x="2262104" y="5625019"/>
                  <a:pt x="2247877" y="5589553"/>
                  <a:pt x="2254990" y="5582460"/>
                </a:cubicBezTo>
                <a:close/>
                <a:moveTo>
                  <a:pt x="2425715" y="5688860"/>
                </a:moveTo>
                <a:cubicBezTo>
                  <a:pt x="2375920" y="5695953"/>
                  <a:pt x="2269217" y="5993873"/>
                  <a:pt x="2219423" y="6057713"/>
                </a:cubicBezTo>
                <a:cubicBezTo>
                  <a:pt x="2190968" y="6107366"/>
                  <a:pt x="2176742" y="6107366"/>
                  <a:pt x="2155401" y="6086086"/>
                </a:cubicBezTo>
                <a:cubicBezTo>
                  <a:pt x="2126946" y="6057713"/>
                  <a:pt x="2091379" y="5930034"/>
                  <a:pt x="2098492" y="5901660"/>
                </a:cubicBezTo>
                <a:cubicBezTo>
                  <a:pt x="2105605" y="5908754"/>
                  <a:pt x="2112720" y="5930034"/>
                  <a:pt x="2112720" y="5937127"/>
                </a:cubicBezTo>
                <a:cubicBezTo>
                  <a:pt x="2119833" y="5930034"/>
                  <a:pt x="2112720" y="5930034"/>
                  <a:pt x="2119833" y="5922940"/>
                </a:cubicBezTo>
                <a:cubicBezTo>
                  <a:pt x="2126946" y="5944220"/>
                  <a:pt x="2155401" y="6000967"/>
                  <a:pt x="2162514" y="6008060"/>
                </a:cubicBezTo>
                <a:cubicBezTo>
                  <a:pt x="2183855" y="6022247"/>
                  <a:pt x="2190968" y="5986780"/>
                  <a:pt x="2205195" y="5972594"/>
                </a:cubicBezTo>
                <a:cubicBezTo>
                  <a:pt x="2233649" y="5915847"/>
                  <a:pt x="2311898" y="5724327"/>
                  <a:pt x="2340352" y="5667579"/>
                </a:cubicBezTo>
                <a:cubicBezTo>
                  <a:pt x="2361693" y="5632113"/>
                  <a:pt x="2375920" y="5596646"/>
                  <a:pt x="2354580" y="5575366"/>
                </a:cubicBezTo>
                <a:cubicBezTo>
                  <a:pt x="2276330" y="5532806"/>
                  <a:pt x="2176742" y="5561180"/>
                  <a:pt x="2105605" y="5518620"/>
                </a:cubicBezTo>
                <a:cubicBezTo>
                  <a:pt x="2105605" y="5518620"/>
                  <a:pt x="2105605" y="5518620"/>
                  <a:pt x="2105605" y="5518620"/>
                </a:cubicBezTo>
                <a:cubicBezTo>
                  <a:pt x="2148288" y="5504433"/>
                  <a:pt x="2333239" y="5546993"/>
                  <a:pt x="2333239" y="5546993"/>
                </a:cubicBezTo>
                <a:cubicBezTo>
                  <a:pt x="2390148" y="5561180"/>
                  <a:pt x="2461283" y="5617926"/>
                  <a:pt x="2425715" y="5688860"/>
                </a:cubicBezTo>
                <a:close/>
                <a:moveTo>
                  <a:pt x="2596440" y="6086086"/>
                </a:moveTo>
                <a:cubicBezTo>
                  <a:pt x="2596440" y="6086086"/>
                  <a:pt x="2582212" y="6093181"/>
                  <a:pt x="2575099" y="6093181"/>
                </a:cubicBezTo>
                <a:cubicBezTo>
                  <a:pt x="2575099" y="6093181"/>
                  <a:pt x="2575099" y="6100274"/>
                  <a:pt x="2560872" y="6107366"/>
                </a:cubicBezTo>
                <a:cubicBezTo>
                  <a:pt x="2560872" y="6107366"/>
                  <a:pt x="2546645" y="6114461"/>
                  <a:pt x="2532418" y="6107366"/>
                </a:cubicBezTo>
                <a:cubicBezTo>
                  <a:pt x="2532418" y="6107366"/>
                  <a:pt x="2525305" y="6100274"/>
                  <a:pt x="2518192" y="6100274"/>
                </a:cubicBezTo>
                <a:cubicBezTo>
                  <a:pt x="2518192" y="6100274"/>
                  <a:pt x="2503964" y="6093181"/>
                  <a:pt x="2496850" y="6093181"/>
                </a:cubicBezTo>
                <a:cubicBezTo>
                  <a:pt x="2496850" y="6093181"/>
                  <a:pt x="2482623" y="6093181"/>
                  <a:pt x="2503964" y="6086086"/>
                </a:cubicBezTo>
                <a:cubicBezTo>
                  <a:pt x="2503964" y="6086086"/>
                  <a:pt x="2503964" y="6078993"/>
                  <a:pt x="2511077" y="6078993"/>
                </a:cubicBezTo>
                <a:cubicBezTo>
                  <a:pt x="2511077" y="6078993"/>
                  <a:pt x="2518192" y="6078993"/>
                  <a:pt x="2518192" y="6078993"/>
                </a:cubicBezTo>
                <a:cubicBezTo>
                  <a:pt x="2518192" y="6078993"/>
                  <a:pt x="2518192" y="6071900"/>
                  <a:pt x="2525305" y="6078993"/>
                </a:cubicBezTo>
                <a:cubicBezTo>
                  <a:pt x="2525305" y="6078993"/>
                  <a:pt x="2532418" y="6086086"/>
                  <a:pt x="2539531" y="6064808"/>
                </a:cubicBezTo>
                <a:cubicBezTo>
                  <a:pt x="2539531" y="6064808"/>
                  <a:pt x="2539531" y="6064808"/>
                  <a:pt x="2546645" y="6064808"/>
                </a:cubicBezTo>
                <a:cubicBezTo>
                  <a:pt x="2546645" y="6064808"/>
                  <a:pt x="2575099" y="6050620"/>
                  <a:pt x="2639121" y="6008060"/>
                </a:cubicBezTo>
                <a:cubicBezTo>
                  <a:pt x="2639121" y="6008060"/>
                  <a:pt x="2696030" y="5972594"/>
                  <a:pt x="2731597" y="5937127"/>
                </a:cubicBezTo>
                <a:cubicBezTo>
                  <a:pt x="2731597" y="5937127"/>
                  <a:pt x="2760052" y="5915847"/>
                  <a:pt x="2795619" y="5887474"/>
                </a:cubicBezTo>
                <a:cubicBezTo>
                  <a:pt x="2795619" y="5887474"/>
                  <a:pt x="2888094" y="5816540"/>
                  <a:pt x="2902322" y="5795260"/>
                </a:cubicBezTo>
                <a:cubicBezTo>
                  <a:pt x="2902322" y="5795260"/>
                  <a:pt x="2838300" y="5759793"/>
                  <a:pt x="2845413" y="5731420"/>
                </a:cubicBezTo>
                <a:cubicBezTo>
                  <a:pt x="2845413" y="5731420"/>
                  <a:pt x="2852527" y="5717233"/>
                  <a:pt x="2859640" y="5731420"/>
                </a:cubicBezTo>
                <a:cubicBezTo>
                  <a:pt x="2859640" y="5731420"/>
                  <a:pt x="2888094" y="5752700"/>
                  <a:pt x="2937890" y="5745607"/>
                </a:cubicBezTo>
                <a:cubicBezTo>
                  <a:pt x="2937890" y="5745607"/>
                  <a:pt x="2959230" y="5745607"/>
                  <a:pt x="2987684" y="5724327"/>
                </a:cubicBezTo>
                <a:cubicBezTo>
                  <a:pt x="2987684" y="5724327"/>
                  <a:pt x="3023252" y="5717233"/>
                  <a:pt x="3037479" y="5781073"/>
                </a:cubicBezTo>
                <a:cubicBezTo>
                  <a:pt x="3037479" y="5781073"/>
                  <a:pt x="3037479" y="5809446"/>
                  <a:pt x="3023252" y="5802353"/>
                </a:cubicBezTo>
                <a:cubicBezTo>
                  <a:pt x="3023252" y="5802353"/>
                  <a:pt x="3001912" y="5802353"/>
                  <a:pt x="2980571" y="5809446"/>
                </a:cubicBezTo>
                <a:cubicBezTo>
                  <a:pt x="2980571" y="5809446"/>
                  <a:pt x="2973457" y="5802353"/>
                  <a:pt x="2959230" y="5816540"/>
                </a:cubicBezTo>
                <a:cubicBezTo>
                  <a:pt x="2959230" y="5816540"/>
                  <a:pt x="2916549" y="5859101"/>
                  <a:pt x="2824072" y="5915847"/>
                </a:cubicBezTo>
                <a:cubicBezTo>
                  <a:pt x="2824072" y="5915847"/>
                  <a:pt x="2774278" y="5951314"/>
                  <a:pt x="2710256" y="6015153"/>
                </a:cubicBezTo>
                <a:cubicBezTo>
                  <a:pt x="2710256" y="6015153"/>
                  <a:pt x="2660462" y="6057713"/>
                  <a:pt x="2596440" y="6086086"/>
                </a:cubicBezTo>
                <a:close/>
                <a:moveTo>
                  <a:pt x="3058819" y="6086086"/>
                </a:moveTo>
                <a:cubicBezTo>
                  <a:pt x="3058819" y="6086086"/>
                  <a:pt x="3058819" y="6093181"/>
                  <a:pt x="3058819" y="6100274"/>
                </a:cubicBezTo>
                <a:cubicBezTo>
                  <a:pt x="3058819" y="6100274"/>
                  <a:pt x="3058819" y="6114461"/>
                  <a:pt x="3037479" y="6114461"/>
                </a:cubicBezTo>
                <a:cubicBezTo>
                  <a:pt x="3037479" y="6114461"/>
                  <a:pt x="2987684" y="6128647"/>
                  <a:pt x="2980571" y="6142834"/>
                </a:cubicBezTo>
                <a:cubicBezTo>
                  <a:pt x="2980571" y="6142834"/>
                  <a:pt x="2952116" y="6164114"/>
                  <a:pt x="2959230" y="6185394"/>
                </a:cubicBezTo>
                <a:cubicBezTo>
                  <a:pt x="2959230" y="6185394"/>
                  <a:pt x="2959230" y="6199580"/>
                  <a:pt x="2937890" y="6206674"/>
                </a:cubicBezTo>
                <a:cubicBezTo>
                  <a:pt x="2937890" y="6206674"/>
                  <a:pt x="2923662" y="6206674"/>
                  <a:pt x="2909435" y="6206674"/>
                </a:cubicBezTo>
                <a:cubicBezTo>
                  <a:pt x="2909435" y="6206674"/>
                  <a:pt x="2895209" y="6192487"/>
                  <a:pt x="2873868" y="6206674"/>
                </a:cubicBezTo>
                <a:cubicBezTo>
                  <a:pt x="2873868" y="6206674"/>
                  <a:pt x="2873868" y="6213767"/>
                  <a:pt x="2859640" y="6206674"/>
                </a:cubicBezTo>
                <a:cubicBezTo>
                  <a:pt x="2859640" y="6206674"/>
                  <a:pt x="2859640" y="6199580"/>
                  <a:pt x="2852527" y="6199580"/>
                </a:cubicBezTo>
                <a:cubicBezTo>
                  <a:pt x="2852527" y="6199580"/>
                  <a:pt x="2845413" y="6192487"/>
                  <a:pt x="2845413" y="6185394"/>
                </a:cubicBezTo>
                <a:cubicBezTo>
                  <a:pt x="2845413" y="6185394"/>
                  <a:pt x="2845413" y="6171207"/>
                  <a:pt x="2831187" y="6164114"/>
                </a:cubicBezTo>
                <a:cubicBezTo>
                  <a:pt x="2831187" y="6164114"/>
                  <a:pt x="2824072" y="6164114"/>
                  <a:pt x="2824072" y="6149927"/>
                </a:cubicBezTo>
                <a:cubicBezTo>
                  <a:pt x="2824072" y="6149927"/>
                  <a:pt x="2816959" y="6107366"/>
                  <a:pt x="2809846" y="6086086"/>
                </a:cubicBezTo>
                <a:cubicBezTo>
                  <a:pt x="2809846" y="6086086"/>
                  <a:pt x="2802733" y="6064808"/>
                  <a:pt x="2781391" y="6057713"/>
                </a:cubicBezTo>
                <a:cubicBezTo>
                  <a:pt x="2781391" y="6057713"/>
                  <a:pt x="2752937" y="6015153"/>
                  <a:pt x="2767165" y="6015153"/>
                </a:cubicBezTo>
                <a:cubicBezTo>
                  <a:pt x="2767165" y="6015153"/>
                  <a:pt x="2795619" y="6015153"/>
                  <a:pt x="2816959" y="6057713"/>
                </a:cubicBezTo>
                <a:cubicBezTo>
                  <a:pt x="2816959" y="6057713"/>
                  <a:pt x="2816959" y="6071900"/>
                  <a:pt x="2816959" y="6086086"/>
                </a:cubicBezTo>
                <a:cubicBezTo>
                  <a:pt x="2816959" y="6086086"/>
                  <a:pt x="2824072" y="6093181"/>
                  <a:pt x="2838300" y="6142834"/>
                </a:cubicBezTo>
                <a:cubicBezTo>
                  <a:pt x="2838300" y="6142834"/>
                  <a:pt x="2845413" y="6149927"/>
                  <a:pt x="2845413" y="6135741"/>
                </a:cubicBezTo>
                <a:cubicBezTo>
                  <a:pt x="2859640" y="6121554"/>
                  <a:pt x="2859640" y="6121554"/>
                  <a:pt x="2859640" y="6121554"/>
                </a:cubicBezTo>
                <a:cubicBezTo>
                  <a:pt x="2859640" y="6121554"/>
                  <a:pt x="2866754" y="6107366"/>
                  <a:pt x="2873868" y="6114461"/>
                </a:cubicBezTo>
                <a:cubicBezTo>
                  <a:pt x="2873868" y="6114461"/>
                  <a:pt x="2873868" y="6121554"/>
                  <a:pt x="2880981" y="6114461"/>
                </a:cubicBezTo>
                <a:cubicBezTo>
                  <a:pt x="2880981" y="6114461"/>
                  <a:pt x="2902322" y="6100274"/>
                  <a:pt x="2916549" y="6086086"/>
                </a:cubicBezTo>
                <a:cubicBezTo>
                  <a:pt x="2916549" y="6086086"/>
                  <a:pt x="2937890" y="6071900"/>
                  <a:pt x="2930776" y="6064808"/>
                </a:cubicBezTo>
                <a:cubicBezTo>
                  <a:pt x="2930776" y="6064808"/>
                  <a:pt x="2909435" y="6036433"/>
                  <a:pt x="2902322" y="6029340"/>
                </a:cubicBezTo>
                <a:cubicBezTo>
                  <a:pt x="2902322" y="6029340"/>
                  <a:pt x="2880981" y="6015153"/>
                  <a:pt x="2895209" y="6015153"/>
                </a:cubicBezTo>
                <a:cubicBezTo>
                  <a:pt x="2895209" y="6015153"/>
                  <a:pt x="2902322" y="6015153"/>
                  <a:pt x="2923662" y="6022247"/>
                </a:cubicBezTo>
                <a:cubicBezTo>
                  <a:pt x="2923662" y="6022247"/>
                  <a:pt x="2966344" y="6029340"/>
                  <a:pt x="2980571" y="6015153"/>
                </a:cubicBezTo>
                <a:cubicBezTo>
                  <a:pt x="2980571" y="6015153"/>
                  <a:pt x="2980571" y="6000967"/>
                  <a:pt x="2994797" y="6008060"/>
                </a:cubicBezTo>
                <a:cubicBezTo>
                  <a:pt x="2994797" y="6008060"/>
                  <a:pt x="3016138" y="6029340"/>
                  <a:pt x="3023252" y="6029340"/>
                </a:cubicBezTo>
                <a:cubicBezTo>
                  <a:pt x="3023252" y="6029340"/>
                  <a:pt x="3065932" y="6043527"/>
                  <a:pt x="3058819" y="6086086"/>
                </a:cubicBezTo>
                <a:close/>
                <a:moveTo>
                  <a:pt x="3450064" y="6213767"/>
                </a:moveTo>
                <a:cubicBezTo>
                  <a:pt x="3450064" y="6213767"/>
                  <a:pt x="3450064" y="6227954"/>
                  <a:pt x="3435836" y="6220860"/>
                </a:cubicBezTo>
                <a:cubicBezTo>
                  <a:pt x="3435836" y="6220860"/>
                  <a:pt x="3393156" y="6199580"/>
                  <a:pt x="3378929" y="6142834"/>
                </a:cubicBezTo>
                <a:cubicBezTo>
                  <a:pt x="3378929" y="6142834"/>
                  <a:pt x="3364701" y="6078993"/>
                  <a:pt x="3364701" y="6071900"/>
                </a:cubicBezTo>
                <a:cubicBezTo>
                  <a:pt x="3364701" y="6071900"/>
                  <a:pt x="3364701" y="6071900"/>
                  <a:pt x="3364701" y="6057713"/>
                </a:cubicBezTo>
                <a:cubicBezTo>
                  <a:pt x="3357588" y="6015153"/>
                  <a:pt x="3357588" y="6015153"/>
                  <a:pt x="3357588" y="6015153"/>
                </a:cubicBezTo>
                <a:cubicBezTo>
                  <a:pt x="3357588" y="6015153"/>
                  <a:pt x="3357588" y="6015153"/>
                  <a:pt x="3364701" y="6008060"/>
                </a:cubicBezTo>
                <a:cubicBezTo>
                  <a:pt x="3364701" y="6008060"/>
                  <a:pt x="3357588" y="6000967"/>
                  <a:pt x="3364701" y="5993873"/>
                </a:cubicBezTo>
                <a:cubicBezTo>
                  <a:pt x="3364701" y="5993873"/>
                  <a:pt x="3364701" y="5993873"/>
                  <a:pt x="3364701" y="5993873"/>
                </a:cubicBezTo>
                <a:cubicBezTo>
                  <a:pt x="3364701" y="5993873"/>
                  <a:pt x="3364701" y="5972594"/>
                  <a:pt x="3371814" y="5979687"/>
                </a:cubicBezTo>
                <a:cubicBezTo>
                  <a:pt x="3371814" y="5979687"/>
                  <a:pt x="3378929" y="5986780"/>
                  <a:pt x="3371814" y="6000967"/>
                </a:cubicBezTo>
                <a:cubicBezTo>
                  <a:pt x="3371814" y="6000967"/>
                  <a:pt x="3364701" y="6015153"/>
                  <a:pt x="3393156" y="6064808"/>
                </a:cubicBezTo>
                <a:cubicBezTo>
                  <a:pt x="3393156" y="6064808"/>
                  <a:pt x="3400269" y="6071900"/>
                  <a:pt x="3407382" y="6071900"/>
                </a:cubicBezTo>
                <a:cubicBezTo>
                  <a:pt x="3407382" y="6071900"/>
                  <a:pt x="3414497" y="6078993"/>
                  <a:pt x="3421610" y="6100274"/>
                </a:cubicBezTo>
                <a:cubicBezTo>
                  <a:pt x="3421610" y="6100274"/>
                  <a:pt x="3421610" y="6114461"/>
                  <a:pt x="3421610" y="6114461"/>
                </a:cubicBezTo>
                <a:cubicBezTo>
                  <a:pt x="3421610" y="6114461"/>
                  <a:pt x="3414497" y="6128647"/>
                  <a:pt x="3428723" y="6121554"/>
                </a:cubicBezTo>
                <a:cubicBezTo>
                  <a:pt x="3428723" y="6121554"/>
                  <a:pt x="3435836" y="6121554"/>
                  <a:pt x="3435836" y="6128647"/>
                </a:cubicBezTo>
                <a:cubicBezTo>
                  <a:pt x="3435836" y="6128647"/>
                  <a:pt x="3435836" y="6149927"/>
                  <a:pt x="3435836" y="6157021"/>
                </a:cubicBezTo>
                <a:cubicBezTo>
                  <a:pt x="3435836" y="6157021"/>
                  <a:pt x="3442950" y="6164114"/>
                  <a:pt x="3442950" y="6171207"/>
                </a:cubicBezTo>
                <a:cubicBezTo>
                  <a:pt x="3442950" y="6171207"/>
                  <a:pt x="3442950" y="6178300"/>
                  <a:pt x="3442950" y="6178300"/>
                </a:cubicBezTo>
                <a:cubicBezTo>
                  <a:pt x="3442950" y="6178300"/>
                  <a:pt x="3450064" y="6178300"/>
                  <a:pt x="3450064" y="6178300"/>
                </a:cubicBezTo>
                <a:cubicBezTo>
                  <a:pt x="3450064" y="6178300"/>
                  <a:pt x="3457177" y="6213767"/>
                  <a:pt x="3450064" y="6213767"/>
                </a:cubicBezTo>
                <a:close/>
                <a:moveTo>
                  <a:pt x="3428723" y="5915847"/>
                </a:moveTo>
                <a:cubicBezTo>
                  <a:pt x="3428723" y="5915847"/>
                  <a:pt x="3421610" y="5908754"/>
                  <a:pt x="3414497" y="5908754"/>
                </a:cubicBezTo>
                <a:cubicBezTo>
                  <a:pt x="3414497" y="5908754"/>
                  <a:pt x="3407382" y="5908754"/>
                  <a:pt x="3400269" y="5908754"/>
                </a:cubicBezTo>
                <a:cubicBezTo>
                  <a:pt x="3400269" y="5908754"/>
                  <a:pt x="3386042" y="5908754"/>
                  <a:pt x="3393156" y="5894567"/>
                </a:cubicBezTo>
                <a:cubicBezTo>
                  <a:pt x="3393156" y="5894567"/>
                  <a:pt x="3407382" y="5866194"/>
                  <a:pt x="3400269" y="5837820"/>
                </a:cubicBezTo>
                <a:cubicBezTo>
                  <a:pt x="3400269" y="5837820"/>
                  <a:pt x="3400269" y="5830726"/>
                  <a:pt x="3407382" y="5823633"/>
                </a:cubicBezTo>
                <a:cubicBezTo>
                  <a:pt x="3407382" y="5823633"/>
                  <a:pt x="3407382" y="5816540"/>
                  <a:pt x="3414497" y="5823633"/>
                </a:cubicBezTo>
                <a:cubicBezTo>
                  <a:pt x="3414497" y="5823633"/>
                  <a:pt x="3450064" y="5873286"/>
                  <a:pt x="3450064" y="5901660"/>
                </a:cubicBezTo>
                <a:cubicBezTo>
                  <a:pt x="3450064" y="5901660"/>
                  <a:pt x="3457177" y="5922940"/>
                  <a:pt x="3428723" y="5915847"/>
                </a:cubicBezTo>
                <a:close/>
                <a:moveTo>
                  <a:pt x="3841308" y="5944220"/>
                </a:moveTo>
                <a:cubicBezTo>
                  <a:pt x="3841308" y="5944220"/>
                  <a:pt x="3834195" y="5972594"/>
                  <a:pt x="3819968" y="5979687"/>
                </a:cubicBezTo>
                <a:cubicBezTo>
                  <a:pt x="3819968" y="5979687"/>
                  <a:pt x="3812854" y="5986780"/>
                  <a:pt x="3812854" y="6000967"/>
                </a:cubicBezTo>
                <a:cubicBezTo>
                  <a:pt x="3812854" y="6000967"/>
                  <a:pt x="3791514" y="6043527"/>
                  <a:pt x="3777286" y="6050620"/>
                </a:cubicBezTo>
                <a:cubicBezTo>
                  <a:pt x="3777286" y="6050620"/>
                  <a:pt x="3755946" y="6064808"/>
                  <a:pt x="3763060" y="6078993"/>
                </a:cubicBezTo>
                <a:cubicBezTo>
                  <a:pt x="3763060" y="6078993"/>
                  <a:pt x="3791514" y="6100274"/>
                  <a:pt x="3784399" y="6128647"/>
                </a:cubicBezTo>
                <a:cubicBezTo>
                  <a:pt x="3784399" y="6128647"/>
                  <a:pt x="3784399" y="6135741"/>
                  <a:pt x="3777286" y="6135741"/>
                </a:cubicBezTo>
                <a:cubicBezTo>
                  <a:pt x="3777286" y="6135741"/>
                  <a:pt x="3770173" y="6142834"/>
                  <a:pt x="3763060" y="6142834"/>
                </a:cubicBezTo>
                <a:cubicBezTo>
                  <a:pt x="3763060" y="6142834"/>
                  <a:pt x="3755946" y="6142834"/>
                  <a:pt x="3755946" y="6142834"/>
                </a:cubicBezTo>
                <a:cubicBezTo>
                  <a:pt x="3755946" y="6142834"/>
                  <a:pt x="3727492" y="6157021"/>
                  <a:pt x="3713264" y="6157021"/>
                </a:cubicBezTo>
                <a:cubicBezTo>
                  <a:pt x="3713264" y="6157021"/>
                  <a:pt x="3699038" y="6157021"/>
                  <a:pt x="3677696" y="6157021"/>
                </a:cubicBezTo>
                <a:cubicBezTo>
                  <a:pt x="3677696" y="6157021"/>
                  <a:pt x="3677696" y="6149927"/>
                  <a:pt x="3670583" y="6157021"/>
                </a:cubicBezTo>
                <a:cubicBezTo>
                  <a:pt x="3670583" y="6157021"/>
                  <a:pt x="3642129" y="6192487"/>
                  <a:pt x="3606561" y="6164114"/>
                </a:cubicBezTo>
                <a:cubicBezTo>
                  <a:pt x="3606561" y="6164114"/>
                  <a:pt x="3599448" y="6157021"/>
                  <a:pt x="3592335" y="6149927"/>
                </a:cubicBezTo>
                <a:cubicBezTo>
                  <a:pt x="3585221" y="6149927"/>
                  <a:pt x="3578107" y="6142834"/>
                  <a:pt x="3570994" y="6142834"/>
                </a:cubicBezTo>
                <a:cubicBezTo>
                  <a:pt x="3570994" y="6142834"/>
                  <a:pt x="3528313" y="6114461"/>
                  <a:pt x="3514086" y="6107366"/>
                </a:cubicBezTo>
                <a:cubicBezTo>
                  <a:pt x="3514086" y="6107366"/>
                  <a:pt x="3485632" y="6086086"/>
                  <a:pt x="3485632" y="6071900"/>
                </a:cubicBezTo>
                <a:cubicBezTo>
                  <a:pt x="3485632" y="6071900"/>
                  <a:pt x="3478519" y="6050620"/>
                  <a:pt x="3464291" y="6050620"/>
                </a:cubicBezTo>
                <a:cubicBezTo>
                  <a:pt x="3464291" y="6050620"/>
                  <a:pt x="3457177" y="6050620"/>
                  <a:pt x="3457177" y="6036433"/>
                </a:cubicBezTo>
                <a:cubicBezTo>
                  <a:pt x="3457177" y="6036433"/>
                  <a:pt x="3457177" y="6036433"/>
                  <a:pt x="3457177" y="6036433"/>
                </a:cubicBezTo>
                <a:cubicBezTo>
                  <a:pt x="3457177" y="6036433"/>
                  <a:pt x="3457177" y="6036433"/>
                  <a:pt x="3457177" y="6029340"/>
                </a:cubicBezTo>
                <a:cubicBezTo>
                  <a:pt x="3457177" y="6029340"/>
                  <a:pt x="3450064" y="6022247"/>
                  <a:pt x="3464291" y="6000967"/>
                </a:cubicBezTo>
                <a:cubicBezTo>
                  <a:pt x="3464291" y="6000967"/>
                  <a:pt x="3478519" y="5986780"/>
                  <a:pt x="3492745" y="5979687"/>
                </a:cubicBezTo>
                <a:cubicBezTo>
                  <a:pt x="3492745" y="5979687"/>
                  <a:pt x="3521199" y="5951314"/>
                  <a:pt x="3542539" y="5937127"/>
                </a:cubicBezTo>
                <a:cubicBezTo>
                  <a:pt x="3542539" y="5937127"/>
                  <a:pt x="3549654" y="5930034"/>
                  <a:pt x="3556767" y="5922940"/>
                </a:cubicBezTo>
                <a:cubicBezTo>
                  <a:pt x="3563880" y="5915847"/>
                  <a:pt x="3570994" y="5908754"/>
                  <a:pt x="3570994" y="5908754"/>
                </a:cubicBezTo>
                <a:cubicBezTo>
                  <a:pt x="3570994" y="5908754"/>
                  <a:pt x="3585221" y="5894567"/>
                  <a:pt x="3599448" y="5887474"/>
                </a:cubicBezTo>
                <a:cubicBezTo>
                  <a:pt x="3599448" y="5887474"/>
                  <a:pt x="3620789" y="5880381"/>
                  <a:pt x="3620789" y="5873286"/>
                </a:cubicBezTo>
                <a:cubicBezTo>
                  <a:pt x="3620789" y="5873286"/>
                  <a:pt x="3620789" y="5852006"/>
                  <a:pt x="3620789" y="5844913"/>
                </a:cubicBezTo>
                <a:cubicBezTo>
                  <a:pt x="3606561" y="5738513"/>
                  <a:pt x="3606561" y="5738513"/>
                  <a:pt x="3606561" y="5738513"/>
                </a:cubicBezTo>
                <a:cubicBezTo>
                  <a:pt x="3606561" y="5738513"/>
                  <a:pt x="3606561" y="5731420"/>
                  <a:pt x="3613675" y="5738513"/>
                </a:cubicBezTo>
                <a:cubicBezTo>
                  <a:pt x="3613675" y="5738513"/>
                  <a:pt x="3620789" y="5738513"/>
                  <a:pt x="3627902" y="5738513"/>
                </a:cubicBezTo>
                <a:cubicBezTo>
                  <a:pt x="3627902" y="5738513"/>
                  <a:pt x="3642129" y="5731420"/>
                  <a:pt x="3649243" y="5759793"/>
                </a:cubicBezTo>
                <a:cubicBezTo>
                  <a:pt x="3649243" y="5759793"/>
                  <a:pt x="3663470" y="5788167"/>
                  <a:pt x="3670583" y="5816540"/>
                </a:cubicBezTo>
                <a:cubicBezTo>
                  <a:pt x="3670583" y="5816540"/>
                  <a:pt x="3670583" y="5852006"/>
                  <a:pt x="3670583" y="5859101"/>
                </a:cubicBezTo>
                <a:cubicBezTo>
                  <a:pt x="3670583" y="5859101"/>
                  <a:pt x="3670583" y="5873286"/>
                  <a:pt x="3684811" y="5873286"/>
                </a:cubicBezTo>
                <a:cubicBezTo>
                  <a:pt x="3684811" y="5873286"/>
                  <a:pt x="3699038" y="5873286"/>
                  <a:pt x="3720379" y="5873286"/>
                </a:cubicBezTo>
                <a:cubicBezTo>
                  <a:pt x="3748832" y="5880381"/>
                  <a:pt x="3777286" y="5880381"/>
                  <a:pt x="3791514" y="5880381"/>
                </a:cubicBezTo>
                <a:cubicBezTo>
                  <a:pt x="3791514" y="5880381"/>
                  <a:pt x="3819968" y="5887474"/>
                  <a:pt x="3848421" y="5922940"/>
                </a:cubicBezTo>
                <a:cubicBezTo>
                  <a:pt x="3848421" y="5922940"/>
                  <a:pt x="3855536" y="5922940"/>
                  <a:pt x="3841308" y="5944220"/>
                </a:cubicBezTo>
                <a:close/>
                <a:moveTo>
                  <a:pt x="4296574" y="5738513"/>
                </a:moveTo>
                <a:cubicBezTo>
                  <a:pt x="4296574" y="5738513"/>
                  <a:pt x="4289461" y="5738513"/>
                  <a:pt x="4289461" y="5752700"/>
                </a:cubicBezTo>
                <a:cubicBezTo>
                  <a:pt x="4289461" y="5752700"/>
                  <a:pt x="4282347" y="5773980"/>
                  <a:pt x="4289461" y="5788167"/>
                </a:cubicBezTo>
                <a:cubicBezTo>
                  <a:pt x="4289461" y="5788167"/>
                  <a:pt x="4289461" y="5802353"/>
                  <a:pt x="4282347" y="5823633"/>
                </a:cubicBezTo>
                <a:cubicBezTo>
                  <a:pt x="4282347" y="5823633"/>
                  <a:pt x="4253893" y="5859101"/>
                  <a:pt x="4275234" y="5894567"/>
                </a:cubicBezTo>
                <a:cubicBezTo>
                  <a:pt x="4275234" y="5894567"/>
                  <a:pt x="4296574" y="5915847"/>
                  <a:pt x="4275234" y="5930034"/>
                </a:cubicBezTo>
                <a:cubicBezTo>
                  <a:pt x="4275234" y="5930034"/>
                  <a:pt x="4268121" y="5937127"/>
                  <a:pt x="4261006" y="5958407"/>
                </a:cubicBezTo>
                <a:cubicBezTo>
                  <a:pt x="4261006" y="5958407"/>
                  <a:pt x="4261006" y="5972594"/>
                  <a:pt x="4261006" y="5972594"/>
                </a:cubicBezTo>
                <a:cubicBezTo>
                  <a:pt x="4261006" y="5972594"/>
                  <a:pt x="4253893" y="5986780"/>
                  <a:pt x="4253893" y="5993873"/>
                </a:cubicBezTo>
                <a:cubicBezTo>
                  <a:pt x="4253893" y="5993873"/>
                  <a:pt x="4253893" y="6008060"/>
                  <a:pt x="4232553" y="6015153"/>
                </a:cubicBezTo>
                <a:cubicBezTo>
                  <a:pt x="4232553" y="6015153"/>
                  <a:pt x="4218325" y="6029340"/>
                  <a:pt x="4211212" y="6036433"/>
                </a:cubicBezTo>
                <a:cubicBezTo>
                  <a:pt x="4211212" y="6036433"/>
                  <a:pt x="4204099" y="6050620"/>
                  <a:pt x="4196986" y="6050620"/>
                </a:cubicBezTo>
                <a:cubicBezTo>
                  <a:pt x="4196986" y="6050620"/>
                  <a:pt x="4196986" y="6050620"/>
                  <a:pt x="4196986" y="6057713"/>
                </a:cubicBezTo>
                <a:cubicBezTo>
                  <a:pt x="4196986" y="6057713"/>
                  <a:pt x="4189871" y="6071900"/>
                  <a:pt x="4168531" y="6078993"/>
                </a:cubicBezTo>
                <a:cubicBezTo>
                  <a:pt x="4168531" y="6078993"/>
                  <a:pt x="4168531" y="6029340"/>
                  <a:pt x="4168531" y="6015153"/>
                </a:cubicBezTo>
                <a:cubicBezTo>
                  <a:pt x="4168531" y="6015153"/>
                  <a:pt x="4168531" y="5993873"/>
                  <a:pt x="4168531" y="5979687"/>
                </a:cubicBezTo>
                <a:cubicBezTo>
                  <a:pt x="4168531" y="5979687"/>
                  <a:pt x="4168531" y="5958407"/>
                  <a:pt x="4182758" y="5958407"/>
                </a:cubicBezTo>
                <a:cubicBezTo>
                  <a:pt x="4182758" y="5958407"/>
                  <a:pt x="4182758" y="5965500"/>
                  <a:pt x="4182758" y="5958407"/>
                </a:cubicBezTo>
                <a:cubicBezTo>
                  <a:pt x="4182758" y="5958407"/>
                  <a:pt x="4196986" y="5930034"/>
                  <a:pt x="4196986" y="5922940"/>
                </a:cubicBezTo>
                <a:cubicBezTo>
                  <a:pt x="4196986" y="5922940"/>
                  <a:pt x="4182758" y="5915847"/>
                  <a:pt x="4182758" y="5915847"/>
                </a:cubicBezTo>
                <a:cubicBezTo>
                  <a:pt x="4182758" y="5915847"/>
                  <a:pt x="4175644" y="5908754"/>
                  <a:pt x="4175644" y="5901660"/>
                </a:cubicBezTo>
                <a:cubicBezTo>
                  <a:pt x="4175644" y="5901660"/>
                  <a:pt x="4175644" y="5901660"/>
                  <a:pt x="4168531" y="5894567"/>
                </a:cubicBezTo>
                <a:cubicBezTo>
                  <a:pt x="4168531" y="5894567"/>
                  <a:pt x="4154303" y="5887474"/>
                  <a:pt x="4154303" y="5894567"/>
                </a:cubicBezTo>
                <a:cubicBezTo>
                  <a:pt x="4154303" y="5894567"/>
                  <a:pt x="4154303" y="5894567"/>
                  <a:pt x="4140077" y="5894567"/>
                </a:cubicBezTo>
                <a:cubicBezTo>
                  <a:pt x="4140077" y="5894567"/>
                  <a:pt x="4076055" y="5880381"/>
                  <a:pt x="4104509" y="5866194"/>
                </a:cubicBezTo>
                <a:cubicBezTo>
                  <a:pt x="4104509" y="5866194"/>
                  <a:pt x="4140077" y="5866194"/>
                  <a:pt x="4161417" y="5830726"/>
                </a:cubicBezTo>
                <a:cubicBezTo>
                  <a:pt x="4161417" y="5830726"/>
                  <a:pt x="4168531" y="5830726"/>
                  <a:pt x="4175644" y="5773980"/>
                </a:cubicBezTo>
                <a:cubicBezTo>
                  <a:pt x="4175644" y="5773980"/>
                  <a:pt x="4175644" y="5766887"/>
                  <a:pt x="4168531" y="5766887"/>
                </a:cubicBezTo>
                <a:cubicBezTo>
                  <a:pt x="4168531" y="5766887"/>
                  <a:pt x="4161417" y="5759793"/>
                  <a:pt x="4168531" y="5759793"/>
                </a:cubicBezTo>
                <a:cubicBezTo>
                  <a:pt x="4168531" y="5759793"/>
                  <a:pt x="4168531" y="5752700"/>
                  <a:pt x="4161417" y="5745607"/>
                </a:cubicBezTo>
                <a:cubicBezTo>
                  <a:pt x="4161417" y="5745607"/>
                  <a:pt x="4154303" y="5738513"/>
                  <a:pt x="4161417" y="5731420"/>
                </a:cubicBezTo>
                <a:cubicBezTo>
                  <a:pt x="4161417" y="5731420"/>
                  <a:pt x="4161417" y="5724327"/>
                  <a:pt x="4154303" y="5717233"/>
                </a:cubicBezTo>
                <a:cubicBezTo>
                  <a:pt x="4154303" y="5717233"/>
                  <a:pt x="4154303" y="5717233"/>
                  <a:pt x="4154303" y="5710140"/>
                </a:cubicBezTo>
                <a:cubicBezTo>
                  <a:pt x="4154303" y="5710140"/>
                  <a:pt x="4154303" y="5710140"/>
                  <a:pt x="4147190" y="5695953"/>
                </a:cubicBezTo>
                <a:cubicBezTo>
                  <a:pt x="4147190" y="5695953"/>
                  <a:pt x="4147190" y="5695953"/>
                  <a:pt x="4154303" y="5688860"/>
                </a:cubicBezTo>
                <a:cubicBezTo>
                  <a:pt x="4154303" y="5688860"/>
                  <a:pt x="4161417" y="5695953"/>
                  <a:pt x="4154303" y="5681767"/>
                </a:cubicBezTo>
                <a:cubicBezTo>
                  <a:pt x="4154303" y="5681767"/>
                  <a:pt x="4147190" y="5674674"/>
                  <a:pt x="4140077" y="5667579"/>
                </a:cubicBezTo>
                <a:cubicBezTo>
                  <a:pt x="4132964" y="5660487"/>
                  <a:pt x="4132964" y="5660487"/>
                  <a:pt x="4132964" y="5660487"/>
                </a:cubicBezTo>
                <a:cubicBezTo>
                  <a:pt x="4104509" y="5610833"/>
                  <a:pt x="4104509" y="5610833"/>
                  <a:pt x="4104509" y="5610833"/>
                </a:cubicBezTo>
                <a:cubicBezTo>
                  <a:pt x="4104509" y="5610833"/>
                  <a:pt x="4083168" y="5589553"/>
                  <a:pt x="4111622" y="5596646"/>
                </a:cubicBezTo>
                <a:cubicBezTo>
                  <a:pt x="4111622" y="5596646"/>
                  <a:pt x="4132964" y="5589553"/>
                  <a:pt x="4154303" y="5596646"/>
                </a:cubicBezTo>
                <a:cubicBezTo>
                  <a:pt x="4154303" y="5596646"/>
                  <a:pt x="4175644" y="5596646"/>
                  <a:pt x="4189871" y="5596646"/>
                </a:cubicBezTo>
                <a:cubicBezTo>
                  <a:pt x="4189871" y="5596646"/>
                  <a:pt x="4196986" y="5589553"/>
                  <a:pt x="4204099" y="5617926"/>
                </a:cubicBezTo>
                <a:cubicBezTo>
                  <a:pt x="4204099" y="5617926"/>
                  <a:pt x="4218325" y="5639206"/>
                  <a:pt x="4218325" y="5639206"/>
                </a:cubicBezTo>
                <a:cubicBezTo>
                  <a:pt x="4218325" y="5639206"/>
                  <a:pt x="4253893" y="5646299"/>
                  <a:pt x="4261006" y="5653394"/>
                </a:cubicBezTo>
                <a:cubicBezTo>
                  <a:pt x="4261006" y="5653394"/>
                  <a:pt x="4261006" y="5653394"/>
                  <a:pt x="4261006" y="5646299"/>
                </a:cubicBezTo>
                <a:cubicBezTo>
                  <a:pt x="4261006" y="5646299"/>
                  <a:pt x="4275234" y="5646299"/>
                  <a:pt x="4289461" y="5660487"/>
                </a:cubicBezTo>
                <a:cubicBezTo>
                  <a:pt x="4289461" y="5660487"/>
                  <a:pt x="4282347" y="5674674"/>
                  <a:pt x="4296574" y="5667579"/>
                </a:cubicBezTo>
                <a:cubicBezTo>
                  <a:pt x="4296574" y="5667579"/>
                  <a:pt x="4310802" y="5667579"/>
                  <a:pt x="4310802" y="5688860"/>
                </a:cubicBezTo>
                <a:cubicBezTo>
                  <a:pt x="4310802" y="5688860"/>
                  <a:pt x="4317915" y="5717233"/>
                  <a:pt x="4296574" y="5738513"/>
                </a:cubicBezTo>
                <a:close/>
                <a:moveTo>
                  <a:pt x="4495753" y="5915847"/>
                </a:moveTo>
                <a:cubicBezTo>
                  <a:pt x="4495753" y="5915847"/>
                  <a:pt x="4488640" y="5937127"/>
                  <a:pt x="4467299" y="5944220"/>
                </a:cubicBezTo>
                <a:cubicBezTo>
                  <a:pt x="4467299" y="5944220"/>
                  <a:pt x="4453072" y="5951314"/>
                  <a:pt x="4438846" y="5951314"/>
                </a:cubicBezTo>
                <a:cubicBezTo>
                  <a:pt x="4438846" y="5951314"/>
                  <a:pt x="4424618" y="5951314"/>
                  <a:pt x="4424618" y="5944220"/>
                </a:cubicBezTo>
                <a:cubicBezTo>
                  <a:pt x="4424618" y="5944220"/>
                  <a:pt x="4417504" y="5944220"/>
                  <a:pt x="4410391" y="5951314"/>
                </a:cubicBezTo>
                <a:cubicBezTo>
                  <a:pt x="4410391" y="5951314"/>
                  <a:pt x="4403278" y="5951314"/>
                  <a:pt x="4396163" y="5937127"/>
                </a:cubicBezTo>
                <a:cubicBezTo>
                  <a:pt x="4396163" y="5937127"/>
                  <a:pt x="4381937" y="5930034"/>
                  <a:pt x="4381937" y="5915847"/>
                </a:cubicBezTo>
                <a:cubicBezTo>
                  <a:pt x="4381937" y="5915847"/>
                  <a:pt x="4381937" y="5894567"/>
                  <a:pt x="4374824" y="5880381"/>
                </a:cubicBezTo>
                <a:cubicBezTo>
                  <a:pt x="4374824" y="5880381"/>
                  <a:pt x="4360596" y="5844913"/>
                  <a:pt x="4381937" y="5852006"/>
                </a:cubicBezTo>
                <a:cubicBezTo>
                  <a:pt x="4381937" y="5852006"/>
                  <a:pt x="4389050" y="5852006"/>
                  <a:pt x="4403278" y="5844913"/>
                </a:cubicBezTo>
                <a:cubicBezTo>
                  <a:pt x="4403278" y="5844913"/>
                  <a:pt x="4424618" y="5852006"/>
                  <a:pt x="4453072" y="5859101"/>
                </a:cubicBezTo>
                <a:cubicBezTo>
                  <a:pt x="4453072" y="5859101"/>
                  <a:pt x="4474413" y="5873286"/>
                  <a:pt x="4481526" y="5873286"/>
                </a:cubicBezTo>
                <a:cubicBezTo>
                  <a:pt x="4481526" y="5873286"/>
                  <a:pt x="4495753" y="5873286"/>
                  <a:pt x="4495753" y="5894567"/>
                </a:cubicBezTo>
                <a:cubicBezTo>
                  <a:pt x="4495753" y="5894567"/>
                  <a:pt x="4495753" y="5901660"/>
                  <a:pt x="4495753" y="5908754"/>
                </a:cubicBezTo>
                <a:cubicBezTo>
                  <a:pt x="4495753" y="5908754"/>
                  <a:pt x="4495753" y="5915847"/>
                  <a:pt x="4495753" y="5915847"/>
                </a:cubicBezTo>
                <a:close/>
                <a:moveTo>
                  <a:pt x="4744726" y="5483153"/>
                </a:moveTo>
                <a:cubicBezTo>
                  <a:pt x="4744726" y="5483153"/>
                  <a:pt x="4730500" y="5476060"/>
                  <a:pt x="4723387" y="5476060"/>
                </a:cubicBezTo>
                <a:cubicBezTo>
                  <a:pt x="4723387" y="5476060"/>
                  <a:pt x="4709159" y="5461872"/>
                  <a:pt x="4709159" y="5483153"/>
                </a:cubicBezTo>
                <a:cubicBezTo>
                  <a:pt x="4709159" y="5483153"/>
                  <a:pt x="4666478" y="5518620"/>
                  <a:pt x="4666478" y="5554086"/>
                </a:cubicBezTo>
                <a:cubicBezTo>
                  <a:pt x="4666478" y="5554086"/>
                  <a:pt x="4666478" y="5561180"/>
                  <a:pt x="4673591" y="5568273"/>
                </a:cubicBezTo>
                <a:cubicBezTo>
                  <a:pt x="4673591" y="5568273"/>
                  <a:pt x="4673591" y="5589553"/>
                  <a:pt x="4666478" y="5596646"/>
                </a:cubicBezTo>
                <a:cubicBezTo>
                  <a:pt x="4666478" y="5596646"/>
                  <a:pt x="4666478" y="5617926"/>
                  <a:pt x="4659365" y="5625019"/>
                </a:cubicBezTo>
                <a:cubicBezTo>
                  <a:pt x="4659365" y="5625019"/>
                  <a:pt x="4652251" y="5625019"/>
                  <a:pt x="4645138" y="5632113"/>
                </a:cubicBezTo>
                <a:cubicBezTo>
                  <a:pt x="4645138" y="5632113"/>
                  <a:pt x="4645138" y="5632113"/>
                  <a:pt x="4638023" y="5632113"/>
                </a:cubicBezTo>
                <a:cubicBezTo>
                  <a:pt x="4638023" y="5632113"/>
                  <a:pt x="4602456" y="5632113"/>
                  <a:pt x="4609570" y="5610833"/>
                </a:cubicBezTo>
                <a:cubicBezTo>
                  <a:pt x="4609570" y="5610833"/>
                  <a:pt x="4609570" y="5582460"/>
                  <a:pt x="4609570" y="5568273"/>
                </a:cubicBezTo>
                <a:cubicBezTo>
                  <a:pt x="4609570" y="5568273"/>
                  <a:pt x="4595343" y="5546993"/>
                  <a:pt x="4616684" y="5539900"/>
                </a:cubicBezTo>
                <a:cubicBezTo>
                  <a:pt x="4616684" y="5539900"/>
                  <a:pt x="4630910" y="5532806"/>
                  <a:pt x="4638023" y="5532806"/>
                </a:cubicBezTo>
                <a:cubicBezTo>
                  <a:pt x="4638023" y="5532806"/>
                  <a:pt x="4645138" y="5532806"/>
                  <a:pt x="4652251" y="5525713"/>
                </a:cubicBezTo>
                <a:cubicBezTo>
                  <a:pt x="4652251" y="5525713"/>
                  <a:pt x="4687819" y="5483153"/>
                  <a:pt x="4702045" y="5461872"/>
                </a:cubicBezTo>
                <a:cubicBezTo>
                  <a:pt x="4702045" y="5461872"/>
                  <a:pt x="4709159" y="5454780"/>
                  <a:pt x="4694932" y="5440592"/>
                </a:cubicBezTo>
                <a:cubicBezTo>
                  <a:pt x="4694932" y="5440592"/>
                  <a:pt x="4652251" y="5405126"/>
                  <a:pt x="4623797" y="5390939"/>
                </a:cubicBezTo>
                <a:cubicBezTo>
                  <a:pt x="4623797" y="5390939"/>
                  <a:pt x="4588229" y="5376753"/>
                  <a:pt x="4566888" y="5383846"/>
                </a:cubicBezTo>
                <a:cubicBezTo>
                  <a:pt x="4566888" y="5383846"/>
                  <a:pt x="4509981" y="5376753"/>
                  <a:pt x="4552662" y="5362566"/>
                </a:cubicBezTo>
                <a:cubicBezTo>
                  <a:pt x="4552662" y="5362566"/>
                  <a:pt x="4588229" y="5348379"/>
                  <a:pt x="4652251" y="5390939"/>
                </a:cubicBezTo>
                <a:cubicBezTo>
                  <a:pt x="4652251" y="5390939"/>
                  <a:pt x="4694932" y="5419312"/>
                  <a:pt x="4702045" y="5440592"/>
                </a:cubicBezTo>
                <a:cubicBezTo>
                  <a:pt x="4702045" y="5440592"/>
                  <a:pt x="4709159" y="5447687"/>
                  <a:pt x="4716273" y="5440592"/>
                </a:cubicBezTo>
                <a:cubicBezTo>
                  <a:pt x="4716273" y="5440592"/>
                  <a:pt x="4737613" y="5426406"/>
                  <a:pt x="4723387" y="5412219"/>
                </a:cubicBezTo>
                <a:cubicBezTo>
                  <a:pt x="4723387" y="5412219"/>
                  <a:pt x="4702045" y="5369659"/>
                  <a:pt x="4623797" y="5320006"/>
                </a:cubicBezTo>
                <a:cubicBezTo>
                  <a:pt x="4623797" y="5320006"/>
                  <a:pt x="4595343" y="5298726"/>
                  <a:pt x="4581116" y="5305820"/>
                </a:cubicBezTo>
                <a:cubicBezTo>
                  <a:pt x="4581116" y="5305820"/>
                  <a:pt x="4566888" y="5298726"/>
                  <a:pt x="4581116" y="5298726"/>
                </a:cubicBezTo>
                <a:cubicBezTo>
                  <a:pt x="4581116" y="5298726"/>
                  <a:pt x="4616684" y="5284540"/>
                  <a:pt x="4666478" y="5320006"/>
                </a:cubicBezTo>
                <a:cubicBezTo>
                  <a:pt x="4666478" y="5320006"/>
                  <a:pt x="4702045" y="5348379"/>
                  <a:pt x="4723387" y="5376753"/>
                </a:cubicBezTo>
                <a:cubicBezTo>
                  <a:pt x="4723387" y="5376753"/>
                  <a:pt x="4737613" y="5390939"/>
                  <a:pt x="4730500" y="5376753"/>
                </a:cubicBezTo>
                <a:cubicBezTo>
                  <a:pt x="4730500" y="5376753"/>
                  <a:pt x="4723387" y="5362566"/>
                  <a:pt x="4730500" y="5355473"/>
                </a:cubicBezTo>
                <a:cubicBezTo>
                  <a:pt x="4730500" y="5355473"/>
                  <a:pt x="4730500" y="5355473"/>
                  <a:pt x="4730500" y="5348379"/>
                </a:cubicBezTo>
                <a:cubicBezTo>
                  <a:pt x="4730500" y="5348379"/>
                  <a:pt x="4723387" y="5341286"/>
                  <a:pt x="4723387" y="5334193"/>
                </a:cubicBezTo>
                <a:cubicBezTo>
                  <a:pt x="4723387" y="5334193"/>
                  <a:pt x="4730500" y="5334193"/>
                  <a:pt x="4716273" y="5334193"/>
                </a:cubicBezTo>
                <a:cubicBezTo>
                  <a:pt x="4716273" y="5334193"/>
                  <a:pt x="4709159" y="5327099"/>
                  <a:pt x="4702045" y="5327099"/>
                </a:cubicBezTo>
                <a:cubicBezTo>
                  <a:pt x="4702045" y="5327099"/>
                  <a:pt x="4666478" y="5327099"/>
                  <a:pt x="4694932" y="5320006"/>
                </a:cubicBezTo>
                <a:cubicBezTo>
                  <a:pt x="4694932" y="5320006"/>
                  <a:pt x="4702045" y="5320006"/>
                  <a:pt x="4716273" y="5320006"/>
                </a:cubicBezTo>
                <a:cubicBezTo>
                  <a:pt x="4716273" y="5320006"/>
                  <a:pt x="4723387" y="5320006"/>
                  <a:pt x="4716273" y="5312913"/>
                </a:cubicBezTo>
                <a:cubicBezTo>
                  <a:pt x="4716273" y="5312913"/>
                  <a:pt x="4702045" y="5284540"/>
                  <a:pt x="4702045" y="5277446"/>
                </a:cubicBezTo>
                <a:cubicBezTo>
                  <a:pt x="4702045" y="5277446"/>
                  <a:pt x="4694932" y="5263260"/>
                  <a:pt x="4694932" y="5277446"/>
                </a:cubicBezTo>
                <a:cubicBezTo>
                  <a:pt x="4694932" y="5277446"/>
                  <a:pt x="4687819" y="5291633"/>
                  <a:pt x="4666478" y="5277446"/>
                </a:cubicBezTo>
                <a:cubicBezTo>
                  <a:pt x="4666478" y="5277446"/>
                  <a:pt x="4630910" y="5277446"/>
                  <a:pt x="4630910" y="5256166"/>
                </a:cubicBezTo>
                <a:cubicBezTo>
                  <a:pt x="4630910" y="5256166"/>
                  <a:pt x="4638023" y="5227792"/>
                  <a:pt x="4616684" y="5227792"/>
                </a:cubicBezTo>
                <a:cubicBezTo>
                  <a:pt x="4616684" y="5227792"/>
                  <a:pt x="4595343" y="5220699"/>
                  <a:pt x="4616684" y="5213607"/>
                </a:cubicBezTo>
                <a:cubicBezTo>
                  <a:pt x="4616684" y="5213607"/>
                  <a:pt x="4638023" y="5206512"/>
                  <a:pt x="4666478" y="5213607"/>
                </a:cubicBezTo>
                <a:cubicBezTo>
                  <a:pt x="4666478" y="5213607"/>
                  <a:pt x="4666478" y="5220699"/>
                  <a:pt x="4680706" y="5213607"/>
                </a:cubicBezTo>
                <a:cubicBezTo>
                  <a:pt x="4680706" y="5213607"/>
                  <a:pt x="4744726" y="5185232"/>
                  <a:pt x="4751841" y="5227792"/>
                </a:cubicBezTo>
                <a:cubicBezTo>
                  <a:pt x="4751841" y="5227792"/>
                  <a:pt x="4744726" y="5256166"/>
                  <a:pt x="4758954" y="5277446"/>
                </a:cubicBezTo>
                <a:cubicBezTo>
                  <a:pt x="4758954" y="5277446"/>
                  <a:pt x="4758954" y="5291633"/>
                  <a:pt x="4758954" y="5298726"/>
                </a:cubicBezTo>
                <a:cubicBezTo>
                  <a:pt x="4758954" y="5298726"/>
                  <a:pt x="4758954" y="5305820"/>
                  <a:pt x="4766067" y="5320006"/>
                </a:cubicBezTo>
                <a:cubicBezTo>
                  <a:pt x="4766067" y="5320006"/>
                  <a:pt x="4773181" y="5320006"/>
                  <a:pt x="4766067" y="5327099"/>
                </a:cubicBezTo>
                <a:cubicBezTo>
                  <a:pt x="4766067" y="5327099"/>
                  <a:pt x="4766067" y="5341286"/>
                  <a:pt x="4766067" y="5355473"/>
                </a:cubicBezTo>
                <a:cubicBezTo>
                  <a:pt x="4766067" y="5355473"/>
                  <a:pt x="4758954" y="5376753"/>
                  <a:pt x="4773181" y="5362566"/>
                </a:cubicBezTo>
                <a:cubicBezTo>
                  <a:pt x="4773181" y="5362566"/>
                  <a:pt x="4808748" y="5312913"/>
                  <a:pt x="4822976" y="5291633"/>
                </a:cubicBezTo>
                <a:cubicBezTo>
                  <a:pt x="4822976" y="5291633"/>
                  <a:pt x="4837203" y="5277446"/>
                  <a:pt x="4815863" y="5277446"/>
                </a:cubicBezTo>
                <a:cubicBezTo>
                  <a:pt x="4815863" y="5277446"/>
                  <a:pt x="4794522" y="5270353"/>
                  <a:pt x="4780295" y="5263260"/>
                </a:cubicBezTo>
                <a:cubicBezTo>
                  <a:pt x="4780295" y="5263260"/>
                  <a:pt x="4766067" y="5256166"/>
                  <a:pt x="4780295" y="5249073"/>
                </a:cubicBezTo>
                <a:cubicBezTo>
                  <a:pt x="4780295" y="5249073"/>
                  <a:pt x="4794522" y="5256166"/>
                  <a:pt x="4794522" y="5249073"/>
                </a:cubicBezTo>
                <a:cubicBezTo>
                  <a:pt x="4794522" y="5249073"/>
                  <a:pt x="4787409" y="5241980"/>
                  <a:pt x="4794522" y="5241980"/>
                </a:cubicBezTo>
                <a:cubicBezTo>
                  <a:pt x="4794522" y="5241980"/>
                  <a:pt x="4808748" y="5241980"/>
                  <a:pt x="4808748" y="5227792"/>
                </a:cubicBezTo>
                <a:cubicBezTo>
                  <a:pt x="4808748" y="5227792"/>
                  <a:pt x="4801635" y="5206512"/>
                  <a:pt x="4794522" y="5213607"/>
                </a:cubicBezTo>
                <a:cubicBezTo>
                  <a:pt x="4794522" y="5213607"/>
                  <a:pt x="4766067" y="5213607"/>
                  <a:pt x="4758954" y="5199419"/>
                </a:cubicBezTo>
                <a:cubicBezTo>
                  <a:pt x="4758954" y="5199419"/>
                  <a:pt x="4744726" y="5192326"/>
                  <a:pt x="4744726" y="5185232"/>
                </a:cubicBezTo>
                <a:cubicBezTo>
                  <a:pt x="4744726" y="5185232"/>
                  <a:pt x="4744726" y="5178139"/>
                  <a:pt x="4758954" y="5185232"/>
                </a:cubicBezTo>
                <a:cubicBezTo>
                  <a:pt x="4758954" y="5185232"/>
                  <a:pt x="4787409" y="5199419"/>
                  <a:pt x="4773181" y="5178139"/>
                </a:cubicBezTo>
                <a:cubicBezTo>
                  <a:pt x="4758954" y="5163952"/>
                  <a:pt x="4758954" y="5163952"/>
                  <a:pt x="4758954" y="5163952"/>
                </a:cubicBezTo>
                <a:cubicBezTo>
                  <a:pt x="4758954" y="5163952"/>
                  <a:pt x="4758954" y="5149766"/>
                  <a:pt x="4737613" y="5163952"/>
                </a:cubicBezTo>
                <a:cubicBezTo>
                  <a:pt x="4737613" y="5163952"/>
                  <a:pt x="4694932" y="5171046"/>
                  <a:pt x="4709159" y="5156859"/>
                </a:cubicBezTo>
                <a:cubicBezTo>
                  <a:pt x="4709159" y="5156859"/>
                  <a:pt x="4723387" y="5149766"/>
                  <a:pt x="4716273" y="5142672"/>
                </a:cubicBezTo>
                <a:cubicBezTo>
                  <a:pt x="4716273" y="5142672"/>
                  <a:pt x="4716273" y="5135579"/>
                  <a:pt x="4730500" y="5128486"/>
                </a:cubicBezTo>
                <a:cubicBezTo>
                  <a:pt x="4730500" y="5128486"/>
                  <a:pt x="4737613" y="5121393"/>
                  <a:pt x="4730500" y="5114299"/>
                </a:cubicBezTo>
                <a:cubicBezTo>
                  <a:pt x="4730500" y="5114299"/>
                  <a:pt x="4730500" y="5114299"/>
                  <a:pt x="4751841" y="5107206"/>
                </a:cubicBezTo>
                <a:cubicBezTo>
                  <a:pt x="4751841" y="5107206"/>
                  <a:pt x="4808748" y="5085926"/>
                  <a:pt x="4815863" y="5114299"/>
                </a:cubicBezTo>
                <a:cubicBezTo>
                  <a:pt x="4815863" y="5114299"/>
                  <a:pt x="4822976" y="5128486"/>
                  <a:pt x="4815863" y="5142672"/>
                </a:cubicBezTo>
                <a:cubicBezTo>
                  <a:pt x="4815863" y="5142672"/>
                  <a:pt x="4808748" y="5142672"/>
                  <a:pt x="4815863" y="5171046"/>
                </a:cubicBezTo>
                <a:cubicBezTo>
                  <a:pt x="4815863" y="5171046"/>
                  <a:pt x="4815863" y="5185232"/>
                  <a:pt x="4830089" y="5192326"/>
                </a:cubicBezTo>
                <a:cubicBezTo>
                  <a:pt x="4830089" y="5192326"/>
                  <a:pt x="4837203" y="5206512"/>
                  <a:pt x="4844316" y="5220699"/>
                </a:cubicBezTo>
                <a:cubicBezTo>
                  <a:pt x="4844316" y="5220699"/>
                  <a:pt x="4858544" y="5241980"/>
                  <a:pt x="4858544" y="5249073"/>
                </a:cubicBezTo>
                <a:cubicBezTo>
                  <a:pt x="4858544" y="5249073"/>
                  <a:pt x="4858544" y="5263260"/>
                  <a:pt x="4865657" y="5256166"/>
                </a:cubicBezTo>
                <a:cubicBezTo>
                  <a:pt x="4865657" y="5256166"/>
                  <a:pt x="4922566" y="5185232"/>
                  <a:pt x="4965247" y="5206512"/>
                </a:cubicBezTo>
                <a:cubicBezTo>
                  <a:pt x="4965247" y="5206512"/>
                  <a:pt x="4986588" y="5199419"/>
                  <a:pt x="4958133" y="5234885"/>
                </a:cubicBezTo>
                <a:cubicBezTo>
                  <a:pt x="4958133" y="5234885"/>
                  <a:pt x="4951020" y="5249073"/>
                  <a:pt x="4943906" y="5249073"/>
                </a:cubicBezTo>
                <a:cubicBezTo>
                  <a:pt x="4894111" y="5270353"/>
                  <a:pt x="4894111" y="5270353"/>
                  <a:pt x="4894111" y="5270353"/>
                </a:cubicBezTo>
                <a:cubicBezTo>
                  <a:pt x="4894111" y="5270353"/>
                  <a:pt x="4879884" y="5277446"/>
                  <a:pt x="4901225" y="5263260"/>
                </a:cubicBezTo>
                <a:cubicBezTo>
                  <a:pt x="4901225" y="5263260"/>
                  <a:pt x="4922566" y="5241980"/>
                  <a:pt x="4922566" y="5234885"/>
                </a:cubicBezTo>
                <a:cubicBezTo>
                  <a:pt x="4922566" y="5234885"/>
                  <a:pt x="4922566" y="5220699"/>
                  <a:pt x="4915451" y="5234885"/>
                </a:cubicBezTo>
                <a:cubicBezTo>
                  <a:pt x="4915451" y="5234885"/>
                  <a:pt x="4886998" y="5256166"/>
                  <a:pt x="4879884" y="5263260"/>
                </a:cubicBezTo>
                <a:cubicBezTo>
                  <a:pt x="4879884" y="5263260"/>
                  <a:pt x="4865657" y="5270353"/>
                  <a:pt x="4872770" y="5284540"/>
                </a:cubicBezTo>
                <a:cubicBezTo>
                  <a:pt x="4872770" y="5284540"/>
                  <a:pt x="4872770" y="5291633"/>
                  <a:pt x="4872770" y="5291633"/>
                </a:cubicBezTo>
                <a:cubicBezTo>
                  <a:pt x="4872770" y="5291633"/>
                  <a:pt x="4872770" y="5298726"/>
                  <a:pt x="4872770" y="5298726"/>
                </a:cubicBezTo>
                <a:cubicBezTo>
                  <a:pt x="4872770" y="5298726"/>
                  <a:pt x="4886998" y="5327099"/>
                  <a:pt x="4865657" y="5327099"/>
                </a:cubicBezTo>
                <a:cubicBezTo>
                  <a:pt x="4865657" y="5327099"/>
                  <a:pt x="4844316" y="5327099"/>
                  <a:pt x="4837203" y="5312913"/>
                </a:cubicBezTo>
                <a:cubicBezTo>
                  <a:pt x="4837203" y="5312913"/>
                  <a:pt x="4830089" y="5298726"/>
                  <a:pt x="4822976" y="5320006"/>
                </a:cubicBezTo>
                <a:cubicBezTo>
                  <a:pt x="4822976" y="5320006"/>
                  <a:pt x="4801635" y="5355473"/>
                  <a:pt x="4787409" y="5369659"/>
                </a:cubicBezTo>
                <a:cubicBezTo>
                  <a:pt x="4787409" y="5369659"/>
                  <a:pt x="4751841" y="5405126"/>
                  <a:pt x="4758954" y="5412219"/>
                </a:cubicBezTo>
                <a:cubicBezTo>
                  <a:pt x="4758954" y="5412219"/>
                  <a:pt x="4773181" y="5426406"/>
                  <a:pt x="4766067" y="5426406"/>
                </a:cubicBezTo>
                <a:cubicBezTo>
                  <a:pt x="4766067" y="5426406"/>
                  <a:pt x="4758954" y="5433499"/>
                  <a:pt x="4744726" y="5426406"/>
                </a:cubicBezTo>
                <a:cubicBezTo>
                  <a:pt x="4744726" y="5426406"/>
                  <a:pt x="4744726" y="5426406"/>
                  <a:pt x="4737613" y="5440592"/>
                </a:cubicBezTo>
                <a:cubicBezTo>
                  <a:pt x="4737613" y="5440592"/>
                  <a:pt x="4716273" y="5461872"/>
                  <a:pt x="4730500" y="5468967"/>
                </a:cubicBezTo>
                <a:cubicBezTo>
                  <a:pt x="4730500" y="5468967"/>
                  <a:pt x="4737613" y="5468967"/>
                  <a:pt x="4744726" y="5476060"/>
                </a:cubicBezTo>
                <a:cubicBezTo>
                  <a:pt x="4744726" y="5476060"/>
                  <a:pt x="4758954" y="5476060"/>
                  <a:pt x="4744726" y="5483153"/>
                </a:cubicBezTo>
                <a:close/>
                <a:moveTo>
                  <a:pt x="5022155" y="5646299"/>
                </a:moveTo>
                <a:cubicBezTo>
                  <a:pt x="5022155" y="5646299"/>
                  <a:pt x="5022155" y="5653394"/>
                  <a:pt x="5022155" y="5667579"/>
                </a:cubicBezTo>
                <a:cubicBezTo>
                  <a:pt x="5022155" y="5667579"/>
                  <a:pt x="5022155" y="5674674"/>
                  <a:pt x="5015041" y="5681767"/>
                </a:cubicBezTo>
                <a:cubicBezTo>
                  <a:pt x="4943906" y="5731420"/>
                  <a:pt x="4943906" y="5731420"/>
                  <a:pt x="4943906" y="5731420"/>
                </a:cubicBezTo>
                <a:cubicBezTo>
                  <a:pt x="4943906" y="5731420"/>
                  <a:pt x="4936792" y="5724327"/>
                  <a:pt x="4929679" y="5738513"/>
                </a:cubicBezTo>
                <a:cubicBezTo>
                  <a:pt x="4929679" y="5738513"/>
                  <a:pt x="4929679" y="5731420"/>
                  <a:pt x="4922566" y="5731420"/>
                </a:cubicBezTo>
                <a:cubicBezTo>
                  <a:pt x="4922566" y="5731420"/>
                  <a:pt x="4922566" y="5731420"/>
                  <a:pt x="4922566" y="5738513"/>
                </a:cubicBezTo>
                <a:cubicBezTo>
                  <a:pt x="4922566" y="5738513"/>
                  <a:pt x="4908338" y="5731420"/>
                  <a:pt x="4908338" y="5738513"/>
                </a:cubicBezTo>
                <a:cubicBezTo>
                  <a:pt x="4865657" y="5745607"/>
                  <a:pt x="4865657" y="5745607"/>
                  <a:pt x="4865657" y="5745607"/>
                </a:cubicBezTo>
                <a:cubicBezTo>
                  <a:pt x="4865657" y="5745607"/>
                  <a:pt x="4851430" y="5745607"/>
                  <a:pt x="4872770" y="5738513"/>
                </a:cubicBezTo>
                <a:cubicBezTo>
                  <a:pt x="4872770" y="5738513"/>
                  <a:pt x="4922566" y="5724327"/>
                  <a:pt x="4894111" y="5724327"/>
                </a:cubicBezTo>
                <a:cubicBezTo>
                  <a:pt x="4894111" y="5724327"/>
                  <a:pt x="4879884" y="5717233"/>
                  <a:pt x="4894111" y="5717233"/>
                </a:cubicBezTo>
                <a:cubicBezTo>
                  <a:pt x="4894111" y="5717233"/>
                  <a:pt x="4943906" y="5681767"/>
                  <a:pt x="4958133" y="5646299"/>
                </a:cubicBezTo>
                <a:cubicBezTo>
                  <a:pt x="4958133" y="5646299"/>
                  <a:pt x="5007928" y="5568273"/>
                  <a:pt x="4943906" y="5525713"/>
                </a:cubicBezTo>
                <a:cubicBezTo>
                  <a:pt x="4943906" y="5525713"/>
                  <a:pt x="4915451" y="5525713"/>
                  <a:pt x="4894111" y="5561180"/>
                </a:cubicBezTo>
                <a:cubicBezTo>
                  <a:pt x="4894111" y="5561180"/>
                  <a:pt x="4879884" y="5596646"/>
                  <a:pt x="4858544" y="5603739"/>
                </a:cubicBezTo>
                <a:cubicBezTo>
                  <a:pt x="4858544" y="5603739"/>
                  <a:pt x="4822976" y="5596646"/>
                  <a:pt x="4801635" y="5582460"/>
                </a:cubicBezTo>
                <a:cubicBezTo>
                  <a:pt x="4801635" y="5582460"/>
                  <a:pt x="4780295" y="5575366"/>
                  <a:pt x="4801635" y="5575366"/>
                </a:cubicBezTo>
                <a:cubicBezTo>
                  <a:pt x="4801635" y="5575366"/>
                  <a:pt x="4808748" y="5575366"/>
                  <a:pt x="4822976" y="5561180"/>
                </a:cubicBezTo>
                <a:cubicBezTo>
                  <a:pt x="4822976" y="5561180"/>
                  <a:pt x="4844316" y="5554086"/>
                  <a:pt x="4844316" y="5546993"/>
                </a:cubicBezTo>
                <a:cubicBezTo>
                  <a:pt x="4844316" y="5546993"/>
                  <a:pt x="4858544" y="5525713"/>
                  <a:pt x="4872770" y="5511526"/>
                </a:cubicBezTo>
                <a:cubicBezTo>
                  <a:pt x="4872770" y="5511526"/>
                  <a:pt x="4894111" y="5497340"/>
                  <a:pt x="4901225" y="5483153"/>
                </a:cubicBezTo>
                <a:cubicBezTo>
                  <a:pt x="4901225" y="5483153"/>
                  <a:pt x="4901225" y="5468967"/>
                  <a:pt x="4886998" y="5476060"/>
                </a:cubicBezTo>
                <a:cubicBezTo>
                  <a:pt x="4886998" y="5476060"/>
                  <a:pt x="4858544" y="5504433"/>
                  <a:pt x="4830089" y="5454780"/>
                </a:cubicBezTo>
                <a:cubicBezTo>
                  <a:pt x="4830089" y="5454780"/>
                  <a:pt x="4830089" y="5398033"/>
                  <a:pt x="4822976" y="5419312"/>
                </a:cubicBezTo>
                <a:cubicBezTo>
                  <a:pt x="4822976" y="5419312"/>
                  <a:pt x="4808748" y="5454780"/>
                  <a:pt x="4787409" y="5461872"/>
                </a:cubicBezTo>
                <a:cubicBezTo>
                  <a:pt x="4787409" y="5461872"/>
                  <a:pt x="4773181" y="5468967"/>
                  <a:pt x="4758954" y="5461872"/>
                </a:cubicBezTo>
                <a:cubicBezTo>
                  <a:pt x="4758954" y="5461872"/>
                  <a:pt x="4737613" y="5454780"/>
                  <a:pt x="4758954" y="5454780"/>
                </a:cubicBezTo>
                <a:cubicBezTo>
                  <a:pt x="4758954" y="5454780"/>
                  <a:pt x="4780295" y="5447687"/>
                  <a:pt x="4794522" y="5419312"/>
                </a:cubicBezTo>
                <a:cubicBezTo>
                  <a:pt x="4794522" y="5419312"/>
                  <a:pt x="4808748" y="5398033"/>
                  <a:pt x="4808748" y="5383846"/>
                </a:cubicBezTo>
                <a:cubicBezTo>
                  <a:pt x="4808748" y="5383846"/>
                  <a:pt x="4801635" y="5376753"/>
                  <a:pt x="4822976" y="5369659"/>
                </a:cubicBezTo>
                <a:cubicBezTo>
                  <a:pt x="4822976" y="5369659"/>
                  <a:pt x="4865657" y="5334193"/>
                  <a:pt x="4894111" y="5355473"/>
                </a:cubicBezTo>
                <a:cubicBezTo>
                  <a:pt x="4894111" y="5355473"/>
                  <a:pt x="4901225" y="5369659"/>
                  <a:pt x="4894111" y="5390939"/>
                </a:cubicBezTo>
                <a:cubicBezTo>
                  <a:pt x="4894111" y="5390939"/>
                  <a:pt x="4886998" y="5405126"/>
                  <a:pt x="4908338" y="5426406"/>
                </a:cubicBezTo>
                <a:cubicBezTo>
                  <a:pt x="4908338" y="5426406"/>
                  <a:pt x="4936792" y="5440592"/>
                  <a:pt x="4943906" y="5433499"/>
                </a:cubicBezTo>
                <a:cubicBezTo>
                  <a:pt x="4943906" y="5433499"/>
                  <a:pt x="4979473" y="5405126"/>
                  <a:pt x="4993701" y="5412219"/>
                </a:cubicBezTo>
                <a:cubicBezTo>
                  <a:pt x="4993701" y="5412219"/>
                  <a:pt x="5022155" y="5412219"/>
                  <a:pt x="5015041" y="5433499"/>
                </a:cubicBezTo>
                <a:cubicBezTo>
                  <a:pt x="5015041" y="5433499"/>
                  <a:pt x="5007928" y="5447687"/>
                  <a:pt x="5007928" y="5454780"/>
                </a:cubicBezTo>
                <a:cubicBezTo>
                  <a:pt x="5007928" y="5454780"/>
                  <a:pt x="5007928" y="5454780"/>
                  <a:pt x="4993701" y="5461872"/>
                </a:cubicBezTo>
                <a:cubicBezTo>
                  <a:pt x="4993701" y="5461872"/>
                  <a:pt x="4972360" y="5476060"/>
                  <a:pt x="4993701" y="5497340"/>
                </a:cubicBezTo>
                <a:cubicBezTo>
                  <a:pt x="5029269" y="5546993"/>
                  <a:pt x="5029269" y="5546993"/>
                  <a:pt x="5029269" y="5546993"/>
                </a:cubicBezTo>
                <a:cubicBezTo>
                  <a:pt x="5029269" y="5546993"/>
                  <a:pt x="5043495" y="5589553"/>
                  <a:pt x="5036382" y="5625019"/>
                </a:cubicBezTo>
                <a:cubicBezTo>
                  <a:pt x="5036382" y="5625019"/>
                  <a:pt x="5029269" y="5639206"/>
                  <a:pt x="5022155" y="5646299"/>
                </a:cubicBezTo>
                <a:close/>
                <a:moveTo>
                  <a:pt x="3215317" y="5582460"/>
                </a:moveTo>
                <a:cubicBezTo>
                  <a:pt x="1906427" y="5582460"/>
                  <a:pt x="846511" y="4525552"/>
                  <a:pt x="846511" y="3220377"/>
                </a:cubicBezTo>
                <a:cubicBezTo>
                  <a:pt x="846511" y="1915202"/>
                  <a:pt x="1906427" y="858294"/>
                  <a:pt x="3215317" y="858294"/>
                </a:cubicBezTo>
                <a:cubicBezTo>
                  <a:pt x="4524207" y="858294"/>
                  <a:pt x="5584124" y="1915202"/>
                  <a:pt x="5584124" y="3220377"/>
                </a:cubicBezTo>
                <a:cubicBezTo>
                  <a:pt x="5584124" y="4525552"/>
                  <a:pt x="4524207" y="5582460"/>
                  <a:pt x="3215317" y="5582460"/>
                </a:cubicBezTo>
                <a:close/>
                <a:moveTo>
                  <a:pt x="5541443" y="2255683"/>
                </a:moveTo>
                <a:cubicBezTo>
                  <a:pt x="5520102" y="2198936"/>
                  <a:pt x="5512989" y="2149282"/>
                  <a:pt x="5534330" y="2099629"/>
                </a:cubicBezTo>
                <a:cubicBezTo>
                  <a:pt x="5548556" y="2057069"/>
                  <a:pt x="5584124" y="2021603"/>
                  <a:pt x="5641033" y="2000322"/>
                </a:cubicBezTo>
                <a:cubicBezTo>
                  <a:pt x="5676600" y="1986135"/>
                  <a:pt x="5705055" y="1979042"/>
                  <a:pt x="5733508" y="1979042"/>
                </a:cubicBezTo>
                <a:cubicBezTo>
                  <a:pt x="5754849" y="1979042"/>
                  <a:pt x="5776190" y="1986135"/>
                  <a:pt x="5797530" y="1993229"/>
                </a:cubicBezTo>
                <a:cubicBezTo>
                  <a:pt x="5811757" y="2007415"/>
                  <a:pt x="5833097" y="2014510"/>
                  <a:pt x="5847325" y="2028695"/>
                </a:cubicBezTo>
                <a:cubicBezTo>
                  <a:pt x="5861552" y="2049976"/>
                  <a:pt x="5882893" y="2078349"/>
                  <a:pt x="5890006" y="2106723"/>
                </a:cubicBezTo>
                <a:cubicBezTo>
                  <a:pt x="5918460" y="2163469"/>
                  <a:pt x="5918460" y="2213122"/>
                  <a:pt x="5897119" y="2255683"/>
                </a:cubicBezTo>
                <a:cubicBezTo>
                  <a:pt x="5882893" y="2305336"/>
                  <a:pt x="5847325" y="2340803"/>
                  <a:pt x="5790416" y="2362083"/>
                </a:cubicBezTo>
                <a:cubicBezTo>
                  <a:pt x="5733508" y="2383363"/>
                  <a:pt x="5683714" y="2383363"/>
                  <a:pt x="5641033" y="2362083"/>
                </a:cubicBezTo>
                <a:cubicBezTo>
                  <a:pt x="5598350" y="2347896"/>
                  <a:pt x="5562783" y="2305336"/>
                  <a:pt x="5541443" y="2255683"/>
                </a:cubicBezTo>
                <a:close/>
                <a:moveTo>
                  <a:pt x="5982482" y="2390456"/>
                </a:moveTo>
                <a:cubicBezTo>
                  <a:pt x="6003822" y="2468482"/>
                  <a:pt x="6003822" y="2468482"/>
                  <a:pt x="6003822" y="2468482"/>
                </a:cubicBezTo>
                <a:cubicBezTo>
                  <a:pt x="5712168" y="2539416"/>
                  <a:pt x="5712168" y="2539416"/>
                  <a:pt x="5712168" y="2539416"/>
                </a:cubicBezTo>
                <a:cubicBezTo>
                  <a:pt x="5761962" y="2738030"/>
                  <a:pt x="5761962" y="2738030"/>
                  <a:pt x="5761962" y="2738030"/>
                </a:cubicBezTo>
                <a:cubicBezTo>
                  <a:pt x="5697940" y="2752217"/>
                  <a:pt x="5697940" y="2752217"/>
                  <a:pt x="5697940" y="2752217"/>
                </a:cubicBezTo>
                <a:cubicBezTo>
                  <a:pt x="5633918" y="2475577"/>
                  <a:pt x="5633918" y="2475577"/>
                  <a:pt x="5633918" y="2475577"/>
                </a:cubicBezTo>
                <a:lnTo>
                  <a:pt x="5982482" y="2390456"/>
                </a:lnTo>
                <a:close/>
                <a:moveTo>
                  <a:pt x="6060731" y="3724004"/>
                </a:moveTo>
                <a:cubicBezTo>
                  <a:pt x="5804643" y="3745285"/>
                  <a:pt x="5804643" y="3745285"/>
                  <a:pt x="5804643" y="3745285"/>
                </a:cubicBezTo>
                <a:cubicBezTo>
                  <a:pt x="6032276" y="3865871"/>
                  <a:pt x="6032276" y="3865871"/>
                  <a:pt x="6032276" y="3865871"/>
                </a:cubicBezTo>
                <a:cubicBezTo>
                  <a:pt x="6010935" y="3986458"/>
                  <a:pt x="6010935" y="3986458"/>
                  <a:pt x="6010935" y="3986458"/>
                </a:cubicBezTo>
                <a:cubicBezTo>
                  <a:pt x="5648146" y="3915524"/>
                  <a:pt x="5648146" y="3915524"/>
                  <a:pt x="5648146" y="3915524"/>
                </a:cubicBezTo>
                <a:cubicBezTo>
                  <a:pt x="5662372" y="3837498"/>
                  <a:pt x="5662372" y="3837498"/>
                  <a:pt x="5662372" y="3837498"/>
                </a:cubicBezTo>
                <a:cubicBezTo>
                  <a:pt x="5946915" y="3894244"/>
                  <a:pt x="5946915" y="3894244"/>
                  <a:pt x="5946915" y="3894244"/>
                </a:cubicBezTo>
                <a:cubicBezTo>
                  <a:pt x="5676600" y="3759471"/>
                  <a:pt x="5676600" y="3759471"/>
                  <a:pt x="5676600" y="3759471"/>
                </a:cubicBezTo>
                <a:cubicBezTo>
                  <a:pt x="5697940" y="3681444"/>
                  <a:pt x="5697940" y="3681444"/>
                  <a:pt x="5697940" y="3681444"/>
                </a:cubicBezTo>
                <a:cubicBezTo>
                  <a:pt x="5996709" y="3660164"/>
                  <a:pt x="5996709" y="3660164"/>
                  <a:pt x="5996709" y="3660164"/>
                </a:cubicBezTo>
                <a:cubicBezTo>
                  <a:pt x="5712168" y="3603418"/>
                  <a:pt x="5712168" y="3603418"/>
                  <a:pt x="5712168" y="3603418"/>
                </a:cubicBezTo>
                <a:cubicBezTo>
                  <a:pt x="5726394" y="3532483"/>
                  <a:pt x="5726394" y="3532483"/>
                  <a:pt x="5726394" y="3532483"/>
                </a:cubicBezTo>
                <a:cubicBezTo>
                  <a:pt x="6089185" y="3603418"/>
                  <a:pt x="6089185" y="3603418"/>
                  <a:pt x="6089185" y="3603418"/>
                </a:cubicBezTo>
                <a:lnTo>
                  <a:pt x="6060731" y="3724004"/>
                </a:lnTo>
                <a:close/>
                <a:moveTo>
                  <a:pt x="5804643" y="3362244"/>
                </a:moveTo>
                <a:cubicBezTo>
                  <a:pt x="5811757" y="3376431"/>
                  <a:pt x="5818871" y="3383524"/>
                  <a:pt x="5833097" y="3383524"/>
                </a:cubicBezTo>
                <a:cubicBezTo>
                  <a:pt x="5847325" y="3390617"/>
                  <a:pt x="5868665" y="3390617"/>
                  <a:pt x="5897119" y="3390617"/>
                </a:cubicBezTo>
                <a:cubicBezTo>
                  <a:pt x="6103412" y="3397711"/>
                  <a:pt x="6103412" y="3397711"/>
                  <a:pt x="6103412" y="3397711"/>
                </a:cubicBezTo>
                <a:cubicBezTo>
                  <a:pt x="6096298" y="3482830"/>
                  <a:pt x="6096298" y="3482830"/>
                  <a:pt x="6096298" y="3482830"/>
                </a:cubicBezTo>
                <a:cubicBezTo>
                  <a:pt x="5904233" y="3475737"/>
                  <a:pt x="5904233" y="3475737"/>
                  <a:pt x="5904233" y="3475737"/>
                </a:cubicBezTo>
                <a:cubicBezTo>
                  <a:pt x="5861552" y="3475737"/>
                  <a:pt x="5825984" y="3468644"/>
                  <a:pt x="5811757" y="3461550"/>
                </a:cubicBezTo>
                <a:cubicBezTo>
                  <a:pt x="5790416" y="3461550"/>
                  <a:pt x="5776190" y="3447364"/>
                  <a:pt x="5769075" y="3440270"/>
                </a:cubicBezTo>
                <a:cubicBezTo>
                  <a:pt x="5754849" y="3426084"/>
                  <a:pt x="5747736" y="3411897"/>
                  <a:pt x="5740622" y="3390617"/>
                </a:cubicBezTo>
                <a:cubicBezTo>
                  <a:pt x="5733508" y="3369337"/>
                  <a:pt x="5726394" y="3340964"/>
                  <a:pt x="5726394" y="3312591"/>
                </a:cubicBezTo>
                <a:cubicBezTo>
                  <a:pt x="5733508" y="3270030"/>
                  <a:pt x="5733508" y="3241657"/>
                  <a:pt x="5747736" y="3227470"/>
                </a:cubicBezTo>
                <a:cubicBezTo>
                  <a:pt x="5754849" y="3206190"/>
                  <a:pt x="5761962" y="3192004"/>
                  <a:pt x="5776190" y="3177817"/>
                </a:cubicBezTo>
                <a:cubicBezTo>
                  <a:pt x="5790416" y="3170724"/>
                  <a:pt x="5804643" y="3163630"/>
                  <a:pt x="5818871" y="3156537"/>
                </a:cubicBezTo>
                <a:cubicBezTo>
                  <a:pt x="5840211" y="3149444"/>
                  <a:pt x="5868665" y="3149444"/>
                  <a:pt x="5911347" y="3149444"/>
                </a:cubicBezTo>
                <a:cubicBezTo>
                  <a:pt x="6110525" y="3156537"/>
                  <a:pt x="6110525" y="3156537"/>
                  <a:pt x="6110525" y="3156537"/>
                </a:cubicBezTo>
                <a:cubicBezTo>
                  <a:pt x="6103412" y="3241657"/>
                  <a:pt x="6103412" y="3241657"/>
                  <a:pt x="6103412" y="3241657"/>
                </a:cubicBezTo>
                <a:cubicBezTo>
                  <a:pt x="5904233" y="3234564"/>
                  <a:pt x="5904233" y="3234564"/>
                  <a:pt x="5904233" y="3234564"/>
                </a:cubicBezTo>
                <a:cubicBezTo>
                  <a:pt x="5875779" y="3234564"/>
                  <a:pt x="5854438" y="3234564"/>
                  <a:pt x="5847325" y="3234564"/>
                </a:cubicBezTo>
                <a:cubicBezTo>
                  <a:pt x="5825984" y="3234564"/>
                  <a:pt x="5818871" y="3241657"/>
                  <a:pt x="5804643" y="3255843"/>
                </a:cubicBezTo>
                <a:cubicBezTo>
                  <a:pt x="5797530" y="3270030"/>
                  <a:pt x="5790416" y="3291310"/>
                  <a:pt x="5790416" y="3312591"/>
                </a:cubicBezTo>
                <a:cubicBezTo>
                  <a:pt x="5790416" y="3333871"/>
                  <a:pt x="5797530" y="3355151"/>
                  <a:pt x="5804643" y="336224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11112500" y="1041400"/>
            <a:ext cx="158355" cy="152265"/>
          </a:xfrm>
          <a:custGeom>
            <a:avLst/>
            <a:gdLst/>
            <a:ahLst/>
            <a:cxnLst/>
            <a:rect l="l" t="t" r="r" b="b"/>
            <a:pathLst>
              <a:path w="158355" h="152265">
                <a:moveTo>
                  <a:pt x="93574" y="145015"/>
                </a:moveTo>
                <a:cubicBezTo>
                  <a:pt x="100772" y="152265"/>
                  <a:pt x="115167" y="152265"/>
                  <a:pt x="122366" y="145015"/>
                </a:cubicBezTo>
                <a:cubicBezTo>
                  <a:pt x="136761" y="145015"/>
                  <a:pt x="143960" y="137765"/>
                  <a:pt x="151157" y="123262"/>
                </a:cubicBezTo>
                <a:cubicBezTo>
                  <a:pt x="158355" y="116012"/>
                  <a:pt x="158355" y="101511"/>
                  <a:pt x="158355" y="94259"/>
                </a:cubicBezTo>
                <a:cubicBezTo>
                  <a:pt x="158355" y="79759"/>
                  <a:pt x="151157" y="65256"/>
                  <a:pt x="136761" y="58006"/>
                </a:cubicBezTo>
                <a:cubicBezTo>
                  <a:pt x="129563" y="50756"/>
                  <a:pt x="115167" y="36253"/>
                  <a:pt x="93574" y="21753"/>
                </a:cubicBezTo>
                <a:cubicBezTo>
                  <a:pt x="57583" y="0"/>
                  <a:pt x="57583" y="0"/>
                  <a:pt x="57583" y="0"/>
                </a:cubicBezTo>
                <a:cubicBezTo>
                  <a:pt x="0" y="87009"/>
                  <a:pt x="0" y="87009"/>
                  <a:pt x="0" y="87009"/>
                </a:cubicBezTo>
                <a:cubicBezTo>
                  <a:pt x="35989" y="116012"/>
                  <a:pt x="35989" y="116012"/>
                  <a:pt x="35989" y="116012"/>
                </a:cubicBezTo>
                <a:cubicBezTo>
                  <a:pt x="64781" y="130514"/>
                  <a:pt x="79177" y="145015"/>
                  <a:pt x="93574" y="14501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0083800" y="6083300"/>
            <a:ext cx="127904" cy="200991"/>
          </a:xfrm>
          <a:custGeom>
            <a:avLst/>
            <a:gdLst/>
            <a:ahLst/>
            <a:cxnLst/>
            <a:rect l="l" t="t" r="r" b="b"/>
            <a:pathLst>
              <a:path w="127904" h="200991">
                <a:moveTo>
                  <a:pt x="21317" y="21534"/>
                </a:moveTo>
                <a:cubicBezTo>
                  <a:pt x="28423" y="28713"/>
                  <a:pt x="35530" y="43070"/>
                  <a:pt x="35530" y="43070"/>
                </a:cubicBezTo>
                <a:cubicBezTo>
                  <a:pt x="42635" y="57426"/>
                  <a:pt x="49741" y="57426"/>
                  <a:pt x="49741" y="57426"/>
                </a:cubicBezTo>
                <a:cubicBezTo>
                  <a:pt x="56846" y="64604"/>
                  <a:pt x="49741" y="78961"/>
                  <a:pt x="49741" y="78961"/>
                </a:cubicBezTo>
                <a:cubicBezTo>
                  <a:pt x="42635" y="86139"/>
                  <a:pt x="42635" y="93317"/>
                  <a:pt x="42635" y="93317"/>
                </a:cubicBezTo>
                <a:cubicBezTo>
                  <a:pt x="35530" y="114852"/>
                  <a:pt x="14211" y="136387"/>
                  <a:pt x="14211" y="136387"/>
                </a:cubicBezTo>
                <a:cubicBezTo>
                  <a:pt x="0" y="150743"/>
                  <a:pt x="21317" y="179456"/>
                  <a:pt x="21317" y="179456"/>
                </a:cubicBezTo>
                <a:cubicBezTo>
                  <a:pt x="28423" y="200991"/>
                  <a:pt x="56846" y="157922"/>
                  <a:pt x="56846" y="157922"/>
                </a:cubicBezTo>
                <a:cubicBezTo>
                  <a:pt x="56846" y="150743"/>
                  <a:pt x="63952" y="150743"/>
                  <a:pt x="63952" y="150743"/>
                </a:cubicBezTo>
                <a:cubicBezTo>
                  <a:pt x="71058" y="143565"/>
                  <a:pt x="71058" y="136387"/>
                  <a:pt x="71058" y="136387"/>
                </a:cubicBezTo>
                <a:cubicBezTo>
                  <a:pt x="85269" y="114852"/>
                  <a:pt x="99480" y="93317"/>
                  <a:pt x="99480" y="93317"/>
                </a:cubicBezTo>
                <a:cubicBezTo>
                  <a:pt x="106587" y="86139"/>
                  <a:pt x="120799" y="43070"/>
                  <a:pt x="120799" y="43070"/>
                </a:cubicBezTo>
                <a:cubicBezTo>
                  <a:pt x="127904" y="43070"/>
                  <a:pt x="120799" y="28713"/>
                  <a:pt x="120799" y="28713"/>
                </a:cubicBezTo>
                <a:cubicBezTo>
                  <a:pt x="120799" y="21534"/>
                  <a:pt x="85269" y="7178"/>
                  <a:pt x="85269" y="7178"/>
                </a:cubicBezTo>
                <a:cubicBezTo>
                  <a:pt x="78163" y="7178"/>
                  <a:pt x="63952" y="0"/>
                  <a:pt x="49741" y="0"/>
                </a:cubicBezTo>
                <a:cubicBezTo>
                  <a:pt x="42635" y="0"/>
                  <a:pt x="28423" y="0"/>
                  <a:pt x="28423" y="0"/>
                </a:cubicBezTo>
                <a:cubicBezTo>
                  <a:pt x="7106" y="7178"/>
                  <a:pt x="21317" y="21534"/>
                  <a:pt x="21317" y="2153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1988800" y="2247900"/>
            <a:ext cx="261897" cy="243623"/>
          </a:xfrm>
          <a:custGeom>
            <a:avLst/>
            <a:gdLst/>
            <a:ahLst/>
            <a:cxnLst/>
            <a:rect l="l" t="t" r="r" b="b"/>
            <a:pathLst>
              <a:path w="261897" h="243623">
                <a:moveTo>
                  <a:pt x="176958" y="229292"/>
                </a:moveTo>
                <a:cubicBezTo>
                  <a:pt x="212349" y="207796"/>
                  <a:pt x="240662" y="186300"/>
                  <a:pt x="247740" y="164804"/>
                </a:cubicBezTo>
                <a:cubicBezTo>
                  <a:pt x="261897" y="136143"/>
                  <a:pt x="261897" y="107481"/>
                  <a:pt x="247740" y="71653"/>
                </a:cubicBezTo>
                <a:cubicBezTo>
                  <a:pt x="233583" y="42992"/>
                  <a:pt x="219427" y="21496"/>
                  <a:pt x="191113" y="14331"/>
                </a:cubicBezTo>
                <a:cubicBezTo>
                  <a:pt x="162801" y="0"/>
                  <a:pt x="127409" y="0"/>
                  <a:pt x="92018" y="21496"/>
                </a:cubicBezTo>
                <a:cubicBezTo>
                  <a:pt x="49548" y="35827"/>
                  <a:pt x="28313" y="57323"/>
                  <a:pt x="14157" y="85984"/>
                </a:cubicBezTo>
                <a:cubicBezTo>
                  <a:pt x="0" y="114647"/>
                  <a:pt x="0" y="143308"/>
                  <a:pt x="14157" y="171969"/>
                </a:cubicBezTo>
                <a:cubicBezTo>
                  <a:pt x="28313" y="200631"/>
                  <a:pt x="49548" y="222127"/>
                  <a:pt x="77861" y="236457"/>
                </a:cubicBezTo>
                <a:cubicBezTo>
                  <a:pt x="99096" y="243623"/>
                  <a:pt x="134488" y="243623"/>
                  <a:pt x="176958" y="22929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0" y="0"/>
            <a:ext cx="12192000" cy="11430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0400" y="609600"/>
            <a:ext cx="17526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9" name="AutoShape 29"/>
          <p:cNvSpPr/>
          <p:nvPr/>
        </p:nvSpPr>
        <p:spPr>
          <a:xfrm>
            <a:off x="1841500" y="2209800"/>
            <a:ext cx="2705100" cy="233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800" b="0" i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latin typeface="Impact"/>
                <a:ea typeface="Impact"/>
                <a:cs typeface="Impact"/>
                <a:sym typeface="Impact"/>
              </a:rPr>
              <a:t>06</a:t>
            </a:r>
            <a:endParaRPr 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841500" y="3695700"/>
            <a:ext cx="50800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54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创新点、不足与展望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841500" y="4305300"/>
            <a:ext cx="50800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808080"/>
                </a:solidFill>
                <a:latin typeface="Segoe UI Light"/>
                <a:ea typeface="Segoe UI Light"/>
                <a:cs typeface="Segoe UI Light"/>
                <a:sym typeface="Segoe UI Light"/>
              </a:rPr>
              <a:t>Future Plan of Project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327900" y="711200"/>
            <a:ext cx="41910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0" bIns="0" rtlCol="0" anchor="b" anchorCtr="0"/>
          <a:lstStyle/>
          <a:p>
            <a:pPr marL="0" indent="0" algn="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项目总结与未来发展规划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066800" y="59944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6604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8636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12700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4732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16891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73152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主要创新点与工程特色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60400" y="1447800"/>
            <a:ext cx="10871200" cy="306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1435100" y="2730500"/>
            <a:ext cx="2679700" cy="2679700"/>
          </a:xfrm>
          <a:prstGeom prst="ellipse">
            <a:avLst/>
          </a:prstGeom>
          <a:solidFill>
            <a:srgbClr val="D9D9D9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625600" y="32512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轻量ECS架构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25600" y="37338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成功设计并实现适配H5平台的轻量级ECS框架，实现数据、逻辑、表现的彻底解耦，大幅提升代码的可维护性与扩展性。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775200" y="2730500"/>
            <a:ext cx="2679700" cy="2679700"/>
          </a:xfrm>
          <a:prstGeom prst="ellipse">
            <a:avLst/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965700" y="32512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性能组合拳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965700" y="37338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整合对象池、Web Worker、动态图集等多种优化手段，形成灵活且可验证的性能优化体系，保障H5端流畅运行。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02600" y="2730500"/>
            <a:ext cx="2679700" cy="2679700"/>
          </a:xfrm>
          <a:prstGeom prst="ellipse">
            <a:avLst/>
          </a:prstGeom>
          <a:solidFill>
            <a:srgbClr val="D9D9D9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293100" y="32512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UI与战斗协同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293100" y="37338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基于MVC模式设计UI系统，通过标志位实现UI操作与底层ECS战斗逻辑的无缝协同，确保交互响应的一致性。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73100" y="5778500"/>
            <a:ext cx="1085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ctr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40404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本项目构建了可维护、高性能的H5 Roguelite游戏原型，为同类游戏的开发提供了宝贵的实践经验和架构参考。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73152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不足与展望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457700" y="1790700"/>
            <a:ext cx="3276600" cy="327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90500" algn="ctr" rotWithShape="0">
              <a:srgbClr val="000000">
                <a:alpha val="25000"/>
              </a:srgbClr>
            </a:outerShdw>
          </a:effectLst>
        </p:spPr>
      </p:pic>
      <p:sp>
        <p:nvSpPr>
          <p:cNvPr id="12" name="AutoShape 12"/>
          <p:cNvSpPr/>
          <p:nvPr/>
        </p:nvSpPr>
        <p:spPr>
          <a:xfrm>
            <a:off x="8140700" y="1727200"/>
            <a:ext cx="2667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展望：产品化与技术深化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40700" y="2171700"/>
            <a:ext cx="330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完善局外存档、元进度系统及用户设置等产品功能；探索WebGL Instancing等高级渲染技术，提升视觉表现与运行效率。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>
            <a:off x="7721600" y="2133600"/>
            <a:ext cx="201934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15"/>
          <p:cNvCxnSpPr/>
          <p:nvPr/>
        </p:nvCxnSpPr>
        <p:spPr>
          <a:xfrm rot="-1871996">
            <a:off x="7312220" y="2235155"/>
            <a:ext cx="43792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8039100" y="4241800"/>
            <a:ext cx="2667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展望：合规性与体验规范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39100" y="4686300"/>
            <a:ext cx="330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严格遵循相关规定，完善适龄提示标注，设置合理的游戏时长限制，保障用户权益，确保产品发布的合规性与安全性。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>
            <a:off x="7620000" y="4648200"/>
            <a:ext cx="201934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cxnSp>
        <p:nvCxnSpPr>
          <p:cNvPr id="19" name="Connector 19"/>
          <p:cNvCxnSpPr/>
          <p:nvPr/>
        </p:nvCxnSpPr>
        <p:spPr>
          <a:xfrm rot="3355316">
            <a:off x="7380684" y="4508609"/>
            <a:ext cx="31366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 rot="10800000" flipV="1">
            <a:off x="2070100" y="1727200"/>
            <a:ext cx="2667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不足：内容表现与架构演进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 rot="10800000" flipV="1">
            <a:off x="1498600" y="2171700"/>
            <a:ext cx="330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部分技能的视觉特效和音效尚未完全补齐；当前ECS架构实现仍有优化空间，需引入Archetype/Chunk存储模式提升性能。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10756758">
            <a:off x="2412960" y="2133600"/>
            <a:ext cx="201934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cxnSp>
        <p:nvCxnSpPr>
          <p:cNvPr id="23" name="Connector 23"/>
          <p:cNvCxnSpPr/>
          <p:nvPr/>
        </p:nvCxnSpPr>
        <p:spPr>
          <a:xfrm rot="-9079489">
            <a:off x="4402910" y="2235152"/>
            <a:ext cx="4269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 rot="10800000" flipV="1">
            <a:off x="2057400" y="4241800"/>
            <a:ext cx="2667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不足：测试体系与质量保障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 rot="10800000" flipV="1">
            <a:off x="1485900" y="4686300"/>
            <a:ext cx="330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目前缺乏完整的端到端UI自动化测试流程，测试覆盖度不足，导致部分交互细节问题难以及时发现，需完善自动化测试框架建设。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10756758">
            <a:off x="2400260" y="4648200"/>
            <a:ext cx="201934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cxnSp>
        <p:nvCxnSpPr>
          <p:cNvPr id="27" name="Connector 27"/>
          <p:cNvCxnSpPr/>
          <p:nvPr/>
        </p:nvCxnSpPr>
        <p:spPr>
          <a:xfrm rot="7166454">
            <a:off x="4345249" y="4508609"/>
            <a:ext cx="31366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73100" y="5778500"/>
            <a:ext cx="1085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ctr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40404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正视当前项目短板，聚焦技术架构演进与产品功能完善，严格落实合规要求，全方位推动项目持续迭代与质量升级。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08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基于ECS架构的类吸血鬼幸存者游戏开发及优化总结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1651000"/>
            <a:ext cx="5334000" cy="2032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60400" y="1651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89000" y="1778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01 需求分析：科学规划，精准映射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046">
            <a:off x="889008" y="2279650"/>
            <a:ext cx="482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889000" y="2413000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采用MoSCoW优先级法则梳理核心需求，明确游戏核心玩法与性能指标。建立需求与测试用例的一一映射关系，确保开发过程中需求无遗漏、可追溯，为后续开发提供坚实的基础支撑。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1651000"/>
            <a:ext cx="5334000" cy="2032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23000" y="1651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51600" y="1778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02 架构设计：多层协同，模式融合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046">
            <a:off x="6451608" y="2279650"/>
            <a:ext cx="482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451600" y="2413000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成功构建高内聚低耦合的五层架构体系，有机融合ECS（实体组件系统）、MVC设计模式与Web Worker多线程技术，有效解耦业务逻辑与渲染逻辑，提升系统的扩展性与维护性。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" y="4064000"/>
            <a:ext cx="5334000" cy="2032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60400" y="4064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89000" y="4191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03 功能实现：统一管理，场景落地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9046">
            <a:off x="889008" y="4692650"/>
            <a:ext cx="482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89000" y="4826000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利用SimpleEcsDemo组合根实现系统的统一注入与管理，规范依赖关系。成功开发并演示了敌人生成、弹幕交互、玩家成长三大核心游戏场景，完整还原了类吸血鬼幸存者游戏的核心体验。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23000" y="4064000"/>
            <a:ext cx="5334000" cy="2032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223000" y="4064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451600" y="4191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04 测试验证：数据支撑，闭环验收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9046">
            <a:off x="6451608" y="4692650"/>
            <a:ext cx="482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6451600" y="4826000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开展多维度性能实验与消融实验，通过FPS、内存占用等数据验证架构优化的有效性。论文撰写与源码开发同步进行，确保文档、代码与测试数据高度一致，形成完整的研发闭环，达成毕设目标。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12192000" h="6857999">
                <a:moveTo>
                  <a:pt x="373694" y="254634"/>
                </a:moveTo>
                <a:cubicBezTo>
                  <a:pt x="327130" y="254634"/>
                  <a:pt x="289383" y="292381"/>
                  <a:pt x="289383" y="338945"/>
                </a:cubicBezTo>
                <a:lnTo>
                  <a:pt x="289383" y="6519056"/>
                </a:lnTo>
                <a:cubicBezTo>
                  <a:pt x="289383" y="6565621"/>
                  <a:pt x="327130" y="6603368"/>
                  <a:pt x="373694" y="6603368"/>
                </a:cubicBezTo>
                <a:lnTo>
                  <a:pt x="11818308" y="6603368"/>
                </a:lnTo>
                <a:cubicBezTo>
                  <a:pt x="11864871" y="6603368"/>
                  <a:pt x="11902618" y="6565621"/>
                  <a:pt x="11902618" y="6519056"/>
                </a:cubicBezTo>
                <a:lnTo>
                  <a:pt x="11902618" y="338945"/>
                </a:lnTo>
                <a:cubicBezTo>
                  <a:pt x="11902618" y="292381"/>
                  <a:pt x="11864871" y="254634"/>
                  <a:pt x="11818308" y="25463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92100" y="254000"/>
            <a:ext cx="11607800" cy="6350000"/>
          </a:xfrm>
          <a:prstGeom prst="roundRect">
            <a:avLst>
              <a:gd name="adj" fmla="val 14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76200" algn="ctr" rotWithShape="0">
              <a:srgbClr val="000000">
                <a:alpha val="3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3233400" y="2743200"/>
            <a:ext cx="25400" cy="12700"/>
          </a:xfrm>
          <a:prstGeom prst="roundRect">
            <a:avLst>
              <a:gd name="adj" fmla="val 0"/>
            </a:avLst>
          </a:pr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0401300" y="1384300"/>
            <a:ext cx="3520357" cy="4123326"/>
          </a:xfrm>
          <a:custGeom>
            <a:avLst/>
            <a:gdLst/>
            <a:ahLst/>
            <a:cxnLst/>
            <a:rect l="l" t="t" r="r" b="b"/>
            <a:pathLst>
              <a:path w="3520357" h="4123326">
                <a:moveTo>
                  <a:pt x="2631378" y="2611676"/>
                </a:moveTo>
                <a:cubicBezTo>
                  <a:pt x="2375352" y="2561998"/>
                  <a:pt x="2375352" y="2561998"/>
                  <a:pt x="2375352" y="2561998"/>
                </a:cubicBezTo>
                <a:cubicBezTo>
                  <a:pt x="2062432" y="2625870"/>
                  <a:pt x="2062432" y="2625870"/>
                  <a:pt x="2062432" y="2625870"/>
                </a:cubicBezTo>
                <a:cubicBezTo>
                  <a:pt x="2126438" y="2561998"/>
                  <a:pt x="2126438" y="2561998"/>
                  <a:pt x="2126438" y="2561998"/>
                </a:cubicBezTo>
                <a:cubicBezTo>
                  <a:pt x="2403799" y="2476834"/>
                  <a:pt x="2403799" y="2476834"/>
                  <a:pt x="2403799" y="2476834"/>
                </a:cubicBezTo>
                <a:cubicBezTo>
                  <a:pt x="2681160" y="2569094"/>
                  <a:pt x="2681160" y="2569094"/>
                  <a:pt x="2681160" y="2569094"/>
                </a:cubicBezTo>
                <a:lnTo>
                  <a:pt x="2631378" y="2611676"/>
                </a:lnTo>
                <a:close/>
                <a:moveTo>
                  <a:pt x="2432247" y="3477504"/>
                </a:moveTo>
                <a:cubicBezTo>
                  <a:pt x="2403799" y="3328468"/>
                  <a:pt x="2403799" y="3328468"/>
                  <a:pt x="2403799" y="3328468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595819" y="2980718"/>
                  <a:pt x="2595819" y="2980718"/>
                  <a:pt x="2595819" y="2980718"/>
                </a:cubicBezTo>
                <a:cubicBezTo>
                  <a:pt x="2674048" y="3498794"/>
                  <a:pt x="2674048" y="3498794"/>
                  <a:pt x="2674048" y="3498794"/>
                </a:cubicBezTo>
                <a:cubicBezTo>
                  <a:pt x="2595819" y="3491697"/>
                  <a:pt x="2517588" y="3484601"/>
                  <a:pt x="2432247" y="3477504"/>
                </a:cubicBezTo>
                <a:close/>
                <a:moveTo>
                  <a:pt x="1898860" y="2789100"/>
                </a:moveTo>
                <a:cubicBezTo>
                  <a:pt x="2133549" y="2845876"/>
                  <a:pt x="2133549" y="2845876"/>
                  <a:pt x="2133549" y="2845876"/>
                </a:cubicBezTo>
                <a:cubicBezTo>
                  <a:pt x="2453582" y="2725227"/>
                  <a:pt x="2453582" y="2725227"/>
                  <a:pt x="2453582" y="2725227"/>
                </a:cubicBezTo>
                <a:cubicBezTo>
                  <a:pt x="2631378" y="2810391"/>
                  <a:pt x="2631378" y="2810391"/>
                  <a:pt x="2631378" y="2810391"/>
                </a:cubicBezTo>
                <a:cubicBezTo>
                  <a:pt x="2453582" y="2782004"/>
                  <a:pt x="2453582" y="2782004"/>
                  <a:pt x="2453582" y="2782004"/>
                </a:cubicBezTo>
                <a:cubicBezTo>
                  <a:pt x="2126438" y="2902651"/>
                  <a:pt x="2126438" y="2902651"/>
                  <a:pt x="2126438" y="2902651"/>
                </a:cubicBezTo>
                <a:lnTo>
                  <a:pt x="1898860" y="2789100"/>
                </a:lnTo>
                <a:close/>
                <a:moveTo>
                  <a:pt x="1223235" y="3349758"/>
                </a:moveTo>
                <a:cubicBezTo>
                  <a:pt x="1102335" y="3023300"/>
                  <a:pt x="1102335" y="3023300"/>
                  <a:pt x="1102335" y="3023300"/>
                </a:cubicBezTo>
                <a:cubicBezTo>
                  <a:pt x="938762" y="2973621"/>
                  <a:pt x="938762" y="2973621"/>
                  <a:pt x="938762" y="2973621"/>
                </a:cubicBezTo>
                <a:cubicBezTo>
                  <a:pt x="1216123" y="2888458"/>
                  <a:pt x="1216123" y="2888458"/>
                  <a:pt x="1216123" y="2888458"/>
                </a:cubicBezTo>
                <a:cubicBezTo>
                  <a:pt x="1322800" y="3243304"/>
                  <a:pt x="1322800" y="3243304"/>
                  <a:pt x="1322800" y="3243304"/>
                </a:cubicBezTo>
                <a:cubicBezTo>
                  <a:pt x="1977089" y="3143947"/>
                  <a:pt x="1977089" y="3143947"/>
                  <a:pt x="1977089" y="3143947"/>
                </a:cubicBezTo>
                <a:lnTo>
                  <a:pt x="1223235" y="3349758"/>
                </a:lnTo>
                <a:close/>
                <a:moveTo>
                  <a:pt x="1102335" y="2313605"/>
                </a:moveTo>
                <a:cubicBezTo>
                  <a:pt x="1130781" y="2313605"/>
                  <a:pt x="1130781" y="2313605"/>
                  <a:pt x="1130781" y="2313605"/>
                </a:cubicBezTo>
                <a:cubicBezTo>
                  <a:pt x="1130781" y="2491029"/>
                  <a:pt x="1130781" y="2491029"/>
                  <a:pt x="1130781" y="2491029"/>
                </a:cubicBezTo>
                <a:cubicBezTo>
                  <a:pt x="1102335" y="2491029"/>
                  <a:pt x="1102335" y="2491029"/>
                  <a:pt x="1102335" y="2491029"/>
                </a:cubicBezTo>
                <a:lnTo>
                  <a:pt x="1102335" y="2313605"/>
                </a:lnTo>
                <a:close/>
                <a:moveTo>
                  <a:pt x="1166340" y="2313605"/>
                </a:moveTo>
                <a:cubicBezTo>
                  <a:pt x="1329912" y="2313605"/>
                  <a:pt x="1329912" y="2313605"/>
                  <a:pt x="1329912" y="2313605"/>
                </a:cubicBezTo>
                <a:cubicBezTo>
                  <a:pt x="1329912" y="2491029"/>
                  <a:pt x="1329912" y="2491029"/>
                  <a:pt x="1329912" y="2491029"/>
                </a:cubicBezTo>
                <a:cubicBezTo>
                  <a:pt x="1166340" y="2491029"/>
                  <a:pt x="1166340" y="2491029"/>
                  <a:pt x="1166340" y="2491029"/>
                </a:cubicBezTo>
                <a:lnTo>
                  <a:pt x="1166340" y="2313605"/>
                </a:lnTo>
                <a:close/>
                <a:moveTo>
                  <a:pt x="768078" y="1887788"/>
                </a:moveTo>
                <a:cubicBezTo>
                  <a:pt x="768078" y="1887788"/>
                  <a:pt x="768078" y="1887788"/>
                  <a:pt x="768078" y="1887788"/>
                </a:cubicBezTo>
                <a:cubicBezTo>
                  <a:pt x="561835" y="1887788"/>
                  <a:pt x="561835" y="1887788"/>
                  <a:pt x="561835" y="1887788"/>
                </a:cubicBezTo>
                <a:cubicBezTo>
                  <a:pt x="561835" y="709695"/>
                  <a:pt x="561835" y="709695"/>
                  <a:pt x="561835" y="709695"/>
                </a:cubicBezTo>
                <a:cubicBezTo>
                  <a:pt x="782301" y="709695"/>
                  <a:pt x="782301" y="709695"/>
                  <a:pt x="782301" y="709695"/>
                </a:cubicBezTo>
                <a:cubicBezTo>
                  <a:pt x="782301" y="695500"/>
                  <a:pt x="782301" y="695500"/>
                  <a:pt x="782301" y="695500"/>
                </a:cubicBezTo>
                <a:cubicBezTo>
                  <a:pt x="1059663" y="695500"/>
                  <a:pt x="1059663" y="695500"/>
                  <a:pt x="1059663" y="695500"/>
                </a:cubicBezTo>
                <a:cubicBezTo>
                  <a:pt x="1059663" y="702598"/>
                  <a:pt x="1059663" y="709695"/>
                  <a:pt x="1066775" y="716792"/>
                </a:cubicBezTo>
                <a:cubicBezTo>
                  <a:pt x="839196" y="809052"/>
                  <a:pt x="839196" y="809052"/>
                  <a:pt x="839196" y="809052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03637" y="809052"/>
                  <a:pt x="803637" y="809052"/>
                  <a:pt x="803637" y="809052"/>
                </a:cubicBezTo>
                <a:cubicBezTo>
                  <a:pt x="853420" y="936796"/>
                  <a:pt x="853420" y="936796"/>
                  <a:pt x="853420" y="936796"/>
                </a:cubicBezTo>
                <a:cubicBezTo>
                  <a:pt x="881868" y="922603"/>
                  <a:pt x="881868" y="922603"/>
                  <a:pt x="881868" y="922603"/>
                </a:cubicBezTo>
                <a:cubicBezTo>
                  <a:pt x="874756" y="908409"/>
                  <a:pt x="874756" y="908409"/>
                  <a:pt x="874756" y="908409"/>
                </a:cubicBezTo>
                <a:cubicBezTo>
                  <a:pt x="1102335" y="816149"/>
                  <a:pt x="1102335" y="816149"/>
                  <a:pt x="1102335" y="816149"/>
                </a:cubicBezTo>
                <a:cubicBezTo>
                  <a:pt x="1109445" y="823246"/>
                  <a:pt x="1116557" y="830343"/>
                  <a:pt x="1116557" y="837439"/>
                </a:cubicBezTo>
                <a:cubicBezTo>
                  <a:pt x="952985" y="1007767"/>
                  <a:pt x="952985" y="1007767"/>
                  <a:pt x="952985" y="1007767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17426" y="1021960"/>
                  <a:pt x="917426" y="1021960"/>
                  <a:pt x="917426" y="1021960"/>
                </a:cubicBezTo>
                <a:cubicBezTo>
                  <a:pt x="1016992" y="1121317"/>
                  <a:pt x="1016992" y="1121317"/>
                  <a:pt x="1016992" y="1121317"/>
                </a:cubicBezTo>
                <a:cubicBezTo>
                  <a:pt x="1038328" y="1100027"/>
                  <a:pt x="1038328" y="1100027"/>
                  <a:pt x="1038328" y="1100027"/>
                </a:cubicBezTo>
                <a:cubicBezTo>
                  <a:pt x="1024104" y="1085832"/>
                  <a:pt x="1024104" y="1085832"/>
                  <a:pt x="1024104" y="1085832"/>
                </a:cubicBezTo>
                <a:cubicBezTo>
                  <a:pt x="1194788" y="915506"/>
                  <a:pt x="1194788" y="915506"/>
                  <a:pt x="1194788" y="915506"/>
                </a:cubicBezTo>
                <a:cubicBezTo>
                  <a:pt x="1201900" y="922603"/>
                  <a:pt x="1209012" y="929700"/>
                  <a:pt x="1216123" y="929700"/>
                </a:cubicBezTo>
                <a:cubicBezTo>
                  <a:pt x="1130781" y="1156802"/>
                  <a:pt x="1130781" y="1156802"/>
                  <a:pt x="1130781" y="1156802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02335" y="1178093"/>
                  <a:pt x="1102335" y="1178093"/>
                  <a:pt x="1102335" y="1178093"/>
                </a:cubicBezTo>
                <a:cubicBezTo>
                  <a:pt x="1230347" y="1227771"/>
                  <a:pt x="1230347" y="1227771"/>
                  <a:pt x="1230347" y="1227771"/>
                </a:cubicBezTo>
                <a:cubicBezTo>
                  <a:pt x="1244571" y="1199384"/>
                  <a:pt x="1244571" y="1199384"/>
                  <a:pt x="1244571" y="1199384"/>
                </a:cubicBezTo>
                <a:cubicBezTo>
                  <a:pt x="1230347" y="1192287"/>
                  <a:pt x="1230347" y="1192287"/>
                  <a:pt x="1230347" y="1192287"/>
                </a:cubicBezTo>
                <a:cubicBezTo>
                  <a:pt x="1315690" y="972282"/>
                  <a:pt x="1315690" y="972282"/>
                  <a:pt x="1315690" y="972282"/>
                </a:cubicBezTo>
                <a:cubicBezTo>
                  <a:pt x="1329912" y="972282"/>
                  <a:pt x="1337024" y="979378"/>
                  <a:pt x="1351248" y="979378"/>
                </a:cubicBezTo>
                <a:cubicBezTo>
                  <a:pt x="1351248" y="1213578"/>
                  <a:pt x="1351248" y="1213578"/>
                  <a:pt x="1351248" y="1213578"/>
                </a:cubicBezTo>
                <a:cubicBezTo>
                  <a:pt x="1329912" y="1213578"/>
                  <a:pt x="1329912" y="1213578"/>
                  <a:pt x="1329912" y="1213578"/>
                </a:cubicBezTo>
                <a:cubicBezTo>
                  <a:pt x="1329912" y="1887788"/>
                  <a:pt x="1329912" y="1887788"/>
                  <a:pt x="1329912" y="1887788"/>
                </a:cubicBezTo>
                <a:lnTo>
                  <a:pt x="768078" y="1887788"/>
                </a:lnTo>
                <a:close/>
                <a:moveTo>
                  <a:pt x="526275" y="1887788"/>
                </a:moveTo>
                <a:cubicBezTo>
                  <a:pt x="483605" y="1887788"/>
                  <a:pt x="483605" y="1887788"/>
                  <a:pt x="483605" y="1887788"/>
                </a:cubicBezTo>
                <a:cubicBezTo>
                  <a:pt x="483605" y="709695"/>
                  <a:pt x="483605" y="709695"/>
                  <a:pt x="483605" y="709695"/>
                </a:cubicBezTo>
                <a:cubicBezTo>
                  <a:pt x="526275" y="709695"/>
                  <a:pt x="526275" y="709695"/>
                  <a:pt x="526275" y="709695"/>
                </a:cubicBezTo>
                <a:lnTo>
                  <a:pt x="526275" y="1887788"/>
                </a:lnTo>
                <a:close/>
                <a:moveTo>
                  <a:pt x="1088111" y="787761"/>
                </a:moveTo>
                <a:cubicBezTo>
                  <a:pt x="1088111" y="794857"/>
                  <a:pt x="1095223" y="794857"/>
                  <a:pt x="1095223" y="801955"/>
                </a:cubicBezTo>
                <a:cubicBezTo>
                  <a:pt x="888978" y="887118"/>
                  <a:pt x="888978" y="887118"/>
                  <a:pt x="888978" y="887118"/>
                </a:cubicBezTo>
                <a:cubicBezTo>
                  <a:pt x="881868" y="872924"/>
                  <a:pt x="881868" y="872924"/>
                  <a:pt x="881868" y="872924"/>
                </a:cubicBezTo>
                <a:lnTo>
                  <a:pt x="1088111" y="787761"/>
                </a:lnTo>
                <a:close/>
                <a:moveTo>
                  <a:pt x="867644" y="404525"/>
                </a:moveTo>
                <a:cubicBezTo>
                  <a:pt x="874756" y="390332"/>
                  <a:pt x="874756" y="390332"/>
                  <a:pt x="874756" y="390332"/>
                </a:cubicBezTo>
                <a:cubicBezTo>
                  <a:pt x="1109445" y="489689"/>
                  <a:pt x="1109445" y="489689"/>
                  <a:pt x="1109445" y="489689"/>
                </a:cubicBezTo>
                <a:cubicBezTo>
                  <a:pt x="1102335" y="496786"/>
                  <a:pt x="1102335" y="496786"/>
                  <a:pt x="1102335" y="496786"/>
                </a:cubicBezTo>
                <a:lnTo>
                  <a:pt x="867644" y="404525"/>
                </a:lnTo>
                <a:close/>
                <a:moveTo>
                  <a:pt x="1180564" y="880021"/>
                </a:moveTo>
                <a:cubicBezTo>
                  <a:pt x="1180564" y="887118"/>
                  <a:pt x="1187676" y="887118"/>
                  <a:pt x="1194788" y="894216"/>
                </a:cubicBezTo>
                <a:cubicBezTo>
                  <a:pt x="1009880" y="1057445"/>
                  <a:pt x="1009880" y="1057445"/>
                  <a:pt x="1009880" y="1057445"/>
                </a:cubicBezTo>
                <a:cubicBezTo>
                  <a:pt x="1002768" y="1050348"/>
                  <a:pt x="1002768" y="1050348"/>
                  <a:pt x="1002768" y="1050348"/>
                </a:cubicBezTo>
                <a:lnTo>
                  <a:pt x="1180564" y="880021"/>
                </a:lnTo>
                <a:close/>
                <a:moveTo>
                  <a:pt x="995657" y="205811"/>
                </a:moveTo>
                <a:cubicBezTo>
                  <a:pt x="1024104" y="212908"/>
                  <a:pt x="1024104" y="212908"/>
                  <a:pt x="1024104" y="212908"/>
                </a:cubicBezTo>
                <a:cubicBezTo>
                  <a:pt x="1194788" y="383235"/>
                  <a:pt x="1194788" y="383235"/>
                  <a:pt x="1194788" y="383235"/>
                </a:cubicBezTo>
                <a:cubicBezTo>
                  <a:pt x="1180564" y="397429"/>
                  <a:pt x="1180564" y="397429"/>
                  <a:pt x="1180564" y="397429"/>
                </a:cubicBezTo>
                <a:lnTo>
                  <a:pt x="995657" y="205811"/>
                </a:lnTo>
                <a:close/>
                <a:moveTo>
                  <a:pt x="1287242" y="943894"/>
                </a:moveTo>
                <a:cubicBezTo>
                  <a:pt x="1294354" y="943894"/>
                  <a:pt x="1294354" y="950991"/>
                  <a:pt x="1301466" y="950991"/>
                </a:cubicBezTo>
                <a:cubicBezTo>
                  <a:pt x="1209012" y="1178093"/>
                  <a:pt x="1209012" y="1178093"/>
                  <a:pt x="1209012" y="1178093"/>
                </a:cubicBezTo>
                <a:cubicBezTo>
                  <a:pt x="1194788" y="1170996"/>
                  <a:pt x="1194788" y="1170996"/>
                  <a:pt x="1194788" y="1170996"/>
                </a:cubicBezTo>
                <a:lnTo>
                  <a:pt x="1287242" y="943894"/>
                </a:lnTo>
                <a:close/>
                <a:moveTo>
                  <a:pt x="1187676" y="70969"/>
                </a:moveTo>
                <a:cubicBezTo>
                  <a:pt x="1216123" y="120647"/>
                  <a:pt x="1216123" y="120647"/>
                  <a:pt x="1216123" y="120647"/>
                </a:cubicBezTo>
                <a:cubicBezTo>
                  <a:pt x="1315690" y="326460"/>
                  <a:pt x="1315690" y="326460"/>
                  <a:pt x="1315690" y="326460"/>
                </a:cubicBezTo>
                <a:cubicBezTo>
                  <a:pt x="1308578" y="326460"/>
                  <a:pt x="1301466" y="333557"/>
                  <a:pt x="1294354" y="333557"/>
                </a:cubicBezTo>
                <a:lnTo>
                  <a:pt x="1187676" y="70969"/>
                </a:lnTo>
                <a:close/>
                <a:moveTo>
                  <a:pt x="1401031" y="2292313"/>
                </a:moveTo>
                <a:cubicBezTo>
                  <a:pt x="1401031" y="2292313"/>
                  <a:pt x="1401031" y="2292313"/>
                  <a:pt x="1401031" y="2292313"/>
                </a:cubicBezTo>
                <a:cubicBezTo>
                  <a:pt x="1429478" y="2327798"/>
                  <a:pt x="1429478" y="2327798"/>
                  <a:pt x="1429478" y="2327798"/>
                </a:cubicBezTo>
                <a:cubicBezTo>
                  <a:pt x="1429478" y="2491029"/>
                  <a:pt x="1429478" y="2491029"/>
                  <a:pt x="1429478" y="2491029"/>
                </a:cubicBezTo>
                <a:cubicBezTo>
                  <a:pt x="1401031" y="2491029"/>
                  <a:pt x="1401031" y="2491029"/>
                  <a:pt x="1401031" y="2491029"/>
                </a:cubicBezTo>
                <a:lnTo>
                  <a:pt x="1401031" y="2292313"/>
                </a:lnTo>
                <a:close/>
                <a:moveTo>
                  <a:pt x="1401031" y="2001338"/>
                </a:moveTo>
                <a:cubicBezTo>
                  <a:pt x="1401031" y="2001338"/>
                  <a:pt x="1401031" y="2001338"/>
                  <a:pt x="1401031" y="2001338"/>
                </a:cubicBezTo>
                <a:cubicBezTo>
                  <a:pt x="1429478" y="2036823"/>
                  <a:pt x="1429478" y="2036823"/>
                  <a:pt x="1429478" y="2036823"/>
                </a:cubicBezTo>
                <a:cubicBezTo>
                  <a:pt x="1429478" y="2178762"/>
                  <a:pt x="1429478" y="2178762"/>
                  <a:pt x="1429478" y="2178762"/>
                </a:cubicBezTo>
                <a:cubicBezTo>
                  <a:pt x="1401031" y="2178762"/>
                  <a:pt x="1401031" y="2178762"/>
                  <a:pt x="1401031" y="2178762"/>
                </a:cubicBezTo>
                <a:lnTo>
                  <a:pt x="1401031" y="2001338"/>
                </a:lnTo>
                <a:close/>
                <a:moveTo>
                  <a:pt x="1401031" y="1213578"/>
                </a:moveTo>
                <a:cubicBezTo>
                  <a:pt x="1415255" y="1213578"/>
                  <a:pt x="1415255" y="1213578"/>
                  <a:pt x="1415255" y="1213578"/>
                </a:cubicBezTo>
                <a:cubicBezTo>
                  <a:pt x="1415255" y="965185"/>
                  <a:pt x="1415255" y="965185"/>
                  <a:pt x="1415255" y="965185"/>
                </a:cubicBezTo>
                <a:cubicBezTo>
                  <a:pt x="1422367" y="965185"/>
                  <a:pt x="1429478" y="965185"/>
                  <a:pt x="1429478" y="965185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894884"/>
                  <a:pt x="1429478" y="1894884"/>
                  <a:pt x="1429478" y="1894884"/>
                </a:cubicBezTo>
                <a:cubicBezTo>
                  <a:pt x="1401031" y="1894884"/>
                  <a:pt x="1401031" y="1894884"/>
                  <a:pt x="1401031" y="1894884"/>
                </a:cubicBezTo>
                <a:lnTo>
                  <a:pt x="1401031" y="1213578"/>
                </a:lnTo>
                <a:close/>
                <a:moveTo>
                  <a:pt x="1415255" y="35485"/>
                </a:moveTo>
                <a:cubicBezTo>
                  <a:pt x="1429478" y="35485"/>
                  <a:pt x="1429478" y="35485"/>
                  <a:pt x="1429478" y="35485"/>
                </a:cubicBezTo>
                <a:cubicBezTo>
                  <a:pt x="1429478" y="319363"/>
                  <a:pt x="1429478" y="319363"/>
                  <a:pt x="1429478" y="319363"/>
                </a:cubicBezTo>
                <a:cubicBezTo>
                  <a:pt x="1429478" y="319363"/>
                  <a:pt x="1422367" y="319363"/>
                  <a:pt x="1415255" y="312265"/>
                </a:cubicBezTo>
                <a:lnTo>
                  <a:pt x="1415255" y="35485"/>
                </a:lnTo>
                <a:close/>
                <a:moveTo>
                  <a:pt x="1507708" y="432914"/>
                </a:moveTo>
                <a:cubicBezTo>
                  <a:pt x="1543267" y="432914"/>
                  <a:pt x="1578827" y="468399"/>
                  <a:pt x="1578827" y="503883"/>
                </a:cubicBezTo>
                <a:cubicBezTo>
                  <a:pt x="1578827" y="546464"/>
                  <a:pt x="1543267" y="574853"/>
                  <a:pt x="1507708" y="574853"/>
                </a:cubicBezTo>
                <a:cubicBezTo>
                  <a:pt x="1465038" y="574853"/>
                  <a:pt x="1436590" y="546464"/>
                  <a:pt x="1436590" y="503883"/>
                </a:cubicBezTo>
                <a:cubicBezTo>
                  <a:pt x="1436590" y="468399"/>
                  <a:pt x="1465038" y="432914"/>
                  <a:pt x="1507708" y="432914"/>
                </a:cubicBezTo>
                <a:close/>
                <a:moveTo>
                  <a:pt x="1642834" y="1163899"/>
                </a:moveTo>
                <a:cubicBezTo>
                  <a:pt x="1635722" y="1163899"/>
                  <a:pt x="1635722" y="1163899"/>
                  <a:pt x="1635722" y="1163899"/>
                </a:cubicBezTo>
                <a:cubicBezTo>
                  <a:pt x="1543267" y="929700"/>
                  <a:pt x="1543267" y="929700"/>
                  <a:pt x="1543267" y="929700"/>
                </a:cubicBezTo>
                <a:cubicBezTo>
                  <a:pt x="1564603" y="922603"/>
                  <a:pt x="1564603" y="922603"/>
                  <a:pt x="1564603" y="922603"/>
                </a:cubicBezTo>
                <a:lnTo>
                  <a:pt x="1642834" y="1163899"/>
                </a:lnTo>
                <a:close/>
                <a:moveTo>
                  <a:pt x="1657057" y="844536"/>
                </a:moveTo>
                <a:cubicBezTo>
                  <a:pt x="1834853" y="1014863"/>
                  <a:pt x="1834853" y="1014863"/>
                  <a:pt x="1834853" y="1014863"/>
                </a:cubicBezTo>
                <a:cubicBezTo>
                  <a:pt x="1820629" y="1029057"/>
                  <a:pt x="1820629" y="1029057"/>
                  <a:pt x="1820629" y="1029057"/>
                </a:cubicBezTo>
                <a:cubicBezTo>
                  <a:pt x="1642834" y="851634"/>
                  <a:pt x="1642834" y="851634"/>
                  <a:pt x="1642834" y="851634"/>
                </a:cubicBezTo>
                <a:cubicBezTo>
                  <a:pt x="1649945" y="851634"/>
                  <a:pt x="1649945" y="844536"/>
                  <a:pt x="1657057" y="844536"/>
                </a:cubicBezTo>
                <a:close/>
                <a:moveTo>
                  <a:pt x="1713951" y="730985"/>
                </a:moveTo>
                <a:cubicBezTo>
                  <a:pt x="1941530" y="823246"/>
                  <a:pt x="1941530" y="823246"/>
                  <a:pt x="1941530" y="823246"/>
                </a:cubicBezTo>
                <a:cubicBezTo>
                  <a:pt x="1934418" y="837439"/>
                  <a:pt x="1934418" y="837439"/>
                  <a:pt x="1934418" y="837439"/>
                </a:cubicBezTo>
                <a:cubicBezTo>
                  <a:pt x="1706839" y="738082"/>
                  <a:pt x="1706839" y="738082"/>
                  <a:pt x="1706839" y="738082"/>
                </a:cubicBezTo>
                <a:cubicBezTo>
                  <a:pt x="1706839" y="738082"/>
                  <a:pt x="1713951" y="730985"/>
                  <a:pt x="1713951" y="730985"/>
                </a:cubicBezTo>
                <a:close/>
                <a:moveTo>
                  <a:pt x="1984201" y="596143"/>
                </a:moveTo>
                <a:cubicBezTo>
                  <a:pt x="2666936" y="596143"/>
                  <a:pt x="2666936" y="596143"/>
                  <a:pt x="2666936" y="596143"/>
                </a:cubicBezTo>
                <a:cubicBezTo>
                  <a:pt x="2666936" y="624531"/>
                  <a:pt x="2666936" y="624531"/>
                  <a:pt x="2666936" y="624531"/>
                </a:cubicBezTo>
                <a:cubicBezTo>
                  <a:pt x="1984201" y="624531"/>
                  <a:pt x="1984201" y="624531"/>
                  <a:pt x="1984201" y="624531"/>
                </a:cubicBezTo>
                <a:lnTo>
                  <a:pt x="1984201" y="596143"/>
                </a:lnTo>
                <a:close/>
                <a:moveTo>
                  <a:pt x="2553148" y="390332"/>
                </a:moveTo>
                <a:cubicBezTo>
                  <a:pt x="2574483" y="567756"/>
                  <a:pt x="2574483" y="567756"/>
                  <a:pt x="2574483" y="567756"/>
                </a:cubicBezTo>
                <a:cubicBezTo>
                  <a:pt x="2560259" y="567756"/>
                  <a:pt x="2560259" y="567756"/>
                  <a:pt x="2560259" y="567756"/>
                </a:cubicBezTo>
                <a:cubicBezTo>
                  <a:pt x="2546036" y="383235"/>
                  <a:pt x="2546036" y="383235"/>
                  <a:pt x="2546036" y="383235"/>
                </a:cubicBezTo>
                <a:lnTo>
                  <a:pt x="2553148" y="390332"/>
                </a:lnTo>
                <a:close/>
                <a:moveTo>
                  <a:pt x="2631378" y="475496"/>
                </a:moveTo>
                <a:cubicBezTo>
                  <a:pt x="2823398" y="589046"/>
                  <a:pt x="2823398" y="589046"/>
                  <a:pt x="2823398" y="589046"/>
                </a:cubicBezTo>
                <a:cubicBezTo>
                  <a:pt x="2823398" y="603240"/>
                  <a:pt x="2823398" y="603240"/>
                  <a:pt x="2823398" y="603240"/>
                </a:cubicBezTo>
                <a:cubicBezTo>
                  <a:pt x="2631378" y="510981"/>
                  <a:pt x="2631378" y="510981"/>
                  <a:pt x="2631378" y="510981"/>
                </a:cubicBezTo>
                <a:lnTo>
                  <a:pt x="2631378" y="475496"/>
                </a:lnTo>
                <a:close/>
                <a:moveTo>
                  <a:pt x="2922963" y="631628"/>
                </a:moveTo>
                <a:cubicBezTo>
                  <a:pt x="2930075" y="660016"/>
                  <a:pt x="2930075" y="660016"/>
                  <a:pt x="2930075" y="660016"/>
                </a:cubicBezTo>
                <a:cubicBezTo>
                  <a:pt x="2716720" y="702598"/>
                  <a:pt x="2716720" y="702598"/>
                  <a:pt x="2716720" y="702598"/>
                </a:cubicBezTo>
                <a:cubicBezTo>
                  <a:pt x="2688272" y="688403"/>
                  <a:pt x="2688272" y="688403"/>
                  <a:pt x="2688272" y="688403"/>
                </a:cubicBezTo>
                <a:lnTo>
                  <a:pt x="2922963" y="631628"/>
                </a:lnTo>
                <a:close/>
                <a:moveTo>
                  <a:pt x="3065200" y="674210"/>
                </a:moveTo>
                <a:cubicBezTo>
                  <a:pt x="2866069" y="922603"/>
                  <a:pt x="2866069" y="922603"/>
                  <a:pt x="2866069" y="922603"/>
                </a:cubicBezTo>
                <a:cubicBezTo>
                  <a:pt x="2844733" y="901313"/>
                  <a:pt x="2844733" y="901313"/>
                  <a:pt x="2844733" y="901313"/>
                </a:cubicBezTo>
                <a:cubicBezTo>
                  <a:pt x="3043864" y="645822"/>
                  <a:pt x="3043864" y="645822"/>
                  <a:pt x="3043864" y="645822"/>
                </a:cubicBezTo>
                <a:lnTo>
                  <a:pt x="3065200" y="674210"/>
                </a:lnTo>
                <a:close/>
                <a:moveTo>
                  <a:pt x="3178989" y="695500"/>
                </a:moveTo>
                <a:cubicBezTo>
                  <a:pt x="3072312" y="1021960"/>
                  <a:pt x="3072312" y="1021960"/>
                  <a:pt x="3072312" y="1021960"/>
                </a:cubicBezTo>
                <a:cubicBezTo>
                  <a:pt x="3058088" y="1014863"/>
                  <a:pt x="3058088" y="1014863"/>
                  <a:pt x="3058088" y="1014863"/>
                </a:cubicBezTo>
                <a:cubicBezTo>
                  <a:pt x="3164765" y="681307"/>
                  <a:pt x="3164765" y="681307"/>
                  <a:pt x="3164765" y="681307"/>
                </a:cubicBezTo>
                <a:lnTo>
                  <a:pt x="3178989" y="695500"/>
                </a:lnTo>
                <a:close/>
                <a:moveTo>
                  <a:pt x="3278555" y="674210"/>
                </a:moveTo>
                <a:cubicBezTo>
                  <a:pt x="3292779" y="674210"/>
                  <a:pt x="3292779" y="674210"/>
                  <a:pt x="3292779" y="674210"/>
                </a:cubicBezTo>
                <a:cubicBezTo>
                  <a:pt x="3292779" y="1100027"/>
                  <a:pt x="3292779" y="1100027"/>
                  <a:pt x="3292779" y="1100027"/>
                </a:cubicBezTo>
                <a:cubicBezTo>
                  <a:pt x="3278555" y="1100027"/>
                  <a:pt x="3278555" y="1100027"/>
                  <a:pt x="3278555" y="1100027"/>
                </a:cubicBezTo>
                <a:lnTo>
                  <a:pt x="3278555" y="674210"/>
                </a:lnTo>
                <a:close/>
                <a:moveTo>
                  <a:pt x="1472150" y="2029727"/>
                </a:moveTo>
                <a:cubicBezTo>
                  <a:pt x="1543267" y="2029727"/>
                  <a:pt x="1543267" y="2029727"/>
                  <a:pt x="1543267" y="2029727"/>
                </a:cubicBezTo>
                <a:cubicBezTo>
                  <a:pt x="1543267" y="2178762"/>
                  <a:pt x="1543267" y="2178762"/>
                  <a:pt x="1543267" y="2178762"/>
                </a:cubicBezTo>
                <a:cubicBezTo>
                  <a:pt x="1472150" y="2178762"/>
                  <a:pt x="1472150" y="2178762"/>
                  <a:pt x="1472150" y="2178762"/>
                </a:cubicBezTo>
                <a:lnTo>
                  <a:pt x="1472150" y="2029727"/>
                </a:lnTo>
                <a:close/>
                <a:moveTo>
                  <a:pt x="1578827" y="1980048"/>
                </a:moveTo>
                <a:cubicBezTo>
                  <a:pt x="1607274" y="1958758"/>
                  <a:pt x="1607274" y="1958758"/>
                  <a:pt x="1607274" y="1958758"/>
                </a:cubicBezTo>
                <a:cubicBezTo>
                  <a:pt x="1607274" y="2207151"/>
                  <a:pt x="1607274" y="2207151"/>
                  <a:pt x="1607274" y="2207151"/>
                </a:cubicBezTo>
                <a:cubicBezTo>
                  <a:pt x="1578827" y="2192956"/>
                  <a:pt x="1578827" y="2192956"/>
                  <a:pt x="1578827" y="2192956"/>
                </a:cubicBezTo>
                <a:lnTo>
                  <a:pt x="1578827" y="1980048"/>
                </a:lnTo>
                <a:close/>
                <a:moveTo>
                  <a:pt x="2453582" y="1845206"/>
                </a:moveTo>
                <a:cubicBezTo>
                  <a:pt x="2453582" y="1674880"/>
                  <a:pt x="2453582" y="1674880"/>
                  <a:pt x="2453582" y="1674880"/>
                </a:cubicBezTo>
                <a:cubicBezTo>
                  <a:pt x="2474918" y="1674880"/>
                  <a:pt x="2474918" y="1674880"/>
                  <a:pt x="2474918" y="1674880"/>
                </a:cubicBezTo>
                <a:cubicBezTo>
                  <a:pt x="2489142" y="1823916"/>
                  <a:pt x="2489142" y="1823916"/>
                  <a:pt x="2489142" y="1823916"/>
                </a:cubicBezTo>
                <a:cubicBezTo>
                  <a:pt x="2595819" y="2022630"/>
                  <a:pt x="2595819" y="2022630"/>
                  <a:pt x="2595819" y="2022630"/>
                </a:cubicBezTo>
                <a:lnTo>
                  <a:pt x="2453582" y="1845206"/>
                </a:lnTo>
                <a:close/>
                <a:moveTo>
                  <a:pt x="2823398" y="1362613"/>
                </a:moveTo>
                <a:cubicBezTo>
                  <a:pt x="2823398" y="1291645"/>
                  <a:pt x="2823398" y="1291645"/>
                  <a:pt x="2823398" y="1291645"/>
                </a:cubicBezTo>
                <a:cubicBezTo>
                  <a:pt x="2851845" y="1291645"/>
                  <a:pt x="2851845" y="1291645"/>
                  <a:pt x="2851845" y="1291645"/>
                </a:cubicBezTo>
                <a:cubicBezTo>
                  <a:pt x="2908739" y="1348420"/>
                  <a:pt x="2908739" y="1348420"/>
                  <a:pt x="2908739" y="1348420"/>
                </a:cubicBezTo>
                <a:cubicBezTo>
                  <a:pt x="2894515" y="1447777"/>
                  <a:pt x="2894515" y="1447777"/>
                  <a:pt x="2894515" y="1447777"/>
                </a:cubicBezTo>
                <a:cubicBezTo>
                  <a:pt x="2830509" y="1490359"/>
                  <a:pt x="2830509" y="1490359"/>
                  <a:pt x="2830509" y="1490359"/>
                </a:cubicBezTo>
                <a:cubicBezTo>
                  <a:pt x="2809174" y="1490359"/>
                  <a:pt x="2809174" y="1490359"/>
                  <a:pt x="2809174" y="1490359"/>
                </a:cubicBezTo>
                <a:cubicBezTo>
                  <a:pt x="2809174" y="1440680"/>
                  <a:pt x="2809174" y="1440680"/>
                  <a:pt x="2809174" y="1440680"/>
                </a:cubicBezTo>
                <a:cubicBezTo>
                  <a:pt x="2844733" y="1440680"/>
                  <a:pt x="2844733" y="1440680"/>
                  <a:pt x="2844733" y="1440680"/>
                </a:cubicBezTo>
                <a:cubicBezTo>
                  <a:pt x="2844733" y="1426487"/>
                  <a:pt x="2844733" y="1426487"/>
                  <a:pt x="2844733" y="1426487"/>
                </a:cubicBezTo>
                <a:cubicBezTo>
                  <a:pt x="2809174" y="1426487"/>
                  <a:pt x="2809174" y="1426487"/>
                  <a:pt x="2809174" y="1426487"/>
                </a:cubicBezTo>
                <a:cubicBezTo>
                  <a:pt x="2809174" y="1362613"/>
                  <a:pt x="2809174" y="1362613"/>
                  <a:pt x="2809174" y="1362613"/>
                </a:cubicBezTo>
                <a:lnTo>
                  <a:pt x="2823398" y="1362613"/>
                </a:lnTo>
                <a:close/>
                <a:moveTo>
                  <a:pt x="2894515" y="1554231"/>
                </a:moveTo>
                <a:cubicBezTo>
                  <a:pt x="2851845" y="1554231"/>
                  <a:pt x="2851845" y="1554231"/>
                  <a:pt x="2851845" y="1554231"/>
                </a:cubicBezTo>
                <a:cubicBezTo>
                  <a:pt x="2851845" y="1504552"/>
                  <a:pt x="2851845" y="1504552"/>
                  <a:pt x="2851845" y="1504552"/>
                </a:cubicBezTo>
                <a:cubicBezTo>
                  <a:pt x="2930075" y="1461971"/>
                  <a:pt x="2930075" y="1461971"/>
                  <a:pt x="2930075" y="1461971"/>
                </a:cubicBezTo>
                <a:lnTo>
                  <a:pt x="2894515" y="1554231"/>
                </a:lnTo>
                <a:close/>
                <a:moveTo>
                  <a:pt x="2937186" y="3527182"/>
                </a:moveTo>
                <a:cubicBezTo>
                  <a:pt x="3029641" y="3037493"/>
                  <a:pt x="3029641" y="3037493"/>
                  <a:pt x="3029641" y="3037493"/>
                </a:cubicBezTo>
                <a:cubicBezTo>
                  <a:pt x="3008305" y="2860069"/>
                  <a:pt x="3008305" y="2860069"/>
                  <a:pt x="3008305" y="2860069"/>
                </a:cubicBezTo>
                <a:cubicBezTo>
                  <a:pt x="2930075" y="3200723"/>
                  <a:pt x="2930075" y="3200723"/>
                  <a:pt x="2930075" y="3200723"/>
                </a:cubicBezTo>
                <a:cubicBezTo>
                  <a:pt x="2887403" y="3200723"/>
                  <a:pt x="2887403" y="3200723"/>
                  <a:pt x="2887403" y="3200723"/>
                </a:cubicBezTo>
                <a:cubicBezTo>
                  <a:pt x="2887403" y="2895554"/>
                  <a:pt x="2887403" y="2895554"/>
                  <a:pt x="2887403" y="2895554"/>
                </a:cubicBezTo>
                <a:cubicBezTo>
                  <a:pt x="3015417" y="2803294"/>
                  <a:pt x="3015417" y="2803294"/>
                  <a:pt x="3015417" y="2803294"/>
                </a:cubicBezTo>
                <a:cubicBezTo>
                  <a:pt x="3079424" y="2271023"/>
                  <a:pt x="3079424" y="2271023"/>
                  <a:pt x="3079424" y="2271023"/>
                </a:cubicBezTo>
                <a:cubicBezTo>
                  <a:pt x="2830509" y="2838779"/>
                  <a:pt x="2830509" y="2838779"/>
                  <a:pt x="2830509" y="2838779"/>
                </a:cubicBezTo>
                <a:cubicBezTo>
                  <a:pt x="2809174" y="2838779"/>
                  <a:pt x="2809174" y="2838779"/>
                  <a:pt x="2809174" y="2838779"/>
                </a:cubicBezTo>
                <a:cubicBezTo>
                  <a:pt x="2809174" y="2491029"/>
                  <a:pt x="2809174" y="2491029"/>
                  <a:pt x="2809174" y="2491029"/>
                </a:cubicBezTo>
                <a:cubicBezTo>
                  <a:pt x="2887403" y="2271023"/>
                  <a:pt x="2887403" y="2271023"/>
                  <a:pt x="2887403" y="2271023"/>
                </a:cubicBezTo>
                <a:cubicBezTo>
                  <a:pt x="2738055" y="2143277"/>
                  <a:pt x="2738055" y="2143277"/>
                  <a:pt x="2738055" y="2143277"/>
                </a:cubicBezTo>
                <a:cubicBezTo>
                  <a:pt x="2887403" y="1987145"/>
                  <a:pt x="2887403" y="1987145"/>
                  <a:pt x="2887403" y="1987145"/>
                </a:cubicBezTo>
                <a:cubicBezTo>
                  <a:pt x="2937186" y="2015533"/>
                  <a:pt x="2937186" y="2015533"/>
                  <a:pt x="2937186" y="2015533"/>
                </a:cubicBezTo>
                <a:cubicBezTo>
                  <a:pt x="2873181" y="2136181"/>
                  <a:pt x="2873181" y="2136181"/>
                  <a:pt x="2873181" y="2136181"/>
                </a:cubicBezTo>
                <a:cubicBezTo>
                  <a:pt x="3022529" y="2263926"/>
                  <a:pt x="3022529" y="2263926"/>
                  <a:pt x="3022529" y="2263926"/>
                </a:cubicBezTo>
                <a:cubicBezTo>
                  <a:pt x="3242996" y="2100697"/>
                  <a:pt x="3242996" y="2100697"/>
                  <a:pt x="3242996" y="2100697"/>
                </a:cubicBezTo>
                <a:cubicBezTo>
                  <a:pt x="3399456" y="1547134"/>
                  <a:pt x="3399456" y="1547134"/>
                  <a:pt x="3399456" y="1547134"/>
                </a:cubicBezTo>
                <a:cubicBezTo>
                  <a:pt x="3335449" y="1305838"/>
                  <a:pt x="3335449" y="1305838"/>
                  <a:pt x="3335449" y="1305838"/>
                </a:cubicBezTo>
                <a:cubicBezTo>
                  <a:pt x="3427903" y="1227771"/>
                  <a:pt x="3427903" y="1227771"/>
                  <a:pt x="3427903" y="1227771"/>
                </a:cubicBezTo>
                <a:cubicBezTo>
                  <a:pt x="3456351" y="1185191"/>
                  <a:pt x="3456351" y="1185191"/>
                  <a:pt x="3456351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285667" y="1249063"/>
                  <a:pt x="3285667" y="1249063"/>
                  <a:pt x="3285667" y="1249063"/>
                </a:cubicBezTo>
                <a:cubicBezTo>
                  <a:pt x="3250108" y="1603910"/>
                  <a:pt x="3250108" y="1603910"/>
                  <a:pt x="3250108" y="1603910"/>
                </a:cubicBezTo>
                <a:cubicBezTo>
                  <a:pt x="2965634" y="1618104"/>
                  <a:pt x="2965634" y="1618104"/>
                  <a:pt x="2965634" y="1618104"/>
                </a:cubicBezTo>
                <a:cubicBezTo>
                  <a:pt x="3271443" y="1653588"/>
                  <a:pt x="3271443" y="1653588"/>
                  <a:pt x="3271443" y="1653588"/>
                </a:cubicBezTo>
                <a:cubicBezTo>
                  <a:pt x="2958522" y="1703267"/>
                  <a:pt x="2958522" y="1703267"/>
                  <a:pt x="2958522" y="1703267"/>
                </a:cubicBezTo>
                <a:cubicBezTo>
                  <a:pt x="2994081" y="1809721"/>
                  <a:pt x="2994081" y="1809721"/>
                  <a:pt x="2994081" y="1809721"/>
                </a:cubicBezTo>
                <a:cubicBezTo>
                  <a:pt x="2937186" y="1880691"/>
                  <a:pt x="2937186" y="1880691"/>
                  <a:pt x="2937186" y="1880691"/>
                </a:cubicBezTo>
                <a:cubicBezTo>
                  <a:pt x="2802062" y="1823916"/>
                  <a:pt x="2802062" y="1823916"/>
                  <a:pt x="2802062" y="1823916"/>
                </a:cubicBezTo>
                <a:cubicBezTo>
                  <a:pt x="2681160" y="1887788"/>
                  <a:pt x="2681160" y="1887788"/>
                  <a:pt x="2681160" y="1887788"/>
                </a:cubicBezTo>
                <a:cubicBezTo>
                  <a:pt x="2617154" y="1816819"/>
                  <a:pt x="2617154" y="1816819"/>
                  <a:pt x="2617154" y="1816819"/>
                </a:cubicBezTo>
                <a:cubicBezTo>
                  <a:pt x="2695385" y="1575523"/>
                  <a:pt x="2695385" y="1575523"/>
                  <a:pt x="2695385" y="1575523"/>
                </a:cubicBezTo>
                <a:cubicBezTo>
                  <a:pt x="2730943" y="1575523"/>
                  <a:pt x="2730943" y="1575523"/>
                  <a:pt x="2730943" y="1575523"/>
                </a:cubicBezTo>
                <a:cubicBezTo>
                  <a:pt x="2752279" y="1781334"/>
                  <a:pt x="2752279" y="1781334"/>
                  <a:pt x="2752279" y="1781334"/>
                </a:cubicBezTo>
                <a:cubicBezTo>
                  <a:pt x="2802062" y="1632298"/>
                  <a:pt x="2802062" y="1632298"/>
                  <a:pt x="2802062" y="1632298"/>
                </a:cubicBezTo>
                <a:cubicBezTo>
                  <a:pt x="2922963" y="1639395"/>
                  <a:pt x="2922963" y="1639395"/>
                  <a:pt x="2922963" y="1639395"/>
                </a:cubicBezTo>
                <a:cubicBezTo>
                  <a:pt x="2873181" y="1618104"/>
                  <a:pt x="2873181" y="1618104"/>
                  <a:pt x="2873181" y="1618104"/>
                </a:cubicBezTo>
                <a:cubicBezTo>
                  <a:pt x="2951410" y="1611006"/>
                  <a:pt x="2951410" y="1611006"/>
                  <a:pt x="2951410" y="1611006"/>
                </a:cubicBezTo>
                <a:cubicBezTo>
                  <a:pt x="2930075" y="1561328"/>
                  <a:pt x="2930075" y="1561328"/>
                  <a:pt x="2930075" y="1561328"/>
                </a:cubicBezTo>
                <a:cubicBezTo>
                  <a:pt x="2972746" y="1490359"/>
                  <a:pt x="2972746" y="1490359"/>
                  <a:pt x="2972746" y="1490359"/>
                </a:cubicBezTo>
                <a:cubicBezTo>
                  <a:pt x="2994081" y="1334226"/>
                  <a:pt x="2994081" y="1334226"/>
                  <a:pt x="2994081" y="1334226"/>
                </a:cubicBezTo>
                <a:cubicBezTo>
                  <a:pt x="2887403" y="1241966"/>
                  <a:pt x="2887403" y="1241966"/>
                  <a:pt x="2887403" y="1241966"/>
                </a:cubicBezTo>
                <a:cubicBezTo>
                  <a:pt x="2802062" y="1249063"/>
                  <a:pt x="2802062" y="1249063"/>
                  <a:pt x="2802062" y="1249063"/>
                </a:cubicBezTo>
                <a:cubicBezTo>
                  <a:pt x="2730943" y="1305838"/>
                  <a:pt x="2730943" y="1305838"/>
                  <a:pt x="2730943" y="1305838"/>
                </a:cubicBezTo>
                <a:cubicBezTo>
                  <a:pt x="2709608" y="865828"/>
                  <a:pt x="2709608" y="865828"/>
                  <a:pt x="2709608" y="865828"/>
                </a:cubicBezTo>
                <a:cubicBezTo>
                  <a:pt x="2688272" y="837439"/>
                  <a:pt x="2688272" y="837439"/>
                  <a:pt x="2688272" y="837439"/>
                </a:cubicBezTo>
                <a:cubicBezTo>
                  <a:pt x="2666936" y="1568425"/>
                  <a:pt x="2666936" y="1568425"/>
                  <a:pt x="2666936" y="1568425"/>
                </a:cubicBezTo>
                <a:cubicBezTo>
                  <a:pt x="2610043" y="1653588"/>
                  <a:pt x="2610043" y="1653588"/>
                  <a:pt x="2610043" y="1653588"/>
                </a:cubicBezTo>
                <a:cubicBezTo>
                  <a:pt x="2610043" y="1653588"/>
                  <a:pt x="2602931" y="1646492"/>
                  <a:pt x="2588707" y="1596813"/>
                </a:cubicBezTo>
                <a:cubicBezTo>
                  <a:pt x="2574483" y="1547134"/>
                  <a:pt x="2595819" y="1419389"/>
                  <a:pt x="2595819" y="1419389"/>
                </a:cubicBezTo>
                <a:cubicBezTo>
                  <a:pt x="2652714" y="851634"/>
                  <a:pt x="2652714" y="851634"/>
                  <a:pt x="2652714" y="851634"/>
                </a:cubicBezTo>
                <a:cubicBezTo>
                  <a:pt x="2610043" y="901313"/>
                  <a:pt x="2610043" y="901313"/>
                  <a:pt x="2610043" y="901313"/>
                </a:cubicBezTo>
                <a:cubicBezTo>
                  <a:pt x="2581595" y="1249063"/>
                  <a:pt x="2581595" y="1249063"/>
                  <a:pt x="2581595" y="1249063"/>
                </a:cubicBezTo>
                <a:cubicBezTo>
                  <a:pt x="2453582" y="1341323"/>
                  <a:pt x="2453582" y="1341323"/>
                  <a:pt x="2453582" y="1341323"/>
                </a:cubicBezTo>
                <a:cubicBezTo>
                  <a:pt x="2418023" y="1525844"/>
                  <a:pt x="2418023" y="1525844"/>
                  <a:pt x="2418023" y="1525844"/>
                </a:cubicBezTo>
                <a:cubicBezTo>
                  <a:pt x="2467806" y="1383905"/>
                  <a:pt x="2467806" y="1383905"/>
                  <a:pt x="2467806" y="1383905"/>
                </a:cubicBezTo>
                <a:cubicBezTo>
                  <a:pt x="2567371" y="1334226"/>
                  <a:pt x="2567371" y="1334226"/>
                  <a:pt x="2567371" y="1334226"/>
                </a:cubicBezTo>
                <a:cubicBezTo>
                  <a:pt x="2553148" y="1426487"/>
                  <a:pt x="2553148" y="1426487"/>
                  <a:pt x="2553148" y="1426487"/>
                </a:cubicBezTo>
                <a:cubicBezTo>
                  <a:pt x="2489142" y="1469067"/>
                  <a:pt x="2489142" y="1469067"/>
                  <a:pt x="2489142" y="1469067"/>
                </a:cubicBezTo>
                <a:cubicBezTo>
                  <a:pt x="2361128" y="1632298"/>
                  <a:pt x="2361128" y="1632298"/>
                  <a:pt x="2361128" y="1632298"/>
                </a:cubicBezTo>
                <a:cubicBezTo>
                  <a:pt x="2346904" y="1916176"/>
                  <a:pt x="2346904" y="1916176"/>
                  <a:pt x="2346904" y="1916176"/>
                </a:cubicBezTo>
                <a:cubicBezTo>
                  <a:pt x="2631378" y="2157472"/>
                  <a:pt x="2631378" y="2157472"/>
                  <a:pt x="2631378" y="21574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802062" y="2491029"/>
                  <a:pt x="2802062" y="2491029"/>
                  <a:pt x="2802062" y="2491029"/>
                </a:cubicBezTo>
                <a:cubicBezTo>
                  <a:pt x="2752279" y="2526513"/>
                  <a:pt x="2752279" y="2526513"/>
                  <a:pt x="2752279" y="2526513"/>
                </a:cubicBezTo>
                <a:cubicBezTo>
                  <a:pt x="2489142" y="2391672"/>
                  <a:pt x="2489142" y="2391672"/>
                  <a:pt x="2489142" y="23916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062432" y="2256829"/>
                  <a:pt x="2062432" y="2256829"/>
                  <a:pt x="2062432" y="2256829"/>
                </a:cubicBezTo>
                <a:cubicBezTo>
                  <a:pt x="1799294" y="2384574"/>
                  <a:pt x="1799294" y="2384574"/>
                  <a:pt x="1799294" y="2384574"/>
                </a:cubicBezTo>
                <a:cubicBezTo>
                  <a:pt x="1799294" y="2483931"/>
                  <a:pt x="1799294" y="2483931"/>
                  <a:pt x="1799294" y="2483931"/>
                </a:cubicBezTo>
                <a:cubicBezTo>
                  <a:pt x="1799294" y="2604580"/>
                  <a:pt x="1799294" y="2604580"/>
                  <a:pt x="1799294" y="2604580"/>
                </a:cubicBezTo>
                <a:cubicBezTo>
                  <a:pt x="1628610" y="2604580"/>
                  <a:pt x="1628610" y="2604580"/>
                  <a:pt x="1628610" y="2604580"/>
                </a:cubicBezTo>
                <a:cubicBezTo>
                  <a:pt x="1564603" y="2491029"/>
                  <a:pt x="1564603" y="2491029"/>
                  <a:pt x="1564603" y="2491029"/>
                </a:cubicBezTo>
                <a:cubicBezTo>
                  <a:pt x="1472150" y="2491029"/>
                  <a:pt x="1472150" y="2491029"/>
                  <a:pt x="1472150" y="2491029"/>
                </a:cubicBezTo>
                <a:cubicBezTo>
                  <a:pt x="1472150" y="2313605"/>
                  <a:pt x="1472150" y="2313605"/>
                  <a:pt x="1472150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49945" y="2313605"/>
                  <a:pt x="1671281" y="2292313"/>
                  <a:pt x="1671281" y="2256829"/>
                </a:cubicBezTo>
                <a:cubicBezTo>
                  <a:pt x="1671281" y="2256829"/>
                  <a:pt x="1671281" y="2256829"/>
                  <a:pt x="1671281" y="2256829"/>
                </a:cubicBezTo>
                <a:cubicBezTo>
                  <a:pt x="1671281" y="2235538"/>
                  <a:pt x="1671281" y="2235538"/>
                  <a:pt x="1671281" y="2235538"/>
                </a:cubicBezTo>
                <a:cubicBezTo>
                  <a:pt x="1678393" y="2235538"/>
                  <a:pt x="1678393" y="2235538"/>
                  <a:pt x="1678393" y="2235538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1951660"/>
                  <a:pt x="1678393" y="1951660"/>
                  <a:pt x="1678393" y="1951660"/>
                </a:cubicBezTo>
                <a:cubicBezTo>
                  <a:pt x="1678393" y="1951660"/>
                  <a:pt x="1678393" y="1951660"/>
                  <a:pt x="1678393" y="1944563"/>
                </a:cubicBezTo>
                <a:cubicBezTo>
                  <a:pt x="1678393" y="1916176"/>
                  <a:pt x="1649945" y="1887788"/>
                  <a:pt x="1621498" y="1887788"/>
                </a:cubicBezTo>
                <a:cubicBezTo>
                  <a:pt x="1614386" y="1887788"/>
                  <a:pt x="1614386" y="1887788"/>
                  <a:pt x="1614386" y="1887788"/>
                </a:cubicBezTo>
                <a:cubicBezTo>
                  <a:pt x="1472150" y="1887788"/>
                  <a:pt x="1472150" y="1887788"/>
                  <a:pt x="1472150" y="1887788"/>
                </a:cubicBezTo>
                <a:cubicBezTo>
                  <a:pt x="1472150" y="1213578"/>
                  <a:pt x="1472150" y="1213578"/>
                  <a:pt x="1472150" y="1213578"/>
                </a:cubicBezTo>
                <a:cubicBezTo>
                  <a:pt x="1457926" y="1213578"/>
                  <a:pt x="1457926" y="1213578"/>
                  <a:pt x="1457926" y="1213578"/>
                </a:cubicBezTo>
                <a:cubicBezTo>
                  <a:pt x="1457926" y="979378"/>
                  <a:pt x="1457926" y="979378"/>
                  <a:pt x="1457926" y="979378"/>
                </a:cubicBezTo>
                <a:cubicBezTo>
                  <a:pt x="1465038" y="972282"/>
                  <a:pt x="1479262" y="972282"/>
                  <a:pt x="1486372" y="972282"/>
                </a:cubicBezTo>
                <a:cubicBezTo>
                  <a:pt x="1571715" y="1192287"/>
                  <a:pt x="1571715" y="1192287"/>
                  <a:pt x="1571715" y="1192287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64603" y="1227771"/>
                  <a:pt x="1564603" y="1227771"/>
                  <a:pt x="1564603" y="1227771"/>
                </a:cubicBezTo>
                <a:cubicBezTo>
                  <a:pt x="1699727" y="1178093"/>
                  <a:pt x="1699727" y="1178093"/>
                  <a:pt x="1699727" y="1178093"/>
                </a:cubicBezTo>
                <a:cubicBezTo>
                  <a:pt x="1685505" y="1149706"/>
                  <a:pt x="1685505" y="1149706"/>
                  <a:pt x="1685505" y="1149706"/>
                </a:cubicBezTo>
                <a:cubicBezTo>
                  <a:pt x="1671281" y="1156802"/>
                  <a:pt x="1671281" y="1156802"/>
                  <a:pt x="1671281" y="1156802"/>
                </a:cubicBezTo>
                <a:cubicBezTo>
                  <a:pt x="1585939" y="929700"/>
                  <a:pt x="1585939" y="929700"/>
                  <a:pt x="1585939" y="929700"/>
                </a:cubicBezTo>
                <a:cubicBezTo>
                  <a:pt x="1593050" y="922603"/>
                  <a:pt x="1600162" y="915506"/>
                  <a:pt x="1607274" y="915506"/>
                </a:cubicBezTo>
                <a:cubicBezTo>
                  <a:pt x="1777958" y="1085832"/>
                  <a:pt x="1777958" y="1085832"/>
                  <a:pt x="1777958" y="1085832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92182" y="1121317"/>
                  <a:pt x="1792182" y="1121317"/>
                  <a:pt x="1792182" y="1121317"/>
                </a:cubicBezTo>
                <a:cubicBezTo>
                  <a:pt x="1884636" y="1021960"/>
                  <a:pt x="1884636" y="1021960"/>
                  <a:pt x="1884636" y="1021960"/>
                </a:cubicBezTo>
                <a:cubicBezTo>
                  <a:pt x="1863300" y="1000670"/>
                  <a:pt x="1863300" y="1000670"/>
                  <a:pt x="1863300" y="1000670"/>
                </a:cubicBezTo>
                <a:cubicBezTo>
                  <a:pt x="1856189" y="1007767"/>
                  <a:pt x="1856189" y="1007767"/>
                  <a:pt x="1856189" y="1007767"/>
                </a:cubicBezTo>
                <a:cubicBezTo>
                  <a:pt x="1678393" y="837439"/>
                  <a:pt x="1678393" y="837439"/>
                  <a:pt x="1678393" y="837439"/>
                </a:cubicBezTo>
                <a:cubicBezTo>
                  <a:pt x="1685505" y="830343"/>
                  <a:pt x="1685505" y="823246"/>
                  <a:pt x="1692617" y="816149"/>
                </a:cubicBezTo>
                <a:cubicBezTo>
                  <a:pt x="1927306" y="908409"/>
                  <a:pt x="1927306" y="908409"/>
                  <a:pt x="1927306" y="908409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48642" y="936796"/>
                  <a:pt x="1948642" y="936796"/>
                  <a:pt x="1948642" y="936796"/>
                </a:cubicBezTo>
                <a:cubicBezTo>
                  <a:pt x="1998425" y="809052"/>
                  <a:pt x="1998425" y="809052"/>
                  <a:pt x="1998425" y="809052"/>
                </a:cubicBezTo>
                <a:cubicBezTo>
                  <a:pt x="1969977" y="794857"/>
                  <a:pt x="1969977" y="794857"/>
                  <a:pt x="1969977" y="794857"/>
                </a:cubicBezTo>
                <a:cubicBezTo>
                  <a:pt x="1969977" y="809052"/>
                  <a:pt x="1969977" y="809052"/>
                  <a:pt x="1969977" y="809052"/>
                </a:cubicBezTo>
                <a:cubicBezTo>
                  <a:pt x="1735287" y="716792"/>
                  <a:pt x="1735287" y="716792"/>
                  <a:pt x="1735287" y="716792"/>
                </a:cubicBezTo>
                <a:cubicBezTo>
                  <a:pt x="1735287" y="709695"/>
                  <a:pt x="1735287" y="702598"/>
                  <a:pt x="1735287" y="695500"/>
                </a:cubicBezTo>
                <a:cubicBezTo>
                  <a:pt x="1984201" y="695500"/>
                  <a:pt x="1984201" y="695500"/>
                  <a:pt x="1984201" y="695500"/>
                </a:cubicBezTo>
                <a:cubicBezTo>
                  <a:pt x="1984201" y="709695"/>
                  <a:pt x="1984201" y="709695"/>
                  <a:pt x="1984201" y="709695"/>
                </a:cubicBezTo>
                <a:cubicBezTo>
                  <a:pt x="2617154" y="709695"/>
                  <a:pt x="2617154" y="709695"/>
                  <a:pt x="2617154" y="709695"/>
                </a:cubicBezTo>
                <a:cubicBezTo>
                  <a:pt x="2624266" y="716792"/>
                  <a:pt x="2624266" y="730985"/>
                  <a:pt x="2631378" y="745179"/>
                </a:cubicBezTo>
                <a:cubicBezTo>
                  <a:pt x="2638490" y="773567"/>
                  <a:pt x="265982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887403" y="709695"/>
                  <a:pt x="2887403" y="709695"/>
                  <a:pt x="2887403" y="709695"/>
                </a:cubicBezTo>
                <a:cubicBezTo>
                  <a:pt x="2958522" y="709695"/>
                  <a:pt x="2958522" y="709695"/>
                  <a:pt x="2958522" y="709695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794950" y="929700"/>
                  <a:pt x="2809174" y="950991"/>
                  <a:pt x="2837621" y="965185"/>
                </a:cubicBezTo>
                <a:cubicBezTo>
                  <a:pt x="2866069" y="986475"/>
                  <a:pt x="2887403" y="993573"/>
                  <a:pt x="2894515" y="986475"/>
                </a:cubicBezTo>
                <a:cubicBezTo>
                  <a:pt x="2894515" y="986475"/>
                  <a:pt x="2894515" y="986475"/>
                  <a:pt x="2894515" y="986475"/>
                </a:cubicBezTo>
                <a:cubicBezTo>
                  <a:pt x="3114982" y="709695"/>
                  <a:pt x="3114982" y="709695"/>
                  <a:pt x="3114982" y="709695"/>
                </a:cubicBezTo>
                <a:cubicBezTo>
                  <a:pt x="3122094" y="709695"/>
                  <a:pt x="3122094" y="709695"/>
                  <a:pt x="3122094" y="709695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1193" y="1057445"/>
                  <a:pt x="3029641" y="1071639"/>
                  <a:pt x="3058088" y="1085832"/>
                </a:cubicBezTo>
                <a:cubicBezTo>
                  <a:pt x="3086536" y="1092930"/>
                  <a:pt x="3114982" y="1100027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35512"/>
                  <a:pt x="3278555" y="1142609"/>
                  <a:pt x="3314113" y="1142609"/>
                </a:cubicBezTo>
                <a:cubicBezTo>
                  <a:pt x="3349673" y="1142609"/>
                  <a:pt x="3371008" y="1135512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709695"/>
                  <a:pt x="3378120" y="709695"/>
                  <a:pt x="3378120" y="709695"/>
                </a:cubicBezTo>
                <a:cubicBezTo>
                  <a:pt x="3420791" y="709695"/>
                  <a:pt x="3420791" y="709695"/>
                  <a:pt x="3420791" y="709695"/>
                </a:cubicBezTo>
                <a:cubicBezTo>
                  <a:pt x="3420791" y="624531"/>
                  <a:pt x="3420791" y="624531"/>
                  <a:pt x="3420791" y="624531"/>
                </a:cubicBezTo>
                <a:cubicBezTo>
                  <a:pt x="2930075" y="624531"/>
                  <a:pt x="2930075" y="624531"/>
                  <a:pt x="2930075" y="624531"/>
                </a:cubicBezTo>
                <a:cubicBezTo>
                  <a:pt x="2930075" y="596143"/>
                  <a:pt x="2930075" y="596143"/>
                  <a:pt x="2930075" y="596143"/>
                </a:cubicBezTo>
                <a:cubicBezTo>
                  <a:pt x="3420791" y="596143"/>
                  <a:pt x="3420791" y="596143"/>
                  <a:pt x="3420791" y="596143"/>
                </a:cubicBezTo>
                <a:cubicBezTo>
                  <a:pt x="3420791" y="567756"/>
                  <a:pt x="3420791" y="567756"/>
                  <a:pt x="3420791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2922963" y="567756"/>
                  <a:pt x="2922963" y="567756"/>
                  <a:pt x="2922963" y="567756"/>
                </a:cubicBezTo>
                <a:cubicBezTo>
                  <a:pt x="2873181" y="560659"/>
                  <a:pt x="2745167" y="532271"/>
                  <a:pt x="2659826" y="447107"/>
                </a:cubicBezTo>
                <a:cubicBezTo>
                  <a:pt x="2538924" y="326460"/>
                  <a:pt x="2538924" y="241296"/>
                  <a:pt x="2538924" y="241296"/>
                </a:cubicBezTo>
                <a:cubicBezTo>
                  <a:pt x="2517588" y="241296"/>
                  <a:pt x="2517588" y="241296"/>
                  <a:pt x="2517588" y="241296"/>
                </a:cubicBezTo>
                <a:cubicBezTo>
                  <a:pt x="2517588" y="567756"/>
                  <a:pt x="2517588" y="567756"/>
                  <a:pt x="2517588" y="567756"/>
                </a:cubicBezTo>
                <a:cubicBezTo>
                  <a:pt x="2489142" y="567756"/>
                  <a:pt x="2489142" y="567756"/>
                  <a:pt x="2489142" y="567756"/>
                </a:cubicBezTo>
                <a:cubicBezTo>
                  <a:pt x="2489142" y="241296"/>
                  <a:pt x="2489142" y="241296"/>
                  <a:pt x="2489142" y="241296"/>
                </a:cubicBezTo>
                <a:cubicBezTo>
                  <a:pt x="2446471" y="241296"/>
                  <a:pt x="2446471" y="241296"/>
                  <a:pt x="2446471" y="241296"/>
                </a:cubicBezTo>
                <a:cubicBezTo>
                  <a:pt x="2446471" y="567756"/>
                  <a:pt x="2446471" y="567756"/>
                  <a:pt x="2446471" y="567756"/>
                </a:cubicBezTo>
                <a:cubicBezTo>
                  <a:pt x="1984201" y="567756"/>
                  <a:pt x="1984201" y="567756"/>
                  <a:pt x="1984201" y="567756"/>
                </a:cubicBezTo>
                <a:cubicBezTo>
                  <a:pt x="1984201" y="581950"/>
                  <a:pt x="1984201" y="581950"/>
                  <a:pt x="1984201" y="581950"/>
                </a:cubicBezTo>
                <a:cubicBezTo>
                  <a:pt x="1735287" y="581950"/>
                  <a:pt x="1735287" y="581950"/>
                  <a:pt x="1735287" y="581950"/>
                </a:cubicBezTo>
                <a:cubicBezTo>
                  <a:pt x="1713951" y="440011"/>
                  <a:pt x="1600162" y="326460"/>
                  <a:pt x="1457926" y="305168"/>
                </a:cubicBezTo>
                <a:cubicBezTo>
                  <a:pt x="1457926" y="28388"/>
                  <a:pt x="1457926" y="28388"/>
                  <a:pt x="1457926" y="28388"/>
                </a:cubicBezTo>
                <a:cubicBezTo>
                  <a:pt x="1472150" y="28388"/>
                  <a:pt x="1472150" y="28388"/>
                  <a:pt x="1472150" y="28388"/>
                </a:cubicBezTo>
                <a:cubicBezTo>
                  <a:pt x="1472150" y="0"/>
                  <a:pt x="1472150" y="0"/>
                  <a:pt x="1472150" y="0"/>
                </a:cubicBezTo>
                <a:cubicBezTo>
                  <a:pt x="1329912" y="0"/>
                  <a:pt x="1329912" y="0"/>
                  <a:pt x="1329912" y="0"/>
                </a:cubicBezTo>
                <a:cubicBezTo>
                  <a:pt x="1329912" y="28388"/>
                  <a:pt x="1329912" y="28388"/>
                  <a:pt x="1329912" y="28388"/>
                </a:cubicBezTo>
                <a:cubicBezTo>
                  <a:pt x="1351248" y="28388"/>
                  <a:pt x="1351248" y="28388"/>
                  <a:pt x="1351248" y="28388"/>
                </a:cubicBezTo>
                <a:cubicBezTo>
                  <a:pt x="1351248" y="305168"/>
                  <a:pt x="1351248" y="305168"/>
                  <a:pt x="1351248" y="305168"/>
                </a:cubicBezTo>
                <a:cubicBezTo>
                  <a:pt x="1337024" y="305168"/>
                  <a:pt x="1329912" y="305168"/>
                  <a:pt x="1322800" y="305168"/>
                </a:cubicBezTo>
                <a:cubicBezTo>
                  <a:pt x="1216123" y="56775"/>
                  <a:pt x="1216123" y="56775"/>
                  <a:pt x="1216123" y="56775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23235" y="21290"/>
                  <a:pt x="1223235" y="21290"/>
                  <a:pt x="1223235" y="21290"/>
                </a:cubicBezTo>
                <a:cubicBezTo>
                  <a:pt x="1095223" y="78067"/>
                  <a:pt x="1095223" y="78067"/>
                  <a:pt x="1095223" y="78067"/>
                </a:cubicBezTo>
                <a:cubicBezTo>
                  <a:pt x="1102335" y="106454"/>
                  <a:pt x="1102335" y="106454"/>
                  <a:pt x="1102335" y="106454"/>
                </a:cubicBezTo>
                <a:cubicBezTo>
                  <a:pt x="1116557" y="99357"/>
                  <a:pt x="1116557" y="99357"/>
                  <a:pt x="1116557" y="99357"/>
                </a:cubicBezTo>
                <a:cubicBezTo>
                  <a:pt x="1223235" y="347750"/>
                  <a:pt x="1223235" y="347750"/>
                  <a:pt x="1223235" y="347750"/>
                </a:cubicBezTo>
                <a:cubicBezTo>
                  <a:pt x="1216123" y="347750"/>
                  <a:pt x="1209012" y="354847"/>
                  <a:pt x="1201900" y="361944"/>
                </a:cubicBezTo>
                <a:cubicBezTo>
                  <a:pt x="1009880" y="170327"/>
                  <a:pt x="1009880" y="170327"/>
                  <a:pt x="1009880" y="170327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02768" y="141939"/>
                  <a:pt x="1002768" y="141939"/>
                  <a:pt x="1002768" y="141939"/>
                </a:cubicBezTo>
                <a:cubicBezTo>
                  <a:pt x="903202" y="241296"/>
                  <a:pt x="903202" y="241296"/>
                  <a:pt x="903202" y="241296"/>
                </a:cubicBezTo>
                <a:cubicBezTo>
                  <a:pt x="924538" y="262586"/>
                  <a:pt x="924538" y="262586"/>
                  <a:pt x="924538" y="262586"/>
                </a:cubicBezTo>
                <a:cubicBezTo>
                  <a:pt x="938762" y="248393"/>
                  <a:pt x="938762" y="248393"/>
                  <a:pt x="938762" y="248393"/>
                </a:cubicBezTo>
                <a:cubicBezTo>
                  <a:pt x="1123669" y="432914"/>
                  <a:pt x="1123669" y="432914"/>
                  <a:pt x="1123669" y="432914"/>
                </a:cubicBezTo>
                <a:cubicBezTo>
                  <a:pt x="1116557" y="440011"/>
                  <a:pt x="1116557" y="447107"/>
                  <a:pt x="1109445" y="454204"/>
                </a:cubicBezTo>
                <a:cubicBezTo>
                  <a:pt x="867644" y="361944"/>
                  <a:pt x="867644" y="361944"/>
                  <a:pt x="867644" y="361944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46308" y="333557"/>
                  <a:pt x="846308" y="333557"/>
                  <a:pt x="846308" y="333557"/>
                </a:cubicBezTo>
                <a:cubicBezTo>
                  <a:pt x="796525" y="461302"/>
                  <a:pt x="796525" y="461302"/>
                  <a:pt x="796525" y="461302"/>
                </a:cubicBezTo>
                <a:cubicBezTo>
                  <a:pt x="824973" y="468399"/>
                  <a:pt x="824973" y="468399"/>
                  <a:pt x="824973" y="468399"/>
                </a:cubicBezTo>
                <a:cubicBezTo>
                  <a:pt x="824973" y="454204"/>
                  <a:pt x="824973" y="454204"/>
                  <a:pt x="824973" y="454204"/>
                </a:cubicBezTo>
                <a:cubicBezTo>
                  <a:pt x="1066775" y="553561"/>
                  <a:pt x="1066775" y="553561"/>
                  <a:pt x="1066775" y="553561"/>
                </a:cubicBezTo>
                <a:cubicBezTo>
                  <a:pt x="1066775" y="560659"/>
                  <a:pt x="1059663" y="574853"/>
                  <a:pt x="1059663" y="581950"/>
                </a:cubicBezTo>
                <a:cubicBezTo>
                  <a:pt x="782301" y="581950"/>
                  <a:pt x="782301" y="581950"/>
                  <a:pt x="782301" y="581950"/>
                </a:cubicBezTo>
                <a:cubicBezTo>
                  <a:pt x="782301" y="567756"/>
                  <a:pt x="782301" y="567756"/>
                  <a:pt x="782301" y="567756"/>
                </a:cubicBezTo>
                <a:cubicBezTo>
                  <a:pt x="483605" y="567756"/>
                  <a:pt x="483605" y="567756"/>
                  <a:pt x="483605" y="567756"/>
                </a:cubicBezTo>
                <a:cubicBezTo>
                  <a:pt x="483605" y="567756"/>
                  <a:pt x="483605" y="567756"/>
                  <a:pt x="476493" y="567756"/>
                </a:cubicBezTo>
                <a:cubicBezTo>
                  <a:pt x="448046" y="567756"/>
                  <a:pt x="419598" y="596143"/>
                  <a:pt x="419598" y="631628"/>
                </a:cubicBezTo>
                <a:cubicBezTo>
                  <a:pt x="419598" y="631628"/>
                  <a:pt x="419598" y="631628"/>
                  <a:pt x="419598" y="631628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2001338"/>
                  <a:pt x="448046" y="2029727"/>
                  <a:pt x="476493" y="2029727"/>
                </a:cubicBezTo>
                <a:cubicBezTo>
                  <a:pt x="483605" y="2029727"/>
                  <a:pt x="483605" y="2029727"/>
                  <a:pt x="483605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29912" y="2029727"/>
                  <a:pt x="1329912" y="2029727"/>
                  <a:pt x="1329912" y="2029727"/>
                </a:cubicBezTo>
                <a:cubicBezTo>
                  <a:pt x="1329912" y="2178762"/>
                  <a:pt x="1329912" y="2178762"/>
                  <a:pt x="1329912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52551" y="2178762"/>
                  <a:pt x="1031216" y="2200054"/>
                  <a:pt x="1031216" y="2235538"/>
                </a:cubicBezTo>
                <a:cubicBezTo>
                  <a:pt x="1031216" y="2235538"/>
                  <a:pt x="1031216" y="2235538"/>
                  <a:pt x="1031216" y="2235538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491029"/>
                  <a:pt x="1031216" y="2491029"/>
                  <a:pt x="1031216" y="2491029"/>
                </a:cubicBezTo>
                <a:cubicBezTo>
                  <a:pt x="611618" y="2491029"/>
                  <a:pt x="611618" y="2491029"/>
                  <a:pt x="611618" y="2491029"/>
                </a:cubicBezTo>
                <a:cubicBezTo>
                  <a:pt x="618730" y="2838779"/>
                  <a:pt x="618730" y="2838779"/>
                  <a:pt x="618730" y="2838779"/>
                </a:cubicBezTo>
                <a:cubicBezTo>
                  <a:pt x="732518" y="2966523"/>
                  <a:pt x="732518" y="2966523"/>
                  <a:pt x="732518" y="2966523"/>
                </a:cubicBezTo>
                <a:cubicBezTo>
                  <a:pt x="732518" y="3200723"/>
                  <a:pt x="732518" y="3200723"/>
                  <a:pt x="732518" y="3200723"/>
                </a:cubicBezTo>
                <a:cubicBezTo>
                  <a:pt x="867644" y="3257498"/>
                  <a:pt x="867644" y="3257498"/>
                  <a:pt x="867644" y="3257498"/>
                </a:cubicBezTo>
                <a:cubicBezTo>
                  <a:pt x="867644" y="3583958"/>
                  <a:pt x="867644" y="3583958"/>
                  <a:pt x="867644" y="3583958"/>
                </a:cubicBezTo>
                <a:cubicBezTo>
                  <a:pt x="270250" y="3690412"/>
                  <a:pt x="49783" y="3825254"/>
                  <a:pt x="28447" y="3832351"/>
                </a:cubicBezTo>
                <a:cubicBezTo>
                  <a:pt x="0" y="3832351"/>
                  <a:pt x="135124" y="3853642"/>
                  <a:pt x="327144" y="3945903"/>
                </a:cubicBezTo>
                <a:cubicBezTo>
                  <a:pt x="568946" y="4059453"/>
                  <a:pt x="540499" y="4123326"/>
                  <a:pt x="540499" y="4123326"/>
                </a:cubicBezTo>
                <a:cubicBezTo>
                  <a:pt x="540499" y="4123326"/>
                  <a:pt x="960097" y="3853642"/>
                  <a:pt x="1870412" y="3690412"/>
                </a:cubicBezTo>
                <a:cubicBezTo>
                  <a:pt x="2346904" y="3605249"/>
                  <a:pt x="3207436" y="3569764"/>
                  <a:pt x="3520357" y="3633636"/>
                </a:cubicBezTo>
                <a:cubicBezTo>
                  <a:pt x="3520357" y="3633636"/>
                  <a:pt x="3278555" y="3576861"/>
                  <a:pt x="2937186" y="3527182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8813800" y="0"/>
            <a:ext cx="6882359" cy="6858000"/>
          </a:xfrm>
          <a:custGeom>
            <a:avLst/>
            <a:gdLst/>
            <a:ahLst/>
            <a:cxnLst/>
            <a:rect l="l" t="t" r="r" b="b"/>
            <a:pathLst>
              <a:path w="6882359" h="6858000">
                <a:moveTo>
                  <a:pt x="3441179" y="6758711"/>
                </a:moveTo>
                <a:cubicBezTo>
                  <a:pt x="1592612" y="6758711"/>
                  <a:pt x="99539" y="5262292"/>
                  <a:pt x="99539" y="3418362"/>
                </a:cubicBezTo>
                <a:cubicBezTo>
                  <a:pt x="99539" y="1581525"/>
                  <a:pt x="1592612" y="85104"/>
                  <a:pt x="3441179" y="85104"/>
                </a:cubicBezTo>
                <a:cubicBezTo>
                  <a:pt x="5289747" y="85104"/>
                  <a:pt x="6782821" y="1581525"/>
                  <a:pt x="6782821" y="3418362"/>
                </a:cubicBezTo>
                <a:cubicBezTo>
                  <a:pt x="6782821" y="5262292"/>
                  <a:pt x="5289747" y="6758711"/>
                  <a:pt x="3441179" y="6758711"/>
                </a:cubicBezTo>
                <a:close/>
                <a:moveTo>
                  <a:pt x="3441179" y="0"/>
                </a:moveTo>
                <a:cubicBezTo>
                  <a:pt x="1542843" y="0"/>
                  <a:pt x="0" y="1531880"/>
                  <a:pt x="0" y="3425454"/>
                </a:cubicBezTo>
                <a:cubicBezTo>
                  <a:pt x="0" y="5319028"/>
                  <a:pt x="1542843" y="6858000"/>
                  <a:pt x="3441179" y="6858000"/>
                </a:cubicBezTo>
                <a:cubicBezTo>
                  <a:pt x="5339516" y="6858000"/>
                  <a:pt x="6882359" y="5319028"/>
                  <a:pt x="6882359" y="3425454"/>
                </a:cubicBezTo>
                <a:cubicBezTo>
                  <a:pt x="6882359" y="1531880"/>
                  <a:pt x="5339516" y="0"/>
                  <a:pt x="3441179" y="0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9601200" y="2209800"/>
            <a:ext cx="249716" cy="231442"/>
          </a:xfrm>
          <a:custGeom>
            <a:avLst/>
            <a:gdLst/>
            <a:ahLst/>
            <a:cxnLst/>
            <a:rect l="l" t="t" r="r" b="b"/>
            <a:pathLst>
              <a:path w="249716" h="231442">
                <a:moveTo>
                  <a:pt x="164099" y="21698"/>
                </a:moveTo>
                <a:cubicBezTo>
                  <a:pt x="128425" y="0"/>
                  <a:pt x="92752" y="0"/>
                  <a:pt x="71347" y="7233"/>
                </a:cubicBezTo>
                <a:cubicBezTo>
                  <a:pt x="42808" y="14465"/>
                  <a:pt x="21405" y="36163"/>
                  <a:pt x="14270" y="65093"/>
                </a:cubicBezTo>
                <a:cubicBezTo>
                  <a:pt x="0" y="94023"/>
                  <a:pt x="0" y="122954"/>
                  <a:pt x="7135" y="144652"/>
                </a:cubicBezTo>
                <a:cubicBezTo>
                  <a:pt x="21405" y="173581"/>
                  <a:pt x="42808" y="195279"/>
                  <a:pt x="78482" y="209744"/>
                </a:cubicBezTo>
                <a:cubicBezTo>
                  <a:pt x="114156" y="224210"/>
                  <a:pt x="149830" y="231442"/>
                  <a:pt x="178369" y="224210"/>
                </a:cubicBezTo>
                <a:cubicBezTo>
                  <a:pt x="199772" y="209744"/>
                  <a:pt x="221177" y="195279"/>
                  <a:pt x="235447" y="166348"/>
                </a:cubicBezTo>
                <a:cubicBezTo>
                  <a:pt x="249716" y="137419"/>
                  <a:pt x="249716" y="108488"/>
                  <a:pt x="235447" y="86791"/>
                </a:cubicBezTo>
                <a:cubicBezTo>
                  <a:pt x="228312" y="57860"/>
                  <a:pt x="199772" y="36163"/>
                  <a:pt x="164099" y="21698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11798300" y="5257800"/>
            <a:ext cx="158355" cy="286259"/>
          </a:xfrm>
          <a:custGeom>
            <a:avLst/>
            <a:gdLst/>
            <a:ahLst/>
            <a:cxnLst/>
            <a:rect l="l" t="t" r="r" b="b"/>
            <a:pathLst>
              <a:path w="158355" h="286259">
                <a:moveTo>
                  <a:pt x="158355" y="0"/>
                </a:moveTo>
                <a:cubicBezTo>
                  <a:pt x="158355" y="286259"/>
                  <a:pt x="158355" y="286259"/>
                  <a:pt x="158355" y="286259"/>
                </a:cubicBezTo>
                <a:cubicBezTo>
                  <a:pt x="79177" y="286259"/>
                  <a:pt x="79177" y="286259"/>
                  <a:pt x="79177" y="286259"/>
                </a:cubicBezTo>
                <a:cubicBezTo>
                  <a:pt x="79177" y="100190"/>
                  <a:pt x="79177" y="100190"/>
                  <a:pt x="79177" y="100190"/>
                </a:cubicBezTo>
                <a:cubicBezTo>
                  <a:pt x="64781" y="107347"/>
                  <a:pt x="57583" y="114503"/>
                  <a:pt x="43188" y="121660"/>
                </a:cubicBezTo>
                <a:cubicBezTo>
                  <a:pt x="28792" y="128816"/>
                  <a:pt x="14395" y="135973"/>
                  <a:pt x="0" y="135973"/>
                </a:cubicBezTo>
                <a:cubicBezTo>
                  <a:pt x="0" y="78721"/>
                  <a:pt x="0" y="78721"/>
                  <a:pt x="0" y="78721"/>
                </a:cubicBezTo>
                <a:cubicBezTo>
                  <a:pt x="28792" y="71564"/>
                  <a:pt x="43188" y="57252"/>
                  <a:pt x="57583" y="42939"/>
                </a:cubicBezTo>
                <a:cubicBezTo>
                  <a:pt x="71980" y="35782"/>
                  <a:pt x="86375" y="21469"/>
                  <a:pt x="93574" y="0"/>
                </a:cubicBezTo>
                <a:lnTo>
                  <a:pt x="158355" y="0"/>
                </a:ln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12026900" y="5257800"/>
            <a:ext cx="231442" cy="286259"/>
          </a:xfrm>
          <a:custGeom>
            <a:avLst/>
            <a:gdLst/>
            <a:ahLst/>
            <a:cxnLst/>
            <a:rect l="l" t="t" r="r" b="b"/>
            <a:pathLst>
              <a:path w="231442" h="286259">
                <a:moveTo>
                  <a:pt x="151884" y="100190"/>
                </a:moveTo>
                <a:cubicBezTo>
                  <a:pt x="151884" y="85877"/>
                  <a:pt x="144652" y="71564"/>
                  <a:pt x="137419" y="64408"/>
                </a:cubicBezTo>
                <a:cubicBezTo>
                  <a:pt x="130186" y="57252"/>
                  <a:pt x="122954" y="50095"/>
                  <a:pt x="108488" y="50095"/>
                </a:cubicBezTo>
                <a:cubicBezTo>
                  <a:pt x="101256" y="50095"/>
                  <a:pt x="94023" y="57252"/>
                  <a:pt x="86791" y="64408"/>
                </a:cubicBezTo>
                <a:cubicBezTo>
                  <a:pt x="79558" y="71564"/>
                  <a:pt x="72325" y="78721"/>
                  <a:pt x="72325" y="93034"/>
                </a:cubicBezTo>
                <a:cubicBezTo>
                  <a:pt x="72325" y="114503"/>
                  <a:pt x="79558" y="121660"/>
                  <a:pt x="86791" y="128816"/>
                </a:cubicBezTo>
                <a:cubicBezTo>
                  <a:pt x="94023" y="143129"/>
                  <a:pt x="101256" y="143129"/>
                  <a:pt x="108488" y="143129"/>
                </a:cubicBezTo>
                <a:cubicBezTo>
                  <a:pt x="122954" y="143129"/>
                  <a:pt x="130186" y="143129"/>
                  <a:pt x="137419" y="128816"/>
                </a:cubicBezTo>
                <a:cubicBezTo>
                  <a:pt x="144652" y="121660"/>
                  <a:pt x="151884" y="114503"/>
                  <a:pt x="151884" y="100190"/>
                </a:cubicBezTo>
                <a:close/>
                <a:moveTo>
                  <a:pt x="7233" y="221851"/>
                </a:moveTo>
                <a:cubicBezTo>
                  <a:pt x="86791" y="214695"/>
                  <a:pt x="86791" y="214695"/>
                  <a:pt x="86791" y="214695"/>
                </a:cubicBezTo>
                <a:cubicBezTo>
                  <a:pt x="86791" y="221851"/>
                  <a:pt x="86791" y="229008"/>
                  <a:pt x="94023" y="236164"/>
                </a:cubicBezTo>
                <a:cubicBezTo>
                  <a:pt x="101256" y="236164"/>
                  <a:pt x="108488" y="243321"/>
                  <a:pt x="108488" y="243321"/>
                </a:cubicBezTo>
                <a:cubicBezTo>
                  <a:pt x="122954" y="243321"/>
                  <a:pt x="137419" y="236164"/>
                  <a:pt x="144652" y="221851"/>
                </a:cubicBezTo>
                <a:cubicBezTo>
                  <a:pt x="144652" y="214695"/>
                  <a:pt x="151884" y="193225"/>
                  <a:pt x="151884" y="164598"/>
                </a:cubicBezTo>
                <a:cubicBezTo>
                  <a:pt x="144652" y="171755"/>
                  <a:pt x="137419" y="178911"/>
                  <a:pt x="122954" y="186069"/>
                </a:cubicBezTo>
                <a:cubicBezTo>
                  <a:pt x="115721" y="186069"/>
                  <a:pt x="101256" y="193225"/>
                  <a:pt x="94023" y="193225"/>
                </a:cubicBezTo>
                <a:cubicBezTo>
                  <a:pt x="65093" y="193225"/>
                  <a:pt x="43396" y="186069"/>
                  <a:pt x="28931" y="164598"/>
                </a:cubicBezTo>
                <a:cubicBezTo>
                  <a:pt x="7233" y="150285"/>
                  <a:pt x="0" y="121660"/>
                  <a:pt x="0" y="100190"/>
                </a:cubicBezTo>
                <a:cubicBezTo>
                  <a:pt x="0" y="78721"/>
                  <a:pt x="7233" y="64408"/>
                  <a:pt x="14465" y="50095"/>
                </a:cubicBezTo>
                <a:cubicBezTo>
                  <a:pt x="21698" y="35782"/>
                  <a:pt x="36163" y="21469"/>
                  <a:pt x="50629" y="14313"/>
                </a:cubicBezTo>
                <a:cubicBezTo>
                  <a:pt x="65093" y="7156"/>
                  <a:pt x="86791" y="0"/>
                  <a:pt x="108488" y="0"/>
                </a:cubicBezTo>
                <a:cubicBezTo>
                  <a:pt x="137419" y="0"/>
                  <a:pt x="159116" y="7156"/>
                  <a:pt x="173581" y="14313"/>
                </a:cubicBezTo>
                <a:cubicBezTo>
                  <a:pt x="195279" y="28626"/>
                  <a:pt x="209744" y="42939"/>
                  <a:pt x="216977" y="64408"/>
                </a:cubicBezTo>
                <a:cubicBezTo>
                  <a:pt x="224210" y="78721"/>
                  <a:pt x="231442" y="107347"/>
                  <a:pt x="231442" y="143129"/>
                </a:cubicBezTo>
                <a:cubicBezTo>
                  <a:pt x="231442" y="193225"/>
                  <a:pt x="224210" y="229008"/>
                  <a:pt x="202512" y="250477"/>
                </a:cubicBezTo>
                <a:cubicBezTo>
                  <a:pt x="180814" y="279103"/>
                  <a:pt x="151884" y="286259"/>
                  <a:pt x="108488" y="286259"/>
                </a:cubicBezTo>
                <a:cubicBezTo>
                  <a:pt x="86791" y="286259"/>
                  <a:pt x="72325" y="286259"/>
                  <a:pt x="57860" y="279103"/>
                </a:cubicBezTo>
                <a:cubicBezTo>
                  <a:pt x="43396" y="271946"/>
                  <a:pt x="36163" y="264790"/>
                  <a:pt x="28931" y="257633"/>
                </a:cubicBezTo>
                <a:cubicBezTo>
                  <a:pt x="14465" y="250477"/>
                  <a:pt x="14465" y="236164"/>
                  <a:pt x="7233" y="221851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12268200" y="5257800"/>
            <a:ext cx="231442" cy="280167"/>
          </a:xfrm>
          <a:custGeom>
            <a:avLst/>
            <a:gdLst/>
            <a:ahLst/>
            <a:cxnLst/>
            <a:rect l="l" t="t" r="r" b="b"/>
            <a:pathLst>
              <a:path w="231442" h="280167">
                <a:moveTo>
                  <a:pt x="28931" y="0"/>
                </a:moveTo>
                <a:cubicBezTo>
                  <a:pt x="216977" y="0"/>
                  <a:pt x="216977" y="0"/>
                  <a:pt x="216977" y="0"/>
                </a:cubicBezTo>
                <a:cubicBezTo>
                  <a:pt x="216977" y="57470"/>
                  <a:pt x="216977" y="57470"/>
                  <a:pt x="216977" y="57470"/>
                </a:cubicBezTo>
                <a:cubicBezTo>
                  <a:pt x="94023" y="57470"/>
                  <a:pt x="94023" y="57470"/>
                  <a:pt x="94023" y="57470"/>
                </a:cubicBezTo>
                <a:cubicBezTo>
                  <a:pt x="86791" y="100573"/>
                  <a:pt x="86791" y="100573"/>
                  <a:pt x="86791" y="100573"/>
                </a:cubicBezTo>
                <a:cubicBezTo>
                  <a:pt x="94023" y="100573"/>
                  <a:pt x="101256" y="93389"/>
                  <a:pt x="108488" y="93389"/>
                </a:cubicBezTo>
                <a:cubicBezTo>
                  <a:pt x="122954" y="93389"/>
                  <a:pt x="130186" y="93389"/>
                  <a:pt x="137419" y="93389"/>
                </a:cubicBezTo>
                <a:cubicBezTo>
                  <a:pt x="166348" y="93389"/>
                  <a:pt x="188046" y="100573"/>
                  <a:pt x="202512" y="114940"/>
                </a:cubicBezTo>
                <a:cubicBezTo>
                  <a:pt x="224210" y="129308"/>
                  <a:pt x="231442" y="150859"/>
                  <a:pt x="231442" y="179595"/>
                </a:cubicBezTo>
                <a:cubicBezTo>
                  <a:pt x="231442" y="193962"/>
                  <a:pt x="224210" y="215513"/>
                  <a:pt x="216977" y="229880"/>
                </a:cubicBezTo>
                <a:cubicBezTo>
                  <a:pt x="209744" y="251432"/>
                  <a:pt x="195279" y="258615"/>
                  <a:pt x="180814" y="265800"/>
                </a:cubicBezTo>
                <a:cubicBezTo>
                  <a:pt x="159116" y="280167"/>
                  <a:pt x="144652" y="280167"/>
                  <a:pt x="115721" y="280167"/>
                </a:cubicBezTo>
                <a:cubicBezTo>
                  <a:pt x="94023" y="280167"/>
                  <a:pt x="79558" y="280167"/>
                  <a:pt x="65093" y="280167"/>
                </a:cubicBezTo>
                <a:cubicBezTo>
                  <a:pt x="57860" y="272983"/>
                  <a:pt x="43396" y="265800"/>
                  <a:pt x="36163" y="258615"/>
                </a:cubicBezTo>
                <a:cubicBezTo>
                  <a:pt x="28931" y="251432"/>
                  <a:pt x="14465" y="244248"/>
                  <a:pt x="14465" y="237065"/>
                </a:cubicBezTo>
                <a:cubicBezTo>
                  <a:pt x="7233" y="229880"/>
                  <a:pt x="0" y="215513"/>
                  <a:pt x="0" y="208330"/>
                </a:cubicBezTo>
                <a:cubicBezTo>
                  <a:pt x="79558" y="193962"/>
                  <a:pt x="79558" y="193962"/>
                  <a:pt x="79558" y="193962"/>
                </a:cubicBezTo>
                <a:cubicBezTo>
                  <a:pt x="79558" y="208330"/>
                  <a:pt x="79558" y="215513"/>
                  <a:pt x="86791" y="222697"/>
                </a:cubicBezTo>
                <a:cubicBezTo>
                  <a:pt x="94023" y="229880"/>
                  <a:pt x="108488" y="237065"/>
                  <a:pt x="115721" y="237065"/>
                </a:cubicBezTo>
                <a:cubicBezTo>
                  <a:pt x="122954" y="237065"/>
                  <a:pt x="137419" y="229880"/>
                  <a:pt x="144652" y="222697"/>
                </a:cubicBezTo>
                <a:cubicBezTo>
                  <a:pt x="151884" y="215513"/>
                  <a:pt x="151884" y="201145"/>
                  <a:pt x="151884" y="186778"/>
                </a:cubicBezTo>
                <a:cubicBezTo>
                  <a:pt x="151884" y="172410"/>
                  <a:pt x="151884" y="158043"/>
                  <a:pt x="144652" y="150859"/>
                </a:cubicBezTo>
                <a:cubicBezTo>
                  <a:pt x="137419" y="143675"/>
                  <a:pt x="122954" y="136492"/>
                  <a:pt x="115721" y="136492"/>
                </a:cubicBezTo>
                <a:cubicBezTo>
                  <a:pt x="108488" y="136492"/>
                  <a:pt x="101256" y="143675"/>
                  <a:pt x="94023" y="143675"/>
                </a:cubicBezTo>
                <a:cubicBezTo>
                  <a:pt x="86791" y="143675"/>
                  <a:pt x="79558" y="150859"/>
                  <a:pt x="72325" y="158043"/>
                </a:cubicBezTo>
                <a:cubicBezTo>
                  <a:pt x="7233" y="150859"/>
                  <a:pt x="7233" y="150859"/>
                  <a:pt x="7233" y="150859"/>
                </a:cubicBezTo>
                <a:lnTo>
                  <a:pt x="28931" y="0"/>
                </a:ln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12522200" y="5257800"/>
            <a:ext cx="219260" cy="286259"/>
          </a:xfrm>
          <a:custGeom>
            <a:avLst/>
            <a:gdLst/>
            <a:ahLst/>
            <a:cxnLst/>
            <a:rect l="l" t="t" r="r" b="b"/>
            <a:pathLst>
              <a:path w="219260" h="286259">
                <a:moveTo>
                  <a:pt x="70729" y="85877"/>
                </a:moveTo>
                <a:cubicBezTo>
                  <a:pt x="0" y="71564"/>
                  <a:pt x="0" y="71564"/>
                  <a:pt x="0" y="71564"/>
                </a:cubicBezTo>
                <a:cubicBezTo>
                  <a:pt x="7073" y="50095"/>
                  <a:pt x="21219" y="35782"/>
                  <a:pt x="35364" y="21469"/>
                </a:cubicBezTo>
                <a:cubicBezTo>
                  <a:pt x="49511" y="7156"/>
                  <a:pt x="77803" y="0"/>
                  <a:pt x="106095" y="0"/>
                </a:cubicBezTo>
                <a:cubicBezTo>
                  <a:pt x="141459" y="0"/>
                  <a:pt x="169751" y="7156"/>
                  <a:pt x="183896" y="21469"/>
                </a:cubicBezTo>
                <a:cubicBezTo>
                  <a:pt x="198043" y="35782"/>
                  <a:pt x="212188" y="50095"/>
                  <a:pt x="212188" y="71564"/>
                </a:cubicBezTo>
                <a:cubicBezTo>
                  <a:pt x="212188" y="85877"/>
                  <a:pt x="205115" y="93034"/>
                  <a:pt x="198043" y="107347"/>
                </a:cubicBezTo>
                <a:cubicBezTo>
                  <a:pt x="190969" y="114503"/>
                  <a:pt x="183896" y="121660"/>
                  <a:pt x="169751" y="128816"/>
                </a:cubicBezTo>
                <a:cubicBezTo>
                  <a:pt x="176823" y="135973"/>
                  <a:pt x="190969" y="135973"/>
                  <a:pt x="190969" y="143129"/>
                </a:cubicBezTo>
                <a:cubicBezTo>
                  <a:pt x="205115" y="143129"/>
                  <a:pt x="212188" y="150285"/>
                  <a:pt x="212188" y="164598"/>
                </a:cubicBezTo>
                <a:cubicBezTo>
                  <a:pt x="219260" y="171755"/>
                  <a:pt x="219260" y="186069"/>
                  <a:pt x="219260" y="193225"/>
                </a:cubicBezTo>
                <a:cubicBezTo>
                  <a:pt x="219260" y="214695"/>
                  <a:pt x="219260" y="229008"/>
                  <a:pt x="212188" y="243321"/>
                </a:cubicBezTo>
                <a:cubicBezTo>
                  <a:pt x="205115" y="257633"/>
                  <a:pt x="190969" y="271946"/>
                  <a:pt x="176823" y="279103"/>
                </a:cubicBezTo>
                <a:cubicBezTo>
                  <a:pt x="155604" y="286259"/>
                  <a:pt x="134386" y="286259"/>
                  <a:pt x="113167" y="286259"/>
                </a:cubicBezTo>
                <a:cubicBezTo>
                  <a:pt x="84875" y="286259"/>
                  <a:pt x="70729" y="286259"/>
                  <a:pt x="56584" y="279103"/>
                </a:cubicBezTo>
                <a:cubicBezTo>
                  <a:pt x="42437" y="271946"/>
                  <a:pt x="28292" y="264790"/>
                  <a:pt x="21219" y="250477"/>
                </a:cubicBezTo>
                <a:cubicBezTo>
                  <a:pt x="7073" y="243321"/>
                  <a:pt x="0" y="229008"/>
                  <a:pt x="0" y="207538"/>
                </a:cubicBezTo>
                <a:cubicBezTo>
                  <a:pt x="70729" y="200382"/>
                  <a:pt x="70729" y="200382"/>
                  <a:pt x="70729" y="200382"/>
                </a:cubicBezTo>
                <a:cubicBezTo>
                  <a:pt x="77803" y="214695"/>
                  <a:pt x="77803" y="229008"/>
                  <a:pt x="84875" y="229008"/>
                </a:cubicBezTo>
                <a:cubicBezTo>
                  <a:pt x="91948" y="236164"/>
                  <a:pt x="99021" y="243321"/>
                  <a:pt x="113167" y="243321"/>
                </a:cubicBezTo>
                <a:cubicBezTo>
                  <a:pt x="120240" y="243321"/>
                  <a:pt x="127312" y="236164"/>
                  <a:pt x="134386" y="229008"/>
                </a:cubicBezTo>
                <a:cubicBezTo>
                  <a:pt x="141459" y="221851"/>
                  <a:pt x="148532" y="214695"/>
                  <a:pt x="148532" y="200382"/>
                </a:cubicBezTo>
                <a:cubicBezTo>
                  <a:pt x="148532" y="186069"/>
                  <a:pt x="141459" y="178911"/>
                  <a:pt x="134386" y="171755"/>
                </a:cubicBezTo>
                <a:cubicBezTo>
                  <a:pt x="127312" y="164598"/>
                  <a:pt x="120240" y="157442"/>
                  <a:pt x="106095" y="157442"/>
                </a:cubicBezTo>
                <a:cubicBezTo>
                  <a:pt x="106095" y="157442"/>
                  <a:pt x="99021" y="164598"/>
                  <a:pt x="84875" y="164598"/>
                </a:cubicBezTo>
                <a:cubicBezTo>
                  <a:pt x="91948" y="107347"/>
                  <a:pt x="91948" y="107347"/>
                  <a:pt x="91948" y="107347"/>
                </a:cubicBezTo>
                <a:cubicBezTo>
                  <a:pt x="91948" y="107347"/>
                  <a:pt x="99021" y="107347"/>
                  <a:pt x="99021" y="107347"/>
                </a:cubicBezTo>
                <a:cubicBezTo>
                  <a:pt x="106095" y="107347"/>
                  <a:pt x="120240" y="107347"/>
                  <a:pt x="120240" y="100190"/>
                </a:cubicBezTo>
                <a:cubicBezTo>
                  <a:pt x="127312" y="93034"/>
                  <a:pt x="134386" y="85877"/>
                  <a:pt x="134386" y="78721"/>
                </a:cubicBezTo>
                <a:cubicBezTo>
                  <a:pt x="134386" y="71564"/>
                  <a:pt x="127312" y="64408"/>
                  <a:pt x="127312" y="57252"/>
                </a:cubicBezTo>
                <a:cubicBezTo>
                  <a:pt x="120240" y="50095"/>
                  <a:pt x="113167" y="50095"/>
                  <a:pt x="106095" y="50095"/>
                </a:cubicBezTo>
                <a:cubicBezTo>
                  <a:pt x="99021" y="50095"/>
                  <a:pt x="91948" y="50095"/>
                  <a:pt x="84875" y="57252"/>
                </a:cubicBezTo>
                <a:cubicBezTo>
                  <a:pt x="77803" y="64408"/>
                  <a:pt x="77803" y="71564"/>
                  <a:pt x="70729" y="85877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10629900" y="5511800"/>
            <a:ext cx="66998" cy="36543"/>
          </a:xfrm>
          <a:custGeom>
            <a:avLst/>
            <a:gdLst/>
            <a:ahLst/>
            <a:cxnLst/>
            <a:rect l="l" t="t" r="r" b="b"/>
            <a:pathLst>
              <a:path w="66998" h="36543">
                <a:moveTo>
                  <a:pt x="0" y="36543"/>
                </a:moveTo>
                <a:lnTo>
                  <a:pt x="30453" y="30452"/>
                </a:lnTo>
                <a:lnTo>
                  <a:pt x="66998" y="12181"/>
                </a:lnTo>
                <a:lnTo>
                  <a:pt x="48726" y="6091"/>
                </a:lnTo>
                <a:lnTo>
                  <a:pt x="24362" y="0"/>
                </a:lnTo>
                <a:lnTo>
                  <a:pt x="0" y="36543"/>
                </a:ln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1010900" y="800100"/>
            <a:ext cx="170536" cy="133993"/>
          </a:xfrm>
          <a:custGeom>
            <a:avLst/>
            <a:gdLst/>
            <a:ahLst/>
            <a:cxnLst/>
            <a:rect l="l" t="t" r="r" b="b"/>
            <a:pathLst>
              <a:path w="170536" h="133993">
                <a:moveTo>
                  <a:pt x="156324" y="77575"/>
                </a:moveTo>
                <a:cubicBezTo>
                  <a:pt x="163430" y="70523"/>
                  <a:pt x="170536" y="63471"/>
                  <a:pt x="170536" y="56418"/>
                </a:cubicBezTo>
                <a:cubicBezTo>
                  <a:pt x="170536" y="42314"/>
                  <a:pt x="170536" y="35262"/>
                  <a:pt x="170536" y="28209"/>
                </a:cubicBezTo>
                <a:cubicBezTo>
                  <a:pt x="163430" y="14105"/>
                  <a:pt x="156324" y="7052"/>
                  <a:pt x="149219" y="0"/>
                </a:cubicBezTo>
                <a:cubicBezTo>
                  <a:pt x="135007" y="0"/>
                  <a:pt x="127902" y="0"/>
                  <a:pt x="113690" y="0"/>
                </a:cubicBezTo>
                <a:cubicBezTo>
                  <a:pt x="106585" y="7052"/>
                  <a:pt x="85268" y="14105"/>
                  <a:pt x="56845" y="28209"/>
                </a:cubicBezTo>
                <a:cubicBezTo>
                  <a:pt x="0" y="49366"/>
                  <a:pt x="0" y="49366"/>
                  <a:pt x="0" y="49366"/>
                </a:cubicBezTo>
                <a:cubicBezTo>
                  <a:pt x="35528" y="133993"/>
                  <a:pt x="35528" y="133993"/>
                  <a:pt x="35528" y="133993"/>
                </a:cubicBezTo>
                <a:cubicBezTo>
                  <a:pt x="92373" y="112836"/>
                  <a:pt x="92373" y="112836"/>
                  <a:pt x="92373" y="112836"/>
                </a:cubicBezTo>
                <a:cubicBezTo>
                  <a:pt x="127902" y="91680"/>
                  <a:pt x="149219" y="84628"/>
                  <a:pt x="156324" y="77575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14541500" y="1854200"/>
            <a:ext cx="140085" cy="176629"/>
          </a:xfrm>
          <a:custGeom>
            <a:avLst/>
            <a:gdLst/>
            <a:ahLst/>
            <a:cxnLst/>
            <a:rect l="l" t="t" r="r" b="b"/>
            <a:pathLst>
              <a:path w="140085" h="176629">
                <a:moveTo>
                  <a:pt x="70043" y="162499"/>
                </a:moveTo>
                <a:cubicBezTo>
                  <a:pt x="77047" y="169564"/>
                  <a:pt x="84051" y="169564"/>
                  <a:pt x="91055" y="176629"/>
                </a:cubicBezTo>
                <a:cubicBezTo>
                  <a:pt x="105063" y="176629"/>
                  <a:pt x="112069" y="169564"/>
                  <a:pt x="119073" y="169564"/>
                </a:cubicBezTo>
                <a:cubicBezTo>
                  <a:pt x="133081" y="162499"/>
                  <a:pt x="140085" y="148368"/>
                  <a:pt x="140085" y="141303"/>
                </a:cubicBezTo>
                <a:cubicBezTo>
                  <a:pt x="140085" y="134238"/>
                  <a:pt x="140085" y="120108"/>
                  <a:pt x="140085" y="105978"/>
                </a:cubicBezTo>
                <a:cubicBezTo>
                  <a:pt x="133081" y="98913"/>
                  <a:pt x="126077" y="84781"/>
                  <a:pt x="105063" y="56521"/>
                </a:cubicBezTo>
                <a:cubicBezTo>
                  <a:pt x="77047" y="0"/>
                  <a:pt x="77047" y="0"/>
                  <a:pt x="77047" y="0"/>
                </a:cubicBezTo>
                <a:cubicBezTo>
                  <a:pt x="0" y="49456"/>
                  <a:pt x="0" y="49456"/>
                  <a:pt x="0" y="49456"/>
                </a:cubicBezTo>
                <a:cubicBezTo>
                  <a:pt x="28017" y="98913"/>
                  <a:pt x="28017" y="98913"/>
                  <a:pt x="28017" y="98913"/>
                </a:cubicBezTo>
                <a:cubicBezTo>
                  <a:pt x="49030" y="134238"/>
                  <a:pt x="63038" y="155434"/>
                  <a:pt x="70043" y="162499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9550400" y="2552700"/>
            <a:ext cx="152265" cy="109630"/>
          </a:xfrm>
          <a:custGeom>
            <a:avLst/>
            <a:gdLst/>
            <a:ahLst/>
            <a:cxnLst/>
            <a:rect l="l" t="t" r="r" b="b"/>
            <a:pathLst>
              <a:path w="152265" h="109630">
                <a:moveTo>
                  <a:pt x="152265" y="0"/>
                </a:moveTo>
                <a:lnTo>
                  <a:pt x="0" y="18271"/>
                </a:lnTo>
                <a:lnTo>
                  <a:pt x="115722" y="109630"/>
                </a:lnTo>
                <a:lnTo>
                  <a:pt x="152265" y="0"/>
                </a:ln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12534900" y="6096000"/>
            <a:ext cx="146174" cy="237534"/>
          </a:xfrm>
          <a:custGeom>
            <a:avLst/>
            <a:gdLst/>
            <a:ahLst/>
            <a:cxnLst/>
            <a:rect l="l" t="t" r="r" b="b"/>
            <a:pathLst>
              <a:path w="146174" h="237534">
                <a:moveTo>
                  <a:pt x="48725" y="71980"/>
                </a:moveTo>
                <a:cubicBezTo>
                  <a:pt x="34803" y="71980"/>
                  <a:pt x="27842" y="86377"/>
                  <a:pt x="27842" y="86377"/>
                </a:cubicBezTo>
                <a:cubicBezTo>
                  <a:pt x="6961" y="100772"/>
                  <a:pt x="13922" y="107970"/>
                  <a:pt x="13922" y="107970"/>
                </a:cubicBezTo>
                <a:cubicBezTo>
                  <a:pt x="13922" y="115169"/>
                  <a:pt x="6961" y="136762"/>
                  <a:pt x="6961" y="136762"/>
                </a:cubicBezTo>
                <a:cubicBezTo>
                  <a:pt x="0" y="143961"/>
                  <a:pt x="0" y="165555"/>
                  <a:pt x="0" y="165555"/>
                </a:cubicBezTo>
                <a:cubicBezTo>
                  <a:pt x="0" y="172753"/>
                  <a:pt x="13922" y="187148"/>
                  <a:pt x="13922" y="187148"/>
                </a:cubicBezTo>
                <a:cubicBezTo>
                  <a:pt x="20883" y="208742"/>
                  <a:pt x="62647" y="230337"/>
                  <a:pt x="62647" y="230337"/>
                </a:cubicBezTo>
                <a:cubicBezTo>
                  <a:pt x="69606" y="237534"/>
                  <a:pt x="76567" y="237534"/>
                  <a:pt x="83528" y="237534"/>
                </a:cubicBezTo>
                <a:cubicBezTo>
                  <a:pt x="90489" y="237534"/>
                  <a:pt x="97450" y="237534"/>
                  <a:pt x="104411" y="237534"/>
                </a:cubicBezTo>
                <a:cubicBezTo>
                  <a:pt x="132253" y="237534"/>
                  <a:pt x="132253" y="208742"/>
                  <a:pt x="132253" y="208742"/>
                </a:cubicBezTo>
                <a:cubicBezTo>
                  <a:pt x="125292" y="201545"/>
                  <a:pt x="139214" y="187148"/>
                  <a:pt x="139214" y="187148"/>
                </a:cubicBezTo>
                <a:cubicBezTo>
                  <a:pt x="146174" y="179951"/>
                  <a:pt x="146174" y="172753"/>
                  <a:pt x="146174" y="172753"/>
                </a:cubicBezTo>
                <a:cubicBezTo>
                  <a:pt x="139214" y="165555"/>
                  <a:pt x="139214" y="143961"/>
                  <a:pt x="139214" y="143961"/>
                </a:cubicBezTo>
                <a:cubicBezTo>
                  <a:pt x="125292" y="136762"/>
                  <a:pt x="97450" y="115169"/>
                  <a:pt x="97450" y="115169"/>
                </a:cubicBezTo>
                <a:cubicBezTo>
                  <a:pt x="76567" y="86377"/>
                  <a:pt x="97450" y="79178"/>
                  <a:pt x="97450" y="79178"/>
                </a:cubicBezTo>
                <a:cubicBezTo>
                  <a:pt x="111370" y="86377"/>
                  <a:pt x="118331" y="79178"/>
                  <a:pt x="118331" y="79178"/>
                </a:cubicBezTo>
                <a:cubicBezTo>
                  <a:pt x="132253" y="79178"/>
                  <a:pt x="125292" y="57584"/>
                  <a:pt x="125292" y="57584"/>
                </a:cubicBezTo>
                <a:cubicBezTo>
                  <a:pt x="125292" y="43188"/>
                  <a:pt x="125292" y="35991"/>
                  <a:pt x="125292" y="35991"/>
                </a:cubicBezTo>
                <a:cubicBezTo>
                  <a:pt x="132253" y="14395"/>
                  <a:pt x="125292" y="14395"/>
                  <a:pt x="125292" y="14395"/>
                </a:cubicBezTo>
                <a:cubicBezTo>
                  <a:pt x="111370" y="0"/>
                  <a:pt x="104411" y="14395"/>
                  <a:pt x="104411" y="14395"/>
                </a:cubicBezTo>
                <a:cubicBezTo>
                  <a:pt x="97450" y="28792"/>
                  <a:pt x="69606" y="57584"/>
                  <a:pt x="69606" y="57584"/>
                </a:cubicBezTo>
                <a:cubicBezTo>
                  <a:pt x="62647" y="57584"/>
                  <a:pt x="62647" y="64783"/>
                  <a:pt x="62647" y="64783"/>
                </a:cubicBezTo>
                <a:cubicBezTo>
                  <a:pt x="55686" y="71980"/>
                  <a:pt x="48725" y="71980"/>
                  <a:pt x="48725" y="71980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1163300" y="5854700"/>
            <a:ext cx="30455" cy="79179"/>
          </a:xfrm>
          <a:custGeom>
            <a:avLst/>
            <a:gdLst/>
            <a:ahLst/>
            <a:cxnLst/>
            <a:rect l="l" t="t" r="r" b="b"/>
            <a:pathLst>
              <a:path w="30455" h="79179">
                <a:moveTo>
                  <a:pt x="0" y="0"/>
                </a:moveTo>
                <a:cubicBezTo>
                  <a:pt x="7614" y="21594"/>
                  <a:pt x="15227" y="28792"/>
                  <a:pt x="15227" y="35991"/>
                </a:cubicBezTo>
                <a:cubicBezTo>
                  <a:pt x="15227" y="43189"/>
                  <a:pt x="15227" y="50387"/>
                  <a:pt x="15227" y="50387"/>
                </a:cubicBezTo>
                <a:cubicBezTo>
                  <a:pt x="30455" y="64783"/>
                  <a:pt x="22841" y="57584"/>
                  <a:pt x="22841" y="71981"/>
                </a:cubicBezTo>
                <a:cubicBezTo>
                  <a:pt x="30455" y="79179"/>
                  <a:pt x="30455" y="71981"/>
                  <a:pt x="30455" y="64783"/>
                </a:cubicBezTo>
                <a:cubicBezTo>
                  <a:pt x="30455" y="57584"/>
                  <a:pt x="30455" y="35991"/>
                  <a:pt x="22841" y="21594"/>
                </a:cubicBezTo>
                <a:cubicBezTo>
                  <a:pt x="22841" y="14397"/>
                  <a:pt x="22841" y="7198"/>
                  <a:pt x="22841" y="0"/>
                </a:cubicBezTo>
                <a:cubicBezTo>
                  <a:pt x="15227" y="0"/>
                  <a:pt x="7614" y="0"/>
                  <a:pt x="0" y="0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1036300" y="5905500"/>
            <a:ext cx="127904" cy="48725"/>
          </a:xfrm>
          <a:custGeom>
            <a:avLst/>
            <a:gdLst/>
            <a:ahLst/>
            <a:cxnLst/>
            <a:rect l="l" t="t" r="r" b="b"/>
            <a:pathLst>
              <a:path w="127904" h="48725">
                <a:moveTo>
                  <a:pt x="0" y="48725"/>
                </a:moveTo>
                <a:cubicBezTo>
                  <a:pt x="7106" y="48725"/>
                  <a:pt x="21317" y="41764"/>
                  <a:pt x="35530" y="41764"/>
                </a:cubicBezTo>
                <a:cubicBezTo>
                  <a:pt x="63952" y="41764"/>
                  <a:pt x="106587" y="34803"/>
                  <a:pt x="120799" y="20883"/>
                </a:cubicBezTo>
                <a:cubicBezTo>
                  <a:pt x="127904" y="20883"/>
                  <a:pt x="127904" y="20883"/>
                  <a:pt x="127904" y="13922"/>
                </a:cubicBezTo>
                <a:cubicBezTo>
                  <a:pt x="127904" y="13922"/>
                  <a:pt x="127904" y="13922"/>
                  <a:pt x="127904" y="13922"/>
                </a:cubicBezTo>
                <a:cubicBezTo>
                  <a:pt x="127904" y="6961"/>
                  <a:pt x="120799" y="6961"/>
                  <a:pt x="120799" y="0"/>
                </a:cubicBezTo>
                <a:cubicBezTo>
                  <a:pt x="85269" y="27843"/>
                  <a:pt x="21317" y="34803"/>
                  <a:pt x="0" y="48725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12827000" y="660400"/>
            <a:ext cx="243623" cy="261897"/>
          </a:xfrm>
          <a:custGeom>
            <a:avLst/>
            <a:gdLst/>
            <a:ahLst/>
            <a:cxnLst/>
            <a:rect l="l" t="t" r="r" b="b"/>
            <a:pathLst>
              <a:path w="243623" h="261897">
                <a:moveTo>
                  <a:pt x="85984" y="254819"/>
                </a:moveTo>
                <a:cubicBezTo>
                  <a:pt x="121812" y="261897"/>
                  <a:pt x="150473" y="261897"/>
                  <a:pt x="171969" y="247740"/>
                </a:cubicBezTo>
                <a:cubicBezTo>
                  <a:pt x="200631" y="233583"/>
                  <a:pt x="222127" y="205270"/>
                  <a:pt x="229292" y="162801"/>
                </a:cubicBezTo>
                <a:cubicBezTo>
                  <a:pt x="243623" y="120331"/>
                  <a:pt x="243623" y="84940"/>
                  <a:pt x="229292" y="63704"/>
                </a:cubicBezTo>
                <a:cubicBezTo>
                  <a:pt x="214961" y="35391"/>
                  <a:pt x="186300" y="21234"/>
                  <a:pt x="157639" y="14157"/>
                </a:cubicBezTo>
                <a:cubicBezTo>
                  <a:pt x="121812" y="0"/>
                  <a:pt x="93149" y="7078"/>
                  <a:pt x="71653" y="21234"/>
                </a:cubicBezTo>
                <a:cubicBezTo>
                  <a:pt x="42992" y="35391"/>
                  <a:pt x="21496" y="63704"/>
                  <a:pt x="14331" y="106175"/>
                </a:cubicBezTo>
                <a:cubicBezTo>
                  <a:pt x="0" y="141566"/>
                  <a:pt x="7165" y="176958"/>
                  <a:pt x="21496" y="205270"/>
                </a:cubicBezTo>
                <a:cubicBezTo>
                  <a:pt x="35827" y="233583"/>
                  <a:pt x="57323" y="247740"/>
                  <a:pt x="85984" y="254819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9042400" y="203200"/>
            <a:ext cx="6437748" cy="6419474"/>
          </a:xfrm>
          <a:custGeom>
            <a:avLst/>
            <a:gdLst/>
            <a:ahLst/>
            <a:cxnLst/>
            <a:rect l="l" t="t" r="r" b="b"/>
            <a:pathLst>
              <a:path w="6437748" h="6419474">
                <a:moveTo>
                  <a:pt x="3222431" y="0"/>
                </a:moveTo>
                <a:cubicBezTo>
                  <a:pt x="1444047" y="0"/>
                  <a:pt x="0" y="1439949"/>
                  <a:pt x="0" y="3213284"/>
                </a:cubicBezTo>
                <a:cubicBezTo>
                  <a:pt x="0" y="4979525"/>
                  <a:pt x="1444047" y="6419474"/>
                  <a:pt x="3222431" y="6419474"/>
                </a:cubicBezTo>
                <a:cubicBezTo>
                  <a:pt x="5000814" y="6419474"/>
                  <a:pt x="6437748" y="4979525"/>
                  <a:pt x="6437748" y="3213284"/>
                </a:cubicBezTo>
                <a:cubicBezTo>
                  <a:pt x="6437748" y="1439949"/>
                  <a:pt x="5000814" y="0"/>
                  <a:pt x="3222431" y="0"/>
                </a:cubicBezTo>
                <a:close/>
                <a:moveTo>
                  <a:pt x="6103412" y="3050137"/>
                </a:moveTo>
                <a:cubicBezTo>
                  <a:pt x="6039390" y="3057230"/>
                  <a:pt x="6039390" y="3057230"/>
                  <a:pt x="6039390" y="3057230"/>
                </a:cubicBezTo>
                <a:cubicBezTo>
                  <a:pt x="6018050" y="2837336"/>
                  <a:pt x="6018050" y="2837336"/>
                  <a:pt x="6018050" y="2837336"/>
                </a:cubicBezTo>
                <a:cubicBezTo>
                  <a:pt x="5939800" y="2844430"/>
                  <a:pt x="5939800" y="2844430"/>
                  <a:pt x="5939800" y="2844430"/>
                </a:cubicBezTo>
                <a:cubicBezTo>
                  <a:pt x="5961141" y="3050137"/>
                  <a:pt x="5961141" y="3050137"/>
                  <a:pt x="5961141" y="3050137"/>
                </a:cubicBezTo>
                <a:cubicBezTo>
                  <a:pt x="5897119" y="3057230"/>
                  <a:pt x="5897119" y="3057230"/>
                  <a:pt x="5897119" y="3057230"/>
                </a:cubicBezTo>
                <a:cubicBezTo>
                  <a:pt x="5875779" y="2851523"/>
                  <a:pt x="5875779" y="2851523"/>
                  <a:pt x="5875779" y="2851523"/>
                </a:cubicBezTo>
                <a:cubicBezTo>
                  <a:pt x="5776190" y="2865711"/>
                  <a:pt x="5776190" y="2865711"/>
                  <a:pt x="5776190" y="2865711"/>
                </a:cubicBezTo>
                <a:cubicBezTo>
                  <a:pt x="5804643" y="3085603"/>
                  <a:pt x="5804643" y="3085603"/>
                  <a:pt x="5804643" y="3085603"/>
                </a:cubicBezTo>
                <a:cubicBezTo>
                  <a:pt x="5740622" y="3092696"/>
                  <a:pt x="5740622" y="3092696"/>
                  <a:pt x="5740622" y="3092696"/>
                </a:cubicBezTo>
                <a:cubicBezTo>
                  <a:pt x="5705055" y="2787683"/>
                  <a:pt x="5705055" y="2787683"/>
                  <a:pt x="5705055" y="2787683"/>
                </a:cubicBezTo>
                <a:cubicBezTo>
                  <a:pt x="6074957" y="2752217"/>
                  <a:pt x="6074957" y="2752217"/>
                  <a:pt x="6074957" y="2752217"/>
                </a:cubicBezTo>
                <a:lnTo>
                  <a:pt x="6103412" y="3050137"/>
                </a:lnTo>
                <a:close/>
                <a:moveTo>
                  <a:pt x="5683714" y="1709495"/>
                </a:moveTo>
                <a:cubicBezTo>
                  <a:pt x="5705055" y="1744962"/>
                  <a:pt x="5719281" y="1773335"/>
                  <a:pt x="5719281" y="1794615"/>
                </a:cubicBezTo>
                <a:cubicBezTo>
                  <a:pt x="5726394" y="1815896"/>
                  <a:pt x="5726394" y="1830083"/>
                  <a:pt x="5719281" y="1851362"/>
                </a:cubicBezTo>
                <a:cubicBezTo>
                  <a:pt x="5712168" y="1872642"/>
                  <a:pt x="5697940" y="1886829"/>
                  <a:pt x="5676600" y="1893922"/>
                </a:cubicBezTo>
                <a:cubicBezTo>
                  <a:pt x="5655259" y="1908109"/>
                  <a:pt x="5626805" y="1915202"/>
                  <a:pt x="5605465" y="1908109"/>
                </a:cubicBezTo>
                <a:cubicBezTo>
                  <a:pt x="5577011" y="1901016"/>
                  <a:pt x="5555670" y="1886829"/>
                  <a:pt x="5534330" y="1858456"/>
                </a:cubicBezTo>
                <a:cubicBezTo>
                  <a:pt x="5534330" y="1879736"/>
                  <a:pt x="5534330" y="1893922"/>
                  <a:pt x="5534330" y="1908109"/>
                </a:cubicBezTo>
                <a:cubicBezTo>
                  <a:pt x="5527215" y="1929389"/>
                  <a:pt x="5520102" y="1950669"/>
                  <a:pt x="5505875" y="1979042"/>
                </a:cubicBezTo>
                <a:cubicBezTo>
                  <a:pt x="5470308" y="2064163"/>
                  <a:pt x="5470308" y="2064163"/>
                  <a:pt x="5470308" y="2064163"/>
                </a:cubicBezTo>
                <a:cubicBezTo>
                  <a:pt x="5420512" y="1979042"/>
                  <a:pt x="5420512" y="1979042"/>
                  <a:pt x="5420512" y="1979042"/>
                </a:cubicBezTo>
                <a:cubicBezTo>
                  <a:pt x="5456080" y="1886829"/>
                  <a:pt x="5456080" y="1886829"/>
                  <a:pt x="5456080" y="1886829"/>
                </a:cubicBezTo>
                <a:cubicBezTo>
                  <a:pt x="5470308" y="1851362"/>
                  <a:pt x="5477421" y="1830083"/>
                  <a:pt x="5477421" y="1822988"/>
                </a:cubicBezTo>
                <a:cubicBezTo>
                  <a:pt x="5484534" y="1808803"/>
                  <a:pt x="5484534" y="1801708"/>
                  <a:pt x="5477421" y="1794615"/>
                </a:cubicBezTo>
                <a:cubicBezTo>
                  <a:pt x="5477421" y="1787522"/>
                  <a:pt x="5470308" y="1773335"/>
                  <a:pt x="5463193" y="1759148"/>
                </a:cubicBezTo>
                <a:cubicBezTo>
                  <a:pt x="5448967" y="1744962"/>
                  <a:pt x="5448967" y="1744962"/>
                  <a:pt x="5448967" y="1744962"/>
                </a:cubicBezTo>
                <a:cubicBezTo>
                  <a:pt x="5320923" y="1822988"/>
                  <a:pt x="5320923" y="1822988"/>
                  <a:pt x="5320923" y="1822988"/>
                </a:cubicBezTo>
                <a:cubicBezTo>
                  <a:pt x="5278242" y="1752055"/>
                  <a:pt x="5278242" y="1752055"/>
                  <a:pt x="5278242" y="1752055"/>
                </a:cubicBezTo>
                <a:cubicBezTo>
                  <a:pt x="5591237" y="1560535"/>
                  <a:pt x="5591237" y="1560535"/>
                  <a:pt x="5591237" y="1560535"/>
                </a:cubicBezTo>
                <a:lnTo>
                  <a:pt x="5683714" y="1709495"/>
                </a:lnTo>
                <a:close/>
                <a:moveTo>
                  <a:pt x="5335151" y="1248428"/>
                </a:moveTo>
                <a:cubicBezTo>
                  <a:pt x="5541443" y="1489602"/>
                  <a:pt x="5541443" y="1489602"/>
                  <a:pt x="5541443" y="1489602"/>
                </a:cubicBezTo>
                <a:cubicBezTo>
                  <a:pt x="5491648" y="1532162"/>
                  <a:pt x="5491648" y="1532162"/>
                  <a:pt x="5491648" y="1532162"/>
                </a:cubicBezTo>
                <a:cubicBezTo>
                  <a:pt x="5413399" y="1439949"/>
                  <a:pt x="5413399" y="1439949"/>
                  <a:pt x="5413399" y="1439949"/>
                </a:cubicBezTo>
                <a:cubicBezTo>
                  <a:pt x="5178652" y="1631469"/>
                  <a:pt x="5178652" y="1631469"/>
                  <a:pt x="5178652" y="1631469"/>
                </a:cubicBezTo>
                <a:cubicBezTo>
                  <a:pt x="5128858" y="1567628"/>
                  <a:pt x="5128858" y="1567628"/>
                  <a:pt x="5128858" y="1567628"/>
                </a:cubicBezTo>
                <a:cubicBezTo>
                  <a:pt x="5363605" y="1376108"/>
                  <a:pt x="5363605" y="1376108"/>
                  <a:pt x="5363605" y="1376108"/>
                </a:cubicBezTo>
                <a:cubicBezTo>
                  <a:pt x="5292468" y="1283895"/>
                  <a:pt x="5292468" y="1283895"/>
                  <a:pt x="5292468" y="1283895"/>
                </a:cubicBezTo>
                <a:lnTo>
                  <a:pt x="5335151" y="1248428"/>
                </a:lnTo>
                <a:close/>
                <a:moveTo>
                  <a:pt x="5278242" y="1184587"/>
                </a:moveTo>
                <a:cubicBezTo>
                  <a:pt x="5235561" y="1234242"/>
                  <a:pt x="5235561" y="1234242"/>
                  <a:pt x="5235561" y="1234242"/>
                </a:cubicBezTo>
                <a:cubicBezTo>
                  <a:pt x="5079063" y="1085281"/>
                  <a:pt x="5079063" y="1085281"/>
                  <a:pt x="5079063" y="1085281"/>
                </a:cubicBezTo>
                <a:cubicBezTo>
                  <a:pt x="5022155" y="1149121"/>
                  <a:pt x="5022155" y="1149121"/>
                  <a:pt x="5022155" y="1149121"/>
                </a:cubicBezTo>
                <a:cubicBezTo>
                  <a:pt x="5171539" y="1283895"/>
                  <a:pt x="5171539" y="1283895"/>
                  <a:pt x="5171539" y="1283895"/>
                </a:cubicBezTo>
                <a:cubicBezTo>
                  <a:pt x="5128858" y="1326455"/>
                  <a:pt x="5128858" y="1326455"/>
                  <a:pt x="5128858" y="1326455"/>
                </a:cubicBezTo>
                <a:cubicBezTo>
                  <a:pt x="4979473" y="1191682"/>
                  <a:pt x="4979473" y="1191682"/>
                  <a:pt x="4979473" y="1191682"/>
                </a:cubicBezTo>
                <a:cubicBezTo>
                  <a:pt x="4915451" y="1262615"/>
                  <a:pt x="4915451" y="1262615"/>
                  <a:pt x="4915451" y="1262615"/>
                </a:cubicBezTo>
                <a:cubicBezTo>
                  <a:pt x="5079063" y="1418669"/>
                  <a:pt x="5079063" y="1418669"/>
                  <a:pt x="5079063" y="1418669"/>
                </a:cubicBezTo>
                <a:cubicBezTo>
                  <a:pt x="5036382" y="1461228"/>
                  <a:pt x="5036382" y="1461228"/>
                  <a:pt x="5036382" y="1461228"/>
                </a:cubicBezTo>
                <a:cubicBezTo>
                  <a:pt x="4815863" y="1255522"/>
                  <a:pt x="4815863" y="1255522"/>
                  <a:pt x="4815863" y="1255522"/>
                </a:cubicBezTo>
                <a:cubicBezTo>
                  <a:pt x="5057723" y="985975"/>
                  <a:pt x="5057723" y="985975"/>
                  <a:pt x="5057723" y="985975"/>
                </a:cubicBezTo>
                <a:lnTo>
                  <a:pt x="5278242" y="1184587"/>
                </a:lnTo>
                <a:close/>
                <a:moveTo>
                  <a:pt x="4730500" y="744800"/>
                </a:moveTo>
                <a:cubicBezTo>
                  <a:pt x="4837203" y="822828"/>
                  <a:pt x="4837203" y="822828"/>
                  <a:pt x="4837203" y="822828"/>
                </a:cubicBezTo>
                <a:cubicBezTo>
                  <a:pt x="4879884" y="851201"/>
                  <a:pt x="4901225" y="865388"/>
                  <a:pt x="4915451" y="879574"/>
                </a:cubicBezTo>
                <a:cubicBezTo>
                  <a:pt x="4929679" y="900854"/>
                  <a:pt x="4936792" y="922134"/>
                  <a:pt x="4943906" y="943414"/>
                </a:cubicBezTo>
                <a:cubicBezTo>
                  <a:pt x="4943906" y="964695"/>
                  <a:pt x="4936792" y="993068"/>
                  <a:pt x="4922566" y="1014348"/>
                </a:cubicBezTo>
                <a:cubicBezTo>
                  <a:pt x="4908338" y="1035628"/>
                  <a:pt x="4894111" y="1049815"/>
                  <a:pt x="4872770" y="1056908"/>
                </a:cubicBezTo>
                <a:cubicBezTo>
                  <a:pt x="4858544" y="1064001"/>
                  <a:pt x="4844316" y="1064001"/>
                  <a:pt x="4830089" y="1064001"/>
                </a:cubicBezTo>
                <a:cubicBezTo>
                  <a:pt x="4808748" y="1064001"/>
                  <a:pt x="4794522" y="1056908"/>
                  <a:pt x="4780295" y="1056908"/>
                </a:cubicBezTo>
                <a:cubicBezTo>
                  <a:pt x="4766067" y="1049815"/>
                  <a:pt x="4737613" y="1028535"/>
                  <a:pt x="4709159" y="1014348"/>
                </a:cubicBezTo>
                <a:cubicBezTo>
                  <a:pt x="4666478" y="978882"/>
                  <a:pt x="4666478" y="978882"/>
                  <a:pt x="4666478" y="978882"/>
                </a:cubicBezTo>
                <a:cubicBezTo>
                  <a:pt x="4588229" y="1092374"/>
                  <a:pt x="4588229" y="1092374"/>
                  <a:pt x="4588229" y="1092374"/>
                </a:cubicBezTo>
                <a:cubicBezTo>
                  <a:pt x="4517094" y="1049815"/>
                  <a:pt x="4517094" y="1049815"/>
                  <a:pt x="4517094" y="1049815"/>
                </a:cubicBezTo>
                <a:lnTo>
                  <a:pt x="4730500" y="744800"/>
                </a:lnTo>
                <a:close/>
                <a:moveTo>
                  <a:pt x="4495753" y="617121"/>
                </a:moveTo>
                <a:cubicBezTo>
                  <a:pt x="4474413" y="673867"/>
                  <a:pt x="4474413" y="673867"/>
                  <a:pt x="4474413" y="673867"/>
                </a:cubicBezTo>
                <a:cubicBezTo>
                  <a:pt x="4289461" y="595841"/>
                  <a:pt x="4289461" y="595841"/>
                  <a:pt x="4289461" y="595841"/>
                </a:cubicBezTo>
                <a:cubicBezTo>
                  <a:pt x="4253893" y="673867"/>
                  <a:pt x="4253893" y="673867"/>
                  <a:pt x="4253893" y="673867"/>
                </a:cubicBezTo>
                <a:cubicBezTo>
                  <a:pt x="4410391" y="744800"/>
                  <a:pt x="4410391" y="744800"/>
                  <a:pt x="4410391" y="744800"/>
                </a:cubicBezTo>
                <a:cubicBezTo>
                  <a:pt x="4389050" y="801548"/>
                  <a:pt x="4389050" y="801548"/>
                  <a:pt x="4389050" y="801548"/>
                </a:cubicBezTo>
                <a:cubicBezTo>
                  <a:pt x="4232553" y="730614"/>
                  <a:pt x="4232553" y="730614"/>
                  <a:pt x="4232553" y="730614"/>
                </a:cubicBezTo>
                <a:cubicBezTo>
                  <a:pt x="4168531" y="872481"/>
                  <a:pt x="4168531" y="872481"/>
                  <a:pt x="4168531" y="872481"/>
                </a:cubicBezTo>
                <a:cubicBezTo>
                  <a:pt x="4097396" y="844108"/>
                  <a:pt x="4097396" y="844108"/>
                  <a:pt x="4097396" y="844108"/>
                </a:cubicBezTo>
                <a:cubicBezTo>
                  <a:pt x="4239666" y="503627"/>
                  <a:pt x="4239666" y="503627"/>
                  <a:pt x="4239666" y="503627"/>
                </a:cubicBezTo>
                <a:lnTo>
                  <a:pt x="4495753" y="617121"/>
                </a:lnTo>
                <a:close/>
                <a:moveTo>
                  <a:pt x="3720379" y="546188"/>
                </a:moveTo>
                <a:cubicBezTo>
                  <a:pt x="3734605" y="510720"/>
                  <a:pt x="3748832" y="482347"/>
                  <a:pt x="3763060" y="461067"/>
                </a:cubicBezTo>
                <a:cubicBezTo>
                  <a:pt x="3777286" y="446880"/>
                  <a:pt x="3798627" y="432694"/>
                  <a:pt x="3812854" y="418507"/>
                </a:cubicBezTo>
                <a:cubicBezTo>
                  <a:pt x="3834195" y="411414"/>
                  <a:pt x="3855536" y="404321"/>
                  <a:pt x="3876876" y="404321"/>
                </a:cubicBezTo>
                <a:cubicBezTo>
                  <a:pt x="3898217" y="397227"/>
                  <a:pt x="3933784" y="404321"/>
                  <a:pt x="3962239" y="411414"/>
                </a:cubicBezTo>
                <a:cubicBezTo>
                  <a:pt x="4019146" y="425600"/>
                  <a:pt x="4061828" y="453974"/>
                  <a:pt x="4090281" y="496534"/>
                </a:cubicBezTo>
                <a:cubicBezTo>
                  <a:pt x="4111622" y="539093"/>
                  <a:pt x="4118736" y="588748"/>
                  <a:pt x="4104509" y="645494"/>
                </a:cubicBezTo>
                <a:cubicBezTo>
                  <a:pt x="4090281" y="702241"/>
                  <a:pt x="4054714" y="744800"/>
                  <a:pt x="4012033" y="766081"/>
                </a:cubicBezTo>
                <a:cubicBezTo>
                  <a:pt x="3969352" y="787361"/>
                  <a:pt x="3919557" y="794455"/>
                  <a:pt x="3862649" y="780268"/>
                </a:cubicBezTo>
                <a:cubicBezTo>
                  <a:pt x="3805740" y="766081"/>
                  <a:pt x="3763060" y="737707"/>
                  <a:pt x="3741718" y="695147"/>
                </a:cubicBezTo>
                <a:cubicBezTo>
                  <a:pt x="3713264" y="652587"/>
                  <a:pt x="3706151" y="602934"/>
                  <a:pt x="3720379" y="546188"/>
                </a:cubicBezTo>
                <a:close/>
                <a:moveTo>
                  <a:pt x="3272226" y="319201"/>
                </a:moveTo>
                <a:cubicBezTo>
                  <a:pt x="3364701" y="468160"/>
                  <a:pt x="3364701" y="468160"/>
                  <a:pt x="3364701" y="468160"/>
                </a:cubicBezTo>
                <a:cubicBezTo>
                  <a:pt x="3464291" y="326293"/>
                  <a:pt x="3464291" y="326293"/>
                  <a:pt x="3464291" y="326293"/>
                </a:cubicBezTo>
                <a:cubicBezTo>
                  <a:pt x="3556767" y="333386"/>
                  <a:pt x="3556767" y="333386"/>
                  <a:pt x="3556767" y="333386"/>
                </a:cubicBezTo>
                <a:cubicBezTo>
                  <a:pt x="3393156" y="539093"/>
                  <a:pt x="3393156" y="539093"/>
                  <a:pt x="3393156" y="539093"/>
                </a:cubicBezTo>
                <a:cubicBezTo>
                  <a:pt x="3386042" y="688054"/>
                  <a:pt x="3386042" y="688054"/>
                  <a:pt x="3386042" y="688054"/>
                </a:cubicBezTo>
                <a:cubicBezTo>
                  <a:pt x="3307794" y="688054"/>
                  <a:pt x="3307794" y="688054"/>
                  <a:pt x="3307794" y="688054"/>
                </a:cubicBezTo>
                <a:cubicBezTo>
                  <a:pt x="3314907" y="532000"/>
                  <a:pt x="3314907" y="532000"/>
                  <a:pt x="3314907" y="532000"/>
                </a:cubicBezTo>
                <a:cubicBezTo>
                  <a:pt x="3179750" y="312108"/>
                  <a:pt x="3179750" y="312108"/>
                  <a:pt x="3179750" y="312108"/>
                </a:cubicBezTo>
                <a:lnTo>
                  <a:pt x="3272226" y="319201"/>
                </a:lnTo>
                <a:close/>
                <a:moveTo>
                  <a:pt x="3137069" y="312108"/>
                </a:moveTo>
                <a:cubicBezTo>
                  <a:pt x="3144182" y="375947"/>
                  <a:pt x="3144182" y="375947"/>
                  <a:pt x="3144182" y="375947"/>
                </a:cubicBezTo>
                <a:cubicBezTo>
                  <a:pt x="3023252" y="383041"/>
                  <a:pt x="3023252" y="383041"/>
                  <a:pt x="3023252" y="383041"/>
                </a:cubicBezTo>
                <a:cubicBezTo>
                  <a:pt x="3044593" y="688054"/>
                  <a:pt x="3044593" y="688054"/>
                  <a:pt x="3044593" y="688054"/>
                </a:cubicBezTo>
                <a:cubicBezTo>
                  <a:pt x="2966344" y="695147"/>
                  <a:pt x="2966344" y="695147"/>
                  <a:pt x="2966344" y="695147"/>
                </a:cubicBezTo>
                <a:cubicBezTo>
                  <a:pt x="2937890" y="390134"/>
                  <a:pt x="2937890" y="390134"/>
                  <a:pt x="2937890" y="390134"/>
                </a:cubicBezTo>
                <a:cubicBezTo>
                  <a:pt x="2824072" y="397227"/>
                  <a:pt x="2824072" y="397227"/>
                  <a:pt x="2824072" y="397227"/>
                </a:cubicBezTo>
                <a:cubicBezTo>
                  <a:pt x="2816959" y="340481"/>
                  <a:pt x="2816959" y="340481"/>
                  <a:pt x="2816959" y="340481"/>
                </a:cubicBezTo>
                <a:lnTo>
                  <a:pt x="3137069" y="312108"/>
                </a:lnTo>
                <a:close/>
                <a:moveTo>
                  <a:pt x="2745824" y="354667"/>
                </a:moveTo>
                <a:cubicBezTo>
                  <a:pt x="2809846" y="716427"/>
                  <a:pt x="2809846" y="716427"/>
                  <a:pt x="2809846" y="716427"/>
                </a:cubicBezTo>
                <a:cubicBezTo>
                  <a:pt x="2731597" y="730614"/>
                  <a:pt x="2731597" y="730614"/>
                  <a:pt x="2731597" y="730614"/>
                </a:cubicBezTo>
                <a:cubicBezTo>
                  <a:pt x="2667575" y="368854"/>
                  <a:pt x="2667575" y="368854"/>
                  <a:pt x="2667575" y="368854"/>
                </a:cubicBezTo>
                <a:lnTo>
                  <a:pt x="2745824" y="354667"/>
                </a:lnTo>
                <a:close/>
                <a:moveTo>
                  <a:pt x="2304785" y="496534"/>
                </a:moveTo>
                <a:cubicBezTo>
                  <a:pt x="2311898" y="482347"/>
                  <a:pt x="2326126" y="461067"/>
                  <a:pt x="2347467" y="446880"/>
                </a:cubicBezTo>
                <a:cubicBezTo>
                  <a:pt x="2368807" y="432694"/>
                  <a:pt x="2390148" y="425600"/>
                  <a:pt x="2418602" y="418507"/>
                </a:cubicBezTo>
                <a:cubicBezTo>
                  <a:pt x="2468396" y="404321"/>
                  <a:pt x="2511077" y="404321"/>
                  <a:pt x="2539531" y="418507"/>
                </a:cubicBezTo>
                <a:cubicBezTo>
                  <a:pt x="2567986" y="425600"/>
                  <a:pt x="2589327" y="446880"/>
                  <a:pt x="2596440" y="482347"/>
                </a:cubicBezTo>
                <a:cubicBezTo>
                  <a:pt x="2518192" y="503627"/>
                  <a:pt x="2518192" y="503627"/>
                  <a:pt x="2518192" y="503627"/>
                </a:cubicBezTo>
                <a:cubicBezTo>
                  <a:pt x="2511077" y="489440"/>
                  <a:pt x="2503964" y="475254"/>
                  <a:pt x="2489737" y="475254"/>
                </a:cubicBezTo>
                <a:cubicBezTo>
                  <a:pt x="2475509" y="468160"/>
                  <a:pt x="2454170" y="468160"/>
                  <a:pt x="2432829" y="475254"/>
                </a:cubicBezTo>
                <a:cubicBezTo>
                  <a:pt x="2411487" y="482347"/>
                  <a:pt x="2397261" y="489440"/>
                  <a:pt x="2383034" y="503627"/>
                </a:cubicBezTo>
                <a:cubicBezTo>
                  <a:pt x="2375920" y="510720"/>
                  <a:pt x="2375920" y="517813"/>
                  <a:pt x="2375920" y="524908"/>
                </a:cubicBezTo>
                <a:cubicBezTo>
                  <a:pt x="2383034" y="539093"/>
                  <a:pt x="2390148" y="539093"/>
                  <a:pt x="2397261" y="546188"/>
                </a:cubicBezTo>
                <a:cubicBezTo>
                  <a:pt x="2411487" y="553281"/>
                  <a:pt x="2432829" y="553281"/>
                  <a:pt x="2475509" y="553281"/>
                </a:cubicBezTo>
                <a:cubicBezTo>
                  <a:pt x="2518192" y="546188"/>
                  <a:pt x="2546645" y="546188"/>
                  <a:pt x="2567986" y="553281"/>
                </a:cubicBezTo>
                <a:cubicBezTo>
                  <a:pt x="2589327" y="560374"/>
                  <a:pt x="2603553" y="567468"/>
                  <a:pt x="2617780" y="574561"/>
                </a:cubicBezTo>
                <a:cubicBezTo>
                  <a:pt x="2632008" y="588748"/>
                  <a:pt x="2646234" y="610028"/>
                  <a:pt x="2653348" y="631307"/>
                </a:cubicBezTo>
                <a:cubicBezTo>
                  <a:pt x="2653348" y="652587"/>
                  <a:pt x="2653348" y="673867"/>
                  <a:pt x="2646234" y="695147"/>
                </a:cubicBezTo>
                <a:cubicBezTo>
                  <a:pt x="2639121" y="716427"/>
                  <a:pt x="2624894" y="730614"/>
                  <a:pt x="2603553" y="744800"/>
                </a:cubicBezTo>
                <a:cubicBezTo>
                  <a:pt x="2589327" y="758988"/>
                  <a:pt x="2560872" y="773175"/>
                  <a:pt x="2525305" y="780268"/>
                </a:cubicBezTo>
                <a:cubicBezTo>
                  <a:pt x="2475509" y="794455"/>
                  <a:pt x="2432829" y="794455"/>
                  <a:pt x="2404374" y="780268"/>
                </a:cubicBezTo>
                <a:cubicBezTo>
                  <a:pt x="2368807" y="766081"/>
                  <a:pt x="2347467" y="744800"/>
                  <a:pt x="2333239" y="709334"/>
                </a:cubicBezTo>
                <a:cubicBezTo>
                  <a:pt x="2404374" y="680961"/>
                  <a:pt x="2404374" y="680961"/>
                  <a:pt x="2404374" y="680961"/>
                </a:cubicBezTo>
                <a:cubicBezTo>
                  <a:pt x="2418602" y="702241"/>
                  <a:pt x="2432829" y="716427"/>
                  <a:pt x="2447055" y="723520"/>
                </a:cubicBezTo>
                <a:cubicBezTo>
                  <a:pt x="2461283" y="730614"/>
                  <a:pt x="2482623" y="730614"/>
                  <a:pt x="2511077" y="723520"/>
                </a:cubicBezTo>
                <a:cubicBezTo>
                  <a:pt x="2532418" y="716427"/>
                  <a:pt x="2553759" y="702241"/>
                  <a:pt x="2560872" y="688054"/>
                </a:cubicBezTo>
                <a:cubicBezTo>
                  <a:pt x="2575099" y="680961"/>
                  <a:pt x="2575099" y="666774"/>
                  <a:pt x="2575099" y="652587"/>
                </a:cubicBezTo>
                <a:cubicBezTo>
                  <a:pt x="2567986" y="645494"/>
                  <a:pt x="2567986" y="638401"/>
                  <a:pt x="2560872" y="631307"/>
                </a:cubicBezTo>
                <a:cubicBezTo>
                  <a:pt x="2553759" y="631307"/>
                  <a:pt x="2539531" y="624214"/>
                  <a:pt x="2525305" y="624214"/>
                </a:cubicBezTo>
                <a:cubicBezTo>
                  <a:pt x="2518192" y="624214"/>
                  <a:pt x="2496850" y="624214"/>
                  <a:pt x="2461283" y="624214"/>
                </a:cubicBezTo>
                <a:cubicBezTo>
                  <a:pt x="2411487" y="631307"/>
                  <a:pt x="2383034" y="624214"/>
                  <a:pt x="2361693" y="617121"/>
                </a:cubicBezTo>
                <a:cubicBezTo>
                  <a:pt x="2333239" y="602934"/>
                  <a:pt x="2311898" y="581654"/>
                  <a:pt x="2304785" y="553281"/>
                </a:cubicBezTo>
                <a:cubicBezTo>
                  <a:pt x="2297671" y="539093"/>
                  <a:pt x="2297671" y="517813"/>
                  <a:pt x="2304785" y="496534"/>
                </a:cubicBezTo>
                <a:close/>
                <a:moveTo>
                  <a:pt x="2034470" y="560374"/>
                </a:moveTo>
                <a:cubicBezTo>
                  <a:pt x="2077152" y="546188"/>
                  <a:pt x="2105605" y="532000"/>
                  <a:pt x="2126946" y="532000"/>
                </a:cubicBezTo>
                <a:cubicBezTo>
                  <a:pt x="2148288" y="532000"/>
                  <a:pt x="2162514" y="532000"/>
                  <a:pt x="2183855" y="546188"/>
                </a:cubicBezTo>
                <a:cubicBezTo>
                  <a:pt x="2198082" y="553281"/>
                  <a:pt x="2212310" y="567468"/>
                  <a:pt x="2219423" y="588748"/>
                </a:cubicBezTo>
                <a:cubicBezTo>
                  <a:pt x="2233649" y="617121"/>
                  <a:pt x="2233649" y="638401"/>
                  <a:pt x="2226536" y="666774"/>
                </a:cubicBezTo>
                <a:cubicBezTo>
                  <a:pt x="2212310" y="688054"/>
                  <a:pt x="2198082" y="709334"/>
                  <a:pt x="2162514" y="723520"/>
                </a:cubicBezTo>
                <a:cubicBezTo>
                  <a:pt x="2183855" y="730614"/>
                  <a:pt x="2205195" y="730614"/>
                  <a:pt x="2219423" y="737707"/>
                </a:cubicBezTo>
                <a:cubicBezTo>
                  <a:pt x="2233649" y="744800"/>
                  <a:pt x="2254990" y="751895"/>
                  <a:pt x="2283445" y="773175"/>
                </a:cubicBezTo>
                <a:cubicBezTo>
                  <a:pt x="2354580" y="815734"/>
                  <a:pt x="2354580" y="815734"/>
                  <a:pt x="2354580" y="815734"/>
                </a:cubicBezTo>
                <a:cubicBezTo>
                  <a:pt x="2269217" y="858294"/>
                  <a:pt x="2269217" y="858294"/>
                  <a:pt x="2269217" y="858294"/>
                </a:cubicBezTo>
                <a:cubicBezTo>
                  <a:pt x="2183855" y="808641"/>
                  <a:pt x="2183855" y="808641"/>
                  <a:pt x="2183855" y="808641"/>
                </a:cubicBezTo>
                <a:cubicBezTo>
                  <a:pt x="2148288" y="794455"/>
                  <a:pt x="2134060" y="780268"/>
                  <a:pt x="2119833" y="773175"/>
                </a:cubicBezTo>
                <a:cubicBezTo>
                  <a:pt x="2112720" y="773175"/>
                  <a:pt x="2098492" y="773175"/>
                  <a:pt x="2091379" y="773175"/>
                </a:cubicBezTo>
                <a:cubicBezTo>
                  <a:pt x="2084266" y="773175"/>
                  <a:pt x="2070038" y="780268"/>
                  <a:pt x="2055811" y="787361"/>
                </a:cubicBezTo>
                <a:cubicBezTo>
                  <a:pt x="2034470" y="794455"/>
                  <a:pt x="2034470" y="794455"/>
                  <a:pt x="2034470" y="794455"/>
                </a:cubicBezTo>
                <a:cubicBezTo>
                  <a:pt x="2098492" y="929227"/>
                  <a:pt x="2098492" y="929227"/>
                  <a:pt x="2098492" y="929227"/>
                </a:cubicBezTo>
                <a:cubicBezTo>
                  <a:pt x="2027357" y="964695"/>
                  <a:pt x="2027357" y="964695"/>
                  <a:pt x="2027357" y="964695"/>
                </a:cubicBezTo>
                <a:cubicBezTo>
                  <a:pt x="1877973" y="631307"/>
                  <a:pt x="1877973" y="631307"/>
                  <a:pt x="1877973" y="631307"/>
                </a:cubicBezTo>
                <a:lnTo>
                  <a:pt x="2034470" y="560374"/>
                </a:lnTo>
                <a:close/>
                <a:moveTo>
                  <a:pt x="1778384" y="680961"/>
                </a:moveTo>
                <a:cubicBezTo>
                  <a:pt x="1813951" y="737707"/>
                  <a:pt x="1813951" y="737707"/>
                  <a:pt x="1813951" y="737707"/>
                </a:cubicBezTo>
                <a:cubicBezTo>
                  <a:pt x="1629000" y="851201"/>
                  <a:pt x="1629000" y="851201"/>
                  <a:pt x="1629000" y="851201"/>
                </a:cubicBezTo>
                <a:cubicBezTo>
                  <a:pt x="1671681" y="922134"/>
                  <a:pt x="1671681" y="922134"/>
                  <a:pt x="1671681" y="922134"/>
                </a:cubicBezTo>
                <a:cubicBezTo>
                  <a:pt x="1842406" y="815734"/>
                  <a:pt x="1842406" y="815734"/>
                  <a:pt x="1842406" y="815734"/>
                </a:cubicBezTo>
                <a:cubicBezTo>
                  <a:pt x="1877973" y="865388"/>
                  <a:pt x="1877973" y="865388"/>
                  <a:pt x="1877973" y="865388"/>
                </a:cubicBezTo>
                <a:cubicBezTo>
                  <a:pt x="1707248" y="971787"/>
                  <a:pt x="1707248" y="971787"/>
                  <a:pt x="1707248" y="971787"/>
                </a:cubicBezTo>
                <a:cubicBezTo>
                  <a:pt x="1757042" y="1056908"/>
                  <a:pt x="1757042" y="1056908"/>
                  <a:pt x="1757042" y="1056908"/>
                </a:cubicBezTo>
                <a:cubicBezTo>
                  <a:pt x="1949108" y="936321"/>
                  <a:pt x="1949108" y="936321"/>
                  <a:pt x="1949108" y="936321"/>
                </a:cubicBezTo>
                <a:cubicBezTo>
                  <a:pt x="1977563" y="985975"/>
                  <a:pt x="1977563" y="985975"/>
                  <a:pt x="1977563" y="985975"/>
                </a:cubicBezTo>
                <a:cubicBezTo>
                  <a:pt x="1721475" y="1149121"/>
                  <a:pt x="1721475" y="1149121"/>
                  <a:pt x="1721475" y="1149121"/>
                </a:cubicBezTo>
                <a:cubicBezTo>
                  <a:pt x="1522296" y="844108"/>
                  <a:pt x="1522296" y="844108"/>
                  <a:pt x="1522296" y="844108"/>
                </a:cubicBezTo>
                <a:lnTo>
                  <a:pt x="1778384" y="680961"/>
                </a:lnTo>
                <a:close/>
                <a:moveTo>
                  <a:pt x="1244868" y="1071095"/>
                </a:moveTo>
                <a:cubicBezTo>
                  <a:pt x="1493843" y="1212962"/>
                  <a:pt x="1493843" y="1212962"/>
                  <a:pt x="1493843" y="1212962"/>
                </a:cubicBezTo>
                <a:cubicBezTo>
                  <a:pt x="1394253" y="943414"/>
                  <a:pt x="1394253" y="943414"/>
                  <a:pt x="1394253" y="943414"/>
                </a:cubicBezTo>
                <a:cubicBezTo>
                  <a:pt x="1465388" y="886668"/>
                  <a:pt x="1465388" y="886668"/>
                  <a:pt x="1465388" y="886668"/>
                </a:cubicBezTo>
                <a:cubicBezTo>
                  <a:pt x="1586318" y="1255522"/>
                  <a:pt x="1586318" y="1255522"/>
                  <a:pt x="1586318" y="1255522"/>
                </a:cubicBezTo>
                <a:cubicBezTo>
                  <a:pt x="1522296" y="1312268"/>
                  <a:pt x="1522296" y="1312268"/>
                  <a:pt x="1522296" y="1312268"/>
                </a:cubicBezTo>
                <a:cubicBezTo>
                  <a:pt x="1173733" y="1127841"/>
                  <a:pt x="1173733" y="1127841"/>
                  <a:pt x="1173733" y="1127841"/>
                </a:cubicBezTo>
                <a:lnTo>
                  <a:pt x="1244868" y="1071095"/>
                </a:lnTo>
                <a:close/>
                <a:moveTo>
                  <a:pt x="1138165" y="1170402"/>
                </a:moveTo>
                <a:cubicBezTo>
                  <a:pt x="1401366" y="1425762"/>
                  <a:pt x="1401366" y="1425762"/>
                  <a:pt x="1401366" y="1425762"/>
                </a:cubicBezTo>
                <a:cubicBezTo>
                  <a:pt x="1344458" y="1482508"/>
                  <a:pt x="1344458" y="1482508"/>
                  <a:pt x="1344458" y="1482508"/>
                </a:cubicBezTo>
                <a:cubicBezTo>
                  <a:pt x="1081258" y="1234242"/>
                  <a:pt x="1081258" y="1234242"/>
                  <a:pt x="1081258" y="1234242"/>
                </a:cubicBezTo>
                <a:lnTo>
                  <a:pt x="1138165" y="1170402"/>
                </a:lnTo>
                <a:close/>
                <a:moveTo>
                  <a:pt x="860737" y="1496695"/>
                </a:moveTo>
                <a:cubicBezTo>
                  <a:pt x="1159506" y="1517975"/>
                  <a:pt x="1159506" y="1517975"/>
                  <a:pt x="1159506" y="1517975"/>
                </a:cubicBezTo>
                <a:cubicBezTo>
                  <a:pt x="960327" y="1369014"/>
                  <a:pt x="960327" y="1369014"/>
                  <a:pt x="960327" y="1369014"/>
                </a:cubicBezTo>
                <a:cubicBezTo>
                  <a:pt x="1010121" y="1305175"/>
                  <a:pt x="1010121" y="1305175"/>
                  <a:pt x="1010121" y="1305175"/>
                </a:cubicBezTo>
                <a:cubicBezTo>
                  <a:pt x="1294663" y="1532162"/>
                  <a:pt x="1294663" y="1532162"/>
                  <a:pt x="1294663" y="1532162"/>
                </a:cubicBezTo>
                <a:cubicBezTo>
                  <a:pt x="1244868" y="1596001"/>
                  <a:pt x="1244868" y="1596001"/>
                  <a:pt x="1244868" y="1596001"/>
                </a:cubicBezTo>
                <a:cubicBezTo>
                  <a:pt x="953214" y="1574721"/>
                  <a:pt x="953214" y="1574721"/>
                  <a:pt x="953214" y="1574721"/>
                </a:cubicBezTo>
                <a:cubicBezTo>
                  <a:pt x="1145278" y="1723682"/>
                  <a:pt x="1145278" y="1723682"/>
                  <a:pt x="1145278" y="1723682"/>
                </a:cubicBezTo>
                <a:cubicBezTo>
                  <a:pt x="1102597" y="1787522"/>
                  <a:pt x="1102597" y="1787522"/>
                  <a:pt x="1102597" y="1787522"/>
                </a:cubicBezTo>
                <a:cubicBezTo>
                  <a:pt x="810943" y="1560535"/>
                  <a:pt x="810943" y="1560535"/>
                  <a:pt x="810943" y="1560535"/>
                </a:cubicBezTo>
                <a:lnTo>
                  <a:pt x="860737" y="1496695"/>
                </a:lnTo>
                <a:close/>
                <a:moveTo>
                  <a:pt x="625991" y="1872642"/>
                </a:moveTo>
                <a:cubicBezTo>
                  <a:pt x="796715" y="1971949"/>
                  <a:pt x="796715" y="1971949"/>
                  <a:pt x="796715" y="1971949"/>
                </a:cubicBezTo>
                <a:cubicBezTo>
                  <a:pt x="825170" y="1986135"/>
                  <a:pt x="846511" y="1993229"/>
                  <a:pt x="853624" y="1993229"/>
                </a:cubicBezTo>
                <a:cubicBezTo>
                  <a:pt x="867851" y="2000322"/>
                  <a:pt x="882078" y="2000322"/>
                  <a:pt x="896305" y="1993229"/>
                </a:cubicBezTo>
                <a:cubicBezTo>
                  <a:pt x="910533" y="1986135"/>
                  <a:pt x="924759" y="1971949"/>
                  <a:pt x="938986" y="1950669"/>
                </a:cubicBezTo>
                <a:cubicBezTo>
                  <a:pt x="946100" y="1929389"/>
                  <a:pt x="953214" y="1915202"/>
                  <a:pt x="953214" y="1901016"/>
                </a:cubicBezTo>
                <a:cubicBezTo>
                  <a:pt x="953214" y="1886829"/>
                  <a:pt x="946100" y="1872642"/>
                  <a:pt x="931873" y="1865549"/>
                </a:cubicBezTo>
                <a:cubicBezTo>
                  <a:pt x="924759" y="1858456"/>
                  <a:pt x="903418" y="1844269"/>
                  <a:pt x="882078" y="1830083"/>
                </a:cubicBezTo>
                <a:cubicBezTo>
                  <a:pt x="704240" y="1730775"/>
                  <a:pt x="704240" y="1730775"/>
                  <a:pt x="704240" y="1730775"/>
                </a:cubicBezTo>
                <a:cubicBezTo>
                  <a:pt x="739808" y="1659842"/>
                  <a:pt x="739808" y="1659842"/>
                  <a:pt x="739808" y="1659842"/>
                </a:cubicBezTo>
                <a:cubicBezTo>
                  <a:pt x="910533" y="1759148"/>
                  <a:pt x="910533" y="1759148"/>
                  <a:pt x="910533" y="1759148"/>
                </a:cubicBezTo>
                <a:cubicBezTo>
                  <a:pt x="953214" y="1780428"/>
                  <a:pt x="974554" y="1794615"/>
                  <a:pt x="988781" y="1808803"/>
                </a:cubicBezTo>
                <a:cubicBezTo>
                  <a:pt x="1003008" y="1822988"/>
                  <a:pt x="1010121" y="1837176"/>
                  <a:pt x="1017236" y="1851362"/>
                </a:cubicBezTo>
                <a:cubicBezTo>
                  <a:pt x="1024349" y="1865549"/>
                  <a:pt x="1024349" y="1886829"/>
                  <a:pt x="1024349" y="1908109"/>
                </a:cubicBezTo>
                <a:cubicBezTo>
                  <a:pt x="1017236" y="1929389"/>
                  <a:pt x="1010121" y="1950669"/>
                  <a:pt x="995895" y="1979042"/>
                </a:cubicBezTo>
                <a:cubicBezTo>
                  <a:pt x="974554" y="2014510"/>
                  <a:pt x="953214" y="2035788"/>
                  <a:pt x="938986" y="2049976"/>
                </a:cubicBezTo>
                <a:cubicBezTo>
                  <a:pt x="924759" y="2064163"/>
                  <a:pt x="903418" y="2071256"/>
                  <a:pt x="889192" y="2078349"/>
                </a:cubicBezTo>
                <a:cubicBezTo>
                  <a:pt x="874965" y="2078349"/>
                  <a:pt x="853624" y="2078349"/>
                  <a:pt x="839398" y="2078349"/>
                </a:cubicBezTo>
                <a:cubicBezTo>
                  <a:pt x="818057" y="2071256"/>
                  <a:pt x="789602" y="2057069"/>
                  <a:pt x="754035" y="2035788"/>
                </a:cubicBezTo>
                <a:cubicBezTo>
                  <a:pt x="583310" y="1943575"/>
                  <a:pt x="583310" y="1943575"/>
                  <a:pt x="583310" y="1943575"/>
                </a:cubicBezTo>
                <a:lnTo>
                  <a:pt x="625991" y="1872642"/>
                </a:lnTo>
                <a:close/>
                <a:moveTo>
                  <a:pt x="320109" y="2851523"/>
                </a:moveTo>
                <a:cubicBezTo>
                  <a:pt x="583310" y="2723843"/>
                  <a:pt x="583310" y="2723843"/>
                  <a:pt x="583310" y="2723843"/>
                </a:cubicBezTo>
                <a:cubicBezTo>
                  <a:pt x="341450" y="2688377"/>
                  <a:pt x="341450" y="2688377"/>
                  <a:pt x="341450" y="2688377"/>
                </a:cubicBezTo>
                <a:cubicBezTo>
                  <a:pt x="355676" y="2610349"/>
                  <a:pt x="355676" y="2610349"/>
                  <a:pt x="355676" y="2610349"/>
                </a:cubicBezTo>
                <a:cubicBezTo>
                  <a:pt x="718467" y="2667097"/>
                  <a:pt x="718467" y="2667097"/>
                  <a:pt x="718467" y="2667097"/>
                </a:cubicBezTo>
                <a:cubicBezTo>
                  <a:pt x="704240" y="2745123"/>
                  <a:pt x="704240" y="2745123"/>
                  <a:pt x="704240" y="2745123"/>
                </a:cubicBezTo>
                <a:cubicBezTo>
                  <a:pt x="441039" y="2872804"/>
                  <a:pt x="441039" y="2872804"/>
                  <a:pt x="441039" y="2872804"/>
                </a:cubicBezTo>
                <a:cubicBezTo>
                  <a:pt x="675786" y="2908270"/>
                  <a:pt x="675786" y="2908270"/>
                  <a:pt x="675786" y="2908270"/>
                </a:cubicBezTo>
                <a:cubicBezTo>
                  <a:pt x="668673" y="2986297"/>
                  <a:pt x="668673" y="2986297"/>
                  <a:pt x="668673" y="2986297"/>
                </a:cubicBezTo>
                <a:cubicBezTo>
                  <a:pt x="305882" y="2929550"/>
                  <a:pt x="305882" y="2929550"/>
                  <a:pt x="305882" y="2929550"/>
                </a:cubicBezTo>
                <a:lnTo>
                  <a:pt x="320109" y="2851523"/>
                </a:lnTo>
                <a:close/>
                <a:moveTo>
                  <a:pt x="298769" y="3028857"/>
                </a:moveTo>
                <a:cubicBezTo>
                  <a:pt x="668673" y="3050137"/>
                  <a:pt x="668673" y="3050137"/>
                  <a:pt x="668673" y="3050137"/>
                </a:cubicBezTo>
                <a:cubicBezTo>
                  <a:pt x="661558" y="3128164"/>
                  <a:pt x="661558" y="3128164"/>
                  <a:pt x="661558" y="3128164"/>
                </a:cubicBezTo>
                <a:cubicBezTo>
                  <a:pt x="298769" y="3113976"/>
                  <a:pt x="298769" y="3113976"/>
                  <a:pt x="298769" y="3113976"/>
                </a:cubicBezTo>
                <a:lnTo>
                  <a:pt x="298769" y="3028857"/>
                </a:lnTo>
                <a:close/>
                <a:moveTo>
                  <a:pt x="305882" y="3454457"/>
                </a:moveTo>
                <a:cubicBezTo>
                  <a:pt x="448153" y="3447364"/>
                  <a:pt x="448153" y="3447364"/>
                  <a:pt x="448153" y="3447364"/>
                </a:cubicBezTo>
                <a:cubicBezTo>
                  <a:pt x="441039" y="3291310"/>
                  <a:pt x="441039" y="3291310"/>
                  <a:pt x="441039" y="3291310"/>
                </a:cubicBezTo>
                <a:cubicBezTo>
                  <a:pt x="298769" y="3298403"/>
                  <a:pt x="298769" y="3298403"/>
                  <a:pt x="298769" y="3298403"/>
                </a:cubicBezTo>
                <a:cubicBezTo>
                  <a:pt x="291656" y="3213284"/>
                  <a:pt x="291656" y="3213284"/>
                  <a:pt x="291656" y="3213284"/>
                </a:cubicBezTo>
                <a:cubicBezTo>
                  <a:pt x="654445" y="3192004"/>
                  <a:pt x="654445" y="3192004"/>
                  <a:pt x="654445" y="3192004"/>
                </a:cubicBezTo>
                <a:cubicBezTo>
                  <a:pt x="661558" y="3277123"/>
                  <a:pt x="661558" y="3277123"/>
                  <a:pt x="661558" y="3277123"/>
                </a:cubicBezTo>
                <a:cubicBezTo>
                  <a:pt x="505061" y="3284217"/>
                  <a:pt x="505061" y="3284217"/>
                  <a:pt x="505061" y="3284217"/>
                </a:cubicBezTo>
                <a:cubicBezTo>
                  <a:pt x="512174" y="3447364"/>
                  <a:pt x="512174" y="3447364"/>
                  <a:pt x="512174" y="3447364"/>
                </a:cubicBezTo>
                <a:cubicBezTo>
                  <a:pt x="668673" y="3433177"/>
                  <a:pt x="668673" y="3433177"/>
                  <a:pt x="668673" y="3433177"/>
                </a:cubicBezTo>
                <a:cubicBezTo>
                  <a:pt x="675786" y="3518298"/>
                  <a:pt x="675786" y="3518298"/>
                  <a:pt x="675786" y="3518298"/>
                </a:cubicBezTo>
                <a:cubicBezTo>
                  <a:pt x="305882" y="3539578"/>
                  <a:pt x="305882" y="3539578"/>
                  <a:pt x="305882" y="3539578"/>
                </a:cubicBezTo>
                <a:lnTo>
                  <a:pt x="305882" y="3454457"/>
                </a:lnTo>
                <a:close/>
                <a:moveTo>
                  <a:pt x="697126" y="3872964"/>
                </a:moveTo>
                <a:cubicBezTo>
                  <a:pt x="675786" y="3908431"/>
                  <a:pt x="633104" y="3936804"/>
                  <a:pt x="576196" y="3950992"/>
                </a:cubicBezTo>
                <a:cubicBezTo>
                  <a:pt x="519288" y="3965177"/>
                  <a:pt x="469494" y="3958085"/>
                  <a:pt x="426811" y="3929711"/>
                </a:cubicBezTo>
                <a:cubicBezTo>
                  <a:pt x="384131" y="3901338"/>
                  <a:pt x="362791" y="3858778"/>
                  <a:pt x="348563" y="3802031"/>
                </a:cubicBezTo>
                <a:cubicBezTo>
                  <a:pt x="341450" y="3752378"/>
                  <a:pt x="341450" y="3709817"/>
                  <a:pt x="362791" y="3674351"/>
                </a:cubicBezTo>
                <a:cubicBezTo>
                  <a:pt x="377017" y="3653071"/>
                  <a:pt x="391244" y="3638884"/>
                  <a:pt x="419698" y="3624697"/>
                </a:cubicBezTo>
                <a:cubicBezTo>
                  <a:pt x="455266" y="3695631"/>
                  <a:pt x="455266" y="3695631"/>
                  <a:pt x="455266" y="3695631"/>
                </a:cubicBezTo>
                <a:cubicBezTo>
                  <a:pt x="433926" y="3709817"/>
                  <a:pt x="426811" y="3716912"/>
                  <a:pt x="412585" y="3738190"/>
                </a:cubicBezTo>
                <a:cubicBezTo>
                  <a:pt x="405472" y="3752378"/>
                  <a:pt x="405472" y="3773658"/>
                  <a:pt x="412585" y="3794938"/>
                </a:cubicBezTo>
                <a:cubicBezTo>
                  <a:pt x="419698" y="3823311"/>
                  <a:pt x="433926" y="3844591"/>
                  <a:pt x="455266" y="3858778"/>
                </a:cubicBezTo>
                <a:cubicBezTo>
                  <a:pt x="476607" y="3872964"/>
                  <a:pt x="512174" y="3880058"/>
                  <a:pt x="554855" y="3865871"/>
                </a:cubicBezTo>
                <a:cubicBezTo>
                  <a:pt x="597536" y="3858778"/>
                  <a:pt x="633104" y="3844591"/>
                  <a:pt x="647332" y="3823311"/>
                </a:cubicBezTo>
                <a:cubicBezTo>
                  <a:pt x="661558" y="3802031"/>
                  <a:pt x="668673" y="3773658"/>
                  <a:pt x="661558" y="3745285"/>
                </a:cubicBezTo>
                <a:cubicBezTo>
                  <a:pt x="654445" y="3724004"/>
                  <a:pt x="647332" y="3702724"/>
                  <a:pt x="633104" y="3695631"/>
                </a:cubicBezTo>
                <a:cubicBezTo>
                  <a:pt x="611764" y="3681444"/>
                  <a:pt x="590423" y="3674351"/>
                  <a:pt x="561969" y="3674351"/>
                </a:cubicBezTo>
                <a:cubicBezTo>
                  <a:pt x="569083" y="3589231"/>
                  <a:pt x="569083" y="3589231"/>
                  <a:pt x="569083" y="3589231"/>
                </a:cubicBezTo>
                <a:cubicBezTo>
                  <a:pt x="611764" y="3596324"/>
                  <a:pt x="647332" y="3610511"/>
                  <a:pt x="668673" y="3631791"/>
                </a:cubicBezTo>
                <a:cubicBezTo>
                  <a:pt x="697126" y="3653071"/>
                  <a:pt x="711354" y="3688537"/>
                  <a:pt x="718467" y="3731097"/>
                </a:cubicBezTo>
                <a:cubicBezTo>
                  <a:pt x="732693" y="3780751"/>
                  <a:pt x="725580" y="3830404"/>
                  <a:pt x="697126" y="3872964"/>
                </a:cubicBezTo>
                <a:close/>
                <a:moveTo>
                  <a:pt x="818057" y="2340803"/>
                </a:moveTo>
                <a:cubicBezTo>
                  <a:pt x="725580" y="2347896"/>
                  <a:pt x="725580" y="2347896"/>
                  <a:pt x="725580" y="2347896"/>
                </a:cubicBezTo>
                <a:cubicBezTo>
                  <a:pt x="675786" y="2503950"/>
                  <a:pt x="675786" y="2503950"/>
                  <a:pt x="675786" y="2503950"/>
                </a:cubicBezTo>
                <a:cubicBezTo>
                  <a:pt x="746921" y="2560696"/>
                  <a:pt x="746921" y="2560696"/>
                  <a:pt x="746921" y="2560696"/>
                </a:cubicBezTo>
                <a:cubicBezTo>
                  <a:pt x="718467" y="2645816"/>
                  <a:pt x="718467" y="2645816"/>
                  <a:pt x="718467" y="2645816"/>
                </a:cubicBezTo>
                <a:cubicBezTo>
                  <a:pt x="419698" y="2383363"/>
                  <a:pt x="419698" y="2383363"/>
                  <a:pt x="419698" y="2383363"/>
                </a:cubicBezTo>
                <a:cubicBezTo>
                  <a:pt x="441039" y="2298243"/>
                  <a:pt x="441039" y="2298243"/>
                  <a:pt x="441039" y="2298243"/>
                </a:cubicBezTo>
                <a:cubicBezTo>
                  <a:pt x="839398" y="2255683"/>
                  <a:pt x="839398" y="2255683"/>
                  <a:pt x="839398" y="2255683"/>
                </a:cubicBezTo>
                <a:lnTo>
                  <a:pt x="818057" y="2340803"/>
                </a:lnTo>
                <a:close/>
                <a:moveTo>
                  <a:pt x="1792610" y="5405126"/>
                </a:moveTo>
                <a:cubicBezTo>
                  <a:pt x="1792610" y="5412219"/>
                  <a:pt x="1785497" y="5419312"/>
                  <a:pt x="1778384" y="5419312"/>
                </a:cubicBezTo>
                <a:cubicBezTo>
                  <a:pt x="1764156" y="5426406"/>
                  <a:pt x="1700135" y="5412219"/>
                  <a:pt x="1693020" y="5419312"/>
                </a:cubicBezTo>
                <a:cubicBezTo>
                  <a:pt x="1657453" y="5419312"/>
                  <a:pt x="1650340" y="5419312"/>
                  <a:pt x="1643226" y="5433499"/>
                </a:cubicBezTo>
                <a:cubicBezTo>
                  <a:pt x="1643226" y="5440592"/>
                  <a:pt x="1643226" y="5461872"/>
                  <a:pt x="1629000" y="5461872"/>
                </a:cubicBezTo>
                <a:cubicBezTo>
                  <a:pt x="1614772" y="5454780"/>
                  <a:pt x="1579204" y="5447687"/>
                  <a:pt x="1557863" y="5447687"/>
                </a:cubicBezTo>
                <a:cubicBezTo>
                  <a:pt x="1550750" y="5447687"/>
                  <a:pt x="1543637" y="5447687"/>
                  <a:pt x="1536523" y="5447687"/>
                </a:cubicBezTo>
                <a:cubicBezTo>
                  <a:pt x="1458275" y="5539900"/>
                  <a:pt x="1401366" y="5617926"/>
                  <a:pt x="1316003" y="5703047"/>
                </a:cubicBezTo>
                <a:cubicBezTo>
                  <a:pt x="1316003" y="5703047"/>
                  <a:pt x="1301777" y="5710140"/>
                  <a:pt x="1301777" y="5710140"/>
                </a:cubicBezTo>
                <a:cubicBezTo>
                  <a:pt x="1358685" y="5617926"/>
                  <a:pt x="1415593" y="5525713"/>
                  <a:pt x="1479615" y="5433499"/>
                </a:cubicBezTo>
                <a:cubicBezTo>
                  <a:pt x="1486728" y="5419312"/>
                  <a:pt x="1479615" y="5412219"/>
                  <a:pt x="1479615" y="5412219"/>
                </a:cubicBezTo>
                <a:cubicBezTo>
                  <a:pt x="1472502" y="5398033"/>
                  <a:pt x="1493843" y="5376753"/>
                  <a:pt x="1508069" y="5376753"/>
                </a:cubicBezTo>
                <a:cubicBezTo>
                  <a:pt x="1508069" y="5376753"/>
                  <a:pt x="1515182" y="5376753"/>
                  <a:pt x="1522296" y="5376753"/>
                </a:cubicBezTo>
                <a:cubicBezTo>
                  <a:pt x="1557863" y="5320006"/>
                  <a:pt x="1557863" y="5320006"/>
                  <a:pt x="1572091" y="5298726"/>
                </a:cubicBezTo>
                <a:cubicBezTo>
                  <a:pt x="1557863" y="5291633"/>
                  <a:pt x="1500956" y="5270353"/>
                  <a:pt x="1515182" y="5256166"/>
                </a:cubicBezTo>
                <a:cubicBezTo>
                  <a:pt x="1522296" y="5256166"/>
                  <a:pt x="1536523" y="5256166"/>
                  <a:pt x="1550750" y="5256166"/>
                </a:cubicBezTo>
                <a:cubicBezTo>
                  <a:pt x="1564978" y="5263260"/>
                  <a:pt x="1579204" y="5263260"/>
                  <a:pt x="1586318" y="5270353"/>
                </a:cubicBezTo>
                <a:cubicBezTo>
                  <a:pt x="1614772" y="5241980"/>
                  <a:pt x="1629000" y="5220699"/>
                  <a:pt x="1643226" y="5185232"/>
                </a:cubicBezTo>
                <a:cubicBezTo>
                  <a:pt x="1643226" y="5178139"/>
                  <a:pt x="1664567" y="5149766"/>
                  <a:pt x="1657453" y="5149766"/>
                </a:cubicBezTo>
                <a:cubicBezTo>
                  <a:pt x="1657453" y="5135579"/>
                  <a:pt x="1657453" y="5135579"/>
                  <a:pt x="1657453" y="5128486"/>
                </a:cubicBezTo>
                <a:cubicBezTo>
                  <a:pt x="1685907" y="5142672"/>
                  <a:pt x="1700135" y="5156859"/>
                  <a:pt x="1700135" y="5185232"/>
                </a:cubicBezTo>
                <a:cubicBezTo>
                  <a:pt x="1700135" y="5185232"/>
                  <a:pt x="1700135" y="5206512"/>
                  <a:pt x="1700135" y="5213607"/>
                </a:cubicBezTo>
                <a:cubicBezTo>
                  <a:pt x="1678794" y="5234885"/>
                  <a:pt x="1664567" y="5263260"/>
                  <a:pt x="1643226" y="5284540"/>
                </a:cubicBezTo>
                <a:cubicBezTo>
                  <a:pt x="1650340" y="5291633"/>
                  <a:pt x="1657453" y="5291633"/>
                  <a:pt x="1664567" y="5291633"/>
                </a:cubicBezTo>
                <a:cubicBezTo>
                  <a:pt x="1685907" y="5305820"/>
                  <a:pt x="1700135" y="5305820"/>
                  <a:pt x="1721475" y="5320006"/>
                </a:cubicBezTo>
                <a:cubicBezTo>
                  <a:pt x="1728588" y="5312913"/>
                  <a:pt x="1735703" y="5320006"/>
                  <a:pt x="1735703" y="5312913"/>
                </a:cubicBezTo>
                <a:cubicBezTo>
                  <a:pt x="1792610" y="5341286"/>
                  <a:pt x="1799725" y="5398033"/>
                  <a:pt x="1792610" y="5405126"/>
                </a:cubicBezTo>
                <a:close/>
                <a:moveTo>
                  <a:pt x="1344458" y="5213607"/>
                </a:moveTo>
                <a:cubicBezTo>
                  <a:pt x="1365799" y="5227792"/>
                  <a:pt x="1387138" y="5241980"/>
                  <a:pt x="1394253" y="5263260"/>
                </a:cubicBezTo>
                <a:cubicBezTo>
                  <a:pt x="1401366" y="5270353"/>
                  <a:pt x="1429821" y="5305820"/>
                  <a:pt x="1444047" y="5348379"/>
                </a:cubicBezTo>
                <a:cubicBezTo>
                  <a:pt x="1451160" y="5369659"/>
                  <a:pt x="1458275" y="5376753"/>
                  <a:pt x="1451160" y="5398033"/>
                </a:cubicBezTo>
                <a:cubicBezTo>
                  <a:pt x="1415593" y="5376753"/>
                  <a:pt x="1422707" y="5369659"/>
                  <a:pt x="1408480" y="5334193"/>
                </a:cubicBezTo>
                <a:cubicBezTo>
                  <a:pt x="1408480" y="5320006"/>
                  <a:pt x="1401366" y="5305820"/>
                  <a:pt x="1372912" y="5277446"/>
                </a:cubicBezTo>
                <a:cubicBezTo>
                  <a:pt x="1372912" y="5263260"/>
                  <a:pt x="1344458" y="5234885"/>
                  <a:pt x="1344458" y="5213607"/>
                </a:cubicBezTo>
                <a:close/>
                <a:moveTo>
                  <a:pt x="1863745" y="5816540"/>
                </a:moveTo>
                <a:cubicBezTo>
                  <a:pt x="1863745" y="5802353"/>
                  <a:pt x="1849519" y="5795260"/>
                  <a:pt x="1849519" y="5781073"/>
                </a:cubicBezTo>
                <a:cubicBezTo>
                  <a:pt x="1892200" y="5724327"/>
                  <a:pt x="1949108" y="5596646"/>
                  <a:pt x="1998903" y="5525713"/>
                </a:cubicBezTo>
                <a:cubicBezTo>
                  <a:pt x="2006017" y="5511526"/>
                  <a:pt x="2013130" y="5504433"/>
                  <a:pt x="2020244" y="5504433"/>
                </a:cubicBezTo>
                <a:cubicBezTo>
                  <a:pt x="2020244" y="5511526"/>
                  <a:pt x="2027357" y="5511526"/>
                  <a:pt x="2013130" y="5539900"/>
                </a:cubicBezTo>
                <a:cubicBezTo>
                  <a:pt x="2013130" y="5546993"/>
                  <a:pt x="1870860" y="5809446"/>
                  <a:pt x="1885086" y="5823633"/>
                </a:cubicBezTo>
                <a:cubicBezTo>
                  <a:pt x="1870860" y="5823633"/>
                  <a:pt x="1870860" y="5823633"/>
                  <a:pt x="1863745" y="5816540"/>
                </a:cubicBezTo>
                <a:close/>
                <a:moveTo>
                  <a:pt x="2055811" y="5880381"/>
                </a:moveTo>
                <a:cubicBezTo>
                  <a:pt x="2048698" y="5887474"/>
                  <a:pt x="2048698" y="5887474"/>
                  <a:pt x="2041585" y="5887474"/>
                </a:cubicBezTo>
                <a:cubicBezTo>
                  <a:pt x="2034470" y="5887474"/>
                  <a:pt x="2020244" y="5880381"/>
                  <a:pt x="2006017" y="5873286"/>
                </a:cubicBezTo>
                <a:cubicBezTo>
                  <a:pt x="1991789" y="5859101"/>
                  <a:pt x="1956222" y="5802353"/>
                  <a:pt x="1963335" y="5788167"/>
                </a:cubicBezTo>
                <a:cubicBezTo>
                  <a:pt x="1963335" y="5788167"/>
                  <a:pt x="1963335" y="5788167"/>
                  <a:pt x="1963335" y="5788167"/>
                </a:cubicBezTo>
                <a:cubicBezTo>
                  <a:pt x="1977563" y="5830726"/>
                  <a:pt x="2034470" y="5816540"/>
                  <a:pt x="2091379" y="5802353"/>
                </a:cubicBezTo>
                <a:cubicBezTo>
                  <a:pt x="2134060" y="5788167"/>
                  <a:pt x="2169627" y="5766887"/>
                  <a:pt x="2169627" y="5759793"/>
                </a:cubicBezTo>
                <a:cubicBezTo>
                  <a:pt x="2169627" y="5752700"/>
                  <a:pt x="2169627" y="5745607"/>
                  <a:pt x="2162514" y="5738513"/>
                </a:cubicBezTo>
                <a:cubicBezTo>
                  <a:pt x="2162514" y="5745607"/>
                  <a:pt x="2141173" y="5752700"/>
                  <a:pt x="2112720" y="5759793"/>
                </a:cubicBezTo>
                <a:cubicBezTo>
                  <a:pt x="2048698" y="5773980"/>
                  <a:pt x="1956222" y="5788167"/>
                  <a:pt x="1941995" y="5781073"/>
                </a:cubicBezTo>
                <a:cubicBezTo>
                  <a:pt x="1920654" y="5773980"/>
                  <a:pt x="1920654" y="5766887"/>
                  <a:pt x="1941995" y="5738513"/>
                </a:cubicBezTo>
                <a:cubicBezTo>
                  <a:pt x="1984676" y="5724327"/>
                  <a:pt x="2062924" y="5710140"/>
                  <a:pt x="2112720" y="5688860"/>
                </a:cubicBezTo>
                <a:cubicBezTo>
                  <a:pt x="2112720" y="5681767"/>
                  <a:pt x="2126946" y="5681767"/>
                  <a:pt x="2119833" y="5667579"/>
                </a:cubicBezTo>
                <a:cubicBezTo>
                  <a:pt x="2098492" y="5674674"/>
                  <a:pt x="2034470" y="5681767"/>
                  <a:pt x="2020244" y="5681767"/>
                </a:cubicBezTo>
                <a:cubicBezTo>
                  <a:pt x="1998903" y="5660487"/>
                  <a:pt x="2013130" y="5639206"/>
                  <a:pt x="2020244" y="5617926"/>
                </a:cubicBezTo>
                <a:cubicBezTo>
                  <a:pt x="2027357" y="5617926"/>
                  <a:pt x="2020244" y="5617926"/>
                  <a:pt x="2027357" y="5617926"/>
                </a:cubicBezTo>
                <a:cubicBezTo>
                  <a:pt x="2041585" y="5632113"/>
                  <a:pt x="2091379" y="5617926"/>
                  <a:pt x="2098492" y="5610833"/>
                </a:cubicBezTo>
                <a:cubicBezTo>
                  <a:pt x="2091379" y="5596646"/>
                  <a:pt x="2077152" y="5561180"/>
                  <a:pt x="2084266" y="5568273"/>
                </a:cubicBezTo>
                <a:cubicBezTo>
                  <a:pt x="2098492" y="5575366"/>
                  <a:pt x="2098492" y="5582460"/>
                  <a:pt x="2119833" y="5582460"/>
                </a:cubicBezTo>
                <a:cubicBezTo>
                  <a:pt x="2119833" y="5582460"/>
                  <a:pt x="2126946" y="5582460"/>
                  <a:pt x="2119833" y="5582460"/>
                </a:cubicBezTo>
                <a:cubicBezTo>
                  <a:pt x="2112720" y="5575366"/>
                  <a:pt x="2098492" y="5568273"/>
                  <a:pt x="2098492" y="5561180"/>
                </a:cubicBezTo>
                <a:cubicBezTo>
                  <a:pt x="2105605" y="5546993"/>
                  <a:pt x="2119833" y="5546993"/>
                  <a:pt x="2126946" y="5554086"/>
                </a:cubicBezTo>
                <a:cubicBezTo>
                  <a:pt x="2141173" y="5561180"/>
                  <a:pt x="2190968" y="5596646"/>
                  <a:pt x="2190968" y="5596646"/>
                </a:cubicBezTo>
                <a:cubicBezTo>
                  <a:pt x="2198082" y="5603739"/>
                  <a:pt x="2198082" y="5603739"/>
                  <a:pt x="2198082" y="5603739"/>
                </a:cubicBezTo>
                <a:cubicBezTo>
                  <a:pt x="2205195" y="5610833"/>
                  <a:pt x="2205195" y="5617926"/>
                  <a:pt x="2205195" y="5625019"/>
                </a:cubicBezTo>
                <a:cubicBezTo>
                  <a:pt x="2205195" y="5646299"/>
                  <a:pt x="2190968" y="5653394"/>
                  <a:pt x="2169627" y="5653394"/>
                </a:cubicBezTo>
                <a:cubicBezTo>
                  <a:pt x="2176742" y="5688860"/>
                  <a:pt x="2176742" y="5717233"/>
                  <a:pt x="2198082" y="5752700"/>
                </a:cubicBezTo>
                <a:cubicBezTo>
                  <a:pt x="2212310" y="5738513"/>
                  <a:pt x="2226536" y="5738513"/>
                  <a:pt x="2226536" y="5731420"/>
                </a:cubicBezTo>
                <a:cubicBezTo>
                  <a:pt x="2247877" y="5745607"/>
                  <a:pt x="2254990" y="5752700"/>
                  <a:pt x="2254990" y="5773980"/>
                </a:cubicBezTo>
                <a:cubicBezTo>
                  <a:pt x="2240763" y="5802353"/>
                  <a:pt x="2205195" y="5795260"/>
                  <a:pt x="2198082" y="5809446"/>
                </a:cubicBezTo>
                <a:cubicBezTo>
                  <a:pt x="2190968" y="5837820"/>
                  <a:pt x="2198082" y="5894567"/>
                  <a:pt x="2183855" y="5915847"/>
                </a:cubicBezTo>
                <a:cubicBezTo>
                  <a:pt x="2183855" y="5922940"/>
                  <a:pt x="2176742" y="5922940"/>
                  <a:pt x="2169627" y="5915847"/>
                </a:cubicBezTo>
                <a:cubicBezTo>
                  <a:pt x="2162514" y="5894567"/>
                  <a:pt x="2169627" y="5844913"/>
                  <a:pt x="2169627" y="5816540"/>
                </a:cubicBezTo>
                <a:cubicBezTo>
                  <a:pt x="2155401" y="5823633"/>
                  <a:pt x="2126946" y="5837820"/>
                  <a:pt x="2098492" y="5837820"/>
                </a:cubicBezTo>
                <a:cubicBezTo>
                  <a:pt x="2098492" y="5844913"/>
                  <a:pt x="2098492" y="5844913"/>
                  <a:pt x="2098492" y="5852006"/>
                </a:cubicBezTo>
                <a:cubicBezTo>
                  <a:pt x="2112720" y="5859101"/>
                  <a:pt x="2112720" y="5866194"/>
                  <a:pt x="2119833" y="5873286"/>
                </a:cubicBezTo>
                <a:cubicBezTo>
                  <a:pt x="2119833" y="5880381"/>
                  <a:pt x="2105605" y="5887474"/>
                  <a:pt x="2105605" y="5894567"/>
                </a:cubicBezTo>
                <a:cubicBezTo>
                  <a:pt x="2098492" y="5894567"/>
                  <a:pt x="2084266" y="5887474"/>
                  <a:pt x="2070038" y="5880381"/>
                </a:cubicBezTo>
                <a:cubicBezTo>
                  <a:pt x="2062924" y="5880381"/>
                  <a:pt x="2055811" y="5880381"/>
                  <a:pt x="2055811" y="5880381"/>
                </a:cubicBezTo>
                <a:close/>
                <a:moveTo>
                  <a:pt x="2254990" y="5582460"/>
                </a:moveTo>
                <a:cubicBezTo>
                  <a:pt x="2254990" y="5568273"/>
                  <a:pt x="2269217" y="5575366"/>
                  <a:pt x="2276330" y="5575366"/>
                </a:cubicBezTo>
                <a:cubicBezTo>
                  <a:pt x="2297671" y="5589553"/>
                  <a:pt x="2311898" y="5596646"/>
                  <a:pt x="2319012" y="5632113"/>
                </a:cubicBezTo>
                <a:cubicBezTo>
                  <a:pt x="2319012" y="5639206"/>
                  <a:pt x="2319012" y="5646299"/>
                  <a:pt x="2311898" y="5660487"/>
                </a:cubicBezTo>
                <a:cubicBezTo>
                  <a:pt x="2297671" y="5660487"/>
                  <a:pt x="2269217" y="5660487"/>
                  <a:pt x="2269217" y="5639206"/>
                </a:cubicBezTo>
                <a:cubicBezTo>
                  <a:pt x="2262104" y="5625019"/>
                  <a:pt x="2247877" y="5589553"/>
                  <a:pt x="2254990" y="5582460"/>
                </a:cubicBezTo>
                <a:close/>
                <a:moveTo>
                  <a:pt x="2425715" y="5688860"/>
                </a:moveTo>
                <a:cubicBezTo>
                  <a:pt x="2375920" y="5695953"/>
                  <a:pt x="2269217" y="5993873"/>
                  <a:pt x="2219423" y="6057713"/>
                </a:cubicBezTo>
                <a:cubicBezTo>
                  <a:pt x="2190968" y="6107366"/>
                  <a:pt x="2176742" y="6107366"/>
                  <a:pt x="2155401" y="6086086"/>
                </a:cubicBezTo>
                <a:cubicBezTo>
                  <a:pt x="2126946" y="6057713"/>
                  <a:pt x="2091379" y="5930034"/>
                  <a:pt x="2098492" y="5901660"/>
                </a:cubicBezTo>
                <a:cubicBezTo>
                  <a:pt x="2105605" y="5908754"/>
                  <a:pt x="2112720" y="5930034"/>
                  <a:pt x="2112720" y="5937127"/>
                </a:cubicBezTo>
                <a:cubicBezTo>
                  <a:pt x="2119833" y="5930034"/>
                  <a:pt x="2112720" y="5930034"/>
                  <a:pt x="2119833" y="5922940"/>
                </a:cubicBezTo>
                <a:cubicBezTo>
                  <a:pt x="2126946" y="5944220"/>
                  <a:pt x="2155401" y="6000967"/>
                  <a:pt x="2162514" y="6008060"/>
                </a:cubicBezTo>
                <a:cubicBezTo>
                  <a:pt x="2183855" y="6022247"/>
                  <a:pt x="2190968" y="5986780"/>
                  <a:pt x="2205195" y="5972594"/>
                </a:cubicBezTo>
                <a:cubicBezTo>
                  <a:pt x="2233649" y="5915847"/>
                  <a:pt x="2311898" y="5724327"/>
                  <a:pt x="2340352" y="5667579"/>
                </a:cubicBezTo>
                <a:cubicBezTo>
                  <a:pt x="2361693" y="5632113"/>
                  <a:pt x="2375920" y="5596646"/>
                  <a:pt x="2354580" y="5575366"/>
                </a:cubicBezTo>
                <a:cubicBezTo>
                  <a:pt x="2276330" y="5532806"/>
                  <a:pt x="2176742" y="5561180"/>
                  <a:pt x="2105605" y="5518620"/>
                </a:cubicBezTo>
                <a:cubicBezTo>
                  <a:pt x="2105605" y="5518620"/>
                  <a:pt x="2105605" y="5518620"/>
                  <a:pt x="2105605" y="5518620"/>
                </a:cubicBezTo>
                <a:cubicBezTo>
                  <a:pt x="2148288" y="5504433"/>
                  <a:pt x="2333239" y="5546993"/>
                  <a:pt x="2333239" y="5546993"/>
                </a:cubicBezTo>
                <a:cubicBezTo>
                  <a:pt x="2390148" y="5561180"/>
                  <a:pt x="2461283" y="5617926"/>
                  <a:pt x="2425715" y="5688860"/>
                </a:cubicBezTo>
                <a:close/>
                <a:moveTo>
                  <a:pt x="2596440" y="6086086"/>
                </a:moveTo>
                <a:cubicBezTo>
                  <a:pt x="2596440" y="6086086"/>
                  <a:pt x="2582212" y="6093181"/>
                  <a:pt x="2575099" y="6093181"/>
                </a:cubicBezTo>
                <a:cubicBezTo>
                  <a:pt x="2575099" y="6093181"/>
                  <a:pt x="2575099" y="6100274"/>
                  <a:pt x="2560872" y="6107366"/>
                </a:cubicBezTo>
                <a:cubicBezTo>
                  <a:pt x="2560872" y="6107366"/>
                  <a:pt x="2546645" y="6114461"/>
                  <a:pt x="2532418" y="6107366"/>
                </a:cubicBezTo>
                <a:cubicBezTo>
                  <a:pt x="2532418" y="6107366"/>
                  <a:pt x="2525305" y="6100274"/>
                  <a:pt x="2518192" y="6100274"/>
                </a:cubicBezTo>
                <a:cubicBezTo>
                  <a:pt x="2518192" y="6100274"/>
                  <a:pt x="2503964" y="6093181"/>
                  <a:pt x="2496850" y="6093181"/>
                </a:cubicBezTo>
                <a:cubicBezTo>
                  <a:pt x="2496850" y="6093181"/>
                  <a:pt x="2482623" y="6093181"/>
                  <a:pt x="2503964" y="6086086"/>
                </a:cubicBezTo>
                <a:cubicBezTo>
                  <a:pt x="2503964" y="6086086"/>
                  <a:pt x="2503964" y="6078993"/>
                  <a:pt x="2511077" y="6078993"/>
                </a:cubicBezTo>
                <a:cubicBezTo>
                  <a:pt x="2511077" y="6078993"/>
                  <a:pt x="2518192" y="6078993"/>
                  <a:pt x="2518192" y="6078993"/>
                </a:cubicBezTo>
                <a:cubicBezTo>
                  <a:pt x="2518192" y="6078993"/>
                  <a:pt x="2518192" y="6071900"/>
                  <a:pt x="2525305" y="6078993"/>
                </a:cubicBezTo>
                <a:cubicBezTo>
                  <a:pt x="2525305" y="6078993"/>
                  <a:pt x="2532418" y="6086086"/>
                  <a:pt x="2539531" y="6064808"/>
                </a:cubicBezTo>
                <a:cubicBezTo>
                  <a:pt x="2539531" y="6064808"/>
                  <a:pt x="2539531" y="6064808"/>
                  <a:pt x="2546645" y="6064808"/>
                </a:cubicBezTo>
                <a:cubicBezTo>
                  <a:pt x="2546645" y="6064808"/>
                  <a:pt x="2575099" y="6050620"/>
                  <a:pt x="2639121" y="6008060"/>
                </a:cubicBezTo>
                <a:cubicBezTo>
                  <a:pt x="2639121" y="6008060"/>
                  <a:pt x="2696030" y="5972594"/>
                  <a:pt x="2731597" y="5937127"/>
                </a:cubicBezTo>
                <a:cubicBezTo>
                  <a:pt x="2731597" y="5937127"/>
                  <a:pt x="2760052" y="5915847"/>
                  <a:pt x="2795619" y="5887474"/>
                </a:cubicBezTo>
                <a:cubicBezTo>
                  <a:pt x="2795619" y="5887474"/>
                  <a:pt x="2888094" y="5816540"/>
                  <a:pt x="2902322" y="5795260"/>
                </a:cubicBezTo>
                <a:cubicBezTo>
                  <a:pt x="2902322" y="5795260"/>
                  <a:pt x="2838300" y="5759793"/>
                  <a:pt x="2845413" y="5731420"/>
                </a:cubicBezTo>
                <a:cubicBezTo>
                  <a:pt x="2845413" y="5731420"/>
                  <a:pt x="2852527" y="5717233"/>
                  <a:pt x="2859640" y="5731420"/>
                </a:cubicBezTo>
                <a:cubicBezTo>
                  <a:pt x="2859640" y="5731420"/>
                  <a:pt x="2888094" y="5752700"/>
                  <a:pt x="2937890" y="5745607"/>
                </a:cubicBezTo>
                <a:cubicBezTo>
                  <a:pt x="2937890" y="5745607"/>
                  <a:pt x="2959230" y="5745607"/>
                  <a:pt x="2987684" y="5724327"/>
                </a:cubicBezTo>
                <a:cubicBezTo>
                  <a:pt x="2987684" y="5724327"/>
                  <a:pt x="3023252" y="5717233"/>
                  <a:pt x="3037479" y="5781073"/>
                </a:cubicBezTo>
                <a:cubicBezTo>
                  <a:pt x="3037479" y="5781073"/>
                  <a:pt x="3037479" y="5809446"/>
                  <a:pt x="3023252" y="5802353"/>
                </a:cubicBezTo>
                <a:cubicBezTo>
                  <a:pt x="3023252" y="5802353"/>
                  <a:pt x="3001912" y="5802353"/>
                  <a:pt x="2980571" y="5809446"/>
                </a:cubicBezTo>
                <a:cubicBezTo>
                  <a:pt x="2980571" y="5809446"/>
                  <a:pt x="2973457" y="5802353"/>
                  <a:pt x="2959230" y="5816540"/>
                </a:cubicBezTo>
                <a:cubicBezTo>
                  <a:pt x="2959230" y="5816540"/>
                  <a:pt x="2916549" y="5859101"/>
                  <a:pt x="2824072" y="5915847"/>
                </a:cubicBezTo>
                <a:cubicBezTo>
                  <a:pt x="2824072" y="5915847"/>
                  <a:pt x="2774278" y="5951314"/>
                  <a:pt x="2710256" y="6015153"/>
                </a:cubicBezTo>
                <a:cubicBezTo>
                  <a:pt x="2710256" y="6015153"/>
                  <a:pt x="2660462" y="6057713"/>
                  <a:pt x="2596440" y="6086086"/>
                </a:cubicBezTo>
                <a:close/>
                <a:moveTo>
                  <a:pt x="3058819" y="6086086"/>
                </a:moveTo>
                <a:cubicBezTo>
                  <a:pt x="3058819" y="6086086"/>
                  <a:pt x="3058819" y="6093181"/>
                  <a:pt x="3058819" y="6100274"/>
                </a:cubicBezTo>
                <a:cubicBezTo>
                  <a:pt x="3058819" y="6100274"/>
                  <a:pt x="3058819" y="6114461"/>
                  <a:pt x="3037479" y="6114461"/>
                </a:cubicBezTo>
                <a:cubicBezTo>
                  <a:pt x="3037479" y="6114461"/>
                  <a:pt x="2987684" y="6128647"/>
                  <a:pt x="2980571" y="6142834"/>
                </a:cubicBezTo>
                <a:cubicBezTo>
                  <a:pt x="2980571" y="6142834"/>
                  <a:pt x="2952116" y="6164114"/>
                  <a:pt x="2959230" y="6185394"/>
                </a:cubicBezTo>
                <a:cubicBezTo>
                  <a:pt x="2959230" y="6185394"/>
                  <a:pt x="2959230" y="6199580"/>
                  <a:pt x="2937890" y="6206674"/>
                </a:cubicBezTo>
                <a:cubicBezTo>
                  <a:pt x="2937890" y="6206674"/>
                  <a:pt x="2923662" y="6206674"/>
                  <a:pt x="2909435" y="6206674"/>
                </a:cubicBezTo>
                <a:cubicBezTo>
                  <a:pt x="2909435" y="6206674"/>
                  <a:pt x="2895209" y="6192487"/>
                  <a:pt x="2873868" y="6206674"/>
                </a:cubicBezTo>
                <a:cubicBezTo>
                  <a:pt x="2873868" y="6206674"/>
                  <a:pt x="2873868" y="6213767"/>
                  <a:pt x="2859640" y="6206674"/>
                </a:cubicBezTo>
                <a:cubicBezTo>
                  <a:pt x="2859640" y="6206674"/>
                  <a:pt x="2859640" y="6199580"/>
                  <a:pt x="2852527" y="6199580"/>
                </a:cubicBezTo>
                <a:cubicBezTo>
                  <a:pt x="2852527" y="6199580"/>
                  <a:pt x="2845413" y="6192487"/>
                  <a:pt x="2845413" y="6185394"/>
                </a:cubicBezTo>
                <a:cubicBezTo>
                  <a:pt x="2845413" y="6185394"/>
                  <a:pt x="2845413" y="6171207"/>
                  <a:pt x="2831187" y="6164114"/>
                </a:cubicBezTo>
                <a:cubicBezTo>
                  <a:pt x="2831187" y="6164114"/>
                  <a:pt x="2824072" y="6164114"/>
                  <a:pt x="2824072" y="6149927"/>
                </a:cubicBezTo>
                <a:cubicBezTo>
                  <a:pt x="2824072" y="6149927"/>
                  <a:pt x="2816959" y="6107366"/>
                  <a:pt x="2809846" y="6086086"/>
                </a:cubicBezTo>
                <a:cubicBezTo>
                  <a:pt x="2809846" y="6086086"/>
                  <a:pt x="2802733" y="6064808"/>
                  <a:pt x="2781391" y="6057713"/>
                </a:cubicBezTo>
                <a:cubicBezTo>
                  <a:pt x="2781391" y="6057713"/>
                  <a:pt x="2752937" y="6015153"/>
                  <a:pt x="2767165" y="6015153"/>
                </a:cubicBezTo>
                <a:cubicBezTo>
                  <a:pt x="2767165" y="6015153"/>
                  <a:pt x="2795619" y="6015153"/>
                  <a:pt x="2816959" y="6057713"/>
                </a:cubicBezTo>
                <a:cubicBezTo>
                  <a:pt x="2816959" y="6057713"/>
                  <a:pt x="2816959" y="6071900"/>
                  <a:pt x="2816959" y="6086086"/>
                </a:cubicBezTo>
                <a:cubicBezTo>
                  <a:pt x="2816959" y="6086086"/>
                  <a:pt x="2824072" y="6093181"/>
                  <a:pt x="2838300" y="6142834"/>
                </a:cubicBezTo>
                <a:cubicBezTo>
                  <a:pt x="2838300" y="6142834"/>
                  <a:pt x="2845413" y="6149927"/>
                  <a:pt x="2845413" y="6135741"/>
                </a:cubicBezTo>
                <a:cubicBezTo>
                  <a:pt x="2859640" y="6121554"/>
                  <a:pt x="2859640" y="6121554"/>
                  <a:pt x="2859640" y="6121554"/>
                </a:cubicBezTo>
                <a:cubicBezTo>
                  <a:pt x="2859640" y="6121554"/>
                  <a:pt x="2866754" y="6107366"/>
                  <a:pt x="2873868" y="6114461"/>
                </a:cubicBezTo>
                <a:cubicBezTo>
                  <a:pt x="2873868" y="6114461"/>
                  <a:pt x="2873868" y="6121554"/>
                  <a:pt x="2880981" y="6114461"/>
                </a:cubicBezTo>
                <a:cubicBezTo>
                  <a:pt x="2880981" y="6114461"/>
                  <a:pt x="2902322" y="6100274"/>
                  <a:pt x="2916549" y="6086086"/>
                </a:cubicBezTo>
                <a:cubicBezTo>
                  <a:pt x="2916549" y="6086086"/>
                  <a:pt x="2937890" y="6071900"/>
                  <a:pt x="2930776" y="6064808"/>
                </a:cubicBezTo>
                <a:cubicBezTo>
                  <a:pt x="2930776" y="6064808"/>
                  <a:pt x="2909435" y="6036433"/>
                  <a:pt x="2902322" y="6029340"/>
                </a:cubicBezTo>
                <a:cubicBezTo>
                  <a:pt x="2902322" y="6029340"/>
                  <a:pt x="2880981" y="6015153"/>
                  <a:pt x="2895209" y="6015153"/>
                </a:cubicBezTo>
                <a:cubicBezTo>
                  <a:pt x="2895209" y="6015153"/>
                  <a:pt x="2902322" y="6015153"/>
                  <a:pt x="2923662" y="6022247"/>
                </a:cubicBezTo>
                <a:cubicBezTo>
                  <a:pt x="2923662" y="6022247"/>
                  <a:pt x="2966344" y="6029340"/>
                  <a:pt x="2980571" y="6015153"/>
                </a:cubicBezTo>
                <a:cubicBezTo>
                  <a:pt x="2980571" y="6015153"/>
                  <a:pt x="2980571" y="6000967"/>
                  <a:pt x="2994797" y="6008060"/>
                </a:cubicBezTo>
                <a:cubicBezTo>
                  <a:pt x="2994797" y="6008060"/>
                  <a:pt x="3016138" y="6029340"/>
                  <a:pt x="3023252" y="6029340"/>
                </a:cubicBezTo>
                <a:cubicBezTo>
                  <a:pt x="3023252" y="6029340"/>
                  <a:pt x="3065932" y="6043527"/>
                  <a:pt x="3058819" y="6086086"/>
                </a:cubicBezTo>
                <a:close/>
                <a:moveTo>
                  <a:pt x="3450064" y="6213767"/>
                </a:moveTo>
                <a:cubicBezTo>
                  <a:pt x="3450064" y="6213767"/>
                  <a:pt x="3450064" y="6227954"/>
                  <a:pt x="3435836" y="6220860"/>
                </a:cubicBezTo>
                <a:cubicBezTo>
                  <a:pt x="3435836" y="6220860"/>
                  <a:pt x="3393156" y="6199580"/>
                  <a:pt x="3378929" y="6142834"/>
                </a:cubicBezTo>
                <a:cubicBezTo>
                  <a:pt x="3378929" y="6142834"/>
                  <a:pt x="3364701" y="6078993"/>
                  <a:pt x="3364701" y="6071900"/>
                </a:cubicBezTo>
                <a:cubicBezTo>
                  <a:pt x="3364701" y="6071900"/>
                  <a:pt x="3364701" y="6071900"/>
                  <a:pt x="3364701" y="6057713"/>
                </a:cubicBezTo>
                <a:cubicBezTo>
                  <a:pt x="3357588" y="6015153"/>
                  <a:pt x="3357588" y="6015153"/>
                  <a:pt x="3357588" y="6015153"/>
                </a:cubicBezTo>
                <a:cubicBezTo>
                  <a:pt x="3357588" y="6015153"/>
                  <a:pt x="3357588" y="6015153"/>
                  <a:pt x="3364701" y="6008060"/>
                </a:cubicBezTo>
                <a:cubicBezTo>
                  <a:pt x="3364701" y="6008060"/>
                  <a:pt x="3357588" y="6000967"/>
                  <a:pt x="3364701" y="5993873"/>
                </a:cubicBezTo>
                <a:cubicBezTo>
                  <a:pt x="3364701" y="5993873"/>
                  <a:pt x="3364701" y="5993873"/>
                  <a:pt x="3364701" y="5993873"/>
                </a:cubicBezTo>
                <a:cubicBezTo>
                  <a:pt x="3364701" y="5993873"/>
                  <a:pt x="3364701" y="5972594"/>
                  <a:pt x="3371814" y="5979687"/>
                </a:cubicBezTo>
                <a:cubicBezTo>
                  <a:pt x="3371814" y="5979687"/>
                  <a:pt x="3378929" y="5986780"/>
                  <a:pt x="3371814" y="6000967"/>
                </a:cubicBezTo>
                <a:cubicBezTo>
                  <a:pt x="3371814" y="6000967"/>
                  <a:pt x="3364701" y="6015153"/>
                  <a:pt x="3393156" y="6064808"/>
                </a:cubicBezTo>
                <a:cubicBezTo>
                  <a:pt x="3393156" y="6064808"/>
                  <a:pt x="3400269" y="6071900"/>
                  <a:pt x="3407382" y="6071900"/>
                </a:cubicBezTo>
                <a:cubicBezTo>
                  <a:pt x="3407382" y="6071900"/>
                  <a:pt x="3414497" y="6078993"/>
                  <a:pt x="3421610" y="6100274"/>
                </a:cubicBezTo>
                <a:cubicBezTo>
                  <a:pt x="3421610" y="6100274"/>
                  <a:pt x="3421610" y="6114461"/>
                  <a:pt x="3421610" y="6114461"/>
                </a:cubicBezTo>
                <a:cubicBezTo>
                  <a:pt x="3421610" y="6114461"/>
                  <a:pt x="3414497" y="6128647"/>
                  <a:pt x="3428723" y="6121554"/>
                </a:cubicBezTo>
                <a:cubicBezTo>
                  <a:pt x="3428723" y="6121554"/>
                  <a:pt x="3435836" y="6121554"/>
                  <a:pt x="3435836" y="6128647"/>
                </a:cubicBezTo>
                <a:cubicBezTo>
                  <a:pt x="3435836" y="6128647"/>
                  <a:pt x="3435836" y="6149927"/>
                  <a:pt x="3435836" y="6157021"/>
                </a:cubicBezTo>
                <a:cubicBezTo>
                  <a:pt x="3435836" y="6157021"/>
                  <a:pt x="3442950" y="6164114"/>
                  <a:pt x="3442950" y="6171207"/>
                </a:cubicBezTo>
                <a:cubicBezTo>
                  <a:pt x="3442950" y="6171207"/>
                  <a:pt x="3442950" y="6178300"/>
                  <a:pt x="3442950" y="6178300"/>
                </a:cubicBezTo>
                <a:cubicBezTo>
                  <a:pt x="3442950" y="6178300"/>
                  <a:pt x="3450064" y="6178300"/>
                  <a:pt x="3450064" y="6178300"/>
                </a:cubicBezTo>
                <a:cubicBezTo>
                  <a:pt x="3450064" y="6178300"/>
                  <a:pt x="3457177" y="6213767"/>
                  <a:pt x="3450064" y="6213767"/>
                </a:cubicBezTo>
                <a:close/>
                <a:moveTo>
                  <a:pt x="3428723" y="5915847"/>
                </a:moveTo>
                <a:cubicBezTo>
                  <a:pt x="3428723" y="5915847"/>
                  <a:pt x="3421610" y="5908754"/>
                  <a:pt x="3414497" y="5908754"/>
                </a:cubicBezTo>
                <a:cubicBezTo>
                  <a:pt x="3414497" y="5908754"/>
                  <a:pt x="3407382" y="5908754"/>
                  <a:pt x="3400269" y="5908754"/>
                </a:cubicBezTo>
                <a:cubicBezTo>
                  <a:pt x="3400269" y="5908754"/>
                  <a:pt x="3386042" y="5908754"/>
                  <a:pt x="3393156" y="5894567"/>
                </a:cubicBezTo>
                <a:cubicBezTo>
                  <a:pt x="3393156" y="5894567"/>
                  <a:pt x="3407382" y="5866194"/>
                  <a:pt x="3400269" y="5837820"/>
                </a:cubicBezTo>
                <a:cubicBezTo>
                  <a:pt x="3400269" y="5837820"/>
                  <a:pt x="3400269" y="5830726"/>
                  <a:pt x="3407382" y="5823633"/>
                </a:cubicBezTo>
                <a:cubicBezTo>
                  <a:pt x="3407382" y="5823633"/>
                  <a:pt x="3407382" y="5816540"/>
                  <a:pt x="3414497" y="5823633"/>
                </a:cubicBezTo>
                <a:cubicBezTo>
                  <a:pt x="3414497" y="5823633"/>
                  <a:pt x="3450064" y="5873286"/>
                  <a:pt x="3450064" y="5901660"/>
                </a:cubicBezTo>
                <a:cubicBezTo>
                  <a:pt x="3450064" y="5901660"/>
                  <a:pt x="3457177" y="5922940"/>
                  <a:pt x="3428723" y="5915847"/>
                </a:cubicBezTo>
                <a:close/>
                <a:moveTo>
                  <a:pt x="3841308" y="5944220"/>
                </a:moveTo>
                <a:cubicBezTo>
                  <a:pt x="3841308" y="5944220"/>
                  <a:pt x="3834195" y="5972594"/>
                  <a:pt x="3819968" y="5979687"/>
                </a:cubicBezTo>
                <a:cubicBezTo>
                  <a:pt x="3819968" y="5979687"/>
                  <a:pt x="3812854" y="5986780"/>
                  <a:pt x="3812854" y="6000967"/>
                </a:cubicBezTo>
                <a:cubicBezTo>
                  <a:pt x="3812854" y="6000967"/>
                  <a:pt x="3791514" y="6043527"/>
                  <a:pt x="3777286" y="6050620"/>
                </a:cubicBezTo>
                <a:cubicBezTo>
                  <a:pt x="3777286" y="6050620"/>
                  <a:pt x="3755946" y="6064808"/>
                  <a:pt x="3763060" y="6078993"/>
                </a:cubicBezTo>
                <a:cubicBezTo>
                  <a:pt x="3763060" y="6078993"/>
                  <a:pt x="3791514" y="6100274"/>
                  <a:pt x="3784399" y="6128647"/>
                </a:cubicBezTo>
                <a:cubicBezTo>
                  <a:pt x="3784399" y="6128647"/>
                  <a:pt x="3784399" y="6135741"/>
                  <a:pt x="3777286" y="6135741"/>
                </a:cubicBezTo>
                <a:cubicBezTo>
                  <a:pt x="3777286" y="6135741"/>
                  <a:pt x="3770173" y="6142834"/>
                  <a:pt x="3763060" y="6142834"/>
                </a:cubicBezTo>
                <a:cubicBezTo>
                  <a:pt x="3763060" y="6142834"/>
                  <a:pt x="3755946" y="6142834"/>
                  <a:pt x="3755946" y="6142834"/>
                </a:cubicBezTo>
                <a:cubicBezTo>
                  <a:pt x="3755946" y="6142834"/>
                  <a:pt x="3727492" y="6157021"/>
                  <a:pt x="3713264" y="6157021"/>
                </a:cubicBezTo>
                <a:cubicBezTo>
                  <a:pt x="3713264" y="6157021"/>
                  <a:pt x="3699038" y="6157021"/>
                  <a:pt x="3677696" y="6157021"/>
                </a:cubicBezTo>
                <a:cubicBezTo>
                  <a:pt x="3677696" y="6157021"/>
                  <a:pt x="3677696" y="6149927"/>
                  <a:pt x="3670583" y="6157021"/>
                </a:cubicBezTo>
                <a:cubicBezTo>
                  <a:pt x="3670583" y="6157021"/>
                  <a:pt x="3642129" y="6192487"/>
                  <a:pt x="3606561" y="6164114"/>
                </a:cubicBezTo>
                <a:cubicBezTo>
                  <a:pt x="3606561" y="6164114"/>
                  <a:pt x="3599448" y="6157021"/>
                  <a:pt x="3592335" y="6149927"/>
                </a:cubicBezTo>
                <a:cubicBezTo>
                  <a:pt x="3585221" y="6149927"/>
                  <a:pt x="3578107" y="6142834"/>
                  <a:pt x="3570994" y="6142834"/>
                </a:cubicBezTo>
                <a:cubicBezTo>
                  <a:pt x="3570994" y="6142834"/>
                  <a:pt x="3528313" y="6114461"/>
                  <a:pt x="3514086" y="6107366"/>
                </a:cubicBezTo>
                <a:cubicBezTo>
                  <a:pt x="3514086" y="6107366"/>
                  <a:pt x="3485632" y="6086086"/>
                  <a:pt x="3485632" y="6071900"/>
                </a:cubicBezTo>
                <a:cubicBezTo>
                  <a:pt x="3485632" y="6071900"/>
                  <a:pt x="3478519" y="6050620"/>
                  <a:pt x="3464291" y="6050620"/>
                </a:cubicBezTo>
                <a:cubicBezTo>
                  <a:pt x="3464291" y="6050620"/>
                  <a:pt x="3457177" y="6050620"/>
                  <a:pt x="3457177" y="6036433"/>
                </a:cubicBezTo>
                <a:cubicBezTo>
                  <a:pt x="3457177" y="6036433"/>
                  <a:pt x="3457177" y="6036433"/>
                  <a:pt x="3457177" y="6036433"/>
                </a:cubicBezTo>
                <a:cubicBezTo>
                  <a:pt x="3457177" y="6036433"/>
                  <a:pt x="3457177" y="6036433"/>
                  <a:pt x="3457177" y="6029340"/>
                </a:cubicBezTo>
                <a:cubicBezTo>
                  <a:pt x="3457177" y="6029340"/>
                  <a:pt x="3450064" y="6022247"/>
                  <a:pt x="3464291" y="6000967"/>
                </a:cubicBezTo>
                <a:cubicBezTo>
                  <a:pt x="3464291" y="6000967"/>
                  <a:pt x="3478519" y="5986780"/>
                  <a:pt x="3492745" y="5979687"/>
                </a:cubicBezTo>
                <a:cubicBezTo>
                  <a:pt x="3492745" y="5979687"/>
                  <a:pt x="3521199" y="5951314"/>
                  <a:pt x="3542539" y="5937127"/>
                </a:cubicBezTo>
                <a:cubicBezTo>
                  <a:pt x="3542539" y="5937127"/>
                  <a:pt x="3549654" y="5930034"/>
                  <a:pt x="3556767" y="5922940"/>
                </a:cubicBezTo>
                <a:cubicBezTo>
                  <a:pt x="3563880" y="5915847"/>
                  <a:pt x="3570994" y="5908754"/>
                  <a:pt x="3570994" y="5908754"/>
                </a:cubicBezTo>
                <a:cubicBezTo>
                  <a:pt x="3570994" y="5908754"/>
                  <a:pt x="3585221" y="5894567"/>
                  <a:pt x="3599448" y="5887474"/>
                </a:cubicBezTo>
                <a:cubicBezTo>
                  <a:pt x="3599448" y="5887474"/>
                  <a:pt x="3620789" y="5880381"/>
                  <a:pt x="3620789" y="5873286"/>
                </a:cubicBezTo>
                <a:cubicBezTo>
                  <a:pt x="3620789" y="5873286"/>
                  <a:pt x="3620789" y="5852006"/>
                  <a:pt x="3620789" y="5844913"/>
                </a:cubicBezTo>
                <a:cubicBezTo>
                  <a:pt x="3606561" y="5738513"/>
                  <a:pt x="3606561" y="5738513"/>
                  <a:pt x="3606561" y="5738513"/>
                </a:cubicBezTo>
                <a:cubicBezTo>
                  <a:pt x="3606561" y="5738513"/>
                  <a:pt x="3606561" y="5731420"/>
                  <a:pt x="3613675" y="5738513"/>
                </a:cubicBezTo>
                <a:cubicBezTo>
                  <a:pt x="3613675" y="5738513"/>
                  <a:pt x="3620789" y="5738513"/>
                  <a:pt x="3627902" y="5738513"/>
                </a:cubicBezTo>
                <a:cubicBezTo>
                  <a:pt x="3627902" y="5738513"/>
                  <a:pt x="3642129" y="5731420"/>
                  <a:pt x="3649243" y="5759793"/>
                </a:cubicBezTo>
                <a:cubicBezTo>
                  <a:pt x="3649243" y="5759793"/>
                  <a:pt x="3663470" y="5788167"/>
                  <a:pt x="3670583" y="5816540"/>
                </a:cubicBezTo>
                <a:cubicBezTo>
                  <a:pt x="3670583" y="5816540"/>
                  <a:pt x="3670583" y="5852006"/>
                  <a:pt x="3670583" y="5859101"/>
                </a:cubicBezTo>
                <a:cubicBezTo>
                  <a:pt x="3670583" y="5859101"/>
                  <a:pt x="3670583" y="5873286"/>
                  <a:pt x="3684811" y="5873286"/>
                </a:cubicBezTo>
                <a:cubicBezTo>
                  <a:pt x="3684811" y="5873286"/>
                  <a:pt x="3699038" y="5873286"/>
                  <a:pt x="3720379" y="5873286"/>
                </a:cubicBezTo>
                <a:cubicBezTo>
                  <a:pt x="3748832" y="5880381"/>
                  <a:pt x="3777286" y="5880381"/>
                  <a:pt x="3791514" y="5880381"/>
                </a:cubicBezTo>
                <a:cubicBezTo>
                  <a:pt x="3791514" y="5880381"/>
                  <a:pt x="3819968" y="5887474"/>
                  <a:pt x="3848421" y="5922940"/>
                </a:cubicBezTo>
                <a:cubicBezTo>
                  <a:pt x="3848421" y="5922940"/>
                  <a:pt x="3855536" y="5922940"/>
                  <a:pt x="3841308" y="5944220"/>
                </a:cubicBezTo>
                <a:close/>
                <a:moveTo>
                  <a:pt x="4296574" y="5738513"/>
                </a:moveTo>
                <a:cubicBezTo>
                  <a:pt x="4296574" y="5738513"/>
                  <a:pt x="4289461" y="5738513"/>
                  <a:pt x="4289461" y="5752700"/>
                </a:cubicBezTo>
                <a:cubicBezTo>
                  <a:pt x="4289461" y="5752700"/>
                  <a:pt x="4282347" y="5773980"/>
                  <a:pt x="4289461" y="5788167"/>
                </a:cubicBezTo>
                <a:cubicBezTo>
                  <a:pt x="4289461" y="5788167"/>
                  <a:pt x="4289461" y="5802353"/>
                  <a:pt x="4282347" y="5823633"/>
                </a:cubicBezTo>
                <a:cubicBezTo>
                  <a:pt x="4282347" y="5823633"/>
                  <a:pt x="4253893" y="5859101"/>
                  <a:pt x="4275234" y="5894567"/>
                </a:cubicBezTo>
                <a:cubicBezTo>
                  <a:pt x="4275234" y="5894567"/>
                  <a:pt x="4296574" y="5915847"/>
                  <a:pt x="4275234" y="5930034"/>
                </a:cubicBezTo>
                <a:cubicBezTo>
                  <a:pt x="4275234" y="5930034"/>
                  <a:pt x="4268121" y="5937127"/>
                  <a:pt x="4261006" y="5958407"/>
                </a:cubicBezTo>
                <a:cubicBezTo>
                  <a:pt x="4261006" y="5958407"/>
                  <a:pt x="4261006" y="5972594"/>
                  <a:pt x="4261006" y="5972594"/>
                </a:cubicBezTo>
                <a:cubicBezTo>
                  <a:pt x="4261006" y="5972594"/>
                  <a:pt x="4253893" y="5986780"/>
                  <a:pt x="4253893" y="5993873"/>
                </a:cubicBezTo>
                <a:cubicBezTo>
                  <a:pt x="4253893" y="5993873"/>
                  <a:pt x="4253893" y="6008060"/>
                  <a:pt x="4232553" y="6015153"/>
                </a:cubicBezTo>
                <a:cubicBezTo>
                  <a:pt x="4232553" y="6015153"/>
                  <a:pt x="4218325" y="6029340"/>
                  <a:pt x="4211212" y="6036433"/>
                </a:cubicBezTo>
                <a:cubicBezTo>
                  <a:pt x="4211212" y="6036433"/>
                  <a:pt x="4204099" y="6050620"/>
                  <a:pt x="4196986" y="6050620"/>
                </a:cubicBezTo>
                <a:cubicBezTo>
                  <a:pt x="4196986" y="6050620"/>
                  <a:pt x="4196986" y="6050620"/>
                  <a:pt x="4196986" y="6057713"/>
                </a:cubicBezTo>
                <a:cubicBezTo>
                  <a:pt x="4196986" y="6057713"/>
                  <a:pt x="4189871" y="6071900"/>
                  <a:pt x="4168531" y="6078993"/>
                </a:cubicBezTo>
                <a:cubicBezTo>
                  <a:pt x="4168531" y="6078993"/>
                  <a:pt x="4168531" y="6029340"/>
                  <a:pt x="4168531" y="6015153"/>
                </a:cubicBezTo>
                <a:cubicBezTo>
                  <a:pt x="4168531" y="6015153"/>
                  <a:pt x="4168531" y="5993873"/>
                  <a:pt x="4168531" y="5979687"/>
                </a:cubicBezTo>
                <a:cubicBezTo>
                  <a:pt x="4168531" y="5979687"/>
                  <a:pt x="4168531" y="5958407"/>
                  <a:pt x="4182758" y="5958407"/>
                </a:cubicBezTo>
                <a:cubicBezTo>
                  <a:pt x="4182758" y="5958407"/>
                  <a:pt x="4182758" y="5965500"/>
                  <a:pt x="4182758" y="5958407"/>
                </a:cubicBezTo>
                <a:cubicBezTo>
                  <a:pt x="4182758" y="5958407"/>
                  <a:pt x="4196986" y="5930034"/>
                  <a:pt x="4196986" y="5922940"/>
                </a:cubicBezTo>
                <a:cubicBezTo>
                  <a:pt x="4196986" y="5922940"/>
                  <a:pt x="4182758" y="5915847"/>
                  <a:pt x="4182758" y="5915847"/>
                </a:cubicBezTo>
                <a:cubicBezTo>
                  <a:pt x="4182758" y="5915847"/>
                  <a:pt x="4175644" y="5908754"/>
                  <a:pt x="4175644" y="5901660"/>
                </a:cubicBezTo>
                <a:cubicBezTo>
                  <a:pt x="4175644" y="5901660"/>
                  <a:pt x="4175644" y="5901660"/>
                  <a:pt x="4168531" y="5894567"/>
                </a:cubicBezTo>
                <a:cubicBezTo>
                  <a:pt x="4168531" y="5894567"/>
                  <a:pt x="4154303" y="5887474"/>
                  <a:pt x="4154303" y="5894567"/>
                </a:cubicBezTo>
                <a:cubicBezTo>
                  <a:pt x="4154303" y="5894567"/>
                  <a:pt x="4154303" y="5894567"/>
                  <a:pt x="4140077" y="5894567"/>
                </a:cubicBezTo>
                <a:cubicBezTo>
                  <a:pt x="4140077" y="5894567"/>
                  <a:pt x="4076055" y="5880381"/>
                  <a:pt x="4104509" y="5866194"/>
                </a:cubicBezTo>
                <a:cubicBezTo>
                  <a:pt x="4104509" y="5866194"/>
                  <a:pt x="4140077" y="5866194"/>
                  <a:pt x="4161417" y="5830726"/>
                </a:cubicBezTo>
                <a:cubicBezTo>
                  <a:pt x="4161417" y="5830726"/>
                  <a:pt x="4168531" y="5830726"/>
                  <a:pt x="4175644" y="5773980"/>
                </a:cubicBezTo>
                <a:cubicBezTo>
                  <a:pt x="4175644" y="5773980"/>
                  <a:pt x="4175644" y="5766887"/>
                  <a:pt x="4168531" y="5766887"/>
                </a:cubicBezTo>
                <a:cubicBezTo>
                  <a:pt x="4168531" y="5766887"/>
                  <a:pt x="4161417" y="5759793"/>
                  <a:pt x="4168531" y="5759793"/>
                </a:cubicBezTo>
                <a:cubicBezTo>
                  <a:pt x="4168531" y="5759793"/>
                  <a:pt x="4168531" y="5752700"/>
                  <a:pt x="4161417" y="5745607"/>
                </a:cubicBezTo>
                <a:cubicBezTo>
                  <a:pt x="4161417" y="5745607"/>
                  <a:pt x="4154303" y="5738513"/>
                  <a:pt x="4161417" y="5731420"/>
                </a:cubicBezTo>
                <a:cubicBezTo>
                  <a:pt x="4161417" y="5731420"/>
                  <a:pt x="4161417" y="5724327"/>
                  <a:pt x="4154303" y="5717233"/>
                </a:cubicBezTo>
                <a:cubicBezTo>
                  <a:pt x="4154303" y="5717233"/>
                  <a:pt x="4154303" y="5717233"/>
                  <a:pt x="4154303" y="5710140"/>
                </a:cubicBezTo>
                <a:cubicBezTo>
                  <a:pt x="4154303" y="5710140"/>
                  <a:pt x="4154303" y="5710140"/>
                  <a:pt x="4147190" y="5695953"/>
                </a:cubicBezTo>
                <a:cubicBezTo>
                  <a:pt x="4147190" y="5695953"/>
                  <a:pt x="4147190" y="5695953"/>
                  <a:pt x="4154303" y="5688860"/>
                </a:cubicBezTo>
                <a:cubicBezTo>
                  <a:pt x="4154303" y="5688860"/>
                  <a:pt x="4161417" y="5695953"/>
                  <a:pt x="4154303" y="5681767"/>
                </a:cubicBezTo>
                <a:cubicBezTo>
                  <a:pt x="4154303" y="5681767"/>
                  <a:pt x="4147190" y="5674674"/>
                  <a:pt x="4140077" y="5667579"/>
                </a:cubicBezTo>
                <a:cubicBezTo>
                  <a:pt x="4132964" y="5660487"/>
                  <a:pt x="4132964" y="5660487"/>
                  <a:pt x="4132964" y="5660487"/>
                </a:cubicBezTo>
                <a:cubicBezTo>
                  <a:pt x="4104509" y="5610833"/>
                  <a:pt x="4104509" y="5610833"/>
                  <a:pt x="4104509" y="5610833"/>
                </a:cubicBezTo>
                <a:cubicBezTo>
                  <a:pt x="4104509" y="5610833"/>
                  <a:pt x="4083168" y="5589553"/>
                  <a:pt x="4111622" y="5596646"/>
                </a:cubicBezTo>
                <a:cubicBezTo>
                  <a:pt x="4111622" y="5596646"/>
                  <a:pt x="4132964" y="5589553"/>
                  <a:pt x="4154303" y="5596646"/>
                </a:cubicBezTo>
                <a:cubicBezTo>
                  <a:pt x="4154303" y="5596646"/>
                  <a:pt x="4175644" y="5596646"/>
                  <a:pt x="4189871" y="5596646"/>
                </a:cubicBezTo>
                <a:cubicBezTo>
                  <a:pt x="4189871" y="5596646"/>
                  <a:pt x="4196986" y="5589553"/>
                  <a:pt x="4204099" y="5617926"/>
                </a:cubicBezTo>
                <a:cubicBezTo>
                  <a:pt x="4204099" y="5617926"/>
                  <a:pt x="4218325" y="5639206"/>
                  <a:pt x="4218325" y="5639206"/>
                </a:cubicBezTo>
                <a:cubicBezTo>
                  <a:pt x="4218325" y="5639206"/>
                  <a:pt x="4253893" y="5646299"/>
                  <a:pt x="4261006" y="5653394"/>
                </a:cubicBezTo>
                <a:cubicBezTo>
                  <a:pt x="4261006" y="5653394"/>
                  <a:pt x="4261006" y="5653394"/>
                  <a:pt x="4261006" y="5646299"/>
                </a:cubicBezTo>
                <a:cubicBezTo>
                  <a:pt x="4261006" y="5646299"/>
                  <a:pt x="4275234" y="5646299"/>
                  <a:pt x="4289461" y="5660487"/>
                </a:cubicBezTo>
                <a:cubicBezTo>
                  <a:pt x="4289461" y="5660487"/>
                  <a:pt x="4282347" y="5674674"/>
                  <a:pt x="4296574" y="5667579"/>
                </a:cubicBezTo>
                <a:cubicBezTo>
                  <a:pt x="4296574" y="5667579"/>
                  <a:pt x="4310802" y="5667579"/>
                  <a:pt x="4310802" y="5688860"/>
                </a:cubicBezTo>
                <a:cubicBezTo>
                  <a:pt x="4310802" y="5688860"/>
                  <a:pt x="4317915" y="5717233"/>
                  <a:pt x="4296574" y="5738513"/>
                </a:cubicBezTo>
                <a:close/>
                <a:moveTo>
                  <a:pt x="4495753" y="5915847"/>
                </a:moveTo>
                <a:cubicBezTo>
                  <a:pt x="4495753" y="5915847"/>
                  <a:pt x="4488640" y="5937127"/>
                  <a:pt x="4467299" y="5944220"/>
                </a:cubicBezTo>
                <a:cubicBezTo>
                  <a:pt x="4467299" y="5944220"/>
                  <a:pt x="4453072" y="5951314"/>
                  <a:pt x="4438846" y="5951314"/>
                </a:cubicBezTo>
                <a:cubicBezTo>
                  <a:pt x="4438846" y="5951314"/>
                  <a:pt x="4424618" y="5951314"/>
                  <a:pt x="4424618" y="5944220"/>
                </a:cubicBezTo>
                <a:cubicBezTo>
                  <a:pt x="4424618" y="5944220"/>
                  <a:pt x="4417504" y="5944220"/>
                  <a:pt x="4410391" y="5951314"/>
                </a:cubicBezTo>
                <a:cubicBezTo>
                  <a:pt x="4410391" y="5951314"/>
                  <a:pt x="4403278" y="5951314"/>
                  <a:pt x="4396163" y="5937127"/>
                </a:cubicBezTo>
                <a:cubicBezTo>
                  <a:pt x="4396163" y="5937127"/>
                  <a:pt x="4381937" y="5930034"/>
                  <a:pt x="4381937" y="5915847"/>
                </a:cubicBezTo>
                <a:cubicBezTo>
                  <a:pt x="4381937" y="5915847"/>
                  <a:pt x="4381937" y="5894567"/>
                  <a:pt x="4374824" y="5880381"/>
                </a:cubicBezTo>
                <a:cubicBezTo>
                  <a:pt x="4374824" y="5880381"/>
                  <a:pt x="4360596" y="5844913"/>
                  <a:pt x="4381937" y="5852006"/>
                </a:cubicBezTo>
                <a:cubicBezTo>
                  <a:pt x="4381937" y="5852006"/>
                  <a:pt x="4389050" y="5852006"/>
                  <a:pt x="4403278" y="5844913"/>
                </a:cubicBezTo>
                <a:cubicBezTo>
                  <a:pt x="4403278" y="5844913"/>
                  <a:pt x="4424618" y="5852006"/>
                  <a:pt x="4453072" y="5859101"/>
                </a:cubicBezTo>
                <a:cubicBezTo>
                  <a:pt x="4453072" y="5859101"/>
                  <a:pt x="4474413" y="5873286"/>
                  <a:pt x="4481526" y="5873286"/>
                </a:cubicBezTo>
                <a:cubicBezTo>
                  <a:pt x="4481526" y="5873286"/>
                  <a:pt x="4495753" y="5873286"/>
                  <a:pt x="4495753" y="5894567"/>
                </a:cubicBezTo>
                <a:cubicBezTo>
                  <a:pt x="4495753" y="5894567"/>
                  <a:pt x="4495753" y="5901660"/>
                  <a:pt x="4495753" y="5908754"/>
                </a:cubicBezTo>
                <a:cubicBezTo>
                  <a:pt x="4495753" y="5908754"/>
                  <a:pt x="4495753" y="5915847"/>
                  <a:pt x="4495753" y="5915847"/>
                </a:cubicBezTo>
                <a:close/>
                <a:moveTo>
                  <a:pt x="4744726" y="5483153"/>
                </a:moveTo>
                <a:cubicBezTo>
                  <a:pt x="4744726" y="5483153"/>
                  <a:pt x="4730500" y="5476060"/>
                  <a:pt x="4723387" y="5476060"/>
                </a:cubicBezTo>
                <a:cubicBezTo>
                  <a:pt x="4723387" y="5476060"/>
                  <a:pt x="4709159" y="5461872"/>
                  <a:pt x="4709159" y="5483153"/>
                </a:cubicBezTo>
                <a:cubicBezTo>
                  <a:pt x="4709159" y="5483153"/>
                  <a:pt x="4666478" y="5518620"/>
                  <a:pt x="4666478" y="5554086"/>
                </a:cubicBezTo>
                <a:cubicBezTo>
                  <a:pt x="4666478" y="5554086"/>
                  <a:pt x="4666478" y="5561180"/>
                  <a:pt x="4673591" y="5568273"/>
                </a:cubicBezTo>
                <a:cubicBezTo>
                  <a:pt x="4673591" y="5568273"/>
                  <a:pt x="4673591" y="5589553"/>
                  <a:pt x="4666478" y="5596646"/>
                </a:cubicBezTo>
                <a:cubicBezTo>
                  <a:pt x="4666478" y="5596646"/>
                  <a:pt x="4666478" y="5617926"/>
                  <a:pt x="4659365" y="5625019"/>
                </a:cubicBezTo>
                <a:cubicBezTo>
                  <a:pt x="4659365" y="5625019"/>
                  <a:pt x="4652251" y="5625019"/>
                  <a:pt x="4645138" y="5632113"/>
                </a:cubicBezTo>
                <a:cubicBezTo>
                  <a:pt x="4645138" y="5632113"/>
                  <a:pt x="4645138" y="5632113"/>
                  <a:pt x="4638023" y="5632113"/>
                </a:cubicBezTo>
                <a:cubicBezTo>
                  <a:pt x="4638023" y="5632113"/>
                  <a:pt x="4602456" y="5632113"/>
                  <a:pt x="4609570" y="5610833"/>
                </a:cubicBezTo>
                <a:cubicBezTo>
                  <a:pt x="4609570" y="5610833"/>
                  <a:pt x="4609570" y="5582460"/>
                  <a:pt x="4609570" y="5568273"/>
                </a:cubicBezTo>
                <a:cubicBezTo>
                  <a:pt x="4609570" y="5568273"/>
                  <a:pt x="4595343" y="5546993"/>
                  <a:pt x="4616684" y="5539900"/>
                </a:cubicBezTo>
                <a:cubicBezTo>
                  <a:pt x="4616684" y="5539900"/>
                  <a:pt x="4630910" y="5532806"/>
                  <a:pt x="4638023" y="5532806"/>
                </a:cubicBezTo>
                <a:cubicBezTo>
                  <a:pt x="4638023" y="5532806"/>
                  <a:pt x="4645138" y="5532806"/>
                  <a:pt x="4652251" y="5525713"/>
                </a:cubicBezTo>
                <a:cubicBezTo>
                  <a:pt x="4652251" y="5525713"/>
                  <a:pt x="4687819" y="5483153"/>
                  <a:pt x="4702045" y="5461872"/>
                </a:cubicBezTo>
                <a:cubicBezTo>
                  <a:pt x="4702045" y="5461872"/>
                  <a:pt x="4709159" y="5454780"/>
                  <a:pt x="4694932" y="5440592"/>
                </a:cubicBezTo>
                <a:cubicBezTo>
                  <a:pt x="4694932" y="5440592"/>
                  <a:pt x="4652251" y="5405126"/>
                  <a:pt x="4623797" y="5390939"/>
                </a:cubicBezTo>
                <a:cubicBezTo>
                  <a:pt x="4623797" y="5390939"/>
                  <a:pt x="4588229" y="5376753"/>
                  <a:pt x="4566888" y="5383846"/>
                </a:cubicBezTo>
                <a:cubicBezTo>
                  <a:pt x="4566888" y="5383846"/>
                  <a:pt x="4509981" y="5376753"/>
                  <a:pt x="4552662" y="5362566"/>
                </a:cubicBezTo>
                <a:cubicBezTo>
                  <a:pt x="4552662" y="5362566"/>
                  <a:pt x="4588229" y="5348379"/>
                  <a:pt x="4652251" y="5390939"/>
                </a:cubicBezTo>
                <a:cubicBezTo>
                  <a:pt x="4652251" y="5390939"/>
                  <a:pt x="4694932" y="5419312"/>
                  <a:pt x="4702045" y="5440592"/>
                </a:cubicBezTo>
                <a:cubicBezTo>
                  <a:pt x="4702045" y="5440592"/>
                  <a:pt x="4709159" y="5447687"/>
                  <a:pt x="4716273" y="5440592"/>
                </a:cubicBezTo>
                <a:cubicBezTo>
                  <a:pt x="4716273" y="5440592"/>
                  <a:pt x="4737613" y="5426406"/>
                  <a:pt x="4723387" y="5412219"/>
                </a:cubicBezTo>
                <a:cubicBezTo>
                  <a:pt x="4723387" y="5412219"/>
                  <a:pt x="4702045" y="5369659"/>
                  <a:pt x="4623797" y="5320006"/>
                </a:cubicBezTo>
                <a:cubicBezTo>
                  <a:pt x="4623797" y="5320006"/>
                  <a:pt x="4595343" y="5298726"/>
                  <a:pt x="4581116" y="5305820"/>
                </a:cubicBezTo>
                <a:cubicBezTo>
                  <a:pt x="4581116" y="5305820"/>
                  <a:pt x="4566888" y="5298726"/>
                  <a:pt x="4581116" y="5298726"/>
                </a:cubicBezTo>
                <a:cubicBezTo>
                  <a:pt x="4581116" y="5298726"/>
                  <a:pt x="4616684" y="5284540"/>
                  <a:pt x="4666478" y="5320006"/>
                </a:cubicBezTo>
                <a:cubicBezTo>
                  <a:pt x="4666478" y="5320006"/>
                  <a:pt x="4702045" y="5348379"/>
                  <a:pt x="4723387" y="5376753"/>
                </a:cubicBezTo>
                <a:cubicBezTo>
                  <a:pt x="4723387" y="5376753"/>
                  <a:pt x="4737613" y="5390939"/>
                  <a:pt x="4730500" y="5376753"/>
                </a:cubicBezTo>
                <a:cubicBezTo>
                  <a:pt x="4730500" y="5376753"/>
                  <a:pt x="4723387" y="5362566"/>
                  <a:pt x="4730500" y="5355473"/>
                </a:cubicBezTo>
                <a:cubicBezTo>
                  <a:pt x="4730500" y="5355473"/>
                  <a:pt x="4730500" y="5355473"/>
                  <a:pt x="4730500" y="5348379"/>
                </a:cubicBezTo>
                <a:cubicBezTo>
                  <a:pt x="4730500" y="5348379"/>
                  <a:pt x="4723387" y="5341286"/>
                  <a:pt x="4723387" y="5334193"/>
                </a:cubicBezTo>
                <a:cubicBezTo>
                  <a:pt x="4723387" y="5334193"/>
                  <a:pt x="4730500" y="5334193"/>
                  <a:pt x="4716273" y="5334193"/>
                </a:cubicBezTo>
                <a:cubicBezTo>
                  <a:pt x="4716273" y="5334193"/>
                  <a:pt x="4709159" y="5327099"/>
                  <a:pt x="4702045" y="5327099"/>
                </a:cubicBezTo>
                <a:cubicBezTo>
                  <a:pt x="4702045" y="5327099"/>
                  <a:pt x="4666478" y="5327099"/>
                  <a:pt x="4694932" y="5320006"/>
                </a:cubicBezTo>
                <a:cubicBezTo>
                  <a:pt x="4694932" y="5320006"/>
                  <a:pt x="4702045" y="5320006"/>
                  <a:pt x="4716273" y="5320006"/>
                </a:cubicBezTo>
                <a:cubicBezTo>
                  <a:pt x="4716273" y="5320006"/>
                  <a:pt x="4723387" y="5320006"/>
                  <a:pt x="4716273" y="5312913"/>
                </a:cubicBezTo>
                <a:cubicBezTo>
                  <a:pt x="4716273" y="5312913"/>
                  <a:pt x="4702045" y="5284540"/>
                  <a:pt x="4702045" y="5277446"/>
                </a:cubicBezTo>
                <a:cubicBezTo>
                  <a:pt x="4702045" y="5277446"/>
                  <a:pt x="4694932" y="5263260"/>
                  <a:pt x="4694932" y="5277446"/>
                </a:cubicBezTo>
                <a:cubicBezTo>
                  <a:pt x="4694932" y="5277446"/>
                  <a:pt x="4687819" y="5291633"/>
                  <a:pt x="4666478" y="5277446"/>
                </a:cubicBezTo>
                <a:cubicBezTo>
                  <a:pt x="4666478" y="5277446"/>
                  <a:pt x="4630910" y="5277446"/>
                  <a:pt x="4630910" y="5256166"/>
                </a:cubicBezTo>
                <a:cubicBezTo>
                  <a:pt x="4630910" y="5256166"/>
                  <a:pt x="4638023" y="5227792"/>
                  <a:pt x="4616684" y="5227792"/>
                </a:cubicBezTo>
                <a:cubicBezTo>
                  <a:pt x="4616684" y="5227792"/>
                  <a:pt x="4595343" y="5220699"/>
                  <a:pt x="4616684" y="5213607"/>
                </a:cubicBezTo>
                <a:cubicBezTo>
                  <a:pt x="4616684" y="5213607"/>
                  <a:pt x="4638023" y="5206512"/>
                  <a:pt x="4666478" y="5213607"/>
                </a:cubicBezTo>
                <a:cubicBezTo>
                  <a:pt x="4666478" y="5213607"/>
                  <a:pt x="4666478" y="5220699"/>
                  <a:pt x="4680706" y="5213607"/>
                </a:cubicBezTo>
                <a:cubicBezTo>
                  <a:pt x="4680706" y="5213607"/>
                  <a:pt x="4744726" y="5185232"/>
                  <a:pt x="4751841" y="5227792"/>
                </a:cubicBezTo>
                <a:cubicBezTo>
                  <a:pt x="4751841" y="5227792"/>
                  <a:pt x="4744726" y="5256166"/>
                  <a:pt x="4758954" y="5277446"/>
                </a:cubicBezTo>
                <a:cubicBezTo>
                  <a:pt x="4758954" y="5277446"/>
                  <a:pt x="4758954" y="5291633"/>
                  <a:pt x="4758954" y="5298726"/>
                </a:cubicBezTo>
                <a:cubicBezTo>
                  <a:pt x="4758954" y="5298726"/>
                  <a:pt x="4758954" y="5305820"/>
                  <a:pt x="4766067" y="5320006"/>
                </a:cubicBezTo>
                <a:cubicBezTo>
                  <a:pt x="4766067" y="5320006"/>
                  <a:pt x="4773181" y="5320006"/>
                  <a:pt x="4766067" y="5327099"/>
                </a:cubicBezTo>
                <a:cubicBezTo>
                  <a:pt x="4766067" y="5327099"/>
                  <a:pt x="4766067" y="5341286"/>
                  <a:pt x="4766067" y="5355473"/>
                </a:cubicBezTo>
                <a:cubicBezTo>
                  <a:pt x="4766067" y="5355473"/>
                  <a:pt x="4758954" y="5376753"/>
                  <a:pt x="4773181" y="5362566"/>
                </a:cubicBezTo>
                <a:cubicBezTo>
                  <a:pt x="4773181" y="5362566"/>
                  <a:pt x="4808748" y="5312913"/>
                  <a:pt x="4822976" y="5291633"/>
                </a:cubicBezTo>
                <a:cubicBezTo>
                  <a:pt x="4822976" y="5291633"/>
                  <a:pt x="4837203" y="5277446"/>
                  <a:pt x="4815863" y="5277446"/>
                </a:cubicBezTo>
                <a:cubicBezTo>
                  <a:pt x="4815863" y="5277446"/>
                  <a:pt x="4794522" y="5270353"/>
                  <a:pt x="4780295" y="5263260"/>
                </a:cubicBezTo>
                <a:cubicBezTo>
                  <a:pt x="4780295" y="5263260"/>
                  <a:pt x="4766067" y="5256166"/>
                  <a:pt x="4780295" y="5249073"/>
                </a:cubicBezTo>
                <a:cubicBezTo>
                  <a:pt x="4780295" y="5249073"/>
                  <a:pt x="4794522" y="5256166"/>
                  <a:pt x="4794522" y="5249073"/>
                </a:cubicBezTo>
                <a:cubicBezTo>
                  <a:pt x="4794522" y="5249073"/>
                  <a:pt x="4787409" y="5241980"/>
                  <a:pt x="4794522" y="5241980"/>
                </a:cubicBezTo>
                <a:cubicBezTo>
                  <a:pt x="4794522" y="5241980"/>
                  <a:pt x="4808748" y="5241980"/>
                  <a:pt x="4808748" y="5227792"/>
                </a:cubicBezTo>
                <a:cubicBezTo>
                  <a:pt x="4808748" y="5227792"/>
                  <a:pt x="4801635" y="5206512"/>
                  <a:pt x="4794522" y="5213607"/>
                </a:cubicBezTo>
                <a:cubicBezTo>
                  <a:pt x="4794522" y="5213607"/>
                  <a:pt x="4766067" y="5213607"/>
                  <a:pt x="4758954" y="5199419"/>
                </a:cubicBezTo>
                <a:cubicBezTo>
                  <a:pt x="4758954" y="5199419"/>
                  <a:pt x="4744726" y="5192326"/>
                  <a:pt x="4744726" y="5185232"/>
                </a:cubicBezTo>
                <a:cubicBezTo>
                  <a:pt x="4744726" y="5185232"/>
                  <a:pt x="4744726" y="5178139"/>
                  <a:pt x="4758954" y="5185232"/>
                </a:cubicBezTo>
                <a:cubicBezTo>
                  <a:pt x="4758954" y="5185232"/>
                  <a:pt x="4787409" y="5199419"/>
                  <a:pt x="4773181" y="5178139"/>
                </a:cubicBezTo>
                <a:cubicBezTo>
                  <a:pt x="4758954" y="5163952"/>
                  <a:pt x="4758954" y="5163952"/>
                  <a:pt x="4758954" y="5163952"/>
                </a:cubicBezTo>
                <a:cubicBezTo>
                  <a:pt x="4758954" y="5163952"/>
                  <a:pt x="4758954" y="5149766"/>
                  <a:pt x="4737613" y="5163952"/>
                </a:cubicBezTo>
                <a:cubicBezTo>
                  <a:pt x="4737613" y="5163952"/>
                  <a:pt x="4694932" y="5171046"/>
                  <a:pt x="4709159" y="5156859"/>
                </a:cubicBezTo>
                <a:cubicBezTo>
                  <a:pt x="4709159" y="5156859"/>
                  <a:pt x="4723387" y="5149766"/>
                  <a:pt x="4716273" y="5142672"/>
                </a:cubicBezTo>
                <a:cubicBezTo>
                  <a:pt x="4716273" y="5142672"/>
                  <a:pt x="4716273" y="5135579"/>
                  <a:pt x="4730500" y="5128486"/>
                </a:cubicBezTo>
                <a:cubicBezTo>
                  <a:pt x="4730500" y="5128486"/>
                  <a:pt x="4737613" y="5121393"/>
                  <a:pt x="4730500" y="5114299"/>
                </a:cubicBezTo>
                <a:cubicBezTo>
                  <a:pt x="4730500" y="5114299"/>
                  <a:pt x="4730500" y="5114299"/>
                  <a:pt x="4751841" y="5107206"/>
                </a:cubicBezTo>
                <a:cubicBezTo>
                  <a:pt x="4751841" y="5107206"/>
                  <a:pt x="4808748" y="5085926"/>
                  <a:pt x="4815863" y="5114299"/>
                </a:cubicBezTo>
                <a:cubicBezTo>
                  <a:pt x="4815863" y="5114299"/>
                  <a:pt x="4822976" y="5128486"/>
                  <a:pt x="4815863" y="5142672"/>
                </a:cubicBezTo>
                <a:cubicBezTo>
                  <a:pt x="4815863" y="5142672"/>
                  <a:pt x="4808748" y="5142672"/>
                  <a:pt x="4815863" y="5171046"/>
                </a:cubicBezTo>
                <a:cubicBezTo>
                  <a:pt x="4815863" y="5171046"/>
                  <a:pt x="4815863" y="5185232"/>
                  <a:pt x="4830089" y="5192326"/>
                </a:cubicBezTo>
                <a:cubicBezTo>
                  <a:pt x="4830089" y="5192326"/>
                  <a:pt x="4837203" y="5206512"/>
                  <a:pt x="4844316" y="5220699"/>
                </a:cubicBezTo>
                <a:cubicBezTo>
                  <a:pt x="4844316" y="5220699"/>
                  <a:pt x="4858544" y="5241980"/>
                  <a:pt x="4858544" y="5249073"/>
                </a:cubicBezTo>
                <a:cubicBezTo>
                  <a:pt x="4858544" y="5249073"/>
                  <a:pt x="4858544" y="5263260"/>
                  <a:pt x="4865657" y="5256166"/>
                </a:cubicBezTo>
                <a:cubicBezTo>
                  <a:pt x="4865657" y="5256166"/>
                  <a:pt x="4922566" y="5185232"/>
                  <a:pt x="4965247" y="5206512"/>
                </a:cubicBezTo>
                <a:cubicBezTo>
                  <a:pt x="4965247" y="5206512"/>
                  <a:pt x="4986588" y="5199419"/>
                  <a:pt x="4958133" y="5234885"/>
                </a:cubicBezTo>
                <a:cubicBezTo>
                  <a:pt x="4958133" y="5234885"/>
                  <a:pt x="4951020" y="5249073"/>
                  <a:pt x="4943906" y="5249073"/>
                </a:cubicBezTo>
                <a:cubicBezTo>
                  <a:pt x="4894111" y="5270353"/>
                  <a:pt x="4894111" y="5270353"/>
                  <a:pt x="4894111" y="5270353"/>
                </a:cubicBezTo>
                <a:cubicBezTo>
                  <a:pt x="4894111" y="5270353"/>
                  <a:pt x="4879884" y="5277446"/>
                  <a:pt x="4901225" y="5263260"/>
                </a:cubicBezTo>
                <a:cubicBezTo>
                  <a:pt x="4901225" y="5263260"/>
                  <a:pt x="4922566" y="5241980"/>
                  <a:pt x="4922566" y="5234885"/>
                </a:cubicBezTo>
                <a:cubicBezTo>
                  <a:pt x="4922566" y="5234885"/>
                  <a:pt x="4922566" y="5220699"/>
                  <a:pt x="4915451" y="5234885"/>
                </a:cubicBezTo>
                <a:cubicBezTo>
                  <a:pt x="4915451" y="5234885"/>
                  <a:pt x="4886998" y="5256166"/>
                  <a:pt x="4879884" y="5263260"/>
                </a:cubicBezTo>
                <a:cubicBezTo>
                  <a:pt x="4879884" y="5263260"/>
                  <a:pt x="4865657" y="5270353"/>
                  <a:pt x="4872770" y="5284540"/>
                </a:cubicBezTo>
                <a:cubicBezTo>
                  <a:pt x="4872770" y="5284540"/>
                  <a:pt x="4872770" y="5291633"/>
                  <a:pt x="4872770" y="5291633"/>
                </a:cubicBezTo>
                <a:cubicBezTo>
                  <a:pt x="4872770" y="5291633"/>
                  <a:pt x="4872770" y="5298726"/>
                  <a:pt x="4872770" y="5298726"/>
                </a:cubicBezTo>
                <a:cubicBezTo>
                  <a:pt x="4872770" y="5298726"/>
                  <a:pt x="4886998" y="5327099"/>
                  <a:pt x="4865657" y="5327099"/>
                </a:cubicBezTo>
                <a:cubicBezTo>
                  <a:pt x="4865657" y="5327099"/>
                  <a:pt x="4844316" y="5327099"/>
                  <a:pt x="4837203" y="5312913"/>
                </a:cubicBezTo>
                <a:cubicBezTo>
                  <a:pt x="4837203" y="5312913"/>
                  <a:pt x="4830089" y="5298726"/>
                  <a:pt x="4822976" y="5320006"/>
                </a:cubicBezTo>
                <a:cubicBezTo>
                  <a:pt x="4822976" y="5320006"/>
                  <a:pt x="4801635" y="5355473"/>
                  <a:pt x="4787409" y="5369659"/>
                </a:cubicBezTo>
                <a:cubicBezTo>
                  <a:pt x="4787409" y="5369659"/>
                  <a:pt x="4751841" y="5405126"/>
                  <a:pt x="4758954" y="5412219"/>
                </a:cubicBezTo>
                <a:cubicBezTo>
                  <a:pt x="4758954" y="5412219"/>
                  <a:pt x="4773181" y="5426406"/>
                  <a:pt x="4766067" y="5426406"/>
                </a:cubicBezTo>
                <a:cubicBezTo>
                  <a:pt x="4766067" y="5426406"/>
                  <a:pt x="4758954" y="5433499"/>
                  <a:pt x="4744726" y="5426406"/>
                </a:cubicBezTo>
                <a:cubicBezTo>
                  <a:pt x="4744726" y="5426406"/>
                  <a:pt x="4744726" y="5426406"/>
                  <a:pt x="4737613" y="5440592"/>
                </a:cubicBezTo>
                <a:cubicBezTo>
                  <a:pt x="4737613" y="5440592"/>
                  <a:pt x="4716273" y="5461872"/>
                  <a:pt x="4730500" y="5468967"/>
                </a:cubicBezTo>
                <a:cubicBezTo>
                  <a:pt x="4730500" y="5468967"/>
                  <a:pt x="4737613" y="5468967"/>
                  <a:pt x="4744726" y="5476060"/>
                </a:cubicBezTo>
                <a:cubicBezTo>
                  <a:pt x="4744726" y="5476060"/>
                  <a:pt x="4758954" y="5476060"/>
                  <a:pt x="4744726" y="5483153"/>
                </a:cubicBezTo>
                <a:close/>
                <a:moveTo>
                  <a:pt x="5022155" y="5646299"/>
                </a:moveTo>
                <a:cubicBezTo>
                  <a:pt x="5022155" y="5646299"/>
                  <a:pt x="5022155" y="5653394"/>
                  <a:pt x="5022155" y="5667579"/>
                </a:cubicBezTo>
                <a:cubicBezTo>
                  <a:pt x="5022155" y="5667579"/>
                  <a:pt x="5022155" y="5674674"/>
                  <a:pt x="5015041" y="5681767"/>
                </a:cubicBezTo>
                <a:cubicBezTo>
                  <a:pt x="4943906" y="5731420"/>
                  <a:pt x="4943906" y="5731420"/>
                  <a:pt x="4943906" y="5731420"/>
                </a:cubicBezTo>
                <a:cubicBezTo>
                  <a:pt x="4943906" y="5731420"/>
                  <a:pt x="4936792" y="5724327"/>
                  <a:pt x="4929679" y="5738513"/>
                </a:cubicBezTo>
                <a:cubicBezTo>
                  <a:pt x="4929679" y="5738513"/>
                  <a:pt x="4929679" y="5731420"/>
                  <a:pt x="4922566" y="5731420"/>
                </a:cubicBezTo>
                <a:cubicBezTo>
                  <a:pt x="4922566" y="5731420"/>
                  <a:pt x="4922566" y="5731420"/>
                  <a:pt x="4922566" y="5738513"/>
                </a:cubicBezTo>
                <a:cubicBezTo>
                  <a:pt x="4922566" y="5738513"/>
                  <a:pt x="4908338" y="5731420"/>
                  <a:pt x="4908338" y="5738513"/>
                </a:cubicBezTo>
                <a:cubicBezTo>
                  <a:pt x="4865657" y="5745607"/>
                  <a:pt x="4865657" y="5745607"/>
                  <a:pt x="4865657" y="5745607"/>
                </a:cubicBezTo>
                <a:cubicBezTo>
                  <a:pt x="4865657" y="5745607"/>
                  <a:pt x="4851430" y="5745607"/>
                  <a:pt x="4872770" y="5738513"/>
                </a:cubicBezTo>
                <a:cubicBezTo>
                  <a:pt x="4872770" y="5738513"/>
                  <a:pt x="4922566" y="5724327"/>
                  <a:pt x="4894111" y="5724327"/>
                </a:cubicBezTo>
                <a:cubicBezTo>
                  <a:pt x="4894111" y="5724327"/>
                  <a:pt x="4879884" y="5717233"/>
                  <a:pt x="4894111" y="5717233"/>
                </a:cubicBezTo>
                <a:cubicBezTo>
                  <a:pt x="4894111" y="5717233"/>
                  <a:pt x="4943906" y="5681767"/>
                  <a:pt x="4958133" y="5646299"/>
                </a:cubicBezTo>
                <a:cubicBezTo>
                  <a:pt x="4958133" y="5646299"/>
                  <a:pt x="5007928" y="5568273"/>
                  <a:pt x="4943906" y="5525713"/>
                </a:cubicBezTo>
                <a:cubicBezTo>
                  <a:pt x="4943906" y="5525713"/>
                  <a:pt x="4915451" y="5525713"/>
                  <a:pt x="4894111" y="5561180"/>
                </a:cubicBezTo>
                <a:cubicBezTo>
                  <a:pt x="4894111" y="5561180"/>
                  <a:pt x="4879884" y="5596646"/>
                  <a:pt x="4858544" y="5603739"/>
                </a:cubicBezTo>
                <a:cubicBezTo>
                  <a:pt x="4858544" y="5603739"/>
                  <a:pt x="4822976" y="5596646"/>
                  <a:pt x="4801635" y="5582460"/>
                </a:cubicBezTo>
                <a:cubicBezTo>
                  <a:pt x="4801635" y="5582460"/>
                  <a:pt x="4780295" y="5575366"/>
                  <a:pt x="4801635" y="5575366"/>
                </a:cubicBezTo>
                <a:cubicBezTo>
                  <a:pt x="4801635" y="5575366"/>
                  <a:pt x="4808748" y="5575366"/>
                  <a:pt x="4822976" y="5561180"/>
                </a:cubicBezTo>
                <a:cubicBezTo>
                  <a:pt x="4822976" y="5561180"/>
                  <a:pt x="4844316" y="5554086"/>
                  <a:pt x="4844316" y="5546993"/>
                </a:cubicBezTo>
                <a:cubicBezTo>
                  <a:pt x="4844316" y="5546993"/>
                  <a:pt x="4858544" y="5525713"/>
                  <a:pt x="4872770" y="5511526"/>
                </a:cubicBezTo>
                <a:cubicBezTo>
                  <a:pt x="4872770" y="5511526"/>
                  <a:pt x="4894111" y="5497340"/>
                  <a:pt x="4901225" y="5483153"/>
                </a:cubicBezTo>
                <a:cubicBezTo>
                  <a:pt x="4901225" y="5483153"/>
                  <a:pt x="4901225" y="5468967"/>
                  <a:pt x="4886998" y="5476060"/>
                </a:cubicBezTo>
                <a:cubicBezTo>
                  <a:pt x="4886998" y="5476060"/>
                  <a:pt x="4858544" y="5504433"/>
                  <a:pt x="4830089" y="5454780"/>
                </a:cubicBezTo>
                <a:cubicBezTo>
                  <a:pt x="4830089" y="5454780"/>
                  <a:pt x="4830089" y="5398033"/>
                  <a:pt x="4822976" y="5419312"/>
                </a:cubicBezTo>
                <a:cubicBezTo>
                  <a:pt x="4822976" y="5419312"/>
                  <a:pt x="4808748" y="5454780"/>
                  <a:pt x="4787409" y="5461872"/>
                </a:cubicBezTo>
                <a:cubicBezTo>
                  <a:pt x="4787409" y="5461872"/>
                  <a:pt x="4773181" y="5468967"/>
                  <a:pt x="4758954" y="5461872"/>
                </a:cubicBezTo>
                <a:cubicBezTo>
                  <a:pt x="4758954" y="5461872"/>
                  <a:pt x="4737613" y="5454780"/>
                  <a:pt x="4758954" y="5454780"/>
                </a:cubicBezTo>
                <a:cubicBezTo>
                  <a:pt x="4758954" y="5454780"/>
                  <a:pt x="4780295" y="5447687"/>
                  <a:pt x="4794522" y="5419312"/>
                </a:cubicBezTo>
                <a:cubicBezTo>
                  <a:pt x="4794522" y="5419312"/>
                  <a:pt x="4808748" y="5398033"/>
                  <a:pt x="4808748" y="5383846"/>
                </a:cubicBezTo>
                <a:cubicBezTo>
                  <a:pt x="4808748" y="5383846"/>
                  <a:pt x="4801635" y="5376753"/>
                  <a:pt x="4822976" y="5369659"/>
                </a:cubicBezTo>
                <a:cubicBezTo>
                  <a:pt x="4822976" y="5369659"/>
                  <a:pt x="4865657" y="5334193"/>
                  <a:pt x="4894111" y="5355473"/>
                </a:cubicBezTo>
                <a:cubicBezTo>
                  <a:pt x="4894111" y="5355473"/>
                  <a:pt x="4901225" y="5369659"/>
                  <a:pt x="4894111" y="5390939"/>
                </a:cubicBezTo>
                <a:cubicBezTo>
                  <a:pt x="4894111" y="5390939"/>
                  <a:pt x="4886998" y="5405126"/>
                  <a:pt x="4908338" y="5426406"/>
                </a:cubicBezTo>
                <a:cubicBezTo>
                  <a:pt x="4908338" y="5426406"/>
                  <a:pt x="4936792" y="5440592"/>
                  <a:pt x="4943906" y="5433499"/>
                </a:cubicBezTo>
                <a:cubicBezTo>
                  <a:pt x="4943906" y="5433499"/>
                  <a:pt x="4979473" y="5405126"/>
                  <a:pt x="4993701" y="5412219"/>
                </a:cubicBezTo>
                <a:cubicBezTo>
                  <a:pt x="4993701" y="5412219"/>
                  <a:pt x="5022155" y="5412219"/>
                  <a:pt x="5015041" y="5433499"/>
                </a:cubicBezTo>
                <a:cubicBezTo>
                  <a:pt x="5015041" y="5433499"/>
                  <a:pt x="5007928" y="5447687"/>
                  <a:pt x="5007928" y="5454780"/>
                </a:cubicBezTo>
                <a:cubicBezTo>
                  <a:pt x="5007928" y="5454780"/>
                  <a:pt x="5007928" y="5454780"/>
                  <a:pt x="4993701" y="5461872"/>
                </a:cubicBezTo>
                <a:cubicBezTo>
                  <a:pt x="4993701" y="5461872"/>
                  <a:pt x="4972360" y="5476060"/>
                  <a:pt x="4993701" y="5497340"/>
                </a:cubicBezTo>
                <a:cubicBezTo>
                  <a:pt x="5029269" y="5546993"/>
                  <a:pt x="5029269" y="5546993"/>
                  <a:pt x="5029269" y="5546993"/>
                </a:cubicBezTo>
                <a:cubicBezTo>
                  <a:pt x="5029269" y="5546993"/>
                  <a:pt x="5043495" y="5589553"/>
                  <a:pt x="5036382" y="5625019"/>
                </a:cubicBezTo>
                <a:cubicBezTo>
                  <a:pt x="5036382" y="5625019"/>
                  <a:pt x="5029269" y="5639206"/>
                  <a:pt x="5022155" y="5646299"/>
                </a:cubicBezTo>
                <a:close/>
                <a:moveTo>
                  <a:pt x="3215317" y="5582460"/>
                </a:moveTo>
                <a:cubicBezTo>
                  <a:pt x="1906427" y="5582460"/>
                  <a:pt x="846511" y="4525552"/>
                  <a:pt x="846511" y="3220377"/>
                </a:cubicBezTo>
                <a:cubicBezTo>
                  <a:pt x="846511" y="1915202"/>
                  <a:pt x="1906427" y="858294"/>
                  <a:pt x="3215317" y="858294"/>
                </a:cubicBezTo>
                <a:cubicBezTo>
                  <a:pt x="4524207" y="858294"/>
                  <a:pt x="5584124" y="1915202"/>
                  <a:pt x="5584124" y="3220377"/>
                </a:cubicBezTo>
                <a:cubicBezTo>
                  <a:pt x="5584124" y="4525552"/>
                  <a:pt x="4524207" y="5582460"/>
                  <a:pt x="3215317" y="5582460"/>
                </a:cubicBezTo>
                <a:close/>
                <a:moveTo>
                  <a:pt x="5541443" y="2255683"/>
                </a:moveTo>
                <a:cubicBezTo>
                  <a:pt x="5520102" y="2198936"/>
                  <a:pt x="5512989" y="2149282"/>
                  <a:pt x="5534330" y="2099629"/>
                </a:cubicBezTo>
                <a:cubicBezTo>
                  <a:pt x="5548556" y="2057069"/>
                  <a:pt x="5584124" y="2021603"/>
                  <a:pt x="5641033" y="2000322"/>
                </a:cubicBezTo>
                <a:cubicBezTo>
                  <a:pt x="5676600" y="1986135"/>
                  <a:pt x="5705055" y="1979042"/>
                  <a:pt x="5733508" y="1979042"/>
                </a:cubicBezTo>
                <a:cubicBezTo>
                  <a:pt x="5754849" y="1979042"/>
                  <a:pt x="5776190" y="1986135"/>
                  <a:pt x="5797530" y="1993229"/>
                </a:cubicBezTo>
                <a:cubicBezTo>
                  <a:pt x="5811757" y="2007415"/>
                  <a:pt x="5833097" y="2014510"/>
                  <a:pt x="5847325" y="2028695"/>
                </a:cubicBezTo>
                <a:cubicBezTo>
                  <a:pt x="5861552" y="2049976"/>
                  <a:pt x="5882893" y="2078349"/>
                  <a:pt x="5890006" y="2106723"/>
                </a:cubicBezTo>
                <a:cubicBezTo>
                  <a:pt x="5918460" y="2163469"/>
                  <a:pt x="5918460" y="2213122"/>
                  <a:pt x="5897119" y="2255683"/>
                </a:cubicBezTo>
                <a:cubicBezTo>
                  <a:pt x="5882893" y="2305336"/>
                  <a:pt x="5847325" y="2340803"/>
                  <a:pt x="5790416" y="2362083"/>
                </a:cubicBezTo>
                <a:cubicBezTo>
                  <a:pt x="5733508" y="2383363"/>
                  <a:pt x="5683714" y="2383363"/>
                  <a:pt x="5641033" y="2362083"/>
                </a:cubicBezTo>
                <a:cubicBezTo>
                  <a:pt x="5598350" y="2347896"/>
                  <a:pt x="5562783" y="2305336"/>
                  <a:pt x="5541443" y="2255683"/>
                </a:cubicBezTo>
                <a:close/>
                <a:moveTo>
                  <a:pt x="5982482" y="2390456"/>
                </a:moveTo>
                <a:cubicBezTo>
                  <a:pt x="6003822" y="2468482"/>
                  <a:pt x="6003822" y="2468482"/>
                  <a:pt x="6003822" y="2468482"/>
                </a:cubicBezTo>
                <a:cubicBezTo>
                  <a:pt x="5712168" y="2539416"/>
                  <a:pt x="5712168" y="2539416"/>
                  <a:pt x="5712168" y="2539416"/>
                </a:cubicBezTo>
                <a:cubicBezTo>
                  <a:pt x="5761962" y="2738030"/>
                  <a:pt x="5761962" y="2738030"/>
                  <a:pt x="5761962" y="2738030"/>
                </a:cubicBezTo>
                <a:cubicBezTo>
                  <a:pt x="5697940" y="2752217"/>
                  <a:pt x="5697940" y="2752217"/>
                  <a:pt x="5697940" y="2752217"/>
                </a:cubicBezTo>
                <a:cubicBezTo>
                  <a:pt x="5633918" y="2475577"/>
                  <a:pt x="5633918" y="2475577"/>
                  <a:pt x="5633918" y="2475577"/>
                </a:cubicBezTo>
                <a:lnTo>
                  <a:pt x="5982482" y="2390456"/>
                </a:lnTo>
                <a:close/>
                <a:moveTo>
                  <a:pt x="6060731" y="3724004"/>
                </a:moveTo>
                <a:cubicBezTo>
                  <a:pt x="5804643" y="3745285"/>
                  <a:pt x="5804643" y="3745285"/>
                  <a:pt x="5804643" y="3745285"/>
                </a:cubicBezTo>
                <a:cubicBezTo>
                  <a:pt x="6032276" y="3865871"/>
                  <a:pt x="6032276" y="3865871"/>
                  <a:pt x="6032276" y="3865871"/>
                </a:cubicBezTo>
                <a:cubicBezTo>
                  <a:pt x="6010935" y="3986458"/>
                  <a:pt x="6010935" y="3986458"/>
                  <a:pt x="6010935" y="3986458"/>
                </a:cubicBezTo>
                <a:cubicBezTo>
                  <a:pt x="5648146" y="3915524"/>
                  <a:pt x="5648146" y="3915524"/>
                  <a:pt x="5648146" y="3915524"/>
                </a:cubicBezTo>
                <a:cubicBezTo>
                  <a:pt x="5662372" y="3837498"/>
                  <a:pt x="5662372" y="3837498"/>
                  <a:pt x="5662372" y="3837498"/>
                </a:cubicBezTo>
                <a:cubicBezTo>
                  <a:pt x="5946915" y="3894244"/>
                  <a:pt x="5946915" y="3894244"/>
                  <a:pt x="5946915" y="3894244"/>
                </a:cubicBezTo>
                <a:cubicBezTo>
                  <a:pt x="5676600" y="3759471"/>
                  <a:pt x="5676600" y="3759471"/>
                  <a:pt x="5676600" y="3759471"/>
                </a:cubicBezTo>
                <a:cubicBezTo>
                  <a:pt x="5697940" y="3681444"/>
                  <a:pt x="5697940" y="3681444"/>
                  <a:pt x="5697940" y="3681444"/>
                </a:cubicBezTo>
                <a:cubicBezTo>
                  <a:pt x="5996709" y="3660164"/>
                  <a:pt x="5996709" y="3660164"/>
                  <a:pt x="5996709" y="3660164"/>
                </a:cubicBezTo>
                <a:cubicBezTo>
                  <a:pt x="5712168" y="3603418"/>
                  <a:pt x="5712168" y="3603418"/>
                  <a:pt x="5712168" y="3603418"/>
                </a:cubicBezTo>
                <a:cubicBezTo>
                  <a:pt x="5726394" y="3532483"/>
                  <a:pt x="5726394" y="3532483"/>
                  <a:pt x="5726394" y="3532483"/>
                </a:cubicBezTo>
                <a:cubicBezTo>
                  <a:pt x="6089185" y="3603418"/>
                  <a:pt x="6089185" y="3603418"/>
                  <a:pt x="6089185" y="3603418"/>
                </a:cubicBezTo>
                <a:lnTo>
                  <a:pt x="6060731" y="3724004"/>
                </a:lnTo>
                <a:close/>
                <a:moveTo>
                  <a:pt x="5804643" y="3362244"/>
                </a:moveTo>
                <a:cubicBezTo>
                  <a:pt x="5811757" y="3376431"/>
                  <a:pt x="5818871" y="3383524"/>
                  <a:pt x="5833097" y="3383524"/>
                </a:cubicBezTo>
                <a:cubicBezTo>
                  <a:pt x="5847325" y="3390617"/>
                  <a:pt x="5868665" y="3390617"/>
                  <a:pt x="5897119" y="3390617"/>
                </a:cubicBezTo>
                <a:cubicBezTo>
                  <a:pt x="6103412" y="3397711"/>
                  <a:pt x="6103412" y="3397711"/>
                  <a:pt x="6103412" y="3397711"/>
                </a:cubicBezTo>
                <a:cubicBezTo>
                  <a:pt x="6096298" y="3482830"/>
                  <a:pt x="6096298" y="3482830"/>
                  <a:pt x="6096298" y="3482830"/>
                </a:cubicBezTo>
                <a:cubicBezTo>
                  <a:pt x="5904233" y="3475737"/>
                  <a:pt x="5904233" y="3475737"/>
                  <a:pt x="5904233" y="3475737"/>
                </a:cubicBezTo>
                <a:cubicBezTo>
                  <a:pt x="5861552" y="3475737"/>
                  <a:pt x="5825984" y="3468644"/>
                  <a:pt x="5811757" y="3461550"/>
                </a:cubicBezTo>
                <a:cubicBezTo>
                  <a:pt x="5790416" y="3461550"/>
                  <a:pt x="5776190" y="3447364"/>
                  <a:pt x="5769075" y="3440270"/>
                </a:cubicBezTo>
                <a:cubicBezTo>
                  <a:pt x="5754849" y="3426084"/>
                  <a:pt x="5747736" y="3411897"/>
                  <a:pt x="5740622" y="3390617"/>
                </a:cubicBezTo>
                <a:cubicBezTo>
                  <a:pt x="5733508" y="3369337"/>
                  <a:pt x="5726394" y="3340964"/>
                  <a:pt x="5726394" y="3312591"/>
                </a:cubicBezTo>
                <a:cubicBezTo>
                  <a:pt x="5733508" y="3270030"/>
                  <a:pt x="5733508" y="3241657"/>
                  <a:pt x="5747736" y="3227470"/>
                </a:cubicBezTo>
                <a:cubicBezTo>
                  <a:pt x="5754849" y="3206190"/>
                  <a:pt x="5761962" y="3192004"/>
                  <a:pt x="5776190" y="3177817"/>
                </a:cubicBezTo>
                <a:cubicBezTo>
                  <a:pt x="5790416" y="3170724"/>
                  <a:pt x="5804643" y="3163630"/>
                  <a:pt x="5818871" y="3156537"/>
                </a:cubicBezTo>
                <a:cubicBezTo>
                  <a:pt x="5840211" y="3149444"/>
                  <a:pt x="5868665" y="3149444"/>
                  <a:pt x="5911347" y="3149444"/>
                </a:cubicBezTo>
                <a:cubicBezTo>
                  <a:pt x="6110525" y="3156537"/>
                  <a:pt x="6110525" y="3156537"/>
                  <a:pt x="6110525" y="3156537"/>
                </a:cubicBezTo>
                <a:cubicBezTo>
                  <a:pt x="6103412" y="3241657"/>
                  <a:pt x="6103412" y="3241657"/>
                  <a:pt x="6103412" y="3241657"/>
                </a:cubicBezTo>
                <a:cubicBezTo>
                  <a:pt x="5904233" y="3234564"/>
                  <a:pt x="5904233" y="3234564"/>
                  <a:pt x="5904233" y="3234564"/>
                </a:cubicBezTo>
                <a:cubicBezTo>
                  <a:pt x="5875779" y="3234564"/>
                  <a:pt x="5854438" y="3234564"/>
                  <a:pt x="5847325" y="3234564"/>
                </a:cubicBezTo>
                <a:cubicBezTo>
                  <a:pt x="5825984" y="3234564"/>
                  <a:pt x="5818871" y="3241657"/>
                  <a:pt x="5804643" y="3255843"/>
                </a:cubicBezTo>
                <a:cubicBezTo>
                  <a:pt x="5797530" y="3270030"/>
                  <a:pt x="5790416" y="3291310"/>
                  <a:pt x="5790416" y="3312591"/>
                </a:cubicBezTo>
                <a:cubicBezTo>
                  <a:pt x="5790416" y="3333871"/>
                  <a:pt x="5797530" y="3355151"/>
                  <a:pt x="5804643" y="3362244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3741400" y="1041400"/>
            <a:ext cx="158355" cy="152265"/>
          </a:xfrm>
          <a:custGeom>
            <a:avLst/>
            <a:gdLst/>
            <a:ahLst/>
            <a:cxnLst/>
            <a:rect l="l" t="t" r="r" b="b"/>
            <a:pathLst>
              <a:path w="158355" h="152265">
                <a:moveTo>
                  <a:pt x="93574" y="145015"/>
                </a:moveTo>
                <a:cubicBezTo>
                  <a:pt x="100772" y="152265"/>
                  <a:pt x="115167" y="152265"/>
                  <a:pt x="122366" y="145015"/>
                </a:cubicBezTo>
                <a:cubicBezTo>
                  <a:pt x="136761" y="145015"/>
                  <a:pt x="143960" y="137765"/>
                  <a:pt x="151157" y="123262"/>
                </a:cubicBezTo>
                <a:cubicBezTo>
                  <a:pt x="158355" y="116012"/>
                  <a:pt x="158355" y="101511"/>
                  <a:pt x="158355" y="94259"/>
                </a:cubicBezTo>
                <a:cubicBezTo>
                  <a:pt x="158355" y="79759"/>
                  <a:pt x="151157" y="65256"/>
                  <a:pt x="136761" y="58006"/>
                </a:cubicBezTo>
                <a:cubicBezTo>
                  <a:pt x="129563" y="50756"/>
                  <a:pt x="115167" y="36253"/>
                  <a:pt x="93574" y="21753"/>
                </a:cubicBezTo>
                <a:cubicBezTo>
                  <a:pt x="57583" y="0"/>
                  <a:pt x="57583" y="0"/>
                  <a:pt x="57583" y="0"/>
                </a:cubicBezTo>
                <a:cubicBezTo>
                  <a:pt x="0" y="87009"/>
                  <a:pt x="0" y="87009"/>
                  <a:pt x="0" y="87009"/>
                </a:cubicBezTo>
                <a:cubicBezTo>
                  <a:pt x="35989" y="116012"/>
                  <a:pt x="35989" y="116012"/>
                  <a:pt x="35989" y="116012"/>
                </a:cubicBezTo>
                <a:cubicBezTo>
                  <a:pt x="64781" y="130514"/>
                  <a:pt x="79177" y="145015"/>
                  <a:pt x="93574" y="145015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2712700" y="6083300"/>
            <a:ext cx="127904" cy="200991"/>
          </a:xfrm>
          <a:custGeom>
            <a:avLst/>
            <a:gdLst/>
            <a:ahLst/>
            <a:cxnLst/>
            <a:rect l="l" t="t" r="r" b="b"/>
            <a:pathLst>
              <a:path w="127904" h="200991">
                <a:moveTo>
                  <a:pt x="21317" y="21534"/>
                </a:moveTo>
                <a:cubicBezTo>
                  <a:pt x="28423" y="28713"/>
                  <a:pt x="35530" y="43070"/>
                  <a:pt x="35530" y="43070"/>
                </a:cubicBezTo>
                <a:cubicBezTo>
                  <a:pt x="42635" y="57426"/>
                  <a:pt x="49741" y="57426"/>
                  <a:pt x="49741" y="57426"/>
                </a:cubicBezTo>
                <a:cubicBezTo>
                  <a:pt x="56846" y="64604"/>
                  <a:pt x="49741" y="78961"/>
                  <a:pt x="49741" y="78961"/>
                </a:cubicBezTo>
                <a:cubicBezTo>
                  <a:pt x="42635" y="86139"/>
                  <a:pt x="42635" y="93317"/>
                  <a:pt x="42635" y="93317"/>
                </a:cubicBezTo>
                <a:cubicBezTo>
                  <a:pt x="35530" y="114852"/>
                  <a:pt x="14211" y="136387"/>
                  <a:pt x="14211" y="136387"/>
                </a:cubicBezTo>
                <a:cubicBezTo>
                  <a:pt x="0" y="150743"/>
                  <a:pt x="21317" y="179456"/>
                  <a:pt x="21317" y="179456"/>
                </a:cubicBezTo>
                <a:cubicBezTo>
                  <a:pt x="28423" y="200991"/>
                  <a:pt x="56846" y="157922"/>
                  <a:pt x="56846" y="157922"/>
                </a:cubicBezTo>
                <a:cubicBezTo>
                  <a:pt x="56846" y="150743"/>
                  <a:pt x="63952" y="150743"/>
                  <a:pt x="63952" y="150743"/>
                </a:cubicBezTo>
                <a:cubicBezTo>
                  <a:pt x="71058" y="143565"/>
                  <a:pt x="71058" y="136387"/>
                  <a:pt x="71058" y="136387"/>
                </a:cubicBezTo>
                <a:cubicBezTo>
                  <a:pt x="85269" y="114852"/>
                  <a:pt x="99480" y="93317"/>
                  <a:pt x="99480" y="93317"/>
                </a:cubicBezTo>
                <a:cubicBezTo>
                  <a:pt x="106587" y="86139"/>
                  <a:pt x="120799" y="43070"/>
                  <a:pt x="120799" y="43070"/>
                </a:cubicBezTo>
                <a:cubicBezTo>
                  <a:pt x="127904" y="43070"/>
                  <a:pt x="120799" y="28713"/>
                  <a:pt x="120799" y="28713"/>
                </a:cubicBezTo>
                <a:cubicBezTo>
                  <a:pt x="120799" y="21534"/>
                  <a:pt x="85269" y="7178"/>
                  <a:pt x="85269" y="7178"/>
                </a:cubicBezTo>
                <a:cubicBezTo>
                  <a:pt x="78163" y="7178"/>
                  <a:pt x="63952" y="0"/>
                  <a:pt x="49741" y="0"/>
                </a:cubicBezTo>
                <a:cubicBezTo>
                  <a:pt x="42635" y="0"/>
                  <a:pt x="28423" y="0"/>
                  <a:pt x="28423" y="0"/>
                </a:cubicBezTo>
                <a:cubicBezTo>
                  <a:pt x="7106" y="7178"/>
                  <a:pt x="21317" y="21534"/>
                  <a:pt x="21317" y="21534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14617700" y="2247900"/>
            <a:ext cx="261897" cy="243623"/>
          </a:xfrm>
          <a:custGeom>
            <a:avLst/>
            <a:gdLst/>
            <a:ahLst/>
            <a:cxnLst/>
            <a:rect l="l" t="t" r="r" b="b"/>
            <a:pathLst>
              <a:path w="261897" h="243623">
                <a:moveTo>
                  <a:pt x="176958" y="229292"/>
                </a:moveTo>
                <a:cubicBezTo>
                  <a:pt x="212349" y="207796"/>
                  <a:pt x="240662" y="186300"/>
                  <a:pt x="247740" y="164804"/>
                </a:cubicBezTo>
                <a:cubicBezTo>
                  <a:pt x="261897" y="136143"/>
                  <a:pt x="261897" y="107481"/>
                  <a:pt x="247740" y="71653"/>
                </a:cubicBezTo>
                <a:cubicBezTo>
                  <a:pt x="233583" y="42992"/>
                  <a:pt x="219427" y="21496"/>
                  <a:pt x="191113" y="14331"/>
                </a:cubicBezTo>
                <a:cubicBezTo>
                  <a:pt x="162801" y="0"/>
                  <a:pt x="127409" y="0"/>
                  <a:pt x="92018" y="21496"/>
                </a:cubicBezTo>
                <a:cubicBezTo>
                  <a:pt x="49548" y="35827"/>
                  <a:pt x="28313" y="57323"/>
                  <a:pt x="14157" y="85984"/>
                </a:cubicBezTo>
                <a:cubicBezTo>
                  <a:pt x="0" y="114647"/>
                  <a:pt x="0" y="143308"/>
                  <a:pt x="14157" y="171969"/>
                </a:cubicBezTo>
                <a:cubicBezTo>
                  <a:pt x="28313" y="200631"/>
                  <a:pt x="49548" y="222127"/>
                  <a:pt x="77861" y="236457"/>
                </a:cubicBezTo>
                <a:cubicBezTo>
                  <a:pt x="99096" y="243623"/>
                  <a:pt x="134488" y="243623"/>
                  <a:pt x="176958" y="229292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01700" y="2743200"/>
            <a:ext cx="25400" cy="12700"/>
          </a:xfrm>
          <a:prstGeom prst="roundRect">
            <a:avLst>
              <a:gd name="adj" fmla="val 0"/>
            </a:avLst>
          </a:pr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-1930400" y="1384300"/>
            <a:ext cx="3520357" cy="4123326"/>
          </a:xfrm>
          <a:custGeom>
            <a:avLst/>
            <a:gdLst/>
            <a:ahLst/>
            <a:cxnLst/>
            <a:rect l="l" t="t" r="r" b="b"/>
            <a:pathLst>
              <a:path w="3520357" h="4123326">
                <a:moveTo>
                  <a:pt x="2631378" y="2611676"/>
                </a:moveTo>
                <a:cubicBezTo>
                  <a:pt x="2375352" y="2561998"/>
                  <a:pt x="2375352" y="2561998"/>
                  <a:pt x="2375352" y="2561998"/>
                </a:cubicBezTo>
                <a:cubicBezTo>
                  <a:pt x="2062432" y="2625870"/>
                  <a:pt x="2062432" y="2625870"/>
                  <a:pt x="2062432" y="2625870"/>
                </a:cubicBezTo>
                <a:cubicBezTo>
                  <a:pt x="2126438" y="2561998"/>
                  <a:pt x="2126438" y="2561998"/>
                  <a:pt x="2126438" y="2561998"/>
                </a:cubicBezTo>
                <a:cubicBezTo>
                  <a:pt x="2403799" y="2476834"/>
                  <a:pt x="2403799" y="2476834"/>
                  <a:pt x="2403799" y="2476834"/>
                </a:cubicBezTo>
                <a:cubicBezTo>
                  <a:pt x="2681161" y="2569094"/>
                  <a:pt x="2681161" y="2569094"/>
                  <a:pt x="2681161" y="2569094"/>
                </a:cubicBezTo>
                <a:lnTo>
                  <a:pt x="2631378" y="2611676"/>
                </a:lnTo>
                <a:close/>
                <a:moveTo>
                  <a:pt x="2432247" y="3477504"/>
                </a:moveTo>
                <a:cubicBezTo>
                  <a:pt x="2403799" y="3328468"/>
                  <a:pt x="2403799" y="3328468"/>
                  <a:pt x="2403799" y="3328468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595819" y="2980718"/>
                  <a:pt x="2595819" y="2980718"/>
                  <a:pt x="2595819" y="2980718"/>
                </a:cubicBezTo>
                <a:cubicBezTo>
                  <a:pt x="2674049" y="3498794"/>
                  <a:pt x="2674049" y="3498794"/>
                  <a:pt x="2674049" y="3498794"/>
                </a:cubicBezTo>
                <a:cubicBezTo>
                  <a:pt x="2595819" y="3491697"/>
                  <a:pt x="2517588" y="3484601"/>
                  <a:pt x="2432247" y="3477504"/>
                </a:cubicBezTo>
                <a:close/>
                <a:moveTo>
                  <a:pt x="1898860" y="2789100"/>
                </a:moveTo>
                <a:cubicBezTo>
                  <a:pt x="2133549" y="2845876"/>
                  <a:pt x="2133549" y="2845876"/>
                  <a:pt x="2133549" y="2845876"/>
                </a:cubicBezTo>
                <a:cubicBezTo>
                  <a:pt x="2453582" y="2725227"/>
                  <a:pt x="2453582" y="2725227"/>
                  <a:pt x="2453582" y="2725227"/>
                </a:cubicBezTo>
                <a:cubicBezTo>
                  <a:pt x="2631378" y="2810391"/>
                  <a:pt x="2631378" y="2810391"/>
                  <a:pt x="2631378" y="2810391"/>
                </a:cubicBezTo>
                <a:cubicBezTo>
                  <a:pt x="2453582" y="2782004"/>
                  <a:pt x="2453582" y="2782004"/>
                  <a:pt x="2453582" y="2782004"/>
                </a:cubicBezTo>
                <a:cubicBezTo>
                  <a:pt x="2126438" y="2902651"/>
                  <a:pt x="2126438" y="2902651"/>
                  <a:pt x="2126438" y="2902651"/>
                </a:cubicBezTo>
                <a:lnTo>
                  <a:pt x="1898860" y="2789100"/>
                </a:lnTo>
                <a:close/>
                <a:moveTo>
                  <a:pt x="1223235" y="3349758"/>
                </a:moveTo>
                <a:cubicBezTo>
                  <a:pt x="1102335" y="3023300"/>
                  <a:pt x="1102335" y="3023300"/>
                  <a:pt x="1102335" y="3023300"/>
                </a:cubicBezTo>
                <a:cubicBezTo>
                  <a:pt x="938762" y="2973621"/>
                  <a:pt x="938762" y="2973621"/>
                  <a:pt x="938762" y="2973621"/>
                </a:cubicBezTo>
                <a:cubicBezTo>
                  <a:pt x="1216123" y="2888458"/>
                  <a:pt x="1216123" y="2888458"/>
                  <a:pt x="1216123" y="2888458"/>
                </a:cubicBezTo>
                <a:cubicBezTo>
                  <a:pt x="1322800" y="3243304"/>
                  <a:pt x="1322800" y="3243304"/>
                  <a:pt x="1322800" y="3243304"/>
                </a:cubicBezTo>
                <a:cubicBezTo>
                  <a:pt x="1977089" y="3143947"/>
                  <a:pt x="1977089" y="3143947"/>
                  <a:pt x="1977089" y="3143947"/>
                </a:cubicBezTo>
                <a:lnTo>
                  <a:pt x="1223235" y="3349758"/>
                </a:lnTo>
                <a:close/>
                <a:moveTo>
                  <a:pt x="1102335" y="2313605"/>
                </a:moveTo>
                <a:cubicBezTo>
                  <a:pt x="1130781" y="2313605"/>
                  <a:pt x="1130781" y="2313605"/>
                  <a:pt x="1130781" y="2313605"/>
                </a:cubicBezTo>
                <a:cubicBezTo>
                  <a:pt x="1130781" y="2491029"/>
                  <a:pt x="1130781" y="2491029"/>
                  <a:pt x="1130781" y="2491029"/>
                </a:cubicBezTo>
                <a:cubicBezTo>
                  <a:pt x="1102335" y="2491029"/>
                  <a:pt x="1102335" y="2491029"/>
                  <a:pt x="1102335" y="2491029"/>
                </a:cubicBezTo>
                <a:lnTo>
                  <a:pt x="1102335" y="2313605"/>
                </a:lnTo>
                <a:close/>
                <a:moveTo>
                  <a:pt x="1166340" y="2313605"/>
                </a:moveTo>
                <a:cubicBezTo>
                  <a:pt x="1329912" y="2313605"/>
                  <a:pt x="1329912" y="2313605"/>
                  <a:pt x="1329912" y="2313605"/>
                </a:cubicBezTo>
                <a:cubicBezTo>
                  <a:pt x="1329912" y="2491029"/>
                  <a:pt x="1329912" y="2491029"/>
                  <a:pt x="1329912" y="2491029"/>
                </a:cubicBezTo>
                <a:cubicBezTo>
                  <a:pt x="1166340" y="2491029"/>
                  <a:pt x="1166340" y="2491029"/>
                  <a:pt x="1166340" y="2491029"/>
                </a:cubicBezTo>
                <a:lnTo>
                  <a:pt x="1166340" y="2313605"/>
                </a:lnTo>
                <a:close/>
                <a:moveTo>
                  <a:pt x="768078" y="1887788"/>
                </a:moveTo>
                <a:cubicBezTo>
                  <a:pt x="768078" y="1887788"/>
                  <a:pt x="768078" y="1887788"/>
                  <a:pt x="768078" y="1887788"/>
                </a:cubicBezTo>
                <a:cubicBezTo>
                  <a:pt x="561835" y="1887788"/>
                  <a:pt x="561835" y="1887788"/>
                  <a:pt x="561835" y="1887788"/>
                </a:cubicBezTo>
                <a:cubicBezTo>
                  <a:pt x="561835" y="709695"/>
                  <a:pt x="561835" y="709695"/>
                  <a:pt x="561835" y="709695"/>
                </a:cubicBezTo>
                <a:cubicBezTo>
                  <a:pt x="782301" y="709695"/>
                  <a:pt x="782301" y="709695"/>
                  <a:pt x="782301" y="709695"/>
                </a:cubicBezTo>
                <a:cubicBezTo>
                  <a:pt x="782301" y="695500"/>
                  <a:pt x="782301" y="695500"/>
                  <a:pt x="782301" y="695500"/>
                </a:cubicBezTo>
                <a:cubicBezTo>
                  <a:pt x="1059663" y="695500"/>
                  <a:pt x="1059663" y="695500"/>
                  <a:pt x="1059663" y="695500"/>
                </a:cubicBezTo>
                <a:cubicBezTo>
                  <a:pt x="1059663" y="702598"/>
                  <a:pt x="1059663" y="709695"/>
                  <a:pt x="1066775" y="716792"/>
                </a:cubicBezTo>
                <a:cubicBezTo>
                  <a:pt x="839196" y="809052"/>
                  <a:pt x="839196" y="809052"/>
                  <a:pt x="839196" y="809052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03637" y="809052"/>
                  <a:pt x="803637" y="809052"/>
                  <a:pt x="803637" y="809052"/>
                </a:cubicBezTo>
                <a:cubicBezTo>
                  <a:pt x="853420" y="936796"/>
                  <a:pt x="853420" y="936796"/>
                  <a:pt x="853420" y="936796"/>
                </a:cubicBezTo>
                <a:cubicBezTo>
                  <a:pt x="881868" y="922603"/>
                  <a:pt x="881868" y="922603"/>
                  <a:pt x="881868" y="922603"/>
                </a:cubicBezTo>
                <a:cubicBezTo>
                  <a:pt x="874756" y="908409"/>
                  <a:pt x="874756" y="908409"/>
                  <a:pt x="874756" y="908409"/>
                </a:cubicBezTo>
                <a:cubicBezTo>
                  <a:pt x="1102335" y="816149"/>
                  <a:pt x="1102335" y="816149"/>
                  <a:pt x="1102335" y="816149"/>
                </a:cubicBezTo>
                <a:cubicBezTo>
                  <a:pt x="1109445" y="823246"/>
                  <a:pt x="1116557" y="830343"/>
                  <a:pt x="1116557" y="837439"/>
                </a:cubicBezTo>
                <a:cubicBezTo>
                  <a:pt x="952985" y="1007767"/>
                  <a:pt x="952985" y="1007767"/>
                  <a:pt x="952985" y="1007767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17426" y="1021960"/>
                  <a:pt x="917426" y="1021960"/>
                  <a:pt x="917426" y="1021960"/>
                </a:cubicBezTo>
                <a:cubicBezTo>
                  <a:pt x="1016992" y="1121317"/>
                  <a:pt x="1016992" y="1121317"/>
                  <a:pt x="1016992" y="1121317"/>
                </a:cubicBezTo>
                <a:cubicBezTo>
                  <a:pt x="1038328" y="1100027"/>
                  <a:pt x="1038328" y="1100027"/>
                  <a:pt x="1038328" y="1100027"/>
                </a:cubicBezTo>
                <a:cubicBezTo>
                  <a:pt x="1024104" y="1085832"/>
                  <a:pt x="1024104" y="1085832"/>
                  <a:pt x="1024104" y="1085832"/>
                </a:cubicBezTo>
                <a:cubicBezTo>
                  <a:pt x="1194788" y="915506"/>
                  <a:pt x="1194788" y="915506"/>
                  <a:pt x="1194788" y="915506"/>
                </a:cubicBezTo>
                <a:cubicBezTo>
                  <a:pt x="1201900" y="922603"/>
                  <a:pt x="1209012" y="929700"/>
                  <a:pt x="1216123" y="929700"/>
                </a:cubicBezTo>
                <a:cubicBezTo>
                  <a:pt x="1130781" y="1156802"/>
                  <a:pt x="1130781" y="1156802"/>
                  <a:pt x="1130781" y="1156802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02335" y="1178093"/>
                  <a:pt x="1102335" y="1178093"/>
                  <a:pt x="1102335" y="1178093"/>
                </a:cubicBezTo>
                <a:cubicBezTo>
                  <a:pt x="1230347" y="1227771"/>
                  <a:pt x="1230347" y="1227771"/>
                  <a:pt x="1230347" y="1227771"/>
                </a:cubicBezTo>
                <a:cubicBezTo>
                  <a:pt x="1244571" y="1199384"/>
                  <a:pt x="1244571" y="1199384"/>
                  <a:pt x="1244571" y="1199384"/>
                </a:cubicBezTo>
                <a:cubicBezTo>
                  <a:pt x="1230347" y="1192287"/>
                  <a:pt x="1230347" y="1192287"/>
                  <a:pt x="1230347" y="1192287"/>
                </a:cubicBezTo>
                <a:cubicBezTo>
                  <a:pt x="1315690" y="972282"/>
                  <a:pt x="1315690" y="972282"/>
                  <a:pt x="1315690" y="972282"/>
                </a:cubicBezTo>
                <a:cubicBezTo>
                  <a:pt x="1329912" y="972282"/>
                  <a:pt x="1337024" y="979378"/>
                  <a:pt x="1351248" y="979378"/>
                </a:cubicBezTo>
                <a:cubicBezTo>
                  <a:pt x="1351248" y="1213578"/>
                  <a:pt x="1351248" y="1213578"/>
                  <a:pt x="1351248" y="1213578"/>
                </a:cubicBezTo>
                <a:cubicBezTo>
                  <a:pt x="1329912" y="1213578"/>
                  <a:pt x="1329912" y="1213578"/>
                  <a:pt x="1329912" y="1213578"/>
                </a:cubicBezTo>
                <a:cubicBezTo>
                  <a:pt x="1329912" y="1887788"/>
                  <a:pt x="1329912" y="1887788"/>
                  <a:pt x="1329912" y="1887788"/>
                </a:cubicBezTo>
                <a:lnTo>
                  <a:pt x="768078" y="1887788"/>
                </a:lnTo>
                <a:close/>
                <a:moveTo>
                  <a:pt x="526275" y="1887788"/>
                </a:moveTo>
                <a:cubicBezTo>
                  <a:pt x="483605" y="1887788"/>
                  <a:pt x="483605" y="1887788"/>
                  <a:pt x="483605" y="1887788"/>
                </a:cubicBezTo>
                <a:cubicBezTo>
                  <a:pt x="483605" y="709695"/>
                  <a:pt x="483605" y="709695"/>
                  <a:pt x="483605" y="709695"/>
                </a:cubicBezTo>
                <a:cubicBezTo>
                  <a:pt x="526275" y="709695"/>
                  <a:pt x="526275" y="709695"/>
                  <a:pt x="526275" y="709695"/>
                </a:cubicBezTo>
                <a:lnTo>
                  <a:pt x="526275" y="1887788"/>
                </a:lnTo>
                <a:close/>
                <a:moveTo>
                  <a:pt x="1088111" y="787761"/>
                </a:moveTo>
                <a:cubicBezTo>
                  <a:pt x="1088111" y="794857"/>
                  <a:pt x="1095223" y="794857"/>
                  <a:pt x="1095223" y="801955"/>
                </a:cubicBezTo>
                <a:cubicBezTo>
                  <a:pt x="888978" y="887118"/>
                  <a:pt x="888978" y="887118"/>
                  <a:pt x="888978" y="887118"/>
                </a:cubicBezTo>
                <a:cubicBezTo>
                  <a:pt x="881868" y="872924"/>
                  <a:pt x="881868" y="872924"/>
                  <a:pt x="881868" y="872924"/>
                </a:cubicBezTo>
                <a:lnTo>
                  <a:pt x="1088111" y="787761"/>
                </a:lnTo>
                <a:close/>
                <a:moveTo>
                  <a:pt x="867644" y="404525"/>
                </a:moveTo>
                <a:cubicBezTo>
                  <a:pt x="874756" y="390332"/>
                  <a:pt x="874756" y="390332"/>
                  <a:pt x="874756" y="390332"/>
                </a:cubicBezTo>
                <a:cubicBezTo>
                  <a:pt x="1109445" y="489689"/>
                  <a:pt x="1109445" y="489689"/>
                  <a:pt x="1109445" y="489689"/>
                </a:cubicBezTo>
                <a:cubicBezTo>
                  <a:pt x="1102335" y="496786"/>
                  <a:pt x="1102335" y="496786"/>
                  <a:pt x="1102335" y="496786"/>
                </a:cubicBezTo>
                <a:lnTo>
                  <a:pt x="867644" y="404525"/>
                </a:lnTo>
                <a:close/>
                <a:moveTo>
                  <a:pt x="1180564" y="880021"/>
                </a:moveTo>
                <a:cubicBezTo>
                  <a:pt x="1180564" y="887118"/>
                  <a:pt x="1187676" y="887118"/>
                  <a:pt x="1194788" y="894216"/>
                </a:cubicBezTo>
                <a:cubicBezTo>
                  <a:pt x="1009880" y="1057445"/>
                  <a:pt x="1009880" y="1057445"/>
                  <a:pt x="1009880" y="1057445"/>
                </a:cubicBezTo>
                <a:cubicBezTo>
                  <a:pt x="1002768" y="1050348"/>
                  <a:pt x="1002768" y="1050348"/>
                  <a:pt x="1002768" y="1050348"/>
                </a:cubicBezTo>
                <a:lnTo>
                  <a:pt x="1180564" y="880021"/>
                </a:lnTo>
                <a:close/>
                <a:moveTo>
                  <a:pt x="995657" y="205811"/>
                </a:moveTo>
                <a:cubicBezTo>
                  <a:pt x="1024104" y="212908"/>
                  <a:pt x="1024104" y="212908"/>
                  <a:pt x="1024104" y="212908"/>
                </a:cubicBezTo>
                <a:cubicBezTo>
                  <a:pt x="1194788" y="383235"/>
                  <a:pt x="1194788" y="383235"/>
                  <a:pt x="1194788" y="383235"/>
                </a:cubicBezTo>
                <a:cubicBezTo>
                  <a:pt x="1180564" y="397429"/>
                  <a:pt x="1180564" y="397429"/>
                  <a:pt x="1180564" y="397429"/>
                </a:cubicBezTo>
                <a:lnTo>
                  <a:pt x="995657" y="205811"/>
                </a:lnTo>
                <a:close/>
                <a:moveTo>
                  <a:pt x="1287242" y="943894"/>
                </a:moveTo>
                <a:cubicBezTo>
                  <a:pt x="1294354" y="943894"/>
                  <a:pt x="1294354" y="950991"/>
                  <a:pt x="1301466" y="950991"/>
                </a:cubicBezTo>
                <a:cubicBezTo>
                  <a:pt x="1209012" y="1178093"/>
                  <a:pt x="1209012" y="1178093"/>
                  <a:pt x="1209012" y="1178093"/>
                </a:cubicBezTo>
                <a:cubicBezTo>
                  <a:pt x="1194788" y="1170996"/>
                  <a:pt x="1194788" y="1170996"/>
                  <a:pt x="1194788" y="1170996"/>
                </a:cubicBezTo>
                <a:lnTo>
                  <a:pt x="1287242" y="943894"/>
                </a:lnTo>
                <a:close/>
                <a:moveTo>
                  <a:pt x="1187676" y="70969"/>
                </a:moveTo>
                <a:cubicBezTo>
                  <a:pt x="1216123" y="120647"/>
                  <a:pt x="1216123" y="120647"/>
                  <a:pt x="1216123" y="120647"/>
                </a:cubicBezTo>
                <a:cubicBezTo>
                  <a:pt x="1315690" y="326460"/>
                  <a:pt x="1315690" y="326460"/>
                  <a:pt x="1315690" y="326460"/>
                </a:cubicBezTo>
                <a:cubicBezTo>
                  <a:pt x="1308578" y="326460"/>
                  <a:pt x="1301466" y="333557"/>
                  <a:pt x="1294354" y="333557"/>
                </a:cubicBezTo>
                <a:lnTo>
                  <a:pt x="1187676" y="70969"/>
                </a:lnTo>
                <a:close/>
                <a:moveTo>
                  <a:pt x="1401031" y="2292313"/>
                </a:moveTo>
                <a:cubicBezTo>
                  <a:pt x="1401031" y="2292313"/>
                  <a:pt x="1401031" y="2292313"/>
                  <a:pt x="1401031" y="2292313"/>
                </a:cubicBezTo>
                <a:cubicBezTo>
                  <a:pt x="1429478" y="2327798"/>
                  <a:pt x="1429478" y="2327798"/>
                  <a:pt x="1429478" y="2327798"/>
                </a:cubicBezTo>
                <a:cubicBezTo>
                  <a:pt x="1429478" y="2491029"/>
                  <a:pt x="1429478" y="2491029"/>
                  <a:pt x="1429478" y="2491029"/>
                </a:cubicBezTo>
                <a:cubicBezTo>
                  <a:pt x="1401031" y="2491029"/>
                  <a:pt x="1401031" y="2491029"/>
                  <a:pt x="1401031" y="2491029"/>
                </a:cubicBezTo>
                <a:lnTo>
                  <a:pt x="1401031" y="2292313"/>
                </a:lnTo>
                <a:close/>
                <a:moveTo>
                  <a:pt x="1401031" y="2001338"/>
                </a:moveTo>
                <a:cubicBezTo>
                  <a:pt x="1401031" y="2001338"/>
                  <a:pt x="1401031" y="2001338"/>
                  <a:pt x="1401031" y="2001338"/>
                </a:cubicBezTo>
                <a:cubicBezTo>
                  <a:pt x="1429478" y="2036823"/>
                  <a:pt x="1429478" y="2036823"/>
                  <a:pt x="1429478" y="2036823"/>
                </a:cubicBezTo>
                <a:cubicBezTo>
                  <a:pt x="1429478" y="2178762"/>
                  <a:pt x="1429478" y="2178762"/>
                  <a:pt x="1429478" y="2178762"/>
                </a:cubicBezTo>
                <a:cubicBezTo>
                  <a:pt x="1401031" y="2178762"/>
                  <a:pt x="1401031" y="2178762"/>
                  <a:pt x="1401031" y="2178762"/>
                </a:cubicBezTo>
                <a:lnTo>
                  <a:pt x="1401031" y="2001338"/>
                </a:lnTo>
                <a:close/>
                <a:moveTo>
                  <a:pt x="1401031" y="1213578"/>
                </a:moveTo>
                <a:cubicBezTo>
                  <a:pt x="1415255" y="1213578"/>
                  <a:pt x="1415255" y="1213578"/>
                  <a:pt x="1415255" y="1213578"/>
                </a:cubicBezTo>
                <a:cubicBezTo>
                  <a:pt x="1415255" y="965185"/>
                  <a:pt x="1415255" y="965185"/>
                  <a:pt x="1415255" y="965185"/>
                </a:cubicBezTo>
                <a:cubicBezTo>
                  <a:pt x="1422367" y="965185"/>
                  <a:pt x="1429478" y="965185"/>
                  <a:pt x="1429478" y="965185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894884"/>
                  <a:pt x="1429478" y="1894884"/>
                  <a:pt x="1429478" y="1894884"/>
                </a:cubicBezTo>
                <a:cubicBezTo>
                  <a:pt x="1401031" y="1894884"/>
                  <a:pt x="1401031" y="1894884"/>
                  <a:pt x="1401031" y="1894884"/>
                </a:cubicBezTo>
                <a:lnTo>
                  <a:pt x="1401031" y="1213578"/>
                </a:lnTo>
                <a:close/>
                <a:moveTo>
                  <a:pt x="1415255" y="35485"/>
                </a:moveTo>
                <a:cubicBezTo>
                  <a:pt x="1429478" y="35485"/>
                  <a:pt x="1429478" y="35485"/>
                  <a:pt x="1429478" y="35485"/>
                </a:cubicBezTo>
                <a:cubicBezTo>
                  <a:pt x="1429478" y="319363"/>
                  <a:pt x="1429478" y="319363"/>
                  <a:pt x="1429478" y="319363"/>
                </a:cubicBezTo>
                <a:cubicBezTo>
                  <a:pt x="1429478" y="319363"/>
                  <a:pt x="1422367" y="319363"/>
                  <a:pt x="1415255" y="312265"/>
                </a:cubicBezTo>
                <a:lnTo>
                  <a:pt x="1415255" y="35485"/>
                </a:lnTo>
                <a:close/>
                <a:moveTo>
                  <a:pt x="1507708" y="432914"/>
                </a:moveTo>
                <a:cubicBezTo>
                  <a:pt x="1543267" y="432914"/>
                  <a:pt x="1578827" y="468399"/>
                  <a:pt x="1578827" y="503883"/>
                </a:cubicBezTo>
                <a:cubicBezTo>
                  <a:pt x="1578827" y="546464"/>
                  <a:pt x="1543267" y="574853"/>
                  <a:pt x="1507708" y="574853"/>
                </a:cubicBezTo>
                <a:cubicBezTo>
                  <a:pt x="1465038" y="574853"/>
                  <a:pt x="1436590" y="546464"/>
                  <a:pt x="1436590" y="503883"/>
                </a:cubicBezTo>
                <a:cubicBezTo>
                  <a:pt x="1436590" y="468399"/>
                  <a:pt x="1465038" y="432914"/>
                  <a:pt x="1507708" y="432914"/>
                </a:cubicBezTo>
                <a:close/>
                <a:moveTo>
                  <a:pt x="1642834" y="1163899"/>
                </a:moveTo>
                <a:cubicBezTo>
                  <a:pt x="1635722" y="1163899"/>
                  <a:pt x="1635722" y="1163899"/>
                  <a:pt x="1635722" y="1163899"/>
                </a:cubicBezTo>
                <a:cubicBezTo>
                  <a:pt x="1543267" y="929700"/>
                  <a:pt x="1543267" y="929700"/>
                  <a:pt x="1543267" y="929700"/>
                </a:cubicBezTo>
                <a:cubicBezTo>
                  <a:pt x="1564603" y="922603"/>
                  <a:pt x="1564603" y="922603"/>
                  <a:pt x="1564603" y="922603"/>
                </a:cubicBezTo>
                <a:lnTo>
                  <a:pt x="1642834" y="1163899"/>
                </a:lnTo>
                <a:close/>
                <a:moveTo>
                  <a:pt x="1657057" y="844536"/>
                </a:moveTo>
                <a:cubicBezTo>
                  <a:pt x="1834853" y="1014863"/>
                  <a:pt x="1834853" y="1014863"/>
                  <a:pt x="1834853" y="1014863"/>
                </a:cubicBezTo>
                <a:cubicBezTo>
                  <a:pt x="1820629" y="1029057"/>
                  <a:pt x="1820629" y="1029057"/>
                  <a:pt x="1820629" y="1029057"/>
                </a:cubicBezTo>
                <a:cubicBezTo>
                  <a:pt x="1642834" y="851634"/>
                  <a:pt x="1642834" y="851634"/>
                  <a:pt x="1642834" y="851634"/>
                </a:cubicBezTo>
                <a:cubicBezTo>
                  <a:pt x="1649945" y="851634"/>
                  <a:pt x="1649945" y="844536"/>
                  <a:pt x="1657057" y="844536"/>
                </a:cubicBezTo>
                <a:close/>
                <a:moveTo>
                  <a:pt x="1713951" y="730985"/>
                </a:moveTo>
                <a:cubicBezTo>
                  <a:pt x="1941530" y="823246"/>
                  <a:pt x="1941530" y="823246"/>
                  <a:pt x="1941530" y="823246"/>
                </a:cubicBezTo>
                <a:cubicBezTo>
                  <a:pt x="1934418" y="837439"/>
                  <a:pt x="1934418" y="837439"/>
                  <a:pt x="1934418" y="837439"/>
                </a:cubicBezTo>
                <a:cubicBezTo>
                  <a:pt x="1706839" y="738082"/>
                  <a:pt x="1706839" y="738082"/>
                  <a:pt x="1706839" y="738082"/>
                </a:cubicBezTo>
                <a:cubicBezTo>
                  <a:pt x="1706839" y="738082"/>
                  <a:pt x="1713951" y="730985"/>
                  <a:pt x="1713951" y="730985"/>
                </a:cubicBezTo>
                <a:close/>
                <a:moveTo>
                  <a:pt x="1984201" y="596143"/>
                </a:moveTo>
                <a:cubicBezTo>
                  <a:pt x="2666936" y="596143"/>
                  <a:pt x="2666936" y="596143"/>
                  <a:pt x="2666936" y="596143"/>
                </a:cubicBezTo>
                <a:cubicBezTo>
                  <a:pt x="2666936" y="624531"/>
                  <a:pt x="2666936" y="624531"/>
                  <a:pt x="2666936" y="624531"/>
                </a:cubicBezTo>
                <a:cubicBezTo>
                  <a:pt x="1984201" y="624531"/>
                  <a:pt x="1984201" y="624531"/>
                  <a:pt x="1984201" y="624531"/>
                </a:cubicBezTo>
                <a:lnTo>
                  <a:pt x="1984201" y="596143"/>
                </a:lnTo>
                <a:close/>
                <a:moveTo>
                  <a:pt x="2553148" y="390332"/>
                </a:moveTo>
                <a:cubicBezTo>
                  <a:pt x="2574483" y="567756"/>
                  <a:pt x="2574483" y="567756"/>
                  <a:pt x="2574483" y="567756"/>
                </a:cubicBezTo>
                <a:cubicBezTo>
                  <a:pt x="2560259" y="567756"/>
                  <a:pt x="2560259" y="567756"/>
                  <a:pt x="2560259" y="567756"/>
                </a:cubicBezTo>
                <a:cubicBezTo>
                  <a:pt x="2546036" y="383235"/>
                  <a:pt x="2546036" y="383235"/>
                  <a:pt x="2546036" y="383235"/>
                </a:cubicBezTo>
                <a:lnTo>
                  <a:pt x="2553148" y="390332"/>
                </a:lnTo>
                <a:close/>
                <a:moveTo>
                  <a:pt x="2631378" y="475496"/>
                </a:moveTo>
                <a:cubicBezTo>
                  <a:pt x="2823398" y="589046"/>
                  <a:pt x="2823398" y="589046"/>
                  <a:pt x="2823398" y="589046"/>
                </a:cubicBezTo>
                <a:cubicBezTo>
                  <a:pt x="2823398" y="603240"/>
                  <a:pt x="2823398" y="603240"/>
                  <a:pt x="2823398" y="603240"/>
                </a:cubicBezTo>
                <a:cubicBezTo>
                  <a:pt x="2631378" y="510981"/>
                  <a:pt x="2631378" y="510981"/>
                  <a:pt x="2631378" y="510981"/>
                </a:cubicBezTo>
                <a:lnTo>
                  <a:pt x="2631378" y="475496"/>
                </a:lnTo>
                <a:close/>
                <a:moveTo>
                  <a:pt x="2922963" y="631628"/>
                </a:moveTo>
                <a:cubicBezTo>
                  <a:pt x="2930075" y="660016"/>
                  <a:pt x="2930075" y="660016"/>
                  <a:pt x="2930075" y="660016"/>
                </a:cubicBezTo>
                <a:cubicBezTo>
                  <a:pt x="2716720" y="702598"/>
                  <a:pt x="2716720" y="702598"/>
                  <a:pt x="2716720" y="702598"/>
                </a:cubicBezTo>
                <a:cubicBezTo>
                  <a:pt x="2688273" y="688403"/>
                  <a:pt x="2688273" y="688403"/>
                  <a:pt x="2688273" y="688403"/>
                </a:cubicBezTo>
                <a:lnTo>
                  <a:pt x="2922963" y="631628"/>
                </a:lnTo>
                <a:close/>
                <a:moveTo>
                  <a:pt x="3065200" y="674210"/>
                </a:moveTo>
                <a:cubicBezTo>
                  <a:pt x="2866069" y="922603"/>
                  <a:pt x="2866069" y="922603"/>
                  <a:pt x="2866069" y="922603"/>
                </a:cubicBezTo>
                <a:cubicBezTo>
                  <a:pt x="2844733" y="901313"/>
                  <a:pt x="2844733" y="901313"/>
                  <a:pt x="2844733" y="901313"/>
                </a:cubicBezTo>
                <a:cubicBezTo>
                  <a:pt x="3043864" y="645822"/>
                  <a:pt x="3043864" y="645822"/>
                  <a:pt x="3043864" y="645822"/>
                </a:cubicBezTo>
                <a:lnTo>
                  <a:pt x="3065200" y="674210"/>
                </a:lnTo>
                <a:close/>
                <a:moveTo>
                  <a:pt x="3178989" y="695500"/>
                </a:moveTo>
                <a:cubicBezTo>
                  <a:pt x="3072312" y="1021960"/>
                  <a:pt x="3072312" y="1021960"/>
                  <a:pt x="3072312" y="1021960"/>
                </a:cubicBezTo>
                <a:cubicBezTo>
                  <a:pt x="3058088" y="1014863"/>
                  <a:pt x="3058088" y="1014863"/>
                  <a:pt x="3058088" y="1014863"/>
                </a:cubicBezTo>
                <a:cubicBezTo>
                  <a:pt x="3164765" y="681307"/>
                  <a:pt x="3164765" y="681307"/>
                  <a:pt x="3164765" y="681307"/>
                </a:cubicBezTo>
                <a:lnTo>
                  <a:pt x="3178989" y="695500"/>
                </a:lnTo>
                <a:close/>
                <a:moveTo>
                  <a:pt x="3278555" y="674210"/>
                </a:moveTo>
                <a:cubicBezTo>
                  <a:pt x="3292779" y="674210"/>
                  <a:pt x="3292779" y="674210"/>
                  <a:pt x="3292779" y="674210"/>
                </a:cubicBezTo>
                <a:cubicBezTo>
                  <a:pt x="3292779" y="1100027"/>
                  <a:pt x="3292779" y="1100027"/>
                  <a:pt x="3292779" y="1100027"/>
                </a:cubicBezTo>
                <a:cubicBezTo>
                  <a:pt x="3278555" y="1100027"/>
                  <a:pt x="3278555" y="1100027"/>
                  <a:pt x="3278555" y="1100027"/>
                </a:cubicBezTo>
                <a:lnTo>
                  <a:pt x="3278555" y="674210"/>
                </a:lnTo>
                <a:close/>
                <a:moveTo>
                  <a:pt x="1472150" y="2029727"/>
                </a:moveTo>
                <a:cubicBezTo>
                  <a:pt x="1543267" y="2029727"/>
                  <a:pt x="1543267" y="2029727"/>
                  <a:pt x="1543267" y="2029727"/>
                </a:cubicBezTo>
                <a:cubicBezTo>
                  <a:pt x="1543267" y="2178762"/>
                  <a:pt x="1543267" y="2178762"/>
                  <a:pt x="1543267" y="2178762"/>
                </a:cubicBezTo>
                <a:cubicBezTo>
                  <a:pt x="1472150" y="2178762"/>
                  <a:pt x="1472150" y="2178762"/>
                  <a:pt x="1472150" y="2178762"/>
                </a:cubicBezTo>
                <a:lnTo>
                  <a:pt x="1472150" y="2029727"/>
                </a:lnTo>
                <a:close/>
                <a:moveTo>
                  <a:pt x="1578827" y="1980048"/>
                </a:moveTo>
                <a:cubicBezTo>
                  <a:pt x="1607274" y="1958758"/>
                  <a:pt x="1607274" y="1958758"/>
                  <a:pt x="1607274" y="1958758"/>
                </a:cubicBezTo>
                <a:cubicBezTo>
                  <a:pt x="1607274" y="2207151"/>
                  <a:pt x="1607274" y="2207151"/>
                  <a:pt x="1607274" y="2207151"/>
                </a:cubicBezTo>
                <a:cubicBezTo>
                  <a:pt x="1578827" y="2192956"/>
                  <a:pt x="1578827" y="2192956"/>
                  <a:pt x="1578827" y="2192956"/>
                </a:cubicBezTo>
                <a:lnTo>
                  <a:pt x="1578827" y="1980048"/>
                </a:lnTo>
                <a:close/>
                <a:moveTo>
                  <a:pt x="2453582" y="1845206"/>
                </a:moveTo>
                <a:cubicBezTo>
                  <a:pt x="2453582" y="1674880"/>
                  <a:pt x="2453582" y="1674880"/>
                  <a:pt x="2453582" y="1674880"/>
                </a:cubicBezTo>
                <a:cubicBezTo>
                  <a:pt x="2474918" y="1674880"/>
                  <a:pt x="2474918" y="1674880"/>
                  <a:pt x="2474918" y="1674880"/>
                </a:cubicBezTo>
                <a:cubicBezTo>
                  <a:pt x="2489142" y="1823916"/>
                  <a:pt x="2489142" y="1823916"/>
                  <a:pt x="2489142" y="1823916"/>
                </a:cubicBezTo>
                <a:cubicBezTo>
                  <a:pt x="2595819" y="2022630"/>
                  <a:pt x="2595819" y="2022630"/>
                  <a:pt x="2595819" y="2022630"/>
                </a:cubicBezTo>
                <a:lnTo>
                  <a:pt x="2453582" y="1845206"/>
                </a:lnTo>
                <a:close/>
                <a:moveTo>
                  <a:pt x="2823398" y="1362613"/>
                </a:moveTo>
                <a:cubicBezTo>
                  <a:pt x="2823398" y="1291645"/>
                  <a:pt x="2823398" y="1291645"/>
                  <a:pt x="2823398" y="1291645"/>
                </a:cubicBezTo>
                <a:cubicBezTo>
                  <a:pt x="2851845" y="1291645"/>
                  <a:pt x="2851845" y="1291645"/>
                  <a:pt x="2851845" y="1291645"/>
                </a:cubicBezTo>
                <a:cubicBezTo>
                  <a:pt x="2908739" y="1348420"/>
                  <a:pt x="2908739" y="1348420"/>
                  <a:pt x="2908739" y="1348420"/>
                </a:cubicBezTo>
                <a:cubicBezTo>
                  <a:pt x="2894515" y="1447777"/>
                  <a:pt x="2894515" y="1447777"/>
                  <a:pt x="2894515" y="1447777"/>
                </a:cubicBezTo>
                <a:cubicBezTo>
                  <a:pt x="2830509" y="1490359"/>
                  <a:pt x="2830509" y="1490359"/>
                  <a:pt x="2830509" y="1490359"/>
                </a:cubicBezTo>
                <a:cubicBezTo>
                  <a:pt x="2809174" y="1490359"/>
                  <a:pt x="2809174" y="1490359"/>
                  <a:pt x="2809174" y="1490359"/>
                </a:cubicBezTo>
                <a:cubicBezTo>
                  <a:pt x="2809174" y="1440680"/>
                  <a:pt x="2809174" y="1440680"/>
                  <a:pt x="2809174" y="1440680"/>
                </a:cubicBezTo>
                <a:cubicBezTo>
                  <a:pt x="2844733" y="1440680"/>
                  <a:pt x="2844733" y="1440680"/>
                  <a:pt x="2844733" y="1440680"/>
                </a:cubicBezTo>
                <a:cubicBezTo>
                  <a:pt x="2844733" y="1426487"/>
                  <a:pt x="2844733" y="1426487"/>
                  <a:pt x="2844733" y="1426487"/>
                </a:cubicBezTo>
                <a:cubicBezTo>
                  <a:pt x="2809174" y="1426487"/>
                  <a:pt x="2809174" y="1426487"/>
                  <a:pt x="2809174" y="1426487"/>
                </a:cubicBezTo>
                <a:cubicBezTo>
                  <a:pt x="2809174" y="1362613"/>
                  <a:pt x="2809174" y="1362613"/>
                  <a:pt x="2809174" y="1362613"/>
                </a:cubicBezTo>
                <a:lnTo>
                  <a:pt x="2823398" y="1362613"/>
                </a:lnTo>
                <a:close/>
                <a:moveTo>
                  <a:pt x="2894515" y="1554231"/>
                </a:moveTo>
                <a:cubicBezTo>
                  <a:pt x="2851845" y="1554231"/>
                  <a:pt x="2851845" y="1554231"/>
                  <a:pt x="2851845" y="1554231"/>
                </a:cubicBezTo>
                <a:cubicBezTo>
                  <a:pt x="2851845" y="1504552"/>
                  <a:pt x="2851845" y="1504552"/>
                  <a:pt x="2851845" y="1504552"/>
                </a:cubicBezTo>
                <a:cubicBezTo>
                  <a:pt x="2930075" y="1461971"/>
                  <a:pt x="2930075" y="1461971"/>
                  <a:pt x="2930075" y="1461971"/>
                </a:cubicBezTo>
                <a:lnTo>
                  <a:pt x="2894515" y="1554231"/>
                </a:lnTo>
                <a:close/>
                <a:moveTo>
                  <a:pt x="2937186" y="3527182"/>
                </a:moveTo>
                <a:cubicBezTo>
                  <a:pt x="3029641" y="3037493"/>
                  <a:pt x="3029641" y="3037493"/>
                  <a:pt x="3029641" y="3037493"/>
                </a:cubicBezTo>
                <a:cubicBezTo>
                  <a:pt x="3008305" y="2860069"/>
                  <a:pt x="3008305" y="2860069"/>
                  <a:pt x="3008305" y="2860069"/>
                </a:cubicBezTo>
                <a:cubicBezTo>
                  <a:pt x="2930075" y="3200723"/>
                  <a:pt x="2930075" y="3200723"/>
                  <a:pt x="2930075" y="3200723"/>
                </a:cubicBezTo>
                <a:cubicBezTo>
                  <a:pt x="2887403" y="3200723"/>
                  <a:pt x="2887403" y="3200723"/>
                  <a:pt x="2887403" y="3200723"/>
                </a:cubicBezTo>
                <a:cubicBezTo>
                  <a:pt x="2887403" y="2895554"/>
                  <a:pt x="2887403" y="2895554"/>
                  <a:pt x="2887403" y="2895554"/>
                </a:cubicBezTo>
                <a:cubicBezTo>
                  <a:pt x="3015417" y="2803294"/>
                  <a:pt x="3015417" y="2803294"/>
                  <a:pt x="3015417" y="2803294"/>
                </a:cubicBezTo>
                <a:cubicBezTo>
                  <a:pt x="3079424" y="2271023"/>
                  <a:pt x="3079424" y="2271023"/>
                  <a:pt x="3079424" y="2271023"/>
                </a:cubicBezTo>
                <a:cubicBezTo>
                  <a:pt x="2830509" y="2838779"/>
                  <a:pt x="2830509" y="2838779"/>
                  <a:pt x="2830509" y="2838779"/>
                </a:cubicBezTo>
                <a:cubicBezTo>
                  <a:pt x="2809174" y="2838779"/>
                  <a:pt x="2809174" y="2838779"/>
                  <a:pt x="2809174" y="2838779"/>
                </a:cubicBezTo>
                <a:cubicBezTo>
                  <a:pt x="2809174" y="2491029"/>
                  <a:pt x="2809174" y="2491029"/>
                  <a:pt x="2809174" y="2491029"/>
                </a:cubicBezTo>
                <a:cubicBezTo>
                  <a:pt x="2887403" y="2271023"/>
                  <a:pt x="2887403" y="2271023"/>
                  <a:pt x="2887403" y="2271023"/>
                </a:cubicBezTo>
                <a:cubicBezTo>
                  <a:pt x="2738055" y="2143277"/>
                  <a:pt x="2738055" y="2143277"/>
                  <a:pt x="2738055" y="2143277"/>
                </a:cubicBezTo>
                <a:cubicBezTo>
                  <a:pt x="2887403" y="1987145"/>
                  <a:pt x="2887403" y="1987145"/>
                  <a:pt x="2887403" y="1987145"/>
                </a:cubicBezTo>
                <a:cubicBezTo>
                  <a:pt x="2937186" y="2015533"/>
                  <a:pt x="2937186" y="2015533"/>
                  <a:pt x="2937186" y="2015533"/>
                </a:cubicBezTo>
                <a:cubicBezTo>
                  <a:pt x="2873181" y="2136181"/>
                  <a:pt x="2873181" y="2136181"/>
                  <a:pt x="2873181" y="2136181"/>
                </a:cubicBezTo>
                <a:cubicBezTo>
                  <a:pt x="3022529" y="2263926"/>
                  <a:pt x="3022529" y="2263926"/>
                  <a:pt x="3022529" y="2263926"/>
                </a:cubicBezTo>
                <a:cubicBezTo>
                  <a:pt x="3242996" y="2100697"/>
                  <a:pt x="3242996" y="2100697"/>
                  <a:pt x="3242996" y="2100697"/>
                </a:cubicBezTo>
                <a:cubicBezTo>
                  <a:pt x="3399456" y="1547134"/>
                  <a:pt x="3399456" y="1547134"/>
                  <a:pt x="3399456" y="1547134"/>
                </a:cubicBezTo>
                <a:cubicBezTo>
                  <a:pt x="3335449" y="1305838"/>
                  <a:pt x="3335449" y="1305838"/>
                  <a:pt x="3335449" y="1305838"/>
                </a:cubicBezTo>
                <a:cubicBezTo>
                  <a:pt x="3427903" y="1227771"/>
                  <a:pt x="3427903" y="1227771"/>
                  <a:pt x="3427903" y="1227771"/>
                </a:cubicBezTo>
                <a:cubicBezTo>
                  <a:pt x="3456351" y="1185191"/>
                  <a:pt x="3456351" y="1185191"/>
                  <a:pt x="3456351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285667" y="1249063"/>
                  <a:pt x="3285667" y="1249063"/>
                  <a:pt x="3285667" y="1249063"/>
                </a:cubicBezTo>
                <a:cubicBezTo>
                  <a:pt x="3250108" y="1603910"/>
                  <a:pt x="3250108" y="1603910"/>
                  <a:pt x="3250108" y="1603910"/>
                </a:cubicBezTo>
                <a:cubicBezTo>
                  <a:pt x="2965634" y="1618104"/>
                  <a:pt x="2965634" y="1618104"/>
                  <a:pt x="2965634" y="1618104"/>
                </a:cubicBezTo>
                <a:cubicBezTo>
                  <a:pt x="3271443" y="1653588"/>
                  <a:pt x="3271443" y="1653588"/>
                  <a:pt x="3271443" y="1653588"/>
                </a:cubicBezTo>
                <a:cubicBezTo>
                  <a:pt x="2958522" y="1703267"/>
                  <a:pt x="2958522" y="1703267"/>
                  <a:pt x="2958522" y="1703267"/>
                </a:cubicBezTo>
                <a:cubicBezTo>
                  <a:pt x="2994081" y="1809721"/>
                  <a:pt x="2994081" y="1809721"/>
                  <a:pt x="2994081" y="1809721"/>
                </a:cubicBezTo>
                <a:cubicBezTo>
                  <a:pt x="2937186" y="1880691"/>
                  <a:pt x="2937186" y="1880691"/>
                  <a:pt x="2937186" y="1880691"/>
                </a:cubicBezTo>
                <a:cubicBezTo>
                  <a:pt x="2802062" y="1823916"/>
                  <a:pt x="2802062" y="1823916"/>
                  <a:pt x="2802062" y="1823916"/>
                </a:cubicBezTo>
                <a:cubicBezTo>
                  <a:pt x="2681161" y="1887788"/>
                  <a:pt x="2681161" y="1887788"/>
                  <a:pt x="2681161" y="1887788"/>
                </a:cubicBezTo>
                <a:cubicBezTo>
                  <a:pt x="2617154" y="1816819"/>
                  <a:pt x="2617154" y="1816819"/>
                  <a:pt x="2617154" y="1816819"/>
                </a:cubicBezTo>
                <a:cubicBezTo>
                  <a:pt x="2695385" y="1575523"/>
                  <a:pt x="2695385" y="1575523"/>
                  <a:pt x="2695385" y="1575523"/>
                </a:cubicBezTo>
                <a:cubicBezTo>
                  <a:pt x="2730943" y="1575523"/>
                  <a:pt x="2730943" y="1575523"/>
                  <a:pt x="2730943" y="1575523"/>
                </a:cubicBezTo>
                <a:cubicBezTo>
                  <a:pt x="2752279" y="1781334"/>
                  <a:pt x="2752279" y="1781334"/>
                  <a:pt x="2752279" y="1781334"/>
                </a:cubicBezTo>
                <a:cubicBezTo>
                  <a:pt x="2802062" y="1632298"/>
                  <a:pt x="2802062" y="1632298"/>
                  <a:pt x="2802062" y="1632298"/>
                </a:cubicBezTo>
                <a:cubicBezTo>
                  <a:pt x="2922963" y="1639395"/>
                  <a:pt x="2922963" y="1639395"/>
                  <a:pt x="2922963" y="1639395"/>
                </a:cubicBezTo>
                <a:cubicBezTo>
                  <a:pt x="2873181" y="1618104"/>
                  <a:pt x="2873181" y="1618104"/>
                  <a:pt x="2873181" y="1618104"/>
                </a:cubicBezTo>
                <a:cubicBezTo>
                  <a:pt x="2951410" y="1611006"/>
                  <a:pt x="2951410" y="1611006"/>
                  <a:pt x="2951410" y="1611006"/>
                </a:cubicBezTo>
                <a:cubicBezTo>
                  <a:pt x="2930075" y="1561328"/>
                  <a:pt x="2930075" y="1561328"/>
                  <a:pt x="2930075" y="1561328"/>
                </a:cubicBezTo>
                <a:cubicBezTo>
                  <a:pt x="2972746" y="1490359"/>
                  <a:pt x="2972746" y="1490359"/>
                  <a:pt x="2972746" y="1490359"/>
                </a:cubicBezTo>
                <a:cubicBezTo>
                  <a:pt x="2994081" y="1334226"/>
                  <a:pt x="2994081" y="1334226"/>
                  <a:pt x="2994081" y="1334226"/>
                </a:cubicBezTo>
                <a:cubicBezTo>
                  <a:pt x="2887403" y="1241966"/>
                  <a:pt x="2887403" y="1241966"/>
                  <a:pt x="2887403" y="1241966"/>
                </a:cubicBezTo>
                <a:cubicBezTo>
                  <a:pt x="2802062" y="1249063"/>
                  <a:pt x="2802062" y="1249063"/>
                  <a:pt x="2802062" y="1249063"/>
                </a:cubicBezTo>
                <a:cubicBezTo>
                  <a:pt x="2730943" y="1305838"/>
                  <a:pt x="2730943" y="1305838"/>
                  <a:pt x="2730943" y="1305838"/>
                </a:cubicBezTo>
                <a:cubicBezTo>
                  <a:pt x="2709608" y="865828"/>
                  <a:pt x="2709608" y="865828"/>
                  <a:pt x="2709608" y="865828"/>
                </a:cubicBezTo>
                <a:cubicBezTo>
                  <a:pt x="2688273" y="837439"/>
                  <a:pt x="2688273" y="837439"/>
                  <a:pt x="2688273" y="837439"/>
                </a:cubicBezTo>
                <a:cubicBezTo>
                  <a:pt x="2666936" y="1568425"/>
                  <a:pt x="2666936" y="1568425"/>
                  <a:pt x="2666936" y="1568425"/>
                </a:cubicBezTo>
                <a:cubicBezTo>
                  <a:pt x="2610043" y="1653588"/>
                  <a:pt x="2610043" y="1653588"/>
                  <a:pt x="2610043" y="1653588"/>
                </a:cubicBezTo>
                <a:cubicBezTo>
                  <a:pt x="2610043" y="1653588"/>
                  <a:pt x="2602931" y="1646492"/>
                  <a:pt x="2588707" y="1596813"/>
                </a:cubicBezTo>
                <a:cubicBezTo>
                  <a:pt x="2574483" y="1547134"/>
                  <a:pt x="2595819" y="1419389"/>
                  <a:pt x="2595819" y="1419389"/>
                </a:cubicBezTo>
                <a:cubicBezTo>
                  <a:pt x="2652714" y="851634"/>
                  <a:pt x="2652714" y="851634"/>
                  <a:pt x="2652714" y="851634"/>
                </a:cubicBezTo>
                <a:cubicBezTo>
                  <a:pt x="2610043" y="901313"/>
                  <a:pt x="2610043" y="901313"/>
                  <a:pt x="2610043" y="901313"/>
                </a:cubicBezTo>
                <a:cubicBezTo>
                  <a:pt x="2581595" y="1249063"/>
                  <a:pt x="2581595" y="1249063"/>
                  <a:pt x="2581595" y="1249063"/>
                </a:cubicBezTo>
                <a:cubicBezTo>
                  <a:pt x="2453582" y="1341323"/>
                  <a:pt x="2453582" y="1341323"/>
                  <a:pt x="2453582" y="1341323"/>
                </a:cubicBezTo>
                <a:cubicBezTo>
                  <a:pt x="2418023" y="1525844"/>
                  <a:pt x="2418023" y="1525844"/>
                  <a:pt x="2418023" y="1525844"/>
                </a:cubicBezTo>
                <a:cubicBezTo>
                  <a:pt x="2467806" y="1383905"/>
                  <a:pt x="2467806" y="1383905"/>
                  <a:pt x="2467806" y="1383905"/>
                </a:cubicBezTo>
                <a:cubicBezTo>
                  <a:pt x="2567371" y="1334226"/>
                  <a:pt x="2567371" y="1334226"/>
                  <a:pt x="2567371" y="1334226"/>
                </a:cubicBezTo>
                <a:cubicBezTo>
                  <a:pt x="2553148" y="1426487"/>
                  <a:pt x="2553148" y="1426487"/>
                  <a:pt x="2553148" y="1426487"/>
                </a:cubicBezTo>
                <a:cubicBezTo>
                  <a:pt x="2489142" y="1469067"/>
                  <a:pt x="2489142" y="1469067"/>
                  <a:pt x="2489142" y="1469067"/>
                </a:cubicBezTo>
                <a:cubicBezTo>
                  <a:pt x="2361128" y="1632298"/>
                  <a:pt x="2361128" y="1632298"/>
                  <a:pt x="2361128" y="1632298"/>
                </a:cubicBezTo>
                <a:cubicBezTo>
                  <a:pt x="2346904" y="1916176"/>
                  <a:pt x="2346904" y="1916176"/>
                  <a:pt x="2346904" y="1916176"/>
                </a:cubicBezTo>
                <a:cubicBezTo>
                  <a:pt x="2631378" y="2157472"/>
                  <a:pt x="2631378" y="2157472"/>
                  <a:pt x="2631378" y="21574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802062" y="2491029"/>
                  <a:pt x="2802062" y="2491029"/>
                  <a:pt x="2802062" y="2491029"/>
                </a:cubicBezTo>
                <a:cubicBezTo>
                  <a:pt x="2752279" y="2526513"/>
                  <a:pt x="2752279" y="2526513"/>
                  <a:pt x="2752279" y="2526513"/>
                </a:cubicBezTo>
                <a:cubicBezTo>
                  <a:pt x="2489142" y="2391672"/>
                  <a:pt x="2489142" y="2391672"/>
                  <a:pt x="2489142" y="23916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062432" y="2256829"/>
                  <a:pt x="2062432" y="2256829"/>
                  <a:pt x="2062432" y="2256829"/>
                </a:cubicBezTo>
                <a:cubicBezTo>
                  <a:pt x="1799294" y="2384574"/>
                  <a:pt x="1799294" y="2384574"/>
                  <a:pt x="1799294" y="2384574"/>
                </a:cubicBezTo>
                <a:cubicBezTo>
                  <a:pt x="1799294" y="2483931"/>
                  <a:pt x="1799294" y="2483931"/>
                  <a:pt x="1799294" y="2483931"/>
                </a:cubicBezTo>
                <a:cubicBezTo>
                  <a:pt x="1799294" y="2604580"/>
                  <a:pt x="1799294" y="2604580"/>
                  <a:pt x="1799294" y="2604580"/>
                </a:cubicBezTo>
                <a:cubicBezTo>
                  <a:pt x="1628610" y="2604580"/>
                  <a:pt x="1628610" y="2604580"/>
                  <a:pt x="1628610" y="2604580"/>
                </a:cubicBezTo>
                <a:cubicBezTo>
                  <a:pt x="1564603" y="2491029"/>
                  <a:pt x="1564603" y="2491029"/>
                  <a:pt x="1564603" y="2491029"/>
                </a:cubicBezTo>
                <a:cubicBezTo>
                  <a:pt x="1472150" y="2491029"/>
                  <a:pt x="1472150" y="2491029"/>
                  <a:pt x="1472150" y="2491029"/>
                </a:cubicBezTo>
                <a:cubicBezTo>
                  <a:pt x="1472150" y="2313605"/>
                  <a:pt x="1472150" y="2313605"/>
                  <a:pt x="1472150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49945" y="2313605"/>
                  <a:pt x="1671281" y="2292313"/>
                  <a:pt x="1671281" y="2256829"/>
                </a:cubicBezTo>
                <a:cubicBezTo>
                  <a:pt x="1671281" y="2256829"/>
                  <a:pt x="1671281" y="2256829"/>
                  <a:pt x="1671281" y="2256829"/>
                </a:cubicBezTo>
                <a:cubicBezTo>
                  <a:pt x="1671281" y="2235538"/>
                  <a:pt x="1671281" y="2235538"/>
                  <a:pt x="1671281" y="2235538"/>
                </a:cubicBezTo>
                <a:cubicBezTo>
                  <a:pt x="1678393" y="2235538"/>
                  <a:pt x="1678393" y="2235538"/>
                  <a:pt x="1678393" y="2235538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1951660"/>
                  <a:pt x="1678393" y="1951660"/>
                  <a:pt x="1678393" y="1951660"/>
                </a:cubicBezTo>
                <a:cubicBezTo>
                  <a:pt x="1678393" y="1951660"/>
                  <a:pt x="1678393" y="1951660"/>
                  <a:pt x="1678393" y="1944563"/>
                </a:cubicBezTo>
                <a:cubicBezTo>
                  <a:pt x="1678393" y="1916176"/>
                  <a:pt x="1649945" y="1887788"/>
                  <a:pt x="1621498" y="1887788"/>
                </a:cubicBezTo>
                <a:cubicBezTo>
                  <a:pt x="1614386" y="1887788"/>
                  <a:pt x="1614386" y="1887788"/>
                  <a:pt x="1614386" y="1887788"/>
                </a:cubicBezTo>
                <a:cubicBezTo>
                  <a:pt x="1472150" y="1887788"/>
                  <a:pt x="1472150" y="1887788"/>
                  <a:pt x="1472150" y="1887788"/>
                </a:cubicBezTo>
                <a:cubicBezTo>
                  <a:pt x="1472150" y="1213578"/>
                  <a:pt x="1472150" y="1213578"/>
                  <a:pt x="1472150" y="1213578"/>
                </a:cubicBezTo>
                <a:cubicBezTo>
                  <a:pt x="1457926" y="1213578"/>
                  <a:pt x="1457926" y="1213578"/>
                  <a:pt x="1457926" y="1213578"/>
                </a:cubicBezTo>
                <a:cubicBezTo>
                  <a:pt x="1457926" y="979378"/>
                  <a:pt x="1457926" y="979378"/>
                  <a:pt x="1457926" y="979378"/>
                </a:cubicBezTo>
                <a:cubicBezTo>
                  <a:pt x="1465038" y="972282"/>
                  <a:pt x="1479262" y="972282"/>
                  <a:pt x="1486372" y="972282"/>
                </a:cubicBezTo>
                <a:cubicBezTo>
                  <a:pt x="1571715" y="1192287"/>
                  <a:pt x="1571715" y="1192287"/>
                  <a:pt x="1571715" y="1192287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64603" y="1227771"/>
                  <a:pt x="1564603" y="1227771"/>
                  <a:pt x="1564603" y="1227771"/>
                </a:cubicBezTo>
                <a:cubicBezTo>
                  <a:pt x="1699727" y="1178093"/>
                  <a:pt x="1699727" y="1178093"/>
                  <a:pt x="1699727" y="1178093"/>
                </a:cubicBezTo>
                <a:cubicBezTo>
                  <a:pt x="1685505" y="1149706"/>
                  <a:pt x="1685505" y="1149706"/>
                  <a:pt x="1685505" y="1149706"/>
                </a:cubicBezTo>
                <a:cubicBezTo>
                  <a:pt x="1671281" y="1156802"/>
                  <a:pt x="1671281" y="1156802"/>
                  <a:pt x="1671281" y="1156802"/>
                </a:cubicBezTo>
                <a:cubicBezTo>
                  <a:pt x="1585939" y="929700"/>
                  <a:pt x="1585939" y="929700"/>
                  <a:pt x="1585939" y="929700"/>
                </a:cubicBezTo>
                <a:cubicBezTo>
                  <a:pt x="1593050" y="922603"/>
                  <a:pt x="1600162" y="915506"/>
                  <a:pt x="1607274" y="915506"/>
                </a:cubicBezTo>
                <a:cubicBezTo>
                  <a:pt x="1777958" y="1085832"/>
                  <a:pt x="1777958" y="1085832"/>
                  <a:pt x="1777958" y="1085832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92182" y="1121317"/>
                  <a:pt x="1792182" y="1121317"/>
                  <a:pt x="1792182" y="1121317"/>
                </a:cubicBezTo>
                <a:cubicBezTo>
                  <a:pt x="1884636" y="1021960"/>
                  <a:pt x="1884636" y="1021960"/>
                  <a:pt x="1884636" y="1021960"/>
                </a:cubicBezTo>
                <a:cubicBezTo>
                  <a:pt x="1863300" y="1000670"/>
                  <a:pt x="1863300" y="1000670"/>
                  <a:pt x="1863300" y="1000670"/>
                </a:cubicBezTo>
                <a:cubicBezTo>
                  <a:pt x="1856189" y="1007767"/>
                  <a:pt x="1856189" y="1007767"/>
                  <a:pt x="1856189" y="1007767"/>
                </a:cubicBezTo>
                <a:cubicBezTo>
                  <a:pt x="1678393" y="837439"/>
                  <a:pt x="1678393" y="837439"/>
                  <a:pt x="1678393" y="837439"/>
                </a:cubicBezTo>
                <a:cubicBezTo>
                  <a:pt x="1685505" y="830343"/>
                  <a:pt x="1685505" y="823246"/>
                  <a:pt x="1692617" y="816149"/>
                </a:cubicBezTo>
                <a:cubicBezTo>
                  <a:pt x="1927306" y="908409"/>
                  <a:pt x="1927306" y="908409"/>
                  <a:pt x="1927306" y="908409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48642" y="936796"/>
                  <a:pt x="1948642" y="936796"/>
                  <a:pt x="1948642" y="936796"/>
                </a:cubicBezTo>
                <a:cubicBezTo>
                  <a:pt x="1998425" y="809052"/>
                  <a:pt x="1998425" y="809052"/>
                  <a:pt x="1998425" y="809052"/>
                </a:cubicBezTo>
                <a:cubicBezTo>
                  <a:pt x="1969977" y="794857"/>
                  <a:pt x="1969977" y="794857"/>
                  <a:pt x="1969977" y="794857"/>
                </a:cubicBezTo>
                <a:cubicBezTo>
                  <a:pt x="1969977" y="809052"/>
                  <a:pt x="1969977" y="809052"/>
                  <a:pt x="1969977" y="809052"/>
                </a:cubicBezTo>
                <a:cubicBezTo>
                  <a:pt x="1735287" y="716792"/>
                  <a:pt x="1735287" y="716792"/>
                  <a:pt x="1735287" y="716792"/>
                </a:cubicBezTo>
                <a:cubicBezTo>
                  <a:pt x="1735287" y="709695"/>
                  <a:pt x="1735287" y="702598"/>
                  <a:pt x="1735287" y="695500"/>
                </a:cubicBezTo>
                <a:cubicBezTo>
                  <a:pt x="1984201" y="695500"/>
                  <a:pt x="1984201" y="695500"/>
                  <a:pt x="1984201" y="695500"/>
                </a:cubicBezTo>
                <a:cubicBezTo>
                  <a:pt x="1984201" y="709695"/>
                  <a:pt x="1984201" y="709695"/>
                  <a:pt x="1984201" y="709695"/>
                </a:cubicBezTo>
                <a:cubicBezTo>
                  <a:pt x="2617154" y="709695"/>
                  <a:pt x="2617154" y="709695"/>
                  <a:pt x="2617154" y="709695"/>
                </a:cubicBezTo>
                <a:cubicBezTo>
                  <a:pt x="2624266" y="716792"/>
                  <a:pt x="2624266" y="730985"/>
                  <a:pt x="2631378" y="745179"/>
                </a:cubicBezTo>
                <a:cubicBezTo>
                  <a:pt x="2638490" y="773567"/>
                  <a:pt x="265982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887403" y="709695"/>
                  <a:pt x="2887403" y="709695"/>
                  <a:pt x="2887403" y="709695"/>
                </a:cubicBezTo>
                <a:cubicBezTo>
                  <a:pt x="2958522" y="709695"/>
                  <a:pt x="2958522" y="709695"/>
                  <a:pt x="2958522" y="709695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794950" y="929700"/>
                  <a:pt x="2809174" y="950991"/>
                  <a:pt x="2837621" y="965185"/>
                </a:cubicBezTo>
                <a:cubicBezTo>
                  <a:pt x="2866069" y="986475"/>
                  <a:pt x="2887403" y="993573"/>
                  <a:pt x="2894515" y="986475"/>
                </a:cubicBezTo>
                <a:cubicBezTo>
                  <a:pt x="2894515" y="986475"/>
                  <a:pt x="2894515" y="986475"/>
                  <a:pt x="2894515" y="986475"/>
                </a:cubicBezTo>
                <a:cubicBezTo>
                  <a:pt x="3114982" y="709695"/>
                  <a:pt x="3114982" y="709695"/>
                  <a:pt x="3114982" y="709695"/>
                </a:cubicBezTo>
                <a:cubicBezTo>
                  <a:pt x="3122094" y="709695"/>
                  <a:pt x="3122094" y="709695"/>
                  <a:pt x="3122094" y="709695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1193" y="1057445"/>
                  <a:pt x="3029641" y="1071639"/>
                  <a:pt x="3058088" y="1085832"/>
                </a:cubicBezTo>
                <a:cubicBezTo>
                  <a:pt x="3086536" y="1092930"/>
                  <a:pt x="3114982" y="1100027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35512"/>
                  <a:pt x="3278555" y="1142609"/>
                  <a:pt x="3314113" y="1142609"/>
                </a:cubicBezTo>
                <a:cubicBezTo>
                  <a:pt x="3349673" y="1142609"/>
                  <a:pt x="3371008" y="1135512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709695"/>
                  <a:pt x="3378120" y="709695"/>
                  <a:pt x="3378120" y="709695"/>
                </a:cubicBezTo>
                <a:cubicBezTo>
                  <a:pt x="3420791" y="709695"/>
                  <a:pt x="3420791" y="709695"/>
                  <a:pt x="3420791" y="709695"/>
                </a:cubicBezTo>
                <a:cubicBezTo>
                  <a:pt x="3420791" y="624531"/>
                  <a:pt x="3420791" y="624531"/>
                  <a:pt x="3420791" y="624531"/>
                </a:cubicBezTo>
                <a:cubicBezTo>
                  <a:pt x="2930075" y="624531"/>
                  <a:pt x="2930075" y="624531"/>
                  <a:pt x="2930075" y="624531"/>
                </a:cubicBezTo>
                <a:cubicBezTo>
                  <a:pt x="2930075" y="596143"/>
                  <a:pt x="2930075" y="596143"/>
                  <a:pt x="2930075" y="596143"/>
                </a:cubicBezTo>
                <a:cubicBezTo>
                  <a:pt x="3420791" y="596143"/>
                  <a:pt x="3420791" y="596143"/>
                  <a:pt x="3420791" y="596143"/>
                </a:cubicBezTo>
                <a:cubicBezTo>
                  <a:pt x="3420791" y="567756"/>
                  <a:pt x="3420791" y="567756"/>
                  <a:pt x="3420791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2922963" y="567756"/>
                  <a:pt x="2922963" y="567756"/>
                  <a:pt x="2922963" y="567756"/>
                </a:cubicBezTo>
                <a:cubicBezTo>
                  <a:pt x="2873181" y="560659"/>
                  <a:pt x="2745167" y="532271"/>
                  <a:pt x="2659826" y="447107"/>
                </a:cubicBezTo>
                <a:cubicBezTo>
                  <a:pt x="2538924" y="326460"/>
                  <a:pt x="2538924" y="241296"/>
                  <a:pt x="2538924" y="241296"/>
                </a:cubicBezTo>
                <a:cubicBezTo>
                  <a:pt x="2517588" y="241296"/>
                  <a:pt x="2517588" y="241296"/>
                  <a:pt x="2517588" y="241296"/>
                </a:cubicBezTo>
                <a:cubicBezTo>
                  <a:pt x="2517588" y="567756"/>
                  <a:pt x="2517588" y="567756"/>
                  <a:pt x="2517588" y="567756"/>
                </a:cubicBezTo>
                <a:cubicBezTo>
                  <a:pt x="2489142" y="567756"/>
                  <a:pt x="2489142" y="567756"/>
                  <a:pt x="2489142" y="567756"/>
                </a:cubicBezTo>
                <a:cubicBezTo>
                  <a:pt x="2489142" y="241296"/>
                  <a:pt x="2489142" y="241296"/>
                  <a:pt x="2489142" y="241296"/>
                </a:cubicBezTo>
                <a:cubicBezTo>
                  <a:pt x="2446471" y="241296"/>
                  <a:pt x="2446471" y="241296"/>
                  <a:pt x="2446471" y="241296"/>
                </a:cubicBezTo>
                <a:cubicBezTo>
                  <a:pt x="2446471" y="567756"/>
                  <a:pt x="2446471" y="567756"/>
                  <a:pt x="2446471" y="567756"/>
                </a:cubicBezTo>
                <a:cubicBezTo>
                  <a:pt x="1984201" y="567756"/>
                  <a:pt x="1984201" y="567756"/>
                  <a:pt x="1984201" y="567756"/>
                </a:cubicBezTo>
                <a:cubicBezTo>
                  <a:pt x="1984201" y="581950"/>
                  <a:pt x="1984201" y="581950"/>
                  <a:pt x="1984201" y="581950"/>
                </a:cubicBezTo>
                <a:cubicBezTo>
                  <a:pt x="1735287" y="581950"/>
                  <a:pt x="1735287" y="581950"/>
                  <a:pt x="1735287" y="581950"/>
                </a:cubicBezTo>
                <a:cubicBezTo>
                  <a:pt x="1713951" y="440011"/>
                  <a:pt x="1600162" y="326460"/>
                  <a:pt x="1457926" y="305168"/>
                </a:cubicBezTo>
                <a:cubicBezTo>
                  <a:pt x="1457926" y="28388"/>
                  <a:pt x="1457926" y="28388"/>
                  <a:pt x="1457926" y="28388"/>
                </a:cubicBezTo>
                <a:cubicBezTo>
                  <a:pt x="1472150" y="28388"/>
                  <a:pt x="1472150" y="28388"/>
                  <a:pt x="1472150" y="28388"/>
                </a:cubicBezTo>
                <a:cubicBezTo>
                  <a:pt x="1472150" y="0"/>
                  <a:pt x="1472150" y="0"/>
                  <a:pt x="1472150" y="0"/>
                </a:cubicBezTo>
                <a:cubicBezTo>
                  <a:pt x="1329912" y="0"/>
                  <a:pt x="1329912" y="0"/>
                  <a:pt x="1329912" y="0"/>
                </a:cubicBezTo>
                <a:cubicBezTo>
                  <a:pt x="1329912" y="28388"/>
                  <a:pt x="1329912" y="28388"/>
                  <a:pt x="1329912" y="28388"/>
                </a:cubicBezTo>
                <a:cubicBezTo>
                  <a:pt x="1351248" y="28388"/>
                  <a:pt x="1351248" y="28388"/>
                  <a:pt x="1351248" y="28388"/>
                </a:cubicBezTo>
                <a:cubicBezTo>
                  <a:pt x="1351248" y="305168"/>
                  <a:pt x="1351248" y="305168"/>
                  <a:pt x="1351248" y="305168"/>
                </a:cubicBezTo>
                <a:cubicBezTo>
                  <a:pt x="1337024" y="305168"/>
                  <a:pt x="1329912" y="305168"/>
                  <a:pt x="1322800" y="305168"/>
                </a:cubicBezTo>
                <a:cubicBezTo>
                  <a:pt x="1216123" y="56775"/>
                  <a:pt x="1216123" y="56775"/>
                  <a:pt x="1216123" y="56775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23235" y="21290"/>
                  <a:pt x="1223235" y="21290"/>
                  <a:pt x="1223235" y="21290"/>
                </a:cubicBezTo>
                <a:cubicBezTo>
                  <a:pt x="1095223" y="78067"/>
                  <a:pt x="1095223" y="78067"/>
                  <a:pt x="1095223" y="78067"/>
                </a:cubicBezTo>
                <a:cubicBezTo>
                  <a:pt x="1102335" y="106454"/>
                  <a:pt x="1102335" y="106454"/>
                  <a:pt x="1102335" y="106454"/>
                </a:cubicBezTo>
                <a:cubicBezTo>
                  <a:pt x="1116557" y="99357"/>
                  <a:pt x="1116557" y="99357"/>
                  <a:pt x="1116557" y="99357"/>
                </a:cubicBezTo>
                <a:cubicBezTo>
                  <a:pt x="1223235" y="347750"/>
                  <a:pt x="1223235" y="347750"/>
                  <a:pt x="1223235" y="347750"/>
                </a:cubicBezTo>
                <a:cubicBezTo>
                  <a:pt x="1216123" y="347750"/>
                  <a:pt x="1209012" y="354847"/>
                  <a:pt x="1201900" y="361944"/>
                </a:cubicBezTo>
                <a:cubicBezTo>
                  <a:pt x="1009880" y="170327"/>
                  <a:pt x="1009880" y="170327"/>
                  <a:pt x="1009880" y="170327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02768" y="141939"/>
                  <a:pt x="1002768" y="141939"/>
                  <a:pt x="1002768" y="141939"/>
                </a:cubicBezTo>
                <a:cubicBezTo>
                  <a:pt x="903202" y="241296"/>
                  <a:pt x="903202" y="241296"/>
                  <a:pt x="903202" y="241296"/>
                </a:cubicBezTo>
                <a:cubicBezTo>
                  <a:pt x="924538" y="262586"/>
                  <a:pt x="924538" y="262586"/>
                  <a:pt x="924538" y="262586"/>
                </a:cubicBezTo>
                <a:cubicBezTo>
                  <a:pt x="938762" y="248393"/>
                  <a:pt x="938762" y="248393"/>
                  <a:pt x="938762" y="248393"/>
                </a:cubicBezTo>
                <a:cubicBezTo>
                  <a:pt x="1123669" y="432914"/>
                  <a:pt x="1123669" y="432914"/>
                  <a:pt x="1123669" y="432914"/>
                </a:cubicBezTo>
                <a:cubicBezTo>
                  <a:pt x="1116557" y="440011"/>
                  <a:pt x="1116557" y="447107"/>
                  <a:pt x="1109445" y="454204"/>
                </a:cubicBezTo>
                <a:cubicBezTo>
                  <a:pt x="867644" y="361944"/>
                  <a:pt x="867644" y="361944"/>
                  <a:pt x="867644" y="361944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46308" y="333557"/>
                  <a:pt x="846308" y="333557"/>
                  <a:pt x="846308" y="333557"/>
                </a:cubicBezTo>
                <a:cubicBezTo>
                  <a:pt x="796525" y="461302"/>
                  <a:pt x="796525" y="461302"/>
                  <a:pt x="796525" y="461302"/>
                </a:cubicBezTo>
                <a:cubicBezTo>
                  <a:pt x="824973" y="468399"/>
                  <a:pt x="824973" y="468399"/>
                  <a:pt x="824973" y="468399"/>
                </a:cubicBezTo>
                <a:cubicBezTo>
                  <a:pt x="824973" y="454204"/>
                  <a:pt x="824973" y="454204"/>
                  <a:pt x="824973" y="454204"/>
                </a:cubicBezTo>
                <a:cubicBezTo>
                  <a:pt x="1066775" y="553561"/>
                  <a:pt x="1066775" y="553561"/>
                  <a:pt x="1066775" y="553561"/>
                </a:cubicBezTo>
                <a:cubicBezTo>
                  <a:pt x="1066775" y="560659"/>
                  <a:pt x="1059663" y="574853"/>
                  <a:pt x="1059663" y="581950"/>
                </a:cubicBezTo>
                <a:cubicBezTo>
                  <a:pt x="782301" y="581950"/>
                  <a:pt x="782301" y="581950"/>
                  <a:pt x="782301" y="581950"/>
                </a:cubicBezTo>
                <a:cubicBezTo>
                  <a:pt x="782301" y="567756"/>
                  <a:pt x="782301" y="567756"/>
                  <a:pt x="782301" y="567756"/>
                </a:cubicBezTo>
                <a:cubicBezTo>
                  <a:pt x="483605" y="567756"/>
                  <a:pt x="483605" y="567756"/>
                  <a:pt x="483605" y="567756"/>
                </a:cubicBezTo>
                <a:cubicBezTo>
                  <a:pt x="483605" y="567756"/>
                  <a:pt x="483605" y="567756"/>
                  <a:pt x="476493" y="567756"/>
                </a:cubicBezTo>
                <a:cubicBezTo>
                  <a:pt x="448046" y="567756"/>
                  <a:pt x="419598" y="596143"/>
                  <a:pt x="419598" y="631628"/>
                </a:cubicBezTo>
                <a:cubicBezTo>
                  <a:pt x="419598" y="631628"/>
                  <a:pt x="419598" y="631628"/>
                  <a:pt x="419598" y="631628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2001338"/>
                  <a:pt x="448046" y="2029727"/>
                  <a:pt x="476493" y="2029727"/>
                </a:cubicBezTo>
                <a:cubicBezTo>
                  <a:pt x="483605" y="2029727"/>
                  <a:pt x="483605" y="2029727"/>
                  <a:pt x="483605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29912" y="2029727"/>
                  <a:pt x="1329912" y="2029727"/>
                  <a:pt x="1329912" y="2029727"/>
                </a:cubicBezTo>
                <a:cubicBezTo>
                  <a:pt x="1329912" y="2178762"/>
                  <a:pt x="1329912" y="2178762"/>
                  <a:pt x="1329912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52551" y="2178762"/>
                  <a:pt x="1031216" y="2200054"/>
                  <a:pt x="1031216" y="2235538"/>
                </a:cubicBezTo>
                <a:cubicBezTo>
                  <a:pt x="1031216" y="2235538"/>
                  <a:pt x="1031216" y="2235538"/>
                  <a:pt x="1031216" y="2235538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491029"/>
                  <a:pt x="1031216" y="2491029"/>
                  <a:pt x="1031216" y="2491029"/>
                </a:cubicBezTo>
                <a:cubicBezTo>
                  <a:pt x="611618" y="2491029"/>
                  <a:pt x="611618" y="2491029"/>
                  <a:pt x="611618" y="2491029"/>
                </a:cubicBezTo>
                <a:cubicBezTo>
                  <a:pt x="618730" y="2838779"/>
                  <a:pt x="618730" y="2838779"/>
                  <a:pt x="618730" y="2838779"/>
                </a:cubicBezTo>
                <a:cubicBezTo>
                  <a:pt x="732518" y="2966523"/>
                  <a:pt x="732518" y="2966523"/>
                  <a:pt x="732518" y="2966523"/>
                </a:cubicBezTo>
                <a:cubicBezTo>
                  <a:pt x="732518" y="3200723"/>
                  <a:pt x="732518" y="3200723"/>
                  <a:pt x="732518" y="3200723"/>
                </a:cubicBezTo>
                <a:cubicBezTo>
                  <a:pt x="867644" y="3257498"/>
                  <a:pt x="867644" y="3257498"/>
                  <a:pt x="867644" y="3257498"/>
                </a:cubicBezTo>
                <a:cubicBezTo>
                  <a:pt x="867644" y="3583958"/>
                  <a:pt x="867644" y="3583958"/>
                  <a:pt x="867644" y="3583958"/>
                </a:cubicBezTo>
                <a:cubicBezTo>
                  <a:pt x="270250" y="3690412"/>
                  <a:pt x="49783" y="3825254"/>
                  <a:pt x="28447" y="3832351"/>
                </a:cubicBezTo>
                <a:cubicBezTo>
                  <a:pt x="0" y="3832351"/>
                  <a:pt x="135124" y="3853642"/>
                  <a:pt x="327144" y="3945903"/>
                </a:cubicBezTo>
                <a:cubicBezTo>
                  <a:pt x="568946" y="4059453"/>
                  <a:pt x="540499" y="4123326"/>
                  <a:pt x="540499" y="4123326"/>
                </a:cubicBezTo>
                <a:cubicBezTo>
                  <a:pt x="540499" y="4123326"/>
                  <a:pt x="960097" y="3853642"/>
                  <a:pt x="1870412" y="3690412"/>
                </a:cubicBezTo>
                <a:cubicBezTo>
                  <a:pt x="2346904" y="3605249"/>
                  <a:pt x="3207436" y="3569764"/>
                  <a:pt x="3520357" y="3633636"/>
                </a:cubicBezTo>
                <a:cubicBezTo>
                  <a:pt x="3520357" y="3633636"/>
                  <a:pt x="3278555" y="3576861"/>
                  <a:pt x="2937186" y="3527182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-3517900" y="0"/>
            <a:ext cx="6882359" cy="6858000"/>
          </a:xfrm>
          <a:custGeom>
            <a:avLst/>
            <a:gdLst/>
            <a:ahLst/>
            <a:cxnLst/>
            <a:rect l="l" t="t" r="r" b="b"/>
            <a:pathLst>
              <a:path w="6882359" h="6858000">
                <a:moveTo>
                  <a:pt x="3441179" y="6758711"/>
                </a:moveTo>
                <a:cubicBezTo>
                  <a:pt x="1592612" y="6758711"/>
                  <a:pt x="99539" y="5262292"/>
                  <a:pt x="99539" y="3418362"/>
                </a:cubicBezTo>
                <a:cubicBezTo>
                  <a:pt x="99539" y="1581525"/>
                  <a:pt x="1592612" y="85104"/>
                  <a:pt x="3441179" y="85104"/>
                </a:cubicBezTo>
                <a:cubicBezTo>
                  <a:pt x="5289747" y="85104"/>
                  <a:pt x="6782821" y="1581525"/>
                  <a:pt x="6782821" y="3418362"/>
                </a:cubicBezTo>
                <a:cubicBezTo>
                  <a:pt x="6782821" y="5262292"/>
                  <a:pt x="5289747" y="6758711"/>
                  <a:pt x="3441179" y="6758711"/>
                </a:cubicBezTo>
                <a:close/>
                <a:moveTo>
                  <a:pt x="3441179" y="0"/>
                </a:moveTo>
                <a:cubicBezTo>
                  <a:pt x="1542843" y="0"/>
                  <a:pt x="0" y="1531880"/>
                  <a:pt x="0" y="3425454"/>
                </a:cubicBezTo>
                <a:cubicBezTo>
                  <a:pt x="0" y="5319028"/>
                  <a:pt x="1542843" y="6858000"/>
                  <a:pt x="3441179" y="6858000"/>
                </a:cubicBezTo>
                <a:cubicBezTo>
                  <a:pt x="5339516" y="6858000"/>
                  <a:pt x="6882359" y="5319028"/>
                  <a:pt x="6882359" y="3425454"/>
                </a:cubicBezTo>
                <a:cubicBezTo>
                  <a:pt x="6882359" y="1531880"/>
                  <a:pt x="5339516" y="0"/>
                  <a:pt x="3441179" y="0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-2743200" y="2209800"/>
            <a:ext cx="249716" cy="231442"/>
          </a:xfrm>
          <a:custGeom>
            <a:avLst/>
            <a:gdLst/>
            <a:ahLst/>
            <a:cxnLst/>
            <a:rect l="l" t="t" r="r" b="b"/>
            <a:pathLst>
              <a:path w="249716" h="231442">
                <a:moveTo>
                  <a:pt x="164099" y="21698"/>
                </a:moveTo>
                <a:cubicBezTo>
                  <a:pt x="128425" y="0"/>
                  <a:pt x="92752" y="0"/>
                  <a:pt x="71347" y="7233"/>
                </a:cubicBezTo>
                <a:cubicBezTo>
                  <a:pt x="42808" y="14465"/>
                  <a:pt x="21405" y="36163"/>
                  <a:pt x="14270" y="65093"/>
                </a:cubicBezTo>
                <a:cubicBezTo>
                  <a:pt x="0" y="94023"/>
                  <a:pt x="0" y="122954"/>
                  <a:pt x="7135" y="144652"/>
                </a:cubicBezTo>
                <a:cubicBezTo>
                  <a:pt x="21405" y="173581"/>
                  <a:pt x="42808" y="195279"/>
                  <a:pt x="78482" y="209744"/>
                </a:cubicBezTo>
                <a:cubicBezTo>
                  <a:pt x="114156" y="224210"/>
                  <a:pt x="149830" y="231442"/>
                  <a:pt x="178369" y="224210"/>
                </a:cubicBezTo>
                <a:cubicBezTo>
                  <a:pt x="199772" y="209744"/>
                  <a:pt x="221177" y="195279"/>
                  <a:pt x="235447" y="166348"/>
                </a:cubicBezTo>
                <a:cubicBezTo>
                  <a:pt x="249716" y="137419"/>
                  <a:pt x="249716" y="108488"/>
                  <a:pt x="235447" y="86791"/>
                </a:cubicBezTo>
                <a:cubicBezTo>
                  <a:pt x="228312" y="57860"/>
                  <a:pt x="199772" y="36163"/>
                  <a:pt x="164099" y="21698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-546100" y="5257800"/>
            <a:ext cx="158355" cy="286259"/>
          </a:xfrm>
          <a:custGeom>
            <a:avLst/>
            <a:gdLst/>
            <a:ahLst/>
            <a:cxnLst/>
            <a:rect l="l" t="t" r="r" b="b"/>
            <a:pathLst>
              <a:path w="158355" h="286259">
                <a:moveTo>
                  <a:pt x="158355" y="0"/>
                </a:moveTo>
                <a:cubicBezTo>
                  <a:pt x="158355" y="286259"/>
                  <a:pt x="158355" y="286259"/>
                  <a:pt x="158355" y="286259"/>
                </a:cubicBezTo>
                <a:cubicBezTo>
                  <a:pt x="79177" y="286259"/>
                  <a:pt x="79177" y="286259"/>
                  <a:pt x="79177" y="286259"/>
                </a:cubicBezTo>
                <a:cubicBezTo>
                  <a:pt x="79177" y="100190"/>
                  <a:pt x="79177" y="100190"/>
                  <a:pt x="79177" y="100190"/>
                </a:cubicBezTo>
                <a:cubicBezTo>
                  <a:pt x="64781" y="107347"/>
                  <a:pt x="57583" y="114503"/>
                  <a:pt x="43188" y="121660"/>
                </a:cubicBezTo>
                <a:cubicBezTo>
                  <a:pt x="28792" y="128816"/>
                  <a:pt x="14395" y="135973"/>
                  <a:pt x="0" y="135973"/>
                </a:cubicBezTo>
                <a:cubicBezTo>
                  <a:pt x="0" y="78721"/>
                  <a:pt x="0" y="78721"/>
                  <a:pt x="0" y="78721"/>
                </a:cubicBezTo>
                <a:cubicBezTo>
                  <a:pt x="28792" y="71564"/>
                  <a:pt x="43188" y="57252"/>
                  <a:pt x="57583" y="42939"/>
                </a:cubicBezTo>
                <a:cubicBezTo>
                  <a:pt x="71980" y="35782"/>
                  <a:pt x="86375" y="21469"/>
                  <a:pt x="93574" y="0"/>
                </a:cubicBezTo>
                <a:lnTo>
                  <a:pt x="158355" y="0"/>
                </a:ln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-317500" y="5257800"/>
            <a:ext cx="231442" cy="286259"/>
          </a:xfrm>
          <a:custGeom>
            <a:avLst/>
            <a:gdLst/>
            <a:ahLst/>
            <a:cxnLst/>
            <a:rect l="l" t="t" r="r" b="b"/>
            <a:pathLst>
              <a:path w="231442" h="286259">
                <a:moveTo>
                  <a:pt x="151884" y="100190"/>
                </a:moveTo>
                <a:cubicBezTo>
                  <a:pt x="151884" y="85877"/>
                  <a:pt x="144652" y="71564"/>
                  <a:pt x="137419" y="64408"/>
                </a:cubicBezTo>
                <a:cubicBezTo>
                  <a:pt x="130186" y="57252"/>
                  <a:pt x="122954" y="50095"/>
                  <a:pt x="108488" y="50095"/>
                </a:cubicBezTo>
                <a:cubicBezTo>
                  <a:pt x="101256" y="50095"/>
                  <a:pt x="94023" y="57252"/>
                  <a:pt x="86791" y="64408"/>
                </a:cubicBezTo>
                <a:cubicBezTo>
                  <a:pt x="79558" y="71564"/>
                  <a:pt x="72325" y="78721"/>
                  <a:pt x="72325" y="93034"/>
                </a:cubicBezTo>
                <a:cubicBezTo>
                  <a:pt x="72325" y="114503"/>
                  <a:pt x="79558" y="121660"/>
                  <a:pt x="86791" y="128816"/>
                </a:cubicBezTo>
                <a:cubicBezTo>
                  <a:pt x="94023" y="143129"/>
                  <a:pt x="101256" y="143129"/>
                  <a:pt x="108488" y="143129"/>
                </a:cubicBezTo>
                <a:cubicBezTo>
                  <a:pt x="122954" y="143129"/>
                  <a:pt x="130186" y="143129"/>
                  <a:pt x="137419" y="128816"/>
                </a:cubicBezTo>
                <a:cubicBezTo>
                  <a:pt x="144652" y="121660"/>
                  <a:pt x="151884" y="114503"/>
                  <a:pt x="151884" y="100190"/>
                </a:cubicBezTo>
                <a:close/>
                <a:moveTo>
                  <a:pt x="7233" y="221851"/>
                </a:moveTo>
                <a:cubicBezTo>
                  <a:pt x="86791" y="214695"/>
                  <a:pt x="86791" y="214695"/>
                  <a:pt x="86791" y="214695"/>
                </a:cubicBezTo>
                <a:cubicBezTo>
                  <a:pt x="86791" y="221851"/>
                  <a:pt x="86791" y="229008"/>
                  <a:pt x="94023" y="236164"/>
                </a:cubicBezTo>
                <a:cubicBezTo>
                  <a:pt x="101256" y="236164"/>
                  <a:pt x="108488" y="243321"/>
                  <a:pt x="108488" y="243321"/>
                </a:cubicBezTo>
                <a:cubicBezTo>
                  <a:pt x="122954" y="243321"/>
                  <a:pt x="137419" y="236164"/>
                  <a:pt x="144652" y="221851"/>
                </a:cubicBezTo>
                <a:cubicBezTo>
                  <a:pt x="144652" y="214695"/>
                  <a:pt x="151884" y="193225"/>
                  <a:pt x="151884" y="164598"/>
                </a:cubicBezTo>
                <a:cubicBezTo>
                  <a:pt x="144652" y="171755"/>
                  <a:pt x="137419" y="178911"/>
                  <a:pt x="122954" y="186069"/>
                </a:cubicBezTo>
                <a:cubicBezTo>
                  <a:pt x="115721" y="186069"/>
                  <a:pt x="101256" y="193225"/>
                  <a:pt x="94023" y="193225"/>
                </a:cubicBezTo>
                <a:cubicBezTo>
                  <a:pt x="65093" y="193225"/>
                  <a:pt x="43396" y="186069"/>
                  <a:pt x="28931" y="164598"/>
                </a:cubicBezTo>
                <a:cubicBezTo>
                  <a:pt x="7233" y="150285"/>
                  <a:pt x="0" y="121660"/>
                  <a:pt x="0" y="100190"/>
                </a:cubicBezTo>
                <a:cubicBezTo>
                  <a:pt x="0" y="78721"/>
                  <a:pt x="7233" y="64408"/>
                  <a:pt x="14465" y="50095"/>
                </a:cubicBezTo>
                <a:cubicBezTo>
                  <a:pt x="21698" y="35782"/>
                  <a:pt x="36163" y="21469"/>
                  <a:pt x="50629" y="14313"/>
                </a:cubicBezTo>
                <a:cubicBezTo>
                  <a:pt x="65093" y="7156"/>
                  <a:pt x="86791" y="0"/>
                  <a:pt x="108488" y="0"/>
                </a:cubicBezTo>
                <a:cubicBezTo>
                  <a:pt x="137419" y="0"/>
                  <a:pt x="159116" y="7156"/>
                  <a:pt x="173581" y="14313"/>
                </a:cubicBezTo>
                <a:cubicBezTo>
                  <a:pt x="195279" y="28626"/>
                  <a:pt x="209744" y="42939"/>
                  <a:pt x="216977" y="64408"/>
                </a:cubicBezTo>
                <a:cubicBezTo>
                  <a:pt x="224210" y="78721"/>
                  <a:pt x="231442" y="107347"/>
                  <a:pt x="231442" y="143129"/>
                </a:cubicBezTo>
                <a:cubicBezTo>
                  <a:pt x="231442" y="193225"/>
                  <a:pt x="224210" y="229008"/>
                  <a:pt x="202512" y="250477"/>
                </a:cubicBezTo>
                <a:cubicBezTo>
                  <a:pt x="180814" y="279103"/>
                  <a:pt x="151884" y="286259"/>
                  <a:pt x="108488" y="286259"/>
                </a:cubicBezTo>
                <a:cubicBezTo>
                  <a:pt x="86791" y="286259"/>
                  <a:pt x="72325" y="286259"/>
                  <a:pt x="57860" y="279103"/>
                </a:cubicBezTo>
                <a:cubicBezTo>
                  <a:pt x="43396" y="271946"/>
                  <a:pt x="36163" y="264790"/>
                  <a:pt x="28931" y="257633"/>
                </a:cubicBezTo>
                <a:cubicBezTo>
                  <a:pt x="14465" y="250477"/>
                  <a:pt x="14465" y="236164"/>
                  <a:pt x="7233" y="221851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-63500" y="5257800"/>
            <a:ext cx="231442" cy="280167"/>
          </a:xfrm>
          <a:custGeom>
            <a:avLst/>
            <a:gdLst/>
            <a:ahLst/>
            <a:cxnLst/>
            <a:rect l="l" t="t" r="r" b="b"/>
            <a:pathLst>
              <a:path w="231442" h="280167">
                <a:moveTo>
                  <a:pt x="28931" y="0"/>
                </a:moveTo>
                <a:cubicBezTo>
                  <a:pt x="216977" y="0"/>
                  <a:pt x="216977" y="0"/>
                  <a:pt x="216977" y="0"/>
                </a:cubicBezTo>
                <a:cubicBezTo>
                  <a:pt x="216977" y="57470"/>
                  <a:pt x="216977" y="57470"/>
                  <a:pt x="216977" y="57470"/>
                </a:cubicBezTo>
                <a:cubicBezTo>
                  <a:pt x="94023" y="57470"/>
                  <a:pt x="94023" y="57470"/>
                  <a:pt x="94023" y="57470"/>
                </a:cubicBezTo>
                <a:cubicBezTo>
                  <a:pt x="86791" y="100573"/>
                  <a:pt x="86791" y="100573"/>
                  <a:pt x="86791" y="100573"/>
                </a:cubicBezTo>
                <a:cubicBezTo>
                  <a:pt x="94023" y="100573"/>
                  <a:pt x="101256" y="93389"/>
                  <a:pt x="108488" y="93389"/>
                </a:cubicBezTo>
                <a:cubicBezTo>
                  <a:pt x="122954" y="93389"/>
                  <a:pt x="130186" y="93389"/>
                  <a:pt x="137419" y="93389"/>
                </a:cubicBezTo>
                <a:cubicBezTo>
                  <a:pt x="166348" y="93389"/>
                  <a:pt x="188046" y="100573"/>
                  <a:pt x="202512" y="114940"/>
                </a:cubicBezTo>
                <a:cubicBezTo>
                  <a:pt x="224210" y="129308"/>
                  <a:pt x="231442" y="150859"/>
                  <a:pt x="231442" y="179595"/>
                </a:cubicBezTo>
                <a:cubicBezTo>
                  <a:pt x="231442" y="193962"/>
                  <a:pt x="224210" y="215513"/>
                  <a:pt x="216977" y="229880"/>
                </a:cubicBezTo>
                <a:cubicBezTo>
                  <a:pt x="209744" y="251432"/>
                  <a:pt x="195279" y="258615"/>
                  <a:pt x="180814" y="265800"/>
                </a:cubicBezTo>
                <a:cubicBezTo>
                  <a:pt x="159116" y="280167"/>
                  <a:pt x="144652" y="280167"/>
                  <a:pt x="115721" y="280167"/>
                </a:cubicBezTo>
                <a:cubicBezTo>
                  <a:pt x="94023" y="280167"/>
                  <a:pt x="79558" y="280167"/>
                  <a:pt x="65093" y="280167"/>
                </a:cubicBezTo>
                <a:cubicBezTo>
                  <a:pt x="57860" y="272983"/>
                  <a:pt x="43396" y="265800"/>
                  <a:pt x="36163" y="258615"/>
                </a:cubicBezTo>
                <a:cubicBezTo>
                  <a:pt x="28931" y="251432"/>
                  <a:pt x="14465" y="244248"/>
                  <a:pt x="14465" y="237065"/>
                </a:cubicBezTo>
                <a:cubicBezTo>
                  <a:pt x="7233" y="229880"/>
                  <a:pt x="0" y="215513"/>
                  <a:pt x="0" y="208330"/>
                </a:cubicBezTo>
                <a:cubicBezTo>
                  <a:pt x="79558" y="193962"/>
                  <a:pt x="79558" y="193962"/>
                  <a:pt x="79558" y="193962"/>
                </a:cubicBezTo>
                <a:cubicBezTo>
                  <a:pt x="79558" y="208330"/>
                  <a:pt x="79558" y="215513"/>
                  <a:pt x="86791" y="222697"/>
                </a:cubicBezTo>
                <a:cubicBezTo>
                  <a:pt x="94023" y="229880"/>
                  <a:pt x="108488" y="237065"/>
                  <a:pt x="115721" y="237065"/>
                </a:cubicBezTo>
                <a:cubicBezTo>
                  <a:pt x="122954" y="237065"/>
                  <a:pt x="137419" y="229880"/>
                  <a:pt x="144652" y="222697"/>
                </a:cubicBezTo>
                <a:cubicBezTo>
                  <a:pt x="151884" y="215513"/>
                  <a:pt x="151884" y="201145"/>
                  <a:pt x="151884" y="186778"/>
                </a:cubicBezTo>
                <a:cubicBezTo>
                  <a:pt x="151884" y="172410"/>
                  <a:pt x="151884" y="158043"/>
                  <a:pt x="144652" y="150859"/>
                </a:cubicBezTo>
                <a:cubicBezTo>
                  <a:pt x="137419" y="143675"/>
                  <a:pt x="122954" y="136492"/>
                  <a:pt x="115721" y="136492"/>
                </a:cubicBezTo>
                <a:cubicBezTo>
                  <a:pt x="108488" y="136492"/>
                  <a:pt x="101256" y="143675"/>
                  <a:pt x="94023" y="143675"/>
                </a:cubicBezTo>
                <a:cubicBezTo>
                  <a:pt x="86791" y="143675"/>
                  <a:pt x="79558" y="150859"/>
                  <a:pt x="72325" y="158043"/>
                </a:cubicBezTo>
                <a:cubicBezTo>
                  <a:pt x="7233" y="150859"/>
                  <a:pt x="7233" y="150859"/>
                  <a:pt x="7233" y="150859"/>
                </a:cubicBezTo>
                <a:lnTo>
                  <a:pt x="28931" y="0"/>
                </a:ln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177800" y="5257800"/>
            <a:ext cx="219260" cy="286259"/>
          </a:xfrm>
          <a:custGeom>
            <a:avLst/>
            <a:gdLst/>
            <a:ahLst/>
            <a:cxnLst/>
            <a:rect l="l" t="t" r="r" b="b"/>
            <a:pathLst>
              <a:path w="219260" h="286259">
                <a:moveTo>
                  <a:pt x="70729" y="85877"/>
                </a:moveTo>
                <a:cubicBezTo>
                  <a:pt x="0" y="71564"/>
                  <a:pt x="0" y="71564"/>
                  <a:pt x="0" y="71564"/>
                </a:cubicBezTo>
                <a:cubicBezTo>
                  <a:pt x="7073" y="50095"/>
                  <a:pt x="21219" y="35782"/>
                  <a:pt x="35364" y="21469"/>
                </a:cubicBezTo>
                <a:cubicBezTo>
                  <a:pt x="49511" y="7156"/>
                  <a:pt x="77803" y="0"/>
                  <a:pt x="106095" y="0"/>
                </a:cubicBezTo>
                <a:cubicBezTo>
                  <a:pt x="141459" y="0"/>
                  <a:pt x="169751" y="7156"/>
                  <a:pt x="183896" y="21469"/>
                </a:cubicBezTo>
                <a:cubicBezTo>
                  <a:pt x="198043" y="35782"/>
                  <a:pt x="212188" y="50095"/>
                  <a:pt x="212188" y="71564"/>
                </a:cubicBezTo>
                <a:cubicBezTo>
                  <a:pt x="212188" y="85877"/>
                  <a:pt x="205115" y="93034"/>
                  <a:pt x="198043" y="107347"/>
                </a:cubicBezTo>
                <a:cubicBezTo>
                  <a:pt x="190969" y="114503"/>
                  <a:pt x="183896" y="121660"/>
                  <a:pt x="169751" y="128816"/>
                </a:cubicBezTo>
                <a:cubicBezTo>
                  <a:pt x="176823" y="135973"/>
                  <a:pt x="190969" y="135973"/>
                  <a:pt x="190969" y="143129"/>
                </a:cubicBezTo>
                <a:cubicBezTo>
                  <a:pt x="205115" y="143129"/>
                  <a:pt x="212188" y="150285"/>
                  <a:pt x="212188" y="164598"/>
                </a:cubicBezTo>
                <a:cubicBezTo>
                  <a:pt x="219260" y="171755"/>
                  <a:pt x="219260" y="186069"/>
                  <a:pt x="219260" y="193225"/>
                </a:cubicBezTo>
                <a:cubicBezTo>
                  <a:pt x="219260" y="214695"/>
                  <a:pt x="219260" y="229008"/>
                  <a:pt x="212188" y="243321"/>
                </a:cubicBezTo>
                <a:cubicBezTo>
                  <a:pt x="205115" y="257633"/>
                  <a:pt x="190969" y="271946"/>
                  <a:pt x="176823" y="279103"/>
                </a:cubicBezTo>
                <a:cubicBezTo>
                  <a:pt x="155604" y="286259"/>
                  <a:pt x="134386" y="286259"/>
                  <a:pt x="113167" y="286259"/>
                </a:cubicBezTo>
                <a:cubicBezTo>
                  <a:pt x="84875" y="286259"/>
                  <a:pt x="70729" y="286259"/>
                  <a:pt x="56584" y="279103"/>
                </a:cubicBezTo>
                <a:cubicBezTo>
                  <a:pt x="42437" y="271946"/>
                  <a:pt x="28292" y="264790"/>
                  <a:pt x="21219" y="250477"/>
                </a:cubicBezTo>
                <a:cubicBezTo>
                  <a:pt x="7073" y="243321"/>
                  <a:pt x="0" y="229008"/>
                  <a:pt x="0" y="207538"/>
                </a:cubicBezTo>
                <a:cubicBezTo>
                  <a:pt x="70729" y="200382"/>
                  <a:pt x="70729" y="200382"/>
                  <a:pt x="70729" y="200382"/>
                </a:cubicBezTo>
                <a:cubicBezTo>
                  <a:pt x="77803" y="214695"/>
                  <a:pt x="77803" y="229008"/>
                  <a:pt x="84875" y="229008"/>
                </a:cubicBezTo>
                <a:cubicBezTo>
                  <a:pt x="91948" y="236164"/>
                  <a:pt x="99021" y="243321"/>
                  <a:pt x="113167" y="243321"/>
                </a:cubicBezTo>
                <a:cubicBezTo>
                  <a:pt x="120240" y="243321"/>
                  <a:pt x="127312" y="236164"/>
                  <a:pt x="134386" y="229008"/>
                </a:cubicBezTo>
                <a:cubicBezTo>
                  <a:pt x="141459" y="221851"/>
                  <a:pt x="148532" y="214695"/>
                  <a:pt x="148532" y="200382"/>
                </a:cubicBezTo>
                <a:cubicBezTo>
                  <a:pt x="148532" y="186069"/>
                  <a:pt x="141459" y="178911"/>
                  <a:pt x="134386" y="171755"/>
                </a:cubicBezTo>
                <a:cubicBezTo>
                  <a:pt x="127312" y="164598"/>
                  <a:pt x="120240" y="157442"/>
                  <a:pt x="106095" y="157442"/>
                </a:cubicBezTo>
                <a:cubicBezTo>
                  <a:pt x="106095" y="157442"/>
                  <a:pt x="99021" y="164598"/>
                  <a:pt x="84875" y="164598"/>
                </a:cubicBezTo>
                <a:cubicBezTo>
                  <a:pt x="91948" y="107347"/>
                  <a:pt x="91948" y="107347"/>
                  <a:pt x="91948" y="107347"/>
                </a:cubicBezTo>
                <a:cubicBezTo>
                  <a:pt x="91948" y="107347"/>
                  <a:pt x="99021" y="107347"/>
                  <a:pt x="99021" y="107347"/>
                </a:cubicBezTo>
                <a:cubicBezTo>
                  <a:pt x="106095" y="107347"/>
                  <a:pt x="120240" y="107347"/>
                  <a:pt x="120240" y="100190"/>
                </a:cubicBezTo>
                <a:cubicBezTo>
                  <a:pt x="127312" y="93034"/>
                  <a:pt x="134386" y="85877"/>
                  <a:pt x="134386" y="78721"/>
                </a:cubicBezTo>
                <a:cubicBezTo>
                  <a:pt x="134386" y="71564"/>
                  <a:pt x="127312" y="64408"/>
                  <a:pt x="127312" y="57252"/>
                </a:cubicBezTo>
                <a:cubicBezTo>
                  <a:pt x="120240" y="50095"/>
                  <a:pt x="113167" y="50095"/>
                  <a:pt x="106095" y="50095"/>
                </a:cubicBezTo>
                <a:cubicBezTo>
                  <a:pt x="99021" y="50095"/>
                  <a:pt x="91948" y="50095"/>
                  <a:pt x="84875" y="57252"/>
                </a:cubicBezTo>
                <a:cubicBezTo>
                  <a:pt x="77803" y="64408"/>
                  <a:pt x="77803" y="71564"/>
                  <a:pt x="70729" y="85877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-1701800" y="5511800"/>
            <a:ext cx="66998" cy="36543"/>
          </a:xfrm>
          <a:custGeom>
            <a:avLst/>
            <a:gdLst/>
            <a:ahLst/>
            <a:cxnLst/>
            <a:rect l="l" t="t" r="r" b="b"/>
            <a:pathLst>
              <a:path w="66998" h="36543">
                <a:moveTo>
                  <a:pt x="0" y="36543"/>
                </a:moveTo>
                <a:lnTo>
                  <a:pt x="30453" y="30452"/>
                </a:lnTo>
                <a:lnTo>
                  <a:pt x="66998" y="12181"/>
                </a:lnTo>
                <a:lnTo>
                  <a:pt x="48726" y="6091"/>
                </a:lnTo>
                <a:lnTo>
                  <a:pt x="24362" y="0"/>
                </a:lnTo>
                <a:lnTo>
                  <a:pt x="0" y="36543"/>
                </a:ln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-1320800" y="800100"/>
            <a:ext cx="170536" cy="133993"/>
          </a:xfrm>
          <a:custGeom>
            <a:avLst/>
            <a:gdLst/>
            <a:ahLst/>
            <a:cxnLst/>
            <a:rect l="l" t="t" r="r" b="b"/>
            <a:pathLst>
              <a:path w="170536" h="133993">
                <a:moveTo>
                  <a:pt x="156324" y="77575"/>
                </a:moveTo>
                <a:cubicBezTo>
                  <a:pt x="163430" y="70523"/>
                  <a:pt x="170536" y="63471"/>
                  <a:pt x="170536" y="56418"/>
                </a:cubicBezTo>
                <a:cubicBezTo>
                  <a:pt x="170536" y="42314"/>
                  <a:pt x="170536" y="35262"/>
                  <a:pt x="170536" y="28209"/>
                </a:cubicBezTo>
                <a:cubicBezTo>
                  <a:pt x="163430" y="14105"/>
                  <a:pt x="156324" y="7052"/>
                  <a:pt x="149219" y="0"/>
                </a:cubicBezTo>
                <a:cubicBezTo>
                  <a:pt x="135007" y="0"/>
                  <a:pt x="127902" y="0"/>
                  <a:pt x="113690" y="0"/>
                </a:cubicBezTo>
                <a:cubicBezTo>
                  <a:pt x="106585" y="7052"/>
                  <a:pt x="85268" y="14105"/>
                  <a:pt x="56845" y="28209"/>
                </a:cubicBezTo>
                <a:cubicBezTo>
                  <a:pt x="0" y="49366"/>
                  <a:pt x="0" y="49366"/>
                  <a:pt x="0" y="49366"/>
                </a:cubicBezTo>
                <a:cubicBezTo>
                  <a:pt x="35528" y="133993"/>
                  <a:pt x="35528" y="133993"/>
                  <a:pt x="35528" y="133993"/>
                </a:cubicBezTo>
                <a:cubicBezTo>
                  <a:pt x="92373" y="112836"/>
                  <a:pt x="92373" y="112836"/>
                  <a:pt x="92373" y="112836"/>
                </a:cubicBezTo>
                <a:cubicBezTo>
                  <a:pt x="127902" y="91680"/>
                  <a:pt x="149219" y="84628"/>
                  <a:pt x="156324" y="77575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Freeform 35"/>
          <p:cNvSpPr/>
          <p:nvPr/>
        </p:nvSpPr>
        <p:spPr>
          <a:xfrm>
            <a:off x="2209800" y="1854200"/>
            <a:ext cx="140085" cy="176629"/>
          </a:xfrm>
          <a:custGeom>
            <a:avLst/>
            <a:gdLst/>
            <a:ahLst/>
            <a:cxnLst/>
            <a:rect l="l" t="t" r="r" b="b"/>
            <a:pathLst>
              <a:path w="140085" h="176629">
                <a:moveTo>
                  <a:pt x="70043" y="162499"/>
                </a:moveTo>
                <a:cubicBezTo>
                  <a:pt x="77047" y="169564"/>
                  <a:pt x="84051" y="169564"/>
                  <a:pt x="91055" y="176629"/>
                </a:cubicBezTo>
                <a:cubicBezTo>
                  <a:pt x="105063" y="176629"/>
                  <a:pt x="112069" y="169564"/>
                  <a:pt x="119073" y="169564"/>
                </a:cubicBezTo>
                <a:cubicBezTo>
                  <a:pt x="133081" y="162499"/>
                  <a:pt x="140085" y="148368"/>
                  <a:pt x="140085" y="141303"/>
                </a:cubicBezTo>
                <a:cubicBezTo>
                  <a:pt x="140085" y="134238"/>
                  <a:pt x="140085" y="120108"/>
                  <a:pt x="140085" y="105978"/>
                </a:cubicBezTo>
                <a:cubicBezTo>
                  <a:pt x="133081" y="98913"/>
                  <a:pt x="126077" y="84781"/>
                  <a:pt x="105063" y="56521"/>
                </a:cubicBezTo>
                <a:cubicBezTo>
                  <a:pt x="77047" y="0"/>
                  <a:pt x="77047" y="0"/>
                  <a:pt x="77047" y="0"/>
                </a:cubicBezTo>
                <a:cubicBezTo>
                  <a:pt x="0" y="49456"/>
                  <a:pt x="0" y="49456"/>
                  <a:pt x="0" y="49456"/>
                </a:cubicBezTo>
                <a:cubicBezTo>
                  <a:pt x="28017" y="98913"/>
                  <a:pt x="28017" y="98913"/>
                  <a:pt x="28017" y="98913"/>
                </a:cubicBezTo>
                <a:cubicBezTo>
                  <a:pt x="49030" y="134238"/>
                  <a:pt x="63038" y="155434"/>
                  <a:pt x="70043" y="162499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Freeform 36"/>
          <p:cNvSpPr/>
          <p:nvPr/>
        </p:nvSpPr>
        <p:spPr>
          <a:xfrm>
            <a:off x="-2794000" y="2552700"/>
            <a:ext cx="152265" cy="109630"/>
          </a:xfrm>
          <a:custGeom>
            <a:avLst/>
            <a:gdLst/>
            <a:ahLst/>
            <a:cxnLst/>
            <a:rect l="l" t="t" r="r" b="b"/>
            <a:pathLst>
              <a:path w="152265" h="109630">
                <a:moveTo>
                  <a:pt x="152265" y="0"/>
                </a:moveTo>
                <a:lnTo>
                  <a:pt x="0" y="18271"/>
                </a:lnTo>
                <a:lnTo>
                  <a:pt x="115722" y="109630"/>
                </a:lnTo>
                <a:lnTo>
                  <a:pt x="152265" y="0"/>
                </a:ln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Freeform 37"/>
          <p:cNvSpPr/>
          <p:nvPr/>
        </p:nvSpPr>
        <p:spPr>
          <a:xfrm>
            <a:off x="203200" y="6096000"/>
            <a:ext cx="146174" cy="237534"/>
          </a:xfrm>
          <a:custGeom>
            <a:avLst/>
            <a:gdLst/>
            <a:ahLst/>
            <a:cxnLst/>
            <a:rect l="l" t="t" r="r" b="b"/>
            <a:pathLst>
              <a:path w="146174" h="237534">
                <a:moveTo>
                  <a:pt x="48725" y="71980"/>
                </a:moveTo>
                <a:cubicBezTo>
                  <a:pt x="34803" y="71980"/>
                  <a:pt x="27842" y="86377"/>
                  <a:pt x="27842" y="86377"/>
                </a:cubicBezTo>
                <a:cubicBezTo>
                  <a:pt x="6961" y="100772"/>
                  <a:pt x="13922" y="107970"/>
                  <a:pt x="13922" y="107970"/>
                </a:cubicBezTo>
                <a:cubicBezTo>
                  <a:pt x="13922" y="115169"/>
                  <a:pt x="6961" y="136762"/>
                  <a:pt x="6961" y="136762"/>
                </a:cubicBezTo>
                <a:cubicBezTo>
                  <a:pt x="0" y="143961"/>
                  <a:pt x="0" y="165555"/>
                  <a:pt x="0" y="165555"/>
                </a:cubicBezTo>
                <a:cubicBezTo>
                  <a:pt x="0" y="172753"/>
                  <a:pt x="13922" y="187148"/>
                  <a:pt x="13922" y="187148"/>
                </a:cubicBezTo>
                <a:cubicBezTo>
                  <a:pt x="20883" y="208742"/>
                  <a:pt x="62647" y="230337"/>
                  <a:pt x="62647" y="230337"/>
                </a:cubicBezTo>
                <a:cubicBezTo>
                  <a:pt x="69606" y="237534"/>
                  <a:pt x="76567" y="237534"/>
                  <a:pt x="83528" y="237534"/>
                </a:cubicBezTo>
                <a:cubicBezTo>
                  <a:pt x="90489" y="237534"/>
                  <a:pt x="97450" y="237534"/>
                  <a:pt x="104411" y="237534"/>
                </a:cubicBezTo>
                <a:cubicBezTo>
                  <a:pt x="132253" y="237534"/>
                  <a:pt x="132253" y="208742"/>
                  <a:pt x="132253" y="208742"/>
                </a:cubicBezTo>
                <a:cubicBezTo>
                  <a:pt x="125292" y="201545"/>
                  <a:pt x="139214" y="187148"/>
                  <a:pt x="139214" y="187148"/>
                </a:cubicBezTo>
                <a:cubicBezTo>
                  <a:pt x="146174" y="179951"/>
                  <a:pt x="146174" y="172753"/>
                  <a:pt x="146174" y="172753"/>
                </a:cubicBezTo>
                <a:cubicBezTo>
                  <a:pt x="139214" y="165555"/>
                  <a:pt x="139214" y="143961"/>
                  <a:pt x="139214" y="143961"/>
                </a:cubicBezTo>
                <a:cubicBezTo>
                  <a:pt x="125292" y="136762"/>
                  <a:pt x="97450" y="115169"/>
                  <a:pt x="97450" y="115169"/>
                </a:cubicBezTo>
                <a:cubicBezTo>
                  <a:pt x="76567" y="86377"/>
                  <a:pt x="97450" y="79178"/>
                  <a:pt x="97450" y="79178"/>
                </a:cubicBezTo>
                <a:cubicBezTo>
                  <a:pt x="111370" y="86377"/>
                  <a:pt x="118331" y="79178"/>
                  <a:pt x="118331" y="79178"/>
                </a:cubicBezTo>
                <a:cubicBezTo>
                  <a:pt x="132253" y="79178"/>
                  <a:pt x="125292" y="57584"/>
                  <a:pt x="125292" y="57584"/>
                </a:cubicBezTo>
                <a:cubicBezTo>
                  <a:pt x="125292" y="43188"/>
                  <a:pt x="125292" y="35991"/>
                  <a:pt x="125292" y="35991"/>
                </a:cubicBezTo>
                <a:cubicBezTo>
                  <a:pt x="132253" y="14395"/>
                  <a:pt x="125292" y="14395"/>
                  <a:pt x="125292" y="14395"/>
                </a:cubicBezTo>
                <a:cubicBezTo>
                  <a:pt x="111370" y="0"/>
                  <a:pt x="104411" y="14395"/>
                  <a:pt x="104411" y="14395"/>
                </a:cubicBezTo>
                <a:cubicBezTo>
                  <a:pt x="97450" y="28792"/>
                  <a:pt x="69606" y="57584"/>
                  <a:pt x="69606" y="57584"/>
                </a:cubicBezTo>
                <a:cubicBezTo>
                  <a:pt x="62647" y="57584"/>
                  <a:pt x="62647" y="64783"/>
                  <a:pt x="62647" y="64783"/>
                </a:cubicBezTo>
                <a:cubicBezTo>
                  <a:pt x="55686" y="71980"/>
                  <a:pt x="48725" y="71980"/>
                  <a:pt x="48725" y="71980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-1168400" y="5854700"/>
            <a:ext cx="30455" cy="79179"/>
          </a:xfrm>
          <a:custGeom>
            <a:avLst/>
            <a:gdLst/>
            <a:ahLst/>
            <a:cxnLst/>
            <a:rect l="l" t="t" r="r" b="b"/>
            <a:pathLst>
              <a:path w="30455" h="79179">
                <a:moveTo>
                  <a:pt x="0" y="0"/>
                </a:moveTo>
                <a:cubicBezTo>
                  <a:pt x="7614" y="21594"/>
                  <a:pt x="15227" y="28792"/>
                  <a:pt x="15227" y="35991"/>
                </a:cubicBezTo>
                <a:cubicBezTo>
                  <a:pt x="15227" y="43189"/>
                  <a:pt x="15227" y="50387"/>
                  <a:pt x="15227" y="50387"/>
                </a:cubicBezTo>
                <a:cubicBezTo>
                  <a:pt x="30455" y="64783"/>
                  <a:pt x="22841" y="57584"/>
                  <a:pt x="22841" y="71981"/>
                </a:cubicBezTo>
                <a:cubicBezTo>
                  <a:pt x="30455" y="79179"/>
                  <a:pt x="30455" y="71981"/>
                  <a:pt x="30455" y="64783"/>
                </a:cubicBezTo>
                <a:cubicBezTo>
                  <a:pt x="30455" y="57584"/>
                  <a:pt x="30455" y="35991"/>
                  <a:pt x="22841" y="21594"/>
                </a:cubicBezTo>
                <a:cubicBezTo>
                  <a:pt x="22841" y="14397"/>
                  <a:pt x="22841" y="7198"/>
                  <a:pt x="22841" y="0"/>
                </a:cubicBezTo>
                <a:cubicBezTo>
                  <a:pt x="15227" y="0"/>
                  <a:pt x="7614" y="0"/>
                  <a:pt x="0" y="0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-1295400" y="5905500"/>
            <a:ext cx="127904" cy="48725"/>
          </a:xfrm>
          <a:custGeom>
            <a:avLst/>
            <a:gdLst/>
            <a:ahLst/>
            <a:cxnLst/>
            <a:rect l="l" t="t" r="r" b="b"/>
            <a:pathLst>
              <a:path w="127904" h="48725">
                <a:moveTo>
                  <a:pt x="0" y="48725"/>
                </a:moveTo>
                <a:cubicBezTo>
                  <a:pt x="7106" y="48725"/>
                  <a:pt x="21317" y="41764"/>
                  <a:pt x="35530" y="41764"/>
                </a:cubicBezTo>
                <a:cubicBezTo>
                  <a:pt x="63952" y="41764"/>
                  <a:pt x="106587" y="34803"/>
                  <a:pt x="120799" y="20883"/>
                </a:cubicBezTo>
                <a:cubicBezTo>
                  <a:pt x="127904" y="20883"/>
                  <a:pt x="127904" y="20883"/>
                  <a:pt x="127904" y="13922"/>
                </a:cubicBezTo>
                <a:cubicBezTo>
                  <a:pt x="127904" y="13922"/>
                  <a:pt x="127904" y="13922"/>
                  <a:pt x="127904" y="13922"/>
                </a:cubicBezTo>
                <a:cubicBezTo>
                  <a:pt x="127904" y="6961"/>
                  <a:pt x="120799" y="6961"/>
                  <a:pt x="120799" y="0"/>
                </a:cubicBezTo>
                <a:cubicBezTo>
                  <a:pt x="85269" y="27843"/>
                  <a:pt x="21317" y="34803"/>
                  <a:pt x="0" y="48725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482600" y="660400"/>
            <a:ext cx="243623" cy="261897"/>
          </a:xfrm>
          <a:custGeom>
            <a:avLst/>
            <a:gdLst/>
            <a:ahLst/>
            <a:cxnLst/>
            <a:rect l="l" t="t" r="r" b="b"/>
            <a:pathLst>
              <a:path w="243623" h="261897">
                <a:moveTo>
                  <a:pt x="85984" y="254819"/>
                </a:moveTo>
                <a:cubicBezTo>
                  <a:pt x="121812" y="261897"/>
                  <a:pt x="150473" y="261897"/>
                  <a:pt x="171969" y="247740"/>
                </a:cubicBezTo>
                <a:cubicBezTo>
                  <a:pt x="200631" y="233583"/>
                  <a:pt x="222127" y="205270"/>
                  <a:pt x="229292" y="162801"/>
                </a:cubicBezTo>
                <a:cubicBezTo>
                  <a:pt x="243623" y="120331"/>
                  <a:pt x="243623" y="84940"/>
                  <a:pt x="229292" y="63704"/>
                </a:cubicBezTo>
                <a:cubicBezTo>
                  <a:pt x="214961" y="35391"/>
                  <a:pt x="186300" y="21234"/>
                  <a:pt x="157639" y="14157"/>
                </a:cubicBezTo>
                <a:cubicBezTo>
                  <a:pt x="121812" y="0"/>
                  <a:pt x="93149" y="7078"/>
                  <a:pt x="71653" y="21234"/>
                </a:cubicBezTo>
                <a:cubicBezTo>
                  <a:pt x="42992" y="35391"/>
                  <a:pt x="21496" y="63704"/>
                  <a:pt x="14331" y="106175"/>
                </a:cubicBezTo>
                <a:cubicBezTo>
                  <a:pt x="0" y="141566"/>
                  <a:pt x="7165" y="176958"/>
                  <a:pt x="21496" y="205270"/>
                </a:cubicBezTo>
                <a:cubicBezTo>
                  <a:pt x="35827" y="233583"/>
                  <a:pt x="57323" y="247740"/>
                  <a:pt x="85984" y="254819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-3302000" y="203200"/>
            <a:ext cx="6437748" cy="6419474"/>
          </a:xfrm>
          <a:custGeom>
            <a:avLst/>
            <a:gdLst/>
            <a:ahLst/>
            <a:cxnLst/>
            <a:rect l="l" t="t" r="r" b="b"/>
            <a:pathLst>
              <a:path w="6437748" h="6419474">
                <a:moveTo>
                  <a:pt x="3222431" y="0"/>
                </a:moveTo>
                <a:cubicBezTo>
                  <a:pt x="1444047" y="0"/>
                  <a:pt x="0" y="1439949"/>
                  <a:pt x="0" y="3213284"/>
                </a:cubicBezTo>
                <a:cubicBezTo>
                  <a:pt x="0" y="4979525"/>
                  <a:pt x="1444047" y="6419474"/>
                  <a:pt x="3222431" y="6419474"/>
                </a:cubicBezTo>
                <a:cubicBezTo>
                  <a:pt x="5000814" y="6419474"/>
                  <a:pt x="6437748" y="4979525"/>
                  <a:pt x="6437748" y="3213284"/>
                </a:cubicBezTo>
                <a:cubicBezTo>
                  <a:pt x="6437748" y="1439949"/>
                  <a:pt x="5000814" y="0"/>
                  <a:pt x="3222431" y="0"/>
                </a:cubicBezTo>
                <a:close/>
                <a:moveTo>
                  <a:pt x="6103412" y="3050137"/>
                </a:moveTo>
                <a:cubicBezTo>
                  <a:pt x="6039390" y="3057230"/>
                  <a:pt x="6039390" y="3057230"/>
                  <a:pt x="6039390" y="3057230"/>
                </a:cubicBezTo>
                <a:cubicBezTo>
                  <a:pt x="6018050" y="2837336"/>
                  <a:pt x="6018050" y="2837336"/>
                  <a:pt x="6018050" y="2837336"/>
                </a:cubicBezTo>
                <a:cubicBezTo>
                  <a:pt x="5939800" y="2844430"/>
                  <a:pt x="5939800" y="2844430"/>
                  <a:pt x="5939800" y="2844430"/>
                </a:cubicBezTo>
                <a:cubicBezTo>
                  <a:pt x="5961141" y="3050137"/>
                  <a:pt x="5961141" y="3050137"/>
                  <a:pt x="5961141" y="3050137"/>
                </a:cubicBezTo>
                <a:cubicBezTo>
                  <a:pt x="5897119" y="3057230"/>
                  <a:pt x="5897119" y="3057230"/>
                  <a:pt x="5897119" y="3057230"/>
                </a:cubicBezTo>
                <a:cubicBezTo>
                  <a:pt x="5875779" y="2851523"/>
                  <a:pt x="5875779" y="2851523"/>
                  <a:pt x="5875779" y="2851523"/>
                </a:cubicBezTo>
                <a:cubicBezTo>
                  <a:pt x="5776190" y="2865711"/>
                  <a:pt x="5776190" y="2865711"/>
                  <a:pt x="5776190" y="2865711"/>
                </a:cubicBezTo>
                <a:cubicBezTo>
                  <a:pt x="5804643" y="3085603"/>
                  <a:pt x="5804643" y="3085603"/>
                  <a:pt x="5804643" y="3085603"/>
                </a:cubicBezTo>
                <a:cubicBezTo>
                  <a:pt x="5740622" y="3092696"/>
                  <a:pt x="5740622" y="3092696"/>
                  <a:pt x="5740622" y="3092696"/>
                </a:cubicBezTo>
                <a:cubicBezTo>
                  <a:pt x="5705055" y="2787683"/>
                  <a:pt x="5705055" y="2787683"/>
                  <a:pt x="5705055" y="2787683"/>
                </a:cubicBezTo>
                <a:cubicBezTo>
                  <a:pt x="6074957" y="2752217"/>
                  <a:pt x="6074957" y="2752217"/>
                  <a:pt x="6074957" y="2752217"/>
                </a:cubicBezTo>
                <a:lnTo>
                  <a:pt x="6103412" y="3050137"/>
                </a:lnTo>
                <a:close/>
                <a:moveTo>
                  <a:pt x="5683714" y="1709495"/>
                </a:moveTo>
                <a:cubicBezTo>
                  <a:pt x="5705055" y="1744962"/>
                  <a:pt x="5719281" y="1773335"/>
                  <a:pt x="5719281" y="1794615"/>
                </a:cubicBezTo>
                <a:cubicBezTo>
                  <a:pt x="5726394" y="1815896"/>
                  <a:pt x="5726394" y="1830083"/>
                  <a:pt x="5719281" y="1851362"/>
                </a:cubicBezTo>
                <a:cubicBezTo>
                  <a:pt x="5712168" y="1872642"/>
                  <a:pt x="5697940" y="1886829"/>
                  <a:pt x="5676600" y="1893922"/>
                </a:cubicBezTo>
                <a:cubicBezTo>
                  <a:pt x="5655259" y="1908109"/>
                  <a:pt x="5626805" y="1915202"/>
                  <a:pt x="5605465" y="1908109"/>
                </a:cubicBezTo>
                <a:cubicBezTo>
                  <a:pt x="5577011" y="1901016"/>
                  <a:pt x="5555670" y="1886829"/>
                  <a:pt x="5534330" y="1858456"/>
                </a:cubicBezTo>
                <a:cubicBezTo>
                  <a:pt x="5534330" y="1879736"/>
                  <a:pt x="5534330" y="1893922"/>
                  <a:pt x="5534330" y="1908109"/>
                </a:cubicBezTo>
                <a:cubicBezTo>
                  <a:pt x="5527215" y="1929389"/>
                  <a:pt x="5520102" y="1950669"/>
                  <a:pt x="5505875" y="1979042"/>
                </a:cubicBezTo>
                <a:cubicBezTo>
                  <a:pt x="5470308" y="2064163"/>
                  <a:pt x="5470308" y="2064163"/>
                  <a:pt x="5470308" y="2064163"/>
                </a:cubicBezTo>
                <a:cubicBezTo>
                  <a:pt x="5420512" y="1979042"/>
                  <a:pt x="5420512" y="1979042"/>
                  <a:pt x="5420512" y="1979042"/>
                </a:cubicBezTo>
                <a:cubicBezTo>
                  <a:pt x="5456080" y="1886829"/>
                  <a:pt x="5456080" y="1886829"/>
                  <a:pt x="5456080" y="1886829"/>
                </a:cubicBezTo>
                <a:cubicBezTo>
                  <a:pt x="5470308" y="1851362"/>
                  <a:pt x="5477421" y="1830083"/>
                  <a:pt x="5477421" y="1822988"/>
                </a:cubicBezTo>
                <a:cubicBezTo>
                  <a:pt x="5484534" y="1808803"/>
                  <a:pt x="5484534" y="1801708"/>
                  <a:pt x="5477421" y="1794615"/>
                </a:cubicBezTo>
                <a:cubicBezTo>
                  <a:pt x="5477421" y="1787522"/>
                  <a:pt x="5470308" y="1773335"/>
                  <a:pt x="5463193" y="1759148"/>
                </a:cubicBezTo>
                <a:cubicBezTo>
                  <a:pt x="5448967" y="1744962"/>
                  <a:pt x="5448967" y="1744962"/>
                  <a:pt x="5448967" y="1744962"/>
                </a:cubicBezTo>
                <a:cubicBezTo>
                  <a:pt x="5320923" y="1822988"/>
                  <a:pt x="5320923" y="1822988"/>
                  <a:pt x="5320923" y="1822988"/>
                </a:cubicBezTo>
                <a:cubicBezTo>
                  <a:pt x="5278242" y="1752055"/>
                  <a:pt x="5278242" y="1752055"/>
                  <a:pt x="5278242" y="1752055"/>
                </a:cubicBezTo>
                <a:cubicBezTo>
                  <a:pt x="5591237" y="1560535"/>
                  <a:pt x="5591237" y="1560535"/>
                  <a:pt x="5591237" y="1560535"/>
                </a:cubicBezTo>
                <a:lnTo>
                  <a:pt x="5683714" y="1709495"/>
                </a:lnTo>
                <a:close/>
                <a:moveTo>
                  <a:pt x="5335151" y="1248428"/>
                </a:moveTo>
                <a:cubicBezTo>
                  <a:pt x="5541443" y="1489602"/>
                  <a:pt x="5541443" y="1489602"/>
                  <a:pt x="5541443" y="1489602"/>
                </a:cubicBezTo>
                <a:cubicBezTo>
                  <a:pt x="5491648" y="1532162"/>
                  <a:pt x="5491648" y="1532162"/>
                  <a:pt x="5491648" y="1532162"/>
                </a:cubicBezTo>
                <a:cubicBezTo>
                  <a:pt x="5413399" y="1439949"/>
                  <a:pt x="5413399" y="1439949"/>
                  <a:pt x="5413399" y="1439949"/>
                </a:cubicBezTo>
                <a:cubicBezTo>
                  <a:pt x="5178652" y="1631469"/>
                  <a:pt x="5178652" y="1631469"/>
                  <a:pt x="5178652" y="1631469"/>
                </a:cubicBezTo>
                <a:cubicBezTo>
                  <a:pt x="5128858" y="1567628"/>
                  <a:pt x="5128858" y="1567628"/>
                  <a:pt x="5128858" y="1567628"/>
                </a:cubicBezTo>
                <a:cubicBezTo>
                  <a:pt x="5363605" y="1376108"/>
                  <a:pt x="5363605" y="1376108"/>
                  <a:pt x="5363605" y="1376108"/>
                </a:cubicBezTo>
                <a:cubicBezTo>
                  <a:pt x="5292468" y="1283895"/>
                  <a:pt x="5292468" y="1283895"/>
                  <a:pt x="5292468" y="1283895"/>
                </a:cubicBezTo>
                <a:lnTo>
                  <a:pt x="5335151" y="1248428"/>
                </a:lnTo>
                <a:close/>
                <a:moveTo>
                  <a:pt x="5278242" y="1184587"/>
                </a:moveTo>
                <a:cubicBezTo>
                  <a:pt x="5235561" y="1234242"/>
                  <a:pt x="5235561" y="1234242"/>
                  <a:pt x="5235561" y="1234242"/>
                </a:cubicBezTo>
                <a:cubicBezTo>
                  <a:pt x="5079063" y="1085281"/>
                  <a:pt x="5079063" y="1085281"/>
                  <a:pt x="5079063" y="1085281"/>
                </a:cubicBezTo>
                <a:cubicBezTo>
                  <a:pt x="5022155" y="1149121"/>
                  <a:pt x="5022155" y="1149121"/>
                  <a:pt x="5022155" y="1149121"/>
                </a:cubicBezTo>
                <a:cubicBezTo>
                  <a:pt x="5171539" y="1283895"/>
                  <a:pt x="5171539" y="1283895"/>
                  <a:pt x="5171539" y="1283895"/>
                </a:cubicBezTo>
                <a:cubicBezTo>
                  <a:pt x="5128858" y="1326455"/>
                  <a:pt x="5128858" y="1326455"/>
                  <a:pt x="5128858" y="1326455"/>
                </a:cubicBezTo>
                <a:cubicBezTo>
                  <a:pt x="4979473" y="1191682"/>
                  <a:pt x="4979473" y="1191682"/>
                  <a:pt x="4979473" y="1191682"/>
                </a:cubicBezTo>
                <a:cubicBezTo>
                  <a:pt x="4915451" y="1262615"/>
                  <a:pt x="4915451" y="1262615"/>
                  <a:pt x="4915451" y="1262615"/>
                </a:cubicBezTo>
                <a:cubicBezTo>
                  <a:pt x="5079063" y="1418669"/>
                  <a:pt x="5079063" y="1418669"/>
                  <a:pt x="5079063" y="1418669"/>
                </a:cubicBezTo>
                <a:cubicBezTo>
                  <a:pt x="5036382" y="1461228"/>
                  <a:pt x="5036382" y="1461228"/>
                  <a:pt x="5036382" y="1461228"/>
                </a:cubicBezTo>
                <a:cubicBezTo>
                  <a:pt x="4815863" y="1255522"/>
                  <a:pt x="4815863" y="1255522"/>
                  <a:pt x="4815863" y="1255522"/>
                </a:cubicBezTo>
                <a:cubicBezTo>
                  <a:pt x="5057723" y="985975"/>
                  <a:pt x="5057723" y="985975"/>
                  <a:pt x="5057723" y="985975"/>
                </a:cubicBezTo>
                <a:lnTo>
                  <a:pt x="5278242" y="1184587"/>
                </a:lnTo>
                <a:close/>
                <a:moveTo>
                  <a:pt x="4730500" y="744800"/>
                </a:moveTo>
                <a:cubicBezTo>
                  <a:pt x="4837203" y="822828"/>
                  <a:pt x="4837203" y="822828"/>
                  <a:pt x="4837203" y="822828"/>
                </a:cubicBezTo>
                <a:cubicBezTo>
                  <a:pt x="4879884" y="851201"/>
                  <a:pt x="4901225" y="865388"/>
                  <a:pt x="4915451" y="879574"/>
                </a:cubicBezTo>
                <a:cubicBezTo>
                  <a:pt x="4929679" y="900854"/>
                  <a:pt x="4936792" y="922134"/>
                  <a:pt x="4943906" y="943414"/>
                </a:cubicBezTo>
                <a:cubicBezTo>
                  <a:pt x="4943906" y="964695"/>
                  <a:pt x="4936792" y="993068"/>
                  <a:pt x="4922566" y="1014348"/>
                </a:cubicBezTo>
                <a:cubicBezTo>
                  <a:pt x="4908338" y="1035628"/>
                  <a:pt x="4894111" y="1049815"/>
                  <a:pt x="4872770" y="1056908"/>
                </a:cubicBezTo>
                <a:cubicBezTo>
                  <a:pt x="4858544" y="1064001"/>
                  <a:pt x="4844316" y="1064001"/>
                  <a:pt x="4830089" y="1064001"/>
                </a:cubicBezTo>
                <a:cubicBezTo>
                  <a:pt x="4808748" y="1064001"/>
                  <a:pt x="4794522" y="1056908"/>
                  <a:pt x="4780295" y="1056908"/>
                </a:cubicBezTo>
                <a:cubicBezTo>
                  <a:pt x="4766067" y="1049815"/>
                  <a:pt x="4737613" y="1028535"/>
                  <a:pt x="4709159" y="1014348"/>
                </a:cubicBezTo>
                <a:cubicBezTo>
                  <a:pt x="4666478" y="978882"/>
                  <a:pt x="4666478" y="978882"/>
                  <a:pt x="4666478" y="978882"/>
                </a:cubicBezTo>
                <a:cubicBezTo>
                  <a:pt x="4588229" y="1092374"/>
                  <a:pt x="4588229" y="1092374"/>
                  <a:pt x="4588229" y="1092374"/>
                </a:cubicBezTo>
                <a:cubicBezTo>
                  <a:pt x="4517094" y="1049815"/>
                  <a:pt x="4517094" y="1049815"/>
                  <a:pt x="4517094" y="1049815"/>
                </a:cubicBezTo>
                <a:lnTo>
                  <a:pt x="4730500" y="744800"/>
                </a:lnTo>
                <a:close/>
                <a:moveTo>
                  <a:pt x="4495753" y="617121"/>
                </a:moveTo>
                <a:cubicBezTo>
                  <a:pt x="4474413" y="673867"/>
                  <a:pt x="4474413" y="673867"/>
                  <a:pt x="4474413" y="673867"/>
                </a:cubicBezTo>
                <a:cubicBezTo>
                  <a:pt x="4289461" y="595841"/>
                  <a:pt x="4289461" y="595841"/>
                  <a:pt x="4289461" y="595841"/>
                </a:cubicBezTo>
                <a:cubicBezTo>
                  <a:pt x="4253893" y="673867"/>
                  <a:pt x="4253893" y="673867"/>
                  <a:pt x="4253893" y="673867"/>
                </a:cubicBezTo>
                <a:cubicBezTo>
                  <a:pt x="4410391" y="744800"/>
                  <a:pt x="4410391" y="744800"/>
                  <a:pt x="4410391" y="744800"/>
                </a:cubicBezTo>
                <a:cubicBezTo>
                  <a:pt x="4389050" y="801548"/>
                  <a:pt x="4389050" y="801548"/>
                  <a:pt x="4389050" y="801548"/>
                </a:cubicBezTo>
                <a:cubicBezTo>
                  <a:pt x="4232553" y="730614"/>
                  <a:pt x="4232553" y="730614"/>
                  <a:pt x="4232553" y="730614"/>
                </a:cubicBezTo>
                <a:cubicBezTo>
                  <a:pt x="4168531" y="872481"/>
                  <a:pt x="4168531" y="872481"/>
                  <a:pt x="4168531" y="872481"/>
                </a:cubicBezTo>
                <a:cubicBezTo>
                  <a:pt x="4097396" y="844108"/>
                  <a:pt x="4097396" y="844108"/>
                  <a:pt x="4097396" y="844108"/>
                </a:cubicBezTo>
                <a:cubicBezTo>
                  <a:pt x="4239666" y="503627"/>
                  <a:pt x="4239666" y="503627"/>
                  <a:pt x="4239666" y="503627"/>
                </a:cubicBezTo>
                <a:lnTo>
                  <a:pt x="4495753" y="617121"/>
                </a:lnTo>
                <a:close/>
                <a:moveTo>
                  <a:pt x="3720379" y="546188"/>
                </a:moveTo>
                <a:cubicBezTo>
                  <a:pt x="3734605" y="510720"/>
                  <a:pt x="3748832" y="482347"/>
                  <a:pt x="3763060" y="461067"/>
                </a:cubicBezTo>
                <a:cubicBezTo>
                  <a:pt x="3777286" y="446880"/>
                  <a:pt x="3798627" y="432694"/>
                  <a:pt x="3812854" y="418507"/>
                </a:cubicBezTo>
                <a:cubicBezTo>
                  <a:pt x="3834195" y="411414"/>
                  <a:pt x="3855536" y="404321"/>
                  <a:pt x="3876876" y="404321"/>
                </a:cubicBezTo>
                <a:cubicBezTo>
                  <a:pt x="3898217" y="397227"/>
                  <a:pt x="3933784" y="404321"/>
                  <a:pt x="3962239" y="411414"/>
                </a:cubicBezTo>
                <a:cubicBezTo>
                  <a:pt x="4019146" y="425600"/>
                  <a:pt x="4061828" y="453974"/>
                  <a:pt x="4090281" y="496534"/>
                </a:cubicBezTo>
                <a:cubicBezTo>
                  <a:pt x="4111622" y="539093"/>
                  <a:pt x="4118736" y="588748"/>
                  <a:pt x="4104509" y="645494"/>
                </a:cubicBezTo>
                <a:cubicBezTo>
                  <a:pt x="4090281" y="702241"/>
                  <a:pt x="4054714" y="744800"/>
                  <a:pt x="4012033" y="766081"/>
                </a:cubicBezTo>
                <a:cubicBezTo>
                  <a:pt x="3969352" y="787361"/>
                  <a:pt x="3919557" y="794455"/>
                  <a:pt x="3862649" y="780268"/>
                </a:cubicBezTo>
                <a:cubicBezTo>
                  <a:pt x="3805740" y="766081"/>
                  <a:pt x="3763060" y="737707"/>
                  <a:pt x="3741718" y="695147"/>
                </a:cubicBezTo>
                <a:cubicBezTo>
                  <a:pt x="3713264" y="652587"/>
                  <a:pt x="3706151" y="602934"/>
                  <a:pt x="3720379" y="546188"/>
                </a:cubicBezTo>
                <a:close/>
                <a:moveTo>
                  <a:pt x="3272226" y="319201"/>
                </a:moveTo>
                <a:cubicBezTo>
                  <a:pt x="3364701" y="468160"/>
                  <a:pt x="3364701" y="468160"/>
                  <a:pt x="3364701" y="468160"/>
                </a:cubicBezTo>
                <a:cubicBezTo>
                  <a:pt x="3464291" y="326293"/>
                  <a:pt x="3464291" y="326293"/>
                  <a:pt x="3464291" y="326293"/>
                </a:cubicBezTo>
                <a:cubicBezTo>
                  <a:pt x="3556767" y="333386"/>
                  <a:pt x="3556767" y="333386"/>
                  <a:pt x="3556767" y="333386"/>
                </a:cubicBezTo>
                <a:cubicBezTo>
                  <a:pt x="3393156" y="539093"/>
                  <a:pt x="3393156" y="539093"/>
                  <a:pt x="3393156" y="539093"/>
                </a:cubicBezTo>
                <a:cubicBezTo>
                  <a:pt x="3386042" y="688054"/>
                  <a:pt x="3386042" y="688054"/>
                  <a:pt x="3386042" y="688054"/>
                </a:cubicBezTo>
                <a:cubicBezTo>
                  <a:pt x="3307794" y="688054"/>
                  <a:pt x="3307794" y="688054"/>
                  <a:pt x="3307794" y="688054"/>
                </a:cubicBezTo>
                <a:cubicBezTo>
                  <a:pt x="3314907" y="532000"/>
                  <a:pt x="3314907" y="532000"/>
                  <a:pt x="3314907" y="532000"/>
                </a:cubicBezTo>
                <a:cubicBezTo>
                  <a:pt x="3179750" y="312108"/>
                  <a:pt x="3179750" y="312108"/>
                  <a:pt x="3179750" y="312108"/>
                </a:cubicBezTo>
                <a:lnTo>
                  <a:pt x="3272226" y="319201"/>
                </a:lnTo>
                <a:close/>
                <a:moveTo>
                  <a:pt x="3137069" y="312108"/>
                </a:moveTo>
                <a:cubicBezTo>
                  <a:pt x="3144182" y="375947"/>
                  <a:pt x="3144182" y="375947"/>
                  <a:pt x="3144182" y="375947"/>
                </a:cubicBezTo>
                <a:cubicBezTo>
                  <a:pt x="3023252" y="383041"/>
                  <a:pt x="3023252" y="383041"/>
                  <a:pt x="3023252" y="383041"/>
                </a:cubicBezTo>
                <a:cubicBezTo>
                  <a:pt x="3044593" y="688054"/>
                  <a:pt x="3044593" y="688054"/>
                  <a:pt x="3044593" y="688054"/>
                </a:cubicBezTo>
                <a:cubicBezTo>
                  <a:pt x="2966344" y="695147"/>
                  <a:pt x="2966344" y="695147"/>
                  <a:pt x="2966344" y="695147"/>
                </a:cubicBezTo>
                <a:cubicBezTo>
                  <a:pt x="2937890" y="390134"/>
                  <a:pt x="2937890" y="390134"/>
                  <a:pt x="2937890" y="390134"/>
                </a:cubicBezTo>
                <a:cubicBezTo>
                  <a:pt x="2824072" y="397227"/>
                  <a:pt x="2824072" y="397227"/>
                  <a:pt x="2824072" y="397227"/>
                </a:cubicBezTo>
                <a:cubicBezTo>
                  <a:pt x="2816959" y="340481"/>
                  <a:pt x="2816959" y="340481"/>
                  <a:pt x="2816959" y="340481"/>
                </a:cubicBezTo>
                <a:lnTo>
                  <a:pt x="3137069" y="312108"/>
                </a:lnTo>
                <a:close/>
                <a:moveTo>
                  <a:pt x="2745824" y="354667"/>
                </a:moveTo>
                <a:cubicBezTo>
                  <a:pt x="2809846" y="716427"/>
                  <a:pt x="2809846" y="716427"/>
                  <a:pt x="2809846" y="716427"/>
                </a:cubicBezTo>
                <a:cubicBezTo>
                  <a:pt x="2731597" y="730614"/>
                  <a:pt x="2731597" y="730614"/>
                  <a:pt x="2731597" y="730614"/>
                </a:cubicBezTo>
                <a:cubicBezTo>
                  <a:pt x="2667575" y="368854"/>
                  <a:pt x="2667575" y="368854"/>
                  <a:pt x="2667575" y="368854"/>
                </a:cubicBezTo>
                <a:lnTo>
                  <a:pt x="2745824" y="354667"/>
                </a:lnTo>
                <a:close/>
                <a:moveTo>
                  <a:pt x="2304785" y="496534"/>
                </a:moveTo>
                <a:cubicBezTo>
                  <a:pt x="2311898" y="482347"/>
                  <a:pt x="2326126" y="461067"/>
                  <a:pt x="2347467" y="446880"/>
                </a:cubicBezTo>
                <a:cubicBezTo>
                  <a:pt x="2368807" y="432694"/>
                  <a:pt x="2390148" y="425600"/>
                  <a:pt x="2418602" y="418507"/>
                </a:cubicBezTo>
                <a:cubicBezTo>
                  <a:pt x="2468396" y="404321"/>
                  <a:pt x="2511077" y="404321"/>
                  <a:pt x="2539531" y="418507"/>
                </a:cubicBezTo>
                <a:cubicBezTo>
                  <a:pt x="2567986" y="425600"/>
                  <a:pt x="2589327" y="446880"/>
                  <a:pt x="2596440" y="482347"/>
                </a:cubicBezTo>
                <a:cubicBezTo>
                  <a:pt x="2518192" y="503627"/>
                  <a:pt x="2518192" y="503627"/>
                  <a:pt x="2518192" y="503627"/>
                </a:cubicBezTo>
                <a:cubicBezTo>
                  <a:pt x="2511077" y="489440"/>
                  <a:pt x="2503964" y="475254"/>
                  <a:pt x="2489737" y="475254"/>
                </a:cubicBezTo>
                <a:cubicBezTo>
                  <a:pt x="2475509" y="468160"/>
                  <a:pt x="2454170" y="468160"/>
                  <a:pt x="2432829" y="475254"/>
                </a:cubicBezTo>
                <a:cubicBezTo>
                  <a:pt x="2411487" y="482347"/>
                  <a:pt x="2397261" y="489440"/>
                  <a:pt x="2383034" y="503627"/>
                </a:cubicBezTo>
                <a:cubicBezTo>
                  <a:pt x="2375920" y="510720"/>
                  <a:pt x="2375920" y="517813"/>
                  <a:pt x="2375920" y="524908"/>
                </a:cubicBezTo>
                <a:cubicBezTo>
                  <a:pt x="2383034" y="539093"/>
                  <a:pt x="2390148" y="539093"/>
                  <a:pt x="2397261" y="546188"/>
                </a:cubicBezTo>
                <a:cubicBezTo>
                  <a:pt x="2411487" y="553281"/>
                  <a:pt x="2432829" y="553281"/>
                  <a:pt x="2475509" y="553281"/>
                </a:cubicBezTo>
                <a:cubicBezTo>
                  <a:pt x="2518192" y="546188"/>
                  <a:pt x="2546645" y="546188"/>
                  <a:pt x="2567986" y="553281"/>
                </a:cubicBezTo>
                <a:cubicBezTo>
                  <a:pt x="2589327" y="560374"/>
                  <a:pt x="2603553" y="567468"/>
                  <a:pt x="2617780" y="574561"/>
                </a:cubicBezTo>
                <a:cubicBezTo>
                  <a:pt x="2632008" y="588748"/>
                  <a:pt x="2646234" y="610028"/>
                  <a:pt x="2653348" y="631307"/>
                </a:cubicBezTo>
                <a:cubicBezTo>
                  <a:pt x="2653348" y="652587"/>
                  <a:pt x="2653348" y="673867"/>
                  <a:pt x="2646234" y="695147"/>
                </a:cubicBezTo>
                <a:cubicBezTo>
                  <a:pt x="2639121" y="716427"/>
                  <a:pt x="2624894" y="730614"/>
                  <a:pt x="2603553" y="744800"/>
                </a:cubicBezTo>
                <a:cubicBezTo>
                  <a:pt x="2589327" y="758988"/>
                  <a:pt x="2560872" y="773175"/>
                  <a:pt x="2525305" y="780268"/>
                </a:cubicBezTo>
                <a:cubicBezTo>
                  <a:pt x="2475509" y="794455"/>
                  <a:pt x="2432829" y="794455"/>
                  <a:pt x="2404374" y="780268"/>
                </a:cubicBezTo>
                <a:cubicBezTo>
                  <a:pt x="2368807" y="766081"/>
                  <a:pt x="2347467" y="744800"/>
                  <a:pt x="2333239" y="709334"/>
                </a:cubicBezTo>
                <a:cubicBezTo>
                  <a:pt x="2404374" y="680961"/>
                  <a:pt x="2404374" y="680961"/>
                  <a:pt x="2404374" y="680961"/>
                </a:cubicBezTo>
                <a:cubicBezTo>
                  <a:pt x="2418602" y="702241"/>
                  <a:pt x="2432829" y="716427"/>
                  <a:pt x="2447055" y="723520"/>
                </a:cubicBezTo>
                <a:cubicBezTo>
                  <a:pt x="2461283" y="730614"/>
                  <a:pt x="2482623" y="730614"/>
                  <a:pt x="2511077" y="723520"/>
                </a:cubicBezTo>
                <a:cubicBezTo>
                  <a:pt x="2532418" y="716427"/>
                  <a:pt x="2553759" y="702241"/>
                  <a:pt x="2560872" y="688054"/>
                </a:cubicBezTo>
                <a:cubicBezTo>
                  <a:pt x="2575099" y="680961"/>
                  <a:pt x="2575099" y="666774"/>
                  <a:pt x="2575099" y="652587"/>
                </a:cubicBezTo>
                <a:cubicBezTo>
                  <a:pt x="2567986" y="645494"/>
                  <a:pt x="2567986" y="638401"/>
                  <a:pt x="2560872" y="631307"/>
                </a:cubicBezTo>
                <a:cubicBezTo>
                  <a:pt x="2553759" y="631307"/>
                  <a:pt x="2539531" y="624214"/>
                  <a:pt x="2525305" y="624214"/>
                </a:cubicBezTo>
                <a:cubicBezTo>
                  <a:pt x="2518192" y="624214"/>
                  <a:pt x="2496850" y="624214"/>
                  <a:pt x="2461283" y="624214"/>
                </a:cubicBezTo>
                <a:cubicBezTo>
                  <a:pt x="2411487" y="631307"/>
                  <a:pt x="2383034" y="624214"/>
                  <a:pt x="2361693" y="617121"/>
                </a:cubicBezTo>
                <a:cubicBezTo>
                  <a:pt x="2333239" y="602934"/>
                  <a:pt x="2311898" y="581654"/>
                  <a:pt x="2304785" y="553281"/>
                </a:cubicBezTo>
                <a:cubicBezTo>
                  <a:pt x="2297671" y="539093"/>
                  <a:pt x="2297671" y="517813"/>
                  <a:pt x="2304785" y="496534"/>
                </a:cubicBezTo>
                <a:close/>
                <a:moveTo>
                  <a:pt x="2034470" y="560374"/>
                </a:moveTo>
                <a:cubicBezTo>
                  <a:pt x="2077152" y="546188"/>
                  <a:pt x="2105605" y="532000"/>
                  <a:pt x="2126946" y="532000"/>
                </a:cubicBezTo>
                <a:cubicBezTo>
                  <a:pt x="2148288" y="532000"/>
                  <a:pt x="2162514" y="532000"/>
                  <a:pt x="2183855" y="546188"/>
                </a:cubicBezTo>
                <a:cubicBezTo>
                  <a:pt x="2198082" y="553281"/>
                  <a:pt x="2212310" y="567468"/>
                  <a:pt x="2219423" y="588748"/>
                </a:cubicBezTo>
                <a:cubicBezTo>
                  <a:pt x="2233649" y="617121"/>
                  <a:pt x="2233649" y="638401"/>
                  <a:pt x="2226536" y="666774"/>
                </a:cubicBezTo>
                <a:cubicBezTo>
                  <a:pt x="2212310" y="688054"/>
                  <a:pt x="2198082" y="709334"/>
                  <a:pt x="2162514" y="723520"/>
                </a:cubicBezTo>
                <a:cubicBezTo>
                  <a:pt x="2183855" y="730614"/>
                  <a:pt x="2205195" y="730614"/>
                  <a:pt x="2219423" y="737707"/>
                </a:cubicBezTo>
                <a:cubicBezTo>
                  <a:pt x="2233649" y="744800"/>
                  <a:pt x="2254990" y="751895"/>
                  <a:pt x="2283445" y="773175"/>
                </a:cubicBezTo>
                <a:cubicBezTo>
                  <a:pt x="2354580" y="815734"/>
                  <a:pt x="2354580" y="815734"/>
                  <a:pt x="2354580" y="815734"/>
                </a:cubicBezTo>
                <a:cubicBezTo>
                  <a:pt x="2269217" y="858294"/>
                  <a:pt x="2269217" y="858294"/>
                  <a:pt x="2269217" y="858294"/>
                </a:cubicBezTo>
                <a:cubicBezTo>
                  <a:pt x="2183855" y="808641"/>
                  <a:pt x="2183855" y="808641"/>
                  <a:pt x="2183855" y="808641"/>
                </a:cubicBezTo>
                <a:cubicBezTo>
                  <a:pt x="2148288" y="794455"/>
                  <a:pt x="2134060" y="780268"/>
                  <a:pt x="2119833" y="773175"/>
                </a:cubicBezTo>
                <a:cubicBezTo>
                  <a:pt x="2112720" y="773175"/>
                  <a:pt x="2098492" y="773175"/>
                  <a:pt x="2091379" y="773175"/>
                </a:cubicBezTo>
                <a:cubicBezTo>
                  <a:pt x="2084266" y="773175"/>
                  <a:pt x="2070038" y="780268"/>
                  <a:pt x="2055811" y="787361"/>
                </a:cubicBezTo>
                <a:cubicBezTo>
                  <a:pt x="2034470" y="794455"/>
                  <a:pt x="2034470" y="794455"/>
                  <a:pt x="2034470" y="794455"/>
                </a:cubicBezTo>
                <a:cubicBezTo>
                  <a:pt x="2098492" y="929227"/>
                  <a:pt x="2098492" y="929227"/>
                  <a:pt x="2098492" y="929227"/>
                </a:cubicBezTo>
                <a:cubicBezTo>
                  <a:pt x="2027357" y="964695"/>
                  <a:pt x="2027357" y="964695"/>
                  <a:pt x="2027357" y="964695"/>
                </a:cubicBezTo>
                <a:cubicBezTo>
                  <a:pt x="1877973" y="631307"/>
                  <a:pt x="1877973" y="631307"/>
                  <a:pt x="1877973" y="631307"/>
                </a:cubicBezTo>
                <a:lnTo>
                  <a:pt x="2034470" y="560374"/>
                </a:lnTo>
                <a:close/>
                <a:moveTo>
                  <a:pt x="1778384" y="680961"/>
                </a:moveTo>
                <a:cubicBezTo>
                  <a:pt x="1813951" y="737707"/>
                  <a:pt x="1813951" y="737707"/>
                  <a:pt x="1813951" y="737707"/>
                </a:cubicBezTo>
                <a:cubicBezTo>
                  <a:pt x="1629000" y="851201"/>
                  <a:pt x="1629000" y="851201"/>
                  <a:pt x="1629000" y="851201"/>
                </a:cubicBezTo>
                <a:cubicBezTo>
                  <a:pt x="1671681" y="922134"/>
                  <a:pt x="1671681" y="922134"/>
                  <a:pt x="1671681" y="922134"/>
                </a:cubicBezTo>
                <a:cubicBezTo>
                  <a:pt x="1842406" y="815734"/>
                  <a:pt x="1842406" y="815734"/>
                  <a:pt x="1842406" y="815734"/>
                </a:cubicBezTo>
                <a:cubicBezTo>
                  <a:pt x="1877973" y="865388"/>
                  <a:pt x="1877973" y="865388"/>
                  <a:pt x="1877973" y="865388"/>
                </a:cubicBezTo>
                <a:cubicBezTo>
                  <a:pt x="1707248" y="971787"/>
                  <a:pt x="1707248" y="971787"/>
                  <a:pt x="1707248" y="971787"/>
                </a:cubicBezTo>
                <a:cubicBezTo>
                  <a:pt x="1757042" y="1056908"/>
                  <a:pt x="1757042" y="1056908"/>
                  <a:pt x="1757042" y="1056908"/>
                </a:cubicBezTo>
                <a:cubicBezTo>
                  <a:pt x="1949108" y="936321"/>
                  <a:pt x="1949108" y="936321"/>
                  <a:pt x="1949108" y="936321"/>
                </a:cubicBezTo>
                <a:cubicBezTo>
                  <a:pt x="1977563" y="985975"/>
                  <a:pt x="1977563" y="985975"/>
                  <a:pt x="1977563" y="985975"/>
                </a:cubicBezTo>
                <a:cubicBezTo>
                  <a:pt x="1721475" y="1149121"/>
                  <a:pt x="1721475" y="1149121"/>
                  <a:pt x="1721475" y="1149121"/>
                </a:cubicBezTo>
                <a:cubicBezTo>
                  <a:pt x="1522296" y="844108"/>
                  <a:pt x="1522296" y="844108"/>
                  <a:pt x="1522296" y="844108"/>
                </a:cubicBezTo>
                <a:lnTo>
                  <a:pt x="1778384" y="680961"/>
                </a:lnTo>
                <a:close/>
                <a:moveTo>
                  <a:pt x="1244868" y="1071095"/>
                </a:moveTo>
                <a:cubicBezTo>
                  <a:pt x="1493843" y="1212962"/>
                  <a:pt x="1493843" y="1212962"/>
                  <a:pt x="1493843" y="1212962"/>
                </a:cubicBezTo>
                <a:cubicBezTo>
                  <a:pt x="1394253" y="943414"/>
                  <a:pt x="1394253" y="943414"/>
                  <a:pt x="1394253" y="943414"/>
                </a:cubicBezTo>
                <a:cubicBezTo>
                  <a:pt x="1465388" y="886668"/>
                  <a:pt x="1465388" y="886668"/>
                  <a:pt x="1465388" y="886668"/>
                </a:cubicBezTo>
                <a:cubicBezTo>
                  <a:pt x="1586318" y="1255522"/>
                  <a:pt x="1586318" y="1255522"/>
                  <a:pt x="1586318" y="1255522"/>
                </a:cubicBezTo>
                <a:cubicBezTo>
                  <a:pt x="1522296" y="1312268"/>
                  <a:pt x="1522296" y="1312268"/>
                  <a:pt x="1522296" y="1312268"/>
                </a:cubicBezTo>
                <a:cubicBezTo>
                  <a:pt x="1173733" y="1127841"/>
                  <a:pt x="1173733" y="1127841"/>
                  <a:pt x="1173733" y="1127841"/>
                </a:cubicBezTo>
                <a:lnTo>
                  <a:pt x="1244868" y="1071095"/>
                </a:lnTo>
                <a:close/>
                <a:moveTo>
                  <a:pt x="1138165" y="1170402"/>
                </a:moveTo>
                <a:cubicBezTo>
                  <a:pt x="1401366" y="1425762"/>
                  <a:pt x="1401366" y="1425762"/>
                  <a:pt x="1401366" y="1425762"/>
                </a:cubicBezTo>
                <a:cubicBezTo>
                  <a:pt x="1344458" y="1482508"/>
                  <a:pt x="1344458" y="1482508"/>
                  <a:pt x="1344458" y="1482508"/>
                </a:cubicBezTo>
                <a:cubicBezTo>
                  <a:pt x="1081258" y="1234242"/>
                  <a:pt x="1081258" y="1234242"/>
                  <a:pt x="1081258" y="1234242"/>
                </a:cubicBezTo>
                <a:lnTo>
                  <a:pt x="1138165" y="1170402"/>
                </a:lnTo>
                <a:close/>
                <a:moveTo>
                  <a:pt x="860737" y="1496695"/>
                </a:moveTo>
                <a:cubicBezTo>
                  <a:pt x="1159506" y="1517975"/>
                  <a:pt x="1159506" y="1517975"/>
                  <a:pt x="1159506" y="1517975"/>
                </a:cubicBezTo>
                <a:cubicBezTo>
                  <a:pt x="960327" y="1369014"/>
                  <a:pt x="960327" y="1369014"/>
                  <a:pt x="960327" y="1369014"/>
                </a:cubicBezTo>
                <a:cubicBezTo>
                  <a:pt x="1010121" y="1305175"/>
                  <a:pt x="1010121" y="1305175"/>
                  <a:pt x="1010121" y="1305175"/>
                </a:cubicBezTo>
                <a:cubicBezTo>
                  <a:pt x="1294663" y="1532162"/>
                  <a:pt x="1294663" y="1532162"/>
                  <a:pt x="1294663" y="1532162"/>
                </a:cubicBezTo>
                <a:cubicBezTo>
                  <a:pt x="1244868" y="1596001"/>
                  <a:pt x="1244868" y="1596001"/>
                  <a:pt x="1244868" y="1596001"/>
                </a:cubicBezTo>
                <a:cubicBezTo>
                  <a:pt x="953214" y="1574721"/>
                  <a:pt x="953214" y="1574721"/>
                  <a:pt x="953214" y="1574721"/>
                </a:cubicBezTo>
                <a:cubicBezTo>
                  <a:pt x="1145278" y="1723682"/>
                  <a:pt x="1145278" y="1723682"/>
                  <a:pt x="1145278" y="1723682"/>
                </a:cubicBezTo>
                <a:cubicBezTo>
                  <a:pt x="1102597" y="1787522"/>
                  <a:pt x="1102597" y="1787522"/>
                  <a:pt x="1102597" y="1787522"/>
                </a:cubicBezTo>
                <a:cubicBezTo>
                  <a:pt x="810943" y="1560535"/>
                  <a:pt x="810943" y="1560535"/>
                  <a:pt x="810943" y="1560535"/>
                </a:cubicBezTo>
                <a:lnTo>
                  <a:pt x="860737" y="1496695"/>
                </a:lnTo>
                <a:close/>
                <a:moveTo>
                  <a:pt x="625991" y="1872642"/>
                </a:moveTo>
                <a:cubicBezTo>
                  <a:pt x="796715" y="1971949"/>
                  <a:pt x="796715" y="1971949"/>
                  <a:pt x="796715" y="1971949"/>
                </a:cubicBezTo>
                <a:cubicBezTo>
                  <a:pt x="825170" y="1986135"/>
                  <a:pt x="846511" y="1993229"/>
                  <a:pt x="853624" y="1993229"/>
                </a:cubicBezTo>
                <a:cubicBezTo>
                  <a:pt x="867851" y="2000322"/>
                  <a:pt x="882078" y="2000322"/>
                  <a:pt x="896305" y="1993229"/>
                </a:cubicBezTo>
                <a:cubicBezTo>
                  <a:pt x="910533" y="1986135"/>
                  <a:pt x="924759" y="1971949"/>
                  <a:pt x="938986" y="1950669"/>
                </a:cubicBezTo>
                <a:cubicBezTo>
                  <a:pt x="946100" y="1929389"/>
                  <a:pt x="953214" y="1915202"/>
                  <a:pt x="953214" y="1901016"/>
                </a:cubicBezTo>
                <a:cubicBezTo>
                  <a:pt x="953214" y="1886829"/>
                  <a:pt x="946100" y="1872642"/>
                  <a:pt x="931873" y="1865549"/>
                </a:cubicBezTo>
                <a:cubicBezTo>
                  <a:pt x="924759" y="1858456"/>
                  <a:pt x="903418" y="1844269"/>
                  <a:pt x="882078" y="1830083"/>
                </a:cubicBezTo>
                <a:cubicBezTo>
                  <a:pt x="704240" y="1730775"/>
                  <a:pt x="704240" y="1730775"/>
                  <a:pt x="704240" y="1730775"/>
                </a:cubicBezTo>
                <a:cubicBezTo>
                  <a:pt x="739808" y="1659842"/>
                  <a:pt x="739808" y="1659842"/>
                  <a:pt x="739808" y="1659842"/>
                </a:cubicBezTo>
                <a:cubicBezTo>
                  <a:pt x="910533" y="1759148"/>
                  <a:pt x="910533" y="1759148"/>
                  <a:pt x="910533" y="1759148"/>
                </a:cubicBezTo>
                <a:cubicBezTo>
                  <a:pt x="953214" y="1780428"/>
                  <a:pt x="974554" y="1794615"/>
                  <a:pt x="988781" y="1808803"/>
                </a:cubicBezTo>
                <a:cubicBezTo>
                  <a:pt x="1003008" y="1822988"/>
                  <a:pt x="1010121" y="1837176"/>
                  <a:pt x="1017236" y="1851362"/>
                </a:cubicBezTo>
                <a:cubicBezTo>
                  <a:pt x="1024349" y="1865549"/>
                  <a:pt x="1024349" y="1886829"/>
                  <a:pt x="1024349" y="1908109"/>
                </a:cubicBezTo>
                <a:cubicBezTo>
                  <a:pt x="1017236" y="1929389"/>
                  <a:pt x="1010121" y="1950669"/>
                  <a:pt x="995895" y="1979042"/>
                </a:cubicBezTo>
                <a:cubicBezTo>
                  <a:pt x="974554" y="2014510"/>
                  <a:pt x="953214" y="2035788"/>
                  <a:pt x="938986" y="2049976"/>
                </a:cubicBezTo>
                <a:cubicBezTo>
                  <a:pt x="924759" y="2064163"/>
                  <a:pt x="903418" y="2071256"/>
                  <a:pt x="889192" y="2078349"/>
                </a:cubicBezTo>
                <a:cubicBezTo>
                  <a:pt x="874965" y="2078349"/>
                  <a:pt x="853624" y="2078349"/>
                  <a:pt x="839398" y="2078349"/>
                </a:cubicBezTo>
                <a:cubicBezTo>
                  <a:pt x="818057" y="2071256"/>
                  <a:pt x="789602" y="2057069"/>
                  <a:pt x="754035" y="2035788"/>
                </a:cubicBezTo>
                <a:cubicBezTo>
                  <a:pt x="583310" y="1943575"/>
                  <a:pt x="583310" y="1943575"/>
                  <a:pt x="583310" y="1943575"/>
                </a:cubicBezTo>
                <a:lnTo>
                  <a:pt x="625991" y="1872642"/>
                </a:lnTo>
                <a:close/>
                <a:moveTo>
                  <a:pt x="320109" y="2851523"/>
                </a:moveTo>
                <a:cubicBezTo>
                  <a:pt x="583310" y="2723843"/>
                  <a:pt x="583310" y="2723843"/>
                  <a:pt x="583310" y="2723843"/>
                </a:cubicBezTo>
                <a:cubicBezTo>
                  <a:pt x="341450" y="2688377"/>
                  <a:pt x="341450" y="2688377"/>
                  <a:pt x="341450" y="2688377"/>
                </a:cubicBezTo>
                <a:cubicBezTo>
                  <a:pt x="355676" y="2610349"/>
                  <a:pt x="355676" y="2610349"/>
                  <a:pt x="355676" y="2610349"/>
                </a:cubicBezTo>
                <a:cubicBezTo>
                  <a:pt x="718467" y="2667097"/>
                  <a:pt x="718467" y="2667097"/>
                  <a:pt x="718467" y="2667097"/>
                </a:cubicBezTo>
                <a:cubicBezTo>
                  <a:pt x="704240" y="2745123"/>
                  <a:pt x="704240" y="2745123"/>
                  <a:pt x="704240" y="2745123"/>
                </a:cubicBezTo>
                <a:cubicBezTo>
                  <a:pt x="441039" y="2872804"/>
                  <a:pt x="441039" y="2872804"/>
                  <a:pt x="441039" y="2872804"/>
                </a:cubicBezTo>
                <a:cubicBezTo>
                  <a:pt x="675786" y="2908270"/>
                  <a:pt x="675786" y="2908270"/>
                  <a:pt x="675786" y="2908270"/>
                </a:cubicBezTo>
                <a:cubicBezTo>
                  <a:pt x="668673" y="2986297"/>
                  <a:pt x="668673" y="2986297"/>
                  <a:pt x="668673" y="2986297"/>
                </a:cubicBezTo>
                <a:cubicBezTo>
                  <a:pt x="305882" y="2929550"/>
                  <a:pt x="305882" y="2929550"/>
                  <a:pt x="305882" y="2929550"/>
                </a:cubicBezTo>
                <a:lnTo>
                  <a:pt x="320109" y="2851523"/>
                </a:lnTo>
                <a:close/>
                <a:moveTo>
                  <a:pt x="298769" y="3028857"/>
                </a:moveTo>
                <a:cubicBezTo>
                  <a:pt x="668673" y="3050137"/>
                  <a:pt x="668673" y="3050137"/>
                  <a:pt x="668673" y="3050137"/>
                </a:cubicBezTo>
                <a:cubicBezTo>
                  <a:pt x="661558" y="3128164"/>
                  <a:pt x="661558" y="3128164"/>
                  <a:pt x="661558" y="3128164"/>
                </a:cubicBezTo>
                <a:cubicBezTo>
                  <a:pt x="298769" y="3113976"/>
                  <a:pt x="298769" y="3113976"/>
                  <a:pt x="298769" y="3113976"/>
                </a:cubicBezTo>
                <a:lnTo>
                  <a:pt x="298769" y="3028857"/>
                </a:lnTo>
                <a:close/>
                <a:moveTo>
                  <a:pt x="305882" y="3454457"/>
                </a:moveTo>
                <a:cubicBezTo>
                  <a:pt x="448153" y="3447364"/>
                  <a:pt x="448153" y="3447364"/>
                  <a:pt x="448153" y="3447364"/>
                </a:cubicBezTo>
                <a:cubicBezTo>
                  <a:pt x="441039" y="3291310"/>
                  <a:pt x="441039" y="3291310"/>
                  <a:pt x="441039" y="3291310"/>
                </a:cubicBezTo>
                <a:cubicBezTo>
                  <a:pt x="298769" y="3298403"/>
                  <a:pt x="298769" y="3298403"/>
                  <a:pt x="298769" y="3298403"/>
                </a:cubicBezTo>
                <a:cubicBezTo>
                  <a:pt x="291656" y="3213284"/>
                  <a:pt x="291656" y="3213284"/>
                  <a:pt x="291656" y="3213284"/>
                </a:cubicBezTo>
                <a:cubicBezTo>
                  <a:pt x="654445" y="3192004"/>
                  <a:pt x="654445" y="3192004"/>
                  <a:pt x="654445" y="3192004"/>
                </a:cubicBezTo>
                <a:cubicBezTo>
                  <a:pt x="661558" y="3277123"/>
                  <a:pt x="661558" y="3277123"/>
                  <a:pt x="661558" y="3277123"/>
                </a:cubicBezTo>
                <a:cubicBezTo>
                  <a:pt x="505061" y="3284217"/>
                  <a:pt x="505061" y="3284217"/>
                  <a:pt x="505061" y="3284217"/>
                </a:cubicBezTo>
                <a:cubicBezTo>
                  <a:pt x="512174" y="3447364"/>
                  <a:pt x="512174" y="3447364"/>
                  <a:pt x="512174" y="3447364"/>
                </a:cubicBezTo>
                <a:cubicBezTo>
                  <a:pt x="668673" y="3433177"/>
                  <a:pt x="668673" y="3433177"/>
                  <a:pt x="668673" y="3433177"/>
                </a:cubicBezTo>
                <a:cubicBezTo>
                  <a:pt x="675786" y="3518298"/>
                  <a:pt x="675786" y="3518298"/>
                  <a:pt x="675786" y="3518298"/>
                </a:cubicBezTo>
                <a:cubicBezTo>
                  <a:pt x="305882" y="3539578"/>
                  <a:pt x="305882" y="3539578"/>
                  <a:pt x="305882" y="3539578"/>
                </a:cubicBezTo>
                <a:lnTo>
                  <a:pt x="305882" y="3454457"/>
                </a:lnTo>
                <a:close/>
                <a:moveTo>
                  <a:pt x="697126" y="3872964"/>
                </a:moveTo>
                <a:cubicBezTo>
                  <a:pt x="675786" y="3908431"/>
                  <a:pt x="633104" y="3936804"/>
                  <a:pt x="576196" y="3950992"/>
                </a:cubicBezTo>
                <a:cubicBezTo>
                  <a:pt x="519288" y="3965177"/>
                  <a:pt x="469494" y="3958085"/>
                  <a:pt x="426811" y="3929711"/>
                </a:cubicBezTo>
                <a:cubicBezTo>
                  <a:pt x="384131" y="3901338"/>
                  <a:pt x="362791" y="3858778"/>
                  <a:pt x="348563" y="3802031"/>
                </a:cubicBezTo>
                <a:cubicBezTo>
                  <a:pt x="341450" y="3752378"/>
                  <a:pt x="341450" y="3709817"/>
                  <a:pt x="362791" y="3674351"/>
                </a:cubicBezTo>
                <a:cubicBezTo>
                  <a:pt x="377017" y="3653071"/>
                  <a:pt x="391244" y="3638884"/>
                  <a:pt x="419698" y="3624697"/>
                </a:cubicBezTo>
                <a:cubicBezTo>
                  <a:pt x="455266" y="3695631"/>
                  <a:pt x="455266" y="3695631"/>
                  <a:pt x="455266" y="3695631"/>
                </a:cubicBezTo>
                <a:cubicBezTo>
                  <a:pt x="433926" y="3709817"/>
                  <a:pt x="426811" y="3716912"/>
                  <a:pt x="412585" y="3738190"/>
                </a:cubicBezTo>
                <a:cubicBezTo>
                  <a:pt x="405472" y="3752378"/>
                  <a:pt x="405472" y="3773658"/>
                  <a:pt x="412585" y="3794938"/>
                </a:cubicBezTo>
                <a:cubicBezTo>
                  <a:pt x="419698" y="3823311"/>
                  <a:pt x="433926" y="3844591"/>
                  <a:pt x="455266" y="3858778"/>
                </a:cubicBezTo>
                <a:cubicBezTo>
                  <a:pt x="476607" y="3872964"/>
                  <a:pt x="512174" y="3880058"/>
                  <a:pt x="554855" y="3865871"/>
                </a:cubicBezTo>
                <a:cubicBezTo>
                  <a:pt x="597536" y="3858778"/>
                  <a:pt x="633104" y="3844591"/>
                  <a:pt x="647332" y="3823311"/>
                </a:cubicBezTo>
                <a:cubicBezTo>
                  <a:pt x="661558" y="3802031"/>
                  <a:pt x="668673" y="3773658"/>
                  <a:pt x="661558" y="3745285"/>
                </a:cubicBezTo>
                <a:cubicBezTo>
                  <a:pt x="654445" y="3724004"/>
                  <a:pt x="647332" y="3702724"/>
                  <a:pt x="633104" y="3695631"/>
                </a:cubicBezTo>
                <a:cubicBezTo>
                  <a:pt x="611764" y="3681444"/>
                  <a:pt x="590423" y="3674351"/>
                  <a:pt x="561969" y="3674351"/>
                </a:cubicBezTo>
                <a:cubicBezTo>
                  <a:pt x="569083" y="3589231"/>
                  <a:pt x="569083" y="3589231"/>
                  <a:pt x="569083" y="3589231"/>
                </a:cubicBezTo>
                <a:cubicBezTo>
                  <a:pt x="611764" y="3596324"/>
                  <a:pt x="647332" y="3610511"/>
                  <a:pt x="668673" y="3631791"/>
                </a:cubicBezTo>
                <a:cubicBezTo>
                  <a:pt x="697126" y="3653071"/>
                  <a:pt x="711354" y="3688537"/>
                  <a:pt x="718467" y="3731097"/>
                </a:cubicBezTo>
                <a:cubicBezTo>
                  <a:pt x="732693" y="3780751"/>
                  <a:pt x="725580" y="3830404"/>
                  <a:pt x="697126" y="3872964"/>
                </a:cubicBezTo>
                <a:close/>
                <a:moveTo>
                  <a:pt x="818057" y="2340803"/>
                </a:moveTo>
                <a:cubicBezTo>
                  <a:pt x="725580" y="2347896"/>
                  <a:pt x="725580" y="2347896"/>
                  <a:pt x="725580" y="2347896"/>
                </a:cubicBezTo>
                <a:cubicBezTo>
                  <a:pt x="675786" y="2503950"/>
                  <a:pt x="675786" y="2503950"/>
                  <a:pt x="675786" y="2503950"/>
                </a:cubicBezTo>
                <a:cubicBezTo>
                  <a:pt x="746921" y="2560696"/>
                  <a:pt x="746921" y="2560696"/>
                  <a:pt x="746921" y="2560696"/>
                </a:cubicBezTo>
                <a:cubicBezTo>
                  <a:pt x="718467" y="2645816"/>
                  <a:pt x="718467" y="2645816"/>
                  <a:pt x="718467" y="2645816"/>
                </a:cubicBezTo>
                <a:cubicBezTo>
                  <a:pt x="419698" y="2383363"/>
                  <a:pt x="419698" y="2383363"/>
                  <a:pt x="419698" y="2383363"/>
                </a:cubicBezTo>
                <a:cubicBezTo>
                  <a:pt x="441039" y="2298243"/>
                  <a:pt x="441039" y="2298243"/>
                  <a:pt x="441039" y="2298243"/>
                </a:cubicBezTo>
                <a:cubicBezTo>
                  <a:pt x="839398" y="2255683"/>
                  <a:pt x="839398" y="2255683"/>
                  <a:pt x="839398" y="2255683"/>
                </a:cubicBezTo>
                <a:lnTo>
                  <a:pt x="818057" y="2340803"/>
                </a:lnTo>
                <a:close/>
                <a:moveTo>
                  <a:pt x="1792610" y="5405126"/>
                </a:moveTo>
                <a:cubicBezTo>
                  <a:pt x="1792610" y="5412219"/>
                  <a:pt x="1785497" y="5419312"/>
                  <a:pt x="1778384" y="5419312"/>
                </a:cubicBezTo>
                <a:cubicBezTo>
                  <a:pt x="1764156" y="5426406"/>
                  <a:pt x="1700135" y="5412219"/>
                  <a:pt x="1693020" y="5419312"/>
                </a:cubicBezTo>
                <a:cubicBezTo>
                  <a:pt x="1657453" y="5419312"/>
                  <a:pt x="1650340" y="5419312"/>
                  <a:pt x="1643226" y="5433499"/>
                </a:cubicBezTo>
                <a:cubicBezTo>
                  <a:pt x="1643226" y="5440592"/>
                  <a:pt x="1643226" y="5461872"/>
                  <a:pt x="1629000" y="5461872"/>
                </a:cubicBezTo>
                <a:cubicBezTo>
                  <a:pt x="1614772" y="5454780"/>
                  <a:pt x="1579204" y="5447687"/>
                  <a:pt x="1557863" y="5447687"/>
                </a:cubicBezTo>
                <a:cubicBezTo>
                  <a:pt x="1550750" y="5447687"/>
                  <a:pt x="1543637" y="5447687"/>
                  <a:pt x="1536523" y="5447687"/>
                </a:cubicBezTo>
                <a:cubicBezTo>
                  <a:pt x="1458275" y="5539900"/>
                  <a:pt x="1401366" y="5617926"/>
                  <a:pt x="1316003" y="5703047"/>
                </a:cubicBezTo>
                <a:cubicBezTo>
                  <a:pt x="1316003" y="5703047"/>
                  <a:pt x="1301777" y="5710140"/>
                  <a:pt x="1301777" y="5710140"/>
                </a:cubicBezTo>
                <a:cubicBezTo>
                  <a:pt x="1358685" y="5617926"/>
                  <a:pt x="1415593" y="5525713"/>
                  <a:pt x="1479615" y="5433499"/>
                </a:cubicBezTo>
                <a:cubicBezTo>
                  <a:pt x="1486728" y="5419312"/>
                  <a:pt x="1479615" y="5412219"/>
                  <a:pt x="1479615" y="5412219"/>
                </a:cubicBezTo>
                <a:cubicBezTo>
                  <a:pt x="1472502" y="5398033"/>
                  <a:pt x="1493843" y="5376753"/>
                  <a:pt x="1508069" y="5376753"/>
                </a:cubicBezTo>
                <a:cubicBezTo>
                  <a:pt x="1508069" y="5376753"/>
                  <a:pt x="1515182" y="5376753"/>
                  <a:pt x="1522296" y="5376753"/>
                </a:cubicBezTo>
                <a:cubicBezTo>
                  <a:pt x="1557863" y="5320006"/>
                  <a:pt x="1557863" y="5320006"/>
                  <a:pt x="1572091" y="5298726"/>
                </a:cubicBezTo>
                <a:cubicBezTo>
                  <a:pt x="1557863" y="5291633"/>
                  <a:pt x="1500956" y="5270353"/>
                  <a:pt x="1515182" y="5256166"/>
                </a:cubicBezTo>
                <a:cubicBezTo>
                  <a:pt x="1522296" y="5256166"/>
                  <a:pt x="1536523" y="5256166"/>
                  <a:pt x="1550750" y="5256166"/>
                </a:cubicBezTo>
                <a:cubicBezTo>
                  <a:pt x="1564978" y="5263260"/>
                  <a:pt x="1579204" y="5263260"/>
                  <a:pt x="1586318" y="5270353"/>
                </a:cubicBezTo>
                <a:cubicBezTo>
                  <a:pt x="1614772" y="5241980"/>
                  <a:pt x="1629000" y="5220699"/>
                  <a:pt x="1643226" y="5185232"/>
                </a:cubicBezTo>
                <a:cubicBezTo>
                  <a:pt x="1643226" y="5178139"/>
                  <a:pt x="1664567" y="5149766"/>
                  <a:pt x="1657453" y="5149766"/>
                </a:cubicBezTo>
                <a:cubicBezTo>
                  <a:pt x="1657453" y="5135579"/>
                  <a:pt x="1657453" y="5135579"/>
                  <a:pt x="1657453" y="5128486"/>
                </a:cubicBezTo>
                <a:cubicBezTo>
                  <a:pt x="1685907" y="5142672"/>
                  <a:pt x="1700135" y="5156859"/>
                  <a:pt x="1700135" y="5185232"/>
                </a:cubicBezTo>
                <a:cubicBezTo>
                  <a:pt x="1700135" y="5185232"/>
                  <a:pt x="1700135" y="5206512"/>
                  <a:pt x="1700135" y="5213607"/>
                </a:cubicBezTo>
                <a:cubicBezTo>
                  <a:pt x="1678794" y="5234885"/>
                  <a:pt x="1664567" y="5263260"/>
                  <a:pt x="1643226" y="5284540"/>
                </a:cubicBezTo>
                <a:cubicBezTo>
                  <a:pt x="1650340" y="5291633"/>
                  <a:pt x="1657453" y="5291633"/>
                  <a:pt x="1664567" y="5291633"/>
                </a:cubicBezTo>
                <a:cubicBezTo>
                  <a:pt x="1685907" y="5305820"/>
                  <a:pt x="1700135" y="5305820"/>
                  <a:pt x="1721475" y="5320006"/>
                </a:cubicBezTo>
                <a:cubicBezTo>
                  <a:pt x="1728588" y="5312913"/>
                  <a:pt x="1735703" y="5320006"/>
                  <a:pt x="1735703" y="5312913"/>
                </a:cubicBezTo>
                <a:cubicBezTo>
                  <a:pt x="1792610" y="5341286"/>
                  <a:pt x="1799725" y="5398033"/>
                  <a:pt x="1792610" y="5405126"/>
                </a:cubicBezTo>
                <a:close/>
                <a:moveTo>
                  <a:pt x="1344458" y="5213607"/>
                </a:moveTo>
                <a:cubicBezTo>
                  <a:pt x="1365799" y="5227792"/>
                  <a:pt x="1387138" y="5241980"/>
                  <a:pt x="1394253" y="5263260"/>
                </a:cubicBezTo>
                <a:cubicBezTo>
                  <a:pt x="1401366" y="5270353"/>
                  <a:pt x="1429821" y="5305820"/>
                  <a:pt x="1444047" y="5348379"/>
                </a:cubicBezTo>
                <a:cubicBezTo>
                  <a:pt x="1451160" y="5369659"/>
                  <a:pt x="1458275" y="5376753"/>
                  <a:pt x="1451160" y="5398033"/>
                </a:cubicBezTo>
                <a:cubicBezTo>
                  <a:pt x="1415593" y="5376753"/>
                  <a:pt x="1422707" y="5369659"/>
                  <a:pt x="1408480" y="5334193"/>
                </a:cubicBezTo>
                <a:cubicBezTo>
                  <a:pt x="1408480" y="5320006"/>
                  <a:pt x="1401366" y="5305820"/>
                  <a:pt x="1372912" y="5277446"/>
                </a:cubicBezTo>
                <a:cubicBezTo>
                  <a:pt x="1372912" y="5263260"/>
                  <a:pt x="1344458" y="5234885"/>
                  <a:pt x="1344458" y="5213607"/>
                </a:cubicBezTo>
                <a:close/>
                <a:moveTo>
                  <a:pt x="1863745" y="5816540"/>
                </a:moveTo>
                <a:cubicBezTo>
                  <a:pt x="1863745" y="5802353"/>
                  <a:pt x="1849519" y="5795260"/>
                  <a:pt x="1849519" y="5781073"/>
                </a:cubicBezTo>
                <a:cubicBezTo>
                  <a:pt x="1892200" y="5724327"/>
                  <a:pt x="1949108" y="5596646"/>
                  <a:pt x="1998903" y="5525713"/>
                </a:cubicBezTo>
                <a:cubicBezTo>
                  <a:pt x="2006017" y="5511526"/>
                  <a:pt x="2013130" y="5504433"/>
                  <a:pt x="2020244" y="5504433"/>
                </a:cubicBezTo>
                <a:cubicBezTo>
                  <a:pt x="2020244" y="5511526"/>
                  <a:pt x="2027357" y="5511526"/>
                  <a:pt x="2013130" y="5539900"/>
                </a:cubicBezTo>
                <a:cubicBezTo>
                  <a:pt x="2013130" y="5546993"/>
                  <a:pt x="1870860" y="5809446"/>
                  <a:pt x="1885086" y="5823633"/>
                </a:cubicBezTo>
                <a:cubicBezTo>
                  <a:pt x="1870860" y="5823633"/>
                  <a:pt x="1870860" y="5823633"/>
                  <a:pt x="1863745" y="5816540"/>
                </a:cubicBezTo>
                <a:close/>
                <a:moveTo>
                  <a:pt x="2055811" y="5880381"/>
                </a:moveTo>
                <a:cubicBezTo>
                  <a:pt x="2048698" y="5887474"/>
                  <a:pt x="2048698" y="5887474"/>
                  <a:pt x="2041585" y="5887474"/>
                </a:cubicBezTo>
                <a:cubicBezTo>
                  <a:pt x="2034470" y="5887474"/>
                  <a:pt x="2020244" y="5880381"/>
                  <a:pt x="2006017" y="5873286"/>
                </a:cubicBezTo>
                <a:cubicBezTo>
                  <a:pt x="1991789" y="5859101"/>
                  <a:pt x="1956222" y="5802353"/>
                  <a:pt x="1963335" y="5788167"/>
                </a:cubicBezTo>
                <a:cubicBezTo>
                  <a:pt x="1963335" y="5788167"/>
                  <a:pt x="1963335" y="5788167"/>
                  <a:pt x="1963335" y="5788167"/>
                </a:cubicBezTo>
                <a:cubicBezTo>
                  <a:pt x="1977563" y="5830726"/>
                  <a:pt x="2034470" y="5816540"/>
                  <a:pt x="2091379" y="5802353"/>
                </a:cubicBezTo>
                <a:cubicBezTo>
                  <a:pt x="2134060" y="5788167"/>
                  <a:pt x="2169627" y="5766887"/>
                  <a:pt x="2169627" y="5759793"/>
                </a:cubicBezTo>
                <a:cubicBezTo>
                  <a:pt x="2169627" y="5752700"/>
                  <a:pt x="2169627" y="5745607"/>
                  <a:pt x="2162514" y="5738513"/>
                </a:cubicBezTo>
                <a:cubicBezTo>
                  <a:pt x="2162514" y="5745607"/>
                  <a:pt x="2141173" y="5752700"/>
                  <a:pt x="2112720" y="5759793"/>
                </a:cubicBezTo>
                <a:cubicBezTo>
                  <a:pt x="2048698" y="5773980"/>
                  <a:pt x="1956222" y="5788167"/>
                  <a:pt x="1941995" y="5781073"/>
                </a:cubicBezTo>
                <a:cubicBezTo>
                  <a:pt x="1920654" y="5773980"/>
                  <a:pt x="1920654" y="5766887"/>
                  <a:pt x="1941995" y="5738513"/>
                </a:cubicBezTo>
                <a:cubicBezTo>
                  <a:pt x="1984676" y="5724327"/>
                  <a:pt x="2062924" y="5710140"/>
                  <a:pt x="2112720" y="5688860"/>
                </a:cubicBezTo>
                <a:cubicBezTo>
                  <a:pt x="2112720" y="5681767"/>
                  <a:pt x="2126946" y="5681767"/>
                  <a:pt x="2119833" y="5667579"/>
                </a:cubicBezTo>
                <a:cubicBezTo>
                  <a:pt x="2098492" y="5674674"/>
                  <a:pt x="2034470" y="5681767"/>
                  <a:pt x="2020244" y="5681767"/>
                </a:cubicBezTo>
                <a:cubicBezTo>
                  <a:pt x="1998903" y="5660487"/>
                  <a:pt x="2013130" y="5639206"/>
                  <a:pt x="2020244" y="5617926"/>
                </a:cubicBezTo>
                <a:cubicBezTo>
                  <a:pt x="2027357" y="5617926"/>
                  <a:pt x="2020244" y="5617926"/>
                  <a:pt x="2027357" y="5617926"/>
                </a:cubicBezTo>
                <a:cubicBezTo>
                  <a:pt x="2041585" y="5632113"/>
                  <a:pt x="2091379" y="5617926"/>
                  <a:pt x="2098492" y="5610833"/>
                </a:cubicBezTo>
                <a:cubicBezTo>
                  <a:pt x="2091379" y="5596646"/>
                  <a:pt x="2077152" y="5561180"/>
                  <a:pt x="2084266" y="5568273"/>
                </a:cubicBezTo>
                <a:cubicBezTo>
                  <a:pt x="2098492" y="5575366"/>
                  <a:pt x="2098492" y="5582460"/>
                  <a:pt x="2119833" y="5582460"/>
                </a:cubicBezTo>
                <a:cubicBezTo>
                  <a:pt x="2119833" y="5582460"/>
                  <a:pt x="2126946" y="5582460"/>
                  <a:pt x="2119833" y="5582460"/>
                </a:cubicBezTo>
                <a:cubicBezTo>
                  <a:pt x="2112720" y="5575366"/>
                  <a:pt x="2098492" y="5568273"/>
                  <a:pt x="2098492" y="5561180"/>
                </a:cubicBezTo>
                <a:cubicBezTo>
                  <a:pt x="2105605" y="5546993"/>
                  <a:pt x="2119833" y="5546993"/>
                  <a:pt x="2126946" y="5554086"/>
                </a:cubicBezTo>
                <a:cubicBezTo>
                  <a:pt x="2141173" y="5561180"/>
                  <a:pt x="2190968" y="5596646"/>
                  <a:pt x="2190968" y="5596646"/>
                </a:cubicBezTo>
                <a:cubicBezTo>
                  <a:pt x="2198082" y="5603739"/>
                  <a:pt x="2198082" y="5603739"/>
                  <a:pt x="2198082" y="5603739"/>
                </a:cubicBezTo>
                <a:cubicBezTo>
                  <a:pt x="2205195" y="5610833"/>
                  <a:pt x="2205195" y="5617926"/>
                  <a:pt x="2205195" y="5625019"/>
                </a:cubicBezTo>
                <a:cubicBezTo>
                  <a:pt x="2205195" y="5646299"/>
                  <a:pt x="2190968" y="5653394"/>
                  <a:pt x="2169627" y="5653394"/>
                </a:cubicBezTo>
                <a:cubicBezTo>
                  <a:pt x="2176742" y="5688860"/>
                  <a:pt x="2176742" y="5717233"/>
                  <a:pt x="2198082" y="5752700"/>
                </a:cubicBezTo>
                <a:cubicBezTo>
                  <a:pt x="2212310" y="5738513"/>
                  <a:pt x="2226536" y="5738513"/>
                  <a:pt x="2226536" y="5731420"/>
                </a:cubicBezTo>
                <a:cubicBezTo>
                  <a:pt x="2247877" y="5745607"/>
                  <a:pt x="2254990" y="5752700"/>
                  <a:pt x="2254990" y="5773980"/>
                </a:cubicBezTo>
                <a:cubicBezTo>
                  <a:pt x="2240763" y="5802353"/>
                  <a:pt x="2205195" y="5795260"/>
                  <a:pt x="2198082" y="5809446"/>
                </a:cubicBezTo>
                <a:cubicBezTo>
                  <a:pt x="2190968" y="5837820"/>
                  <a:pt x="2198082" y="5894567"/>
                  <a:pt x="2183855" y="5915847"/>
                </a:cubicBezTo>
                <a:cubicBezTo>
                  <a:pt x="2183855" y="5922940"/>
                  <a:pt x="2176742" y="5922940"/>
                  <a:pt x="2169627" y="5915847"/>
                </a:cubicBezTo>
                <a:cubicBezTo>
                  <a:pt x="2162514" y="5894567"/>
                  <a:pt x="2169627" y="5844913"/>
                  <a:pt x="2169627" y="5816540"/>
                </a:cubicBezTo>
                <a:cubicBezTo>
                  <a:pt x="2155401" y="5823633"/>
                  <a:pt x="2126946" y="5837820"/>
                  <a:pt x="2098492" y="5837820"/>
                </a:cubicBezTo>
                <a:cubicBezTo>
                  <a:pt x="2098492" y="5844913"/>
                  <a:pt x="2098492" y="5844913"/>
                  <a:pt x="2098492" y="5852006"/>
                </a:cubicBezTo>
                <a:cubicBezTo>
                  <a:pt x="2112720" y="5859101"/>
                  <a:pt x="2112720" y="5866194"/>
                  <a:pt x="2119833" y="5873286"/>
                </a:cubicBezTo>
                <a:cubicBezTo>
                  <a:pt x="2119833" y="5880381"/>
                  <a:pt x="2105605" y="5887474"/>
                  <a:pt x="2105605" y="5894567"/>
                </a:cubicBezTo>
                <a:cubicBezTo>
                  <a:pt x="2098492" y="5894567"/>
                  <a:pt x="2084266" y="5887474"/>
                  <a:pt x="2070038" y="5880381"/>
                </a:cubicBezTo>
                <a:cubicBezTo>
                  <a:pt x="2062924" y="5880381"/>
                  <a:pt x="2055811" y="5880381"/>
                  <a:pt x="2055811" y="5880381"/>
                </a:cubicBezTo>
                <a:close/>
                <a:moveTo>
                  <a:pt x="2254990" y="5582460"/>
                </a:moveTo>
                <a:cubicBezTo>
                  <a:pt x="2254990" y="5568273"/>
                  <a:pt x="2269217" y="5575366"/>
                  <a:pt x="2276330" y="5575366"/>
                </a:cubicBezTo>
                <a:cubicBezTo>
                  <a:pt x="2297671" y="5589553"/>
                  <a:pt x="2311898" y="5596646"/>
                  <a:pt x="2319012" y="5632113"/>
                </a:cubicBezTo>
                <a:cubicBezTo>
                  <a:pt x="2319012" y="5639206"/>
                  <a:pt x="2319012" y="5646299"/>
                  <a:pt x="2311898" y="5660487"/>
                </a:cubicBezTo>
                <a:cubicBezTo>
                  <a:pt x="2297671" y="5660487"/>
                  <a:pt x="2269217" y="5660487"/>
                  <a:pt x="2269217" y="5639206"/>
                </a:cubicBezTo>
                <a:cubicBezTo>
                  <a:pt x="2262104" y="5625019"/>
                  <a:pt x="2247877" y="5589553"/>
                  <a:pt x="2254990" y="5582460"/>
                </a:cubicBezTo>
                <a:close/>
                <a:moveTo>
                  <a:pt x="2425715" y="5688860"/>
                </a:moveTo>
                <a:cubicBezTo>
                  <a:pt x="2375920" y="5695953"/>
                  <a:pt x="2269217" y="5993873"/>
                  <a:pt x="2219423" y="6057713"/>
                </a:cubicBezTo>
                <a:cubicBezTo>
                  <a:pt x="2190968" y="6107366"/>
                  <a:pt x="2176742" y="6107366"/>
                  <a:pt x="2155401" y="6086086"/>
                </a:cubicBezTo>
                <a:cubicBezTo>
                  <a:pt x="2126946" y="6057713"/>
                  <a:pt x="2091379" y="5930034"/>
                  <a:pt x="2098492" y="5901660"/>
                </a:cubicBezTo>
                <a:cubicBezTo>
                  <a:pt x="2105605" y="5908754"/>
                  <a:pt x="2112720" y="5930034"/>
                  <a:pt x="2112720" y="5937127"/>
                </a:cubicBezTo>
                <a:cubicBezTo>
                  <a:pt x="2119833" y="5930034"/>
                  <a:pt x="2112720" y="5930034"/>
                  <a:pt x="2119833" y="5922940"/>
                </a:cubicBezTo>
                <a:cubicBezTo>
                  <a:pt x="2126946" y="5944220"/>
                  <a:pt x="2155401" y="6000967"/>
                  <a:pt x="2162514" y="6008060"/>
                </a:cubicBezTo>
                <a:cubicBezTo>
                  <a:pt x="2183855" y="6022247"/>
                  <a:pt x="2190968" y="5986780"/>
                  <a:pt x="2205195" y="5972594"/>
                </a:cubicBezTo>
                <a:cubicBezTo>
                  <a:pt x="2233649" y="5915847"/>
                  <a:pt x="2311898" y="5724327"/>
                  <a:pt x="2340352" y="5667579"/>
                </a:cubicBezTo>
                <a:cubicBezTo>
                  <a:pt x="2361693" y="5632113"/>
                  <a:pt x="2375920" y="5596646"/>
                  <a:pt x="2354580" y="5575366"/>
                </a:cubicBezTo>
                <a:cubicBezTo>
                  <a:pt x="2276330" y="5532806"/>
                  <a:pt x="2176742" y="5561180"/>
                  <a:pt x="2105605" y="5518620"/>
                </a:cubicBezTo>
                <a:cubicBezTo>
                  <a:pt x="2105605" y="5518620"/>
                  <a:pt x="2105605" y="5518620"/>
                  <a:pt x="2105605" y="5518620"/>
                </a:cubicBezTo>
                <a:cubicBezTo>
                  <a:pt x="2148288" y="5504433"/>
                  <a:pt x="2333239" y="5546993"/>
                  <a:pt x="2333239" y="5546993"/>
                </a:cubicBezTo>
                <a:cubicBezTo>
                  <a:pt x="2390148" y="5561180"/>
                  <a:pt x="2461283" y="5617926"/>
                  <a:pt x="2425715" y="5688860"/>
                </a:cubicBezTo>
                <a:close/>
                <a:moveTo>
                  <a:pt x="2596440" y="6086086"/>
                </a:moveTo>
                <a:cubicBezTo>
                  <a:pt x="2596440" y="6086086"/>
                  <a:pt x="2582212" y="6093181"/>
                  <a:pt x="2575099" y="6093181"/>
                </a:cubicBezTo>
                <a:cubicBezTo>
                  <a:pt x="2575099" y="6093181"/>
                  <a:pt x="2575099" y="6100274"/>
                  <a:pt x="2560872" y="6107366"/>
                </a:cubicBezTo>
                <a:cubicBezTo>
                  <a:pt x="2560872" y="6107366"/>
                  <a:pt x="2546645" y="6114461"/>
                  <a:pt x="2532418" y="6107366"/>
                </a:cubicBezTo>
                <a:cubicBezTo>
                  <a:pt x="2532418" y="6107366"/>
                  <a:pt x="2525305" y="6100274"/>
                  <a:pt x="2518192" y="6100274"/>
                </a:cubicBezTo>
                <a:cubicBezTo>
                  <a:pt x="2518192" y="6100274"/>
                  <a:pt x="2503964" y="6093181"/>
                  <a:pt x="2496850" y="6093181"/>
                </a:cubicBezTo>
                <a:cubicBezTo>
                  <a:pt x="2496850" y="6093181"/>
                  <a:pt x="2482623" y="6093181"/>
                  <a:pt x="2503964" y="6086086"/>
                </a:cubicBezTo>
                <a:cubicBezTo>
                  <a:pt x="2503964" y="6086086"/>
                  <a:pt x="2503964" y="6078993"/>
                  <a:pt x="2511077" y="6078993"/>
                </a:cubicBezTo>
                <a:cubicBezTo>
                  <a:pt x="2511077" y="6078993"/>
                  <a:pt x="2518192" y="6078993"/>
                  <a:pt x="2518192" y="6078993"/>
                </a:cubicBezTo>
                <a:cubicBezTo>
                  <a:pt x="2518192" y="6078993"/>
                  <a:pt x="2518192" y="6071900"/>
                  <a:pt x="2525305" y="6078993"/>
                </a:cubicBezTo>
                <a:cubicBezTo>
                  <a:pt x="2525305" y="6078993"/>
                  <a:pt x="2532418" y="6086086"/>
                  <a:pt x="2539531" y="6064808"/>
                </a:cubicBezTo>
                <a:cubicBezTo>
                  <a:pt x="2539531" y="6064808"/>
                  <a:pt x="2539531" y="6064808"/>
                  <a:pt x="2546645" y="6064808"/>
                </a:cubicBezTo>
                <a:cubicBezTo>
                  <a:pt x="2546645" y="6064808"/>
                  <a:pt x="2575099" y="6050620"/>
                  <a:pt x="2639121" y="6008060"/>
                </a:cubicBezTo>
                <a:cubicBezTo>
                  <a:pt x="2639121" y="6008060"/>
                  <a:pt x="2696030" y="5972594"/>
                  <a:pt x="2731597" y="5937127"/>
                </a:cubicBezTo>
                <a:cubicBezTo>
                  <a:pt x="2731597" y="5937127"/>
                  <a:pt x="2760052" y="5915847"/>
                  <a:pt x="2795619" y="5887474"/>
                </a:cubicBezTo>
                <a:cubicBezTo>
                  <a:pt x="2795619" y="5887474"/>
                  <a:pt x="2888094" y="5816540"/>
                  <a:pt x="2902322" y="5795260"/>
                </a:cubicBezTo>
                <a:cubicBezTo>
                  <a:pt x="2902322" y="5795260"/>
                  <a:pt x="2838300" y="5759793"/>
                  <a:pt x="2845413" y="5731420"/>
                </a:cubicBezTo>
                <a:cubicBezTo>
                  <a:pt x="2845413" y="5731420"/>
                  <a:pt x="2852527" y="5717233"/>
                  <a:pt x="2859640" y="5731420"/>
                </a:cubicBezTo>
                <a:cubicBezTo>
                  <a:pt x="2859640" y="5731420"/>
                  <a:pt x="2888094" y="5752700"/>
                  <a:pt x="2937890" y="5745607"/>
                </a:cubicBezTo>
                <a:cubicBezTo>
                  <a:pt x="2937890" y="5745607"/>
                  <a:pt x="2959230" y="5745607"/>
                  <a:pt x="2987684" y="5724327"/>
                </a:cubicBezTo>
                <a:cubicBezTo>
                  <a:pt x="2987684" y="5724327"/>
                  <a:pt x="3023252" y="5717233"/>
                  <a:pt x="3037479" y="5781073"/>
                </a:cubicBezTo>
                <a:cubicBezTo>
                  <a:pt x="3037479" y="5781073"/>
                  <a:pt x="3037479" y="5809446"/>
                  <a:pt x="3023252" y="5802353"/>
                </a:cubicBezTo>
                <a:cubicBezTo>
                  <a:pt x="3023252" y="5802353"/>
                  <a:pt x="3001912" y="5802353"/>
                  <a:pt x="2980571" y="5809446"/>
                </a:cubicBezTo>
                <a:cubicBezTo>
                  <a:pt x="2980571" y="5809446"/>
                  <a:pt x="2973457" y="5802353"/>
                  <a:pt x="2959230" y="5816540"/>
                </a:cubicBezTo>
                <a:cubicBezTo>
                  <a:pt x="2959230" y="5816540"/>
                  <a:pt x="2916549" y="5859101"/>
                  <a:pt x="2824072" y="5915847"/>
                </a:cubicBezTo>
                <a:cubicBezTo>
                  <a:pt x="2824072" y="5915847"/>
                  <a:pt x="2774278" y="5951314"/>
                  <a:pt x="2710256" y="6015153"/>
                </a:cubicBezTo>
                <a:cubicBezTo>
                  <a:pt x="2710256" y="6015153"/>
                  <a:pt x="2660462" y="6057713"/>
                  <a:pt x="2596440" y="6086086"/>
                </a:cubicBezTo>
                <a:close/>
                <a:moveTo>
                  <a:pt x="3058819" y="6086086"/>
                </a:moveTo>
                <a:cubicBezTo>
                  <a:pt x="3058819" y="6086086"/>
                  <a:pt x="3058819" y="6093181"/>
                  <a:pt x="3058819" y="6100274"/>
                </a:cubicBezTo>
                <a:cubicBezTo>
                  <a:pt x="3058819" y="6100274"/>
                  <a:pt x="3058819" y="6114461"/>
                  <a:pt x="3037479" y="6114461"/>
                </a:cubicBezTo>
                <a:cubicBezTo>
                  <a:pt x="3037479" y="6114461"/>
                  <a:pt x="2987684" y="6128647"/>
                  <a:pt x="2980571" y="6142834"/>
                </a:cubicBezTo>
                <a:cubicBezTo>
                  <a:pt x="2980571" y="6142834"/>
                  <a:pt x="2952116" y="6164114"/>
                  <a:pt x="2959230" y="6185394"/>
                </a:cubicBezTo>
                <a:cubicBezTo>
                  <a:pt x="2959230" y="6185394"/>
                  <a:pt x="2959230" y="6199580"/>
                  <a:pt x="2937890" y="6206674"/>
                </a:cubicBezTo>
                <a:cubicBezTo>
                  <a:pt x="2937890" y="6206674"/>
                  <a:pt x="2923662" y="6206674"/>
                  <a:pt x="2909435" y="6206674"/>
                </a:cubicBezTo>
                <a:cubicBezTo>
                  <a:pt x="2909435" y="6206674"/>
                  <a:pt x="2895209" y="6192487"/>
                  <a:pt x="2873868" y="6206674"/>
                </a:cubicBezTo>
                <a:cubicBezTo>
                  <a:pt x="2873868" y="6206674"/>
                  <a:pt x="2873868" y="6213767"/>
                  <a:pt x="2859640" y="6206674"/>
                </a:cubicBezTo>
                <a:cubicBezTo>
                  <a:pt x="2859640" y="6206674"/>
                  <a:pt x="2859640" y="6199580"/>
                  <a:pt x="2852527" y="6199580"/>
                </a:cubicBezTo>
                <a:cubicBezTo>
                  <a:pt x="2852527" y="6199580"/>
                  <a:pt x="2845413" y="6192487"/>
                  <a:pt x="2845413" y="6185394"/>
                </a:cubicBezTo>
                <a:cubicBezTo>
                  <a:pt x="2845413" y="6185394"/>
                  <a:pt x="2845413" y="6171207"/>
                  <a:pt x="2831187" y="6164114"/>
                </a:cubicBezTo>
                <a:cubicBezTo>
                  <a:pt x="2831187" y="6164114"/>
                  <a:pt x="2824072" y="6164114"/>
                  <a:pt x="2824072" y="6149927"/>
                </a:cubicBezTo>
                <a:cubicBezTo>
                  <a:pt x="2824072" y="6149927"/>
                  <a:pt x="2816959" y="6107366"/>
                  <a:pt x="2809846" y="6086086"/>
                </a:cubicBezTo>
                <a:cubicBezTo>
                  <a:pt x="2809846" y="6086086"/>
                  <a:pt x="2802733" y="6064808"/>
                  <a:pt x="2781391" y="6057713"/>
                </a:cubicBezTo>
                <a:cubicBezTo>
                  <a:pt x="2781391" y="6057713"/>
                  <a:pt x="2752937" y="6015153"/>
                  <a:pt x="2767165" y="6015153"/>
                </a:cubicBezTo>
                <a:cubicBezTo>
                  <a:pt x="2767165" y="6015153"/>
                  <a:pt x="2795619" y="6015153"/>
                  <a:pt x="2816959" y="6057713"/>
                </a:cubicBezTo>
                <a:cubicBezTo>
                  <a:pt x="2816959" y="6057713"/>
                  <a:pt x="2816959" y="6071900"/>
                  <a:pt x="2816959" y="6086086"/>
                </a:cubicBezTo>
                <a:cubicBezTo>
                  <a:pt x="2816959" y="6086086"/>
                  <a:pt x="2824072" y="6093181"/>
                  <a:pt x="2838300" y="6142834"/>
                </a:cubicBezTo>
                <a:cubicBezTo>
                  <a:pt x="2838300" y="6142834"/>
                  <a:pt x="2845413" y="6149927"/>
                  <a:pt x="2845413" y="6135741"/>
                </a:cubicBezTo>
                <a:cubicBezTo>
                  <a:pt x="2859640" y="6121554"/>
                  <a:pt x="2859640" y="6121554"/>
                  <a:pt x="2859640" y="6121554"/>
                </a:cubicBezTo>
                <a:cubicBezTo>
                  <a:pt x="2859640" y="6121554"/>
                  <a:pt x="2866754" y="6107366"/>
                  <a:pt x="2873868" y="6114461"/>
                </a:cubicBezTo>
                <a:cubicBezTo>
                  <a:pt x="2873868" y="6114461"/>
                  <a:pt x="2873868" y="6121554"/>
                  <a:pt x="2880981" y="6114461"/>
                </a:cubicBezTo>
                <a:cubicBezTo>
                  <a:pt x="2880981" y="6114461"/>
                  <a:pt x="2902322" y="6100274"/>
                  <a:pt x="2916549" y="6086086"/>
                </a:cubicBezTo>
                <a:cubicBezTo>
                  <a:pt x="2916549" y="6086086"/>
                  <a:pt x="2937890" y="6071900"/>
                  <a:pt x="2930776" y="6064808"/>
                </a:cubicBezTo>
                <a:cubicBezTo>
                  <a:pt x="2930776" y="6064808"/>
                  <a:pt x="2909435" y="6036433"/>
                  <a:pt x="2902322" y="6029340"/>
                </a:cubicBezTo>
                <a:cubicBezTo>
                  <a:pt x="2902322" y="6029340"/>
                  <a:pt x="2880981" y="6015153"/>
                  <a:pt x="2895209" y="6015153"/>
                </a:cubicBezTo>
                <a:cubicBezTo>
                  <a:pt x="2895209" y="6015153"/>
                  <a:pt x="2902322" y="6015153"/>
                  <a:pt x="2923662" y="6022247"/>
                </a:cubicBezTo>
                <a:cubicBezTo>
                  <a:pt x="2923662" y="6022247"/>
                  <a:pt x="2966344" y="6029340"/>
                  <a:pt x="2980571" y="6015153"/>
                </a:cubicBezTo>
                <a:cubicBezTo>
                  <a:pt x="2980571" y="6015153"/>
                  <a:pt x="2980571" y="6000967"/>
                  <a:pt x="2994797" y="6008060"/>
                </a:cubicBezTo>
                <a:cubicBezTo>
                  <a:pt x="2994797" y="6008060"/>
                  <a:pt x="3016138" y="6029340"/>
                  <a:pt x="3023252" y="6029340"/>
                </a:cubicBezTo>
                <a:cubicBezTo>
                  <a:pt x="3023252" y="6029340"/>
                  <a:pt x="3065932" y="6043527"/>
                  <a:pt x="3058819" y="6086086"/>
                </a:cubicBezTo>
                <a:close/>
                <a:moveTo>
                  <a:pt x="3450064" y="6213767"/>
                </a:moveTo>
                <a:cubicBezTo>
                  <a:pt x="3450064" y="6213767"/>
                  <a:pt x="3450064" y="6227954"/>
                  <a:pt x="3435836" y="6220860"/>
                </a:cubicBezTo>
                <a:cubicBezTo>
                  <a:pt x="3435836" y="6220860"/>
                  <a:pt x="3393156" y="6199580"/>
                  <a:pt x="3378929" y="6142834"/>
                </a:cubicBezTo>
                <a:cubicBezTo>
                  <a:pt x="3378929" y="6142834"/>
                  <a:pt x="3364701" y="6078993"/>
                  <a:pt x="3364701" y="6071900"/>
                </a:cubicBezTo>
                <a:cubicBezTo>
                  <a:pt x="3364701" y="6071900"/>
                  <a:pt x="3364701" y="6071900"/>
                  <a:pt x="3364701" y="6057713"/>
                </a:cubicBezTo>
                <a:cubicBezTo>
                  <a:pt x="3357588" y="6015153"/>
                  <a:pt x="3357588" y="6015153"/>
                  <a:pt x="3357588" y="6015153"/>
                </a:cubicBezTo>
                <a:cubicBezTo>
                  <a:pt x="3357588" y="6015153"/>
                  <a:pt x="3357588" y="6015153"/>
                  <a:pt x="3364701" y="6008060"/>
                </a:cubicBezTo>
                <a:cubicBezTo>
                  <a:pt x="3364701" y="6008060"/>
                  <a:pt x="3357588" y="6000967"/>
                  <a:pt x="3364701" y="5993873"/>
                </a:cubicBezTo>
                <a:cubicBezTo>
                  <a:pt x="3364701" y="5993873"/>
                  <a:pt x="3364701" y="5993873"/>
                  <a:pt x="3364701" y="5993873"/>
                </a:cubicBezTo>
                <a:cubicBezTo>
                  <a:pt x="3364701" y="5993873"/>
                  <a:pt x="3364701" y="5972594"/>
                  <a:pt x="3371814" y="5979687"/>
                </a:cubicBezTo>
                <a:cubicBezTo>
                  <a:pt x="3371814" y="5979687"/>
                  <a:pt x="3378929" y="5986780"/>
                  <a:pt x="3371814" y="6000967"/>
                </a:cubicBezTo>
                <a:cubicBezTo>
                  <a:pt x="3371814" y="6000967"/>
                  <a:pt x="3364701" y="6015153"/>
                  <a:pt x="3393156" y="6064808"/>
                </a:cubicBezTo>
                <a:cubicBezTo>
                  <a:pt x="3393156" y="6064808"/>
                  <a:pt x="3400269" y="6071900"/>
                  <a:pt x="3407382" y="6071900"/>
                </a:cubicBezTo>
                <a:cubicBezTo>
                  <a:pt x="3407382" y="6071900"/>
                  <a:pt x="3414497" y="6078993"/>
                  <a:pt x="3421610" y="6100274"/>
                </a:cubicBezTo>
                <a:cubicBezTo>
                  <a:pt x="3421610" y="6100274"/>
                  <a:pt x="3421610" y="6114461"/>
                  <a:pt x="3421610" y="6114461"/>
                </a:cubicBezTo>
                <a:cubicBezTo>
                  <a:pt x="3421610" y="6114461"/>
                  <a:pt x="3414497" y="6128647"/>
                  <a:pt x="3428723" y="6121554"/>
                </a:cubicBezTo>
                <a:cubicBezTo>
                  <a:pt x="3428723" y="6121554"/>
                  <a:pt x="3435836" y="6121554"/>
                  <a:pt x="3435836" y="6128647"/>
                </a:cubicBezTo>
                <a:cubicBezTo>
                  <a:pt x="3435836" y="6128647"/>
                  <a:pt x="3435836" y="6149927"/>
                  <a:pt x="3435836" y="6157021"/>
                </a:cubicBezTo>
                <a:cubicBezTo>
                  <a:pt x="3435836" y="6157021"/>
                  <a:pt x="3442950" y="6164114"/>
                  <a:pt x="3442950" y="6171207"/>
                </a:cubicBezTo>
                <a:cubicBezTo>
                  <a:pt x="3442950" y="6171207"/>
                  <a:pt x="3442950" y="6178300"/>
                  <a:pt x="3442950" y="6178300"/>
                </a:cubicBezTo>
                <a:cubicBezTo>
                  <a:pt x="3442950" y="6178300"/>
                  <a:pt x="3450064" y="6178300"/>
                  <a:pt x="3450064" y="6178300"/>
                </a:cubicBezTo>
                <a:cubicBezTo>
                  <a:pt x="3450064" y="6178300"/>
                  <a:pt x="3457177" y="6213767"/>
                  <a:pt x="3450064" y="6213767"/>
                </a:cubicBezTo>
                <a:close/>
                <a:moveTo>
                  <a:pt x="3428723" y="5915847"/>
                </a:moveTo>
                <a:cubicBezTo>
                  <a:pt x="3428723" y="5915847"/>
                  <a:pt x="3421610" y="5908754"/>
                  <a:pt x="3414497" y="5908754"/>
                </a:cubicBezTo>
                <a:cubicBezTo>
                  <a:pt x="3414497" y="5908754"/>
                  <a:pt x="3407382" y="5908754"/>
                  <a:pt x="3400269" y="5908754"/>
                </a:cubicBezTo>
                <a:cubicBezTo>
                  <a:pt x="3400269" y="5908754"/>
                  <a:pt x="3386042" y="5908754"/>
                  <a:pt x="3393156" y="5894567"/>
                </a:cubicBezTo>
                <a:cubicBezTo>
                  <a:pt x="3393156" y="5894567"/>
                  <a:pt x="3407382" y="5866194"/>
                  <a:pt x="3400269" y="5837820"/>
                </a:cubicBezTo>
                <a:cubicBezTo>
                  <a:pt x="3400269" y="5837820"/>
                  <a:pt x="3400269" y="5830726"/>
                  <a:pt x="3407382" y="5823633"/>
                </a:cubicBezTo>
                <a:cubicBezTo>
                  <a:pt x="3407382" y="5823633"/>
                  <a:pt x="3407382" y="5816540"/>
                  <a:pt x="3414497" y="5823633"/>
                </a:cubicBezTo>
                <a:cubicBezTo>
                  <a:pt x="3414497" y="5823633"/>
                  <a:pt x="3450064" y="5873286"/>
                  <a:pt x="3450064" y="5901660"/>
                </a:cubicBezTo>
                <a:cubicBezTo>
                  <a:pt x="3450064" y="5901660"/>
                  <a:pt x="3457177" y="5922940"/>
                  <a:pt x="3428723" y="5915847"/>
                </a:cubicBezTo>
                <a:close/>
                <a:moveTo>
                  <a:pt x="3841308" y="5944220"/>
                </a:moveTo>
                <a:cubicBezTo>
                  <a:pt x="3841308" y="5944220"/>
                  <a:pt x="3834195" y="5972594"/>
                  <a:pt x="3819968" y="5979687"/>
                </a:cubicBezTo>
                <a:cubicBezTo>
                  <a:pt x="3819968" y="5979687"/>
                  <a:pt x="3812854" y="5986780"/>
                  <a:pt x="3812854" y="6000967"/>
                </a:cubicBezTo>
                <a:cubicBezTo>
                  <a:pt x="3812854" y="6000967"/>
                  <a:pt x="3791514" y="6043527"/>
                  <a:pt x="3777286" y="6050620"/>
                </a:cubicBezTo>
                <a:cubicBezTo>
                  <a:pt x="3777286" y="6050620"/>
                  <a:pt x="3755946" y="6064808"/>
                  <a:pt x="3763060" y="6078993"/>
                </a:cubicBezTo>
                <a:cubicBezTo>
                  <a:pt x="3763060" y="6078993"/>
                  <a:pt x="3791514" y="6100274"/>
                  <a:pt x="3784399" y="6128647"/>
                </a:cubicBezTo>
                <a:cubicBezTo>
                  <a:pt x="3784399" y="6128647"/>
                  <a:pt x="3784399" y="6135741"/>
                  <a:pt x="3777286" y="6135741"/>
                </a:cubicBezTo>
                <a:cubicBezTo>
                  <a:pt x="3777286" y="6135741"/>
                  <a:pt x="3770173" y="6142834"/>
                  <a:pt x="3763060" y="6142834"/>
                </a:cubicBezTo>
                <a:cubicBezTo>
                  <a:pt x="3763060" y="6142834"/>
                  <a:pt x="3755946" y="6142834"/>
                  <a:pt x="3755946" y="6142834"/>
                </a:cubicBezTo>
                <a:cubicBezTo>
                  <a:pt x="3755946" y="6142834"/>
                  <a:pt x="3727492" y="6157021"/>
                  <a:pt x="3713264" y="6157021"/>
                </a:cubicBezTo>
                <a:cubicBezTo>
                  <a:pt x="3713264" y="6157021"/>
                  <a:pt x="3699038" y="6157021"/>
                  <a:pt x="3677696" y="6157021"/>
                </a:cubicBezTo>
                <a:cubicBezTo>
                  <a:pt x="3677696" y="6157021"/>
                  <a:pt x="3677696" y="6149927"/>
                  <a:pt x="3670583" y="6157021"/>
                </a:cubicBezTo>
                <a:cubicBezTo>
                  <a:pt x="3670583" y="6157021"/>
                  <a:pt x="3642129" y="6192487"/>
                  <a:pt x="3606561" y="6164114"/>
                </a:cubicBezTo>
                <a:cubicBezTo>
                  <a:pt x="3606561" y="6164114"/>
                  <a:pt x="3599448" y="6157021"/>
                  <a:pt x="3592335" y="6149927"/>
                </a:cubicBezTo>
                <a:cubicBezTo>
                  <a:pt x="3585221" y="6149927"/>
                  <a:pt x="3578107" y="6142834"/>
                  <a:pt x="3570994" y="6142834"/>
                </a:cubicBezTo>
                <a:cubicBezTo>
                  <a:pt x="3570994" y="6142834"/>
                  <a:pt x="3528313" y="6114461"/>
                  <a:pt x="3514086" y="6107366"/>
                </a:cubicBezTo>
                <a:cubicBezTo>
                  <a:pt x="3514086" y="6107366"/>
                  <a:pt x="3485632" y="6086086"/>
                  <a:pt x="3485632" y="6071900"/>
                </a:cubicBezTo>
                <a:cubicBezTo>
                  <a:pt x="3485632" y="6071900"/>
                  <a:pt x="3478519" y="6050620"/>
                  <a:pt x="3464291" y="6050620"/>
                </a:cubicBezTo>
                <a:cubicBezTo>
                  <a:pt x="3464291" y="6050620"/>
                  <a:pt x="3457177" y="6050620"/>
                  <a:pt x="3457177" y="6036433"/>
                </a:cubicBezTo>
                <a:cubicBezTo>
                  <a:pt x="3457177" y="6036433"/>
                  <a:pt x="3457177" y="6036433"/>
                  <a:pt x="3457177" y="6036433"/>
                </a:cubicBezTo>
                <a:cubicBezTo>
                  <a:pt x="3457177" y="6036433"/>
                  <a:pt x="3457177" y="6036433"/>
                  <a:pt x="3457177" y="6029340"/>
                </a:cubicBezTo>
                <a:cubicBezTo>
                  <a:pt x="3457177" y="6029340"/>
                  <a:pt x="3450064" y="6022247"/>
                  <a:pt x="3464291" y="6000967"/>
                </a:cubicBezTo>
                <a:cubicBezTo>
                  <a:pt x="3464291" y="6000967"/>
                  <a:pt x="3478519" y="5986780"/>
                  <a:pt x="3492745" y="5979687"/>
                </a:cubicBezTo>
                <a:cubicBezTo>
                  <a:pt x="3492745" y="5979687"/>
                  <a:pt x="3521199" y="5951314"/>
                  <a:pt x="3542539" y="5937127"/>
                </a:cubicBezTo>
                <a:cubicBezTo>
                  <a:pt x="3542539" y="5937127"/>
                  <a:pt x="3549654" y="5930034"/>
                  <a:pt x="3556767" y="5922940"/>
                </a:cubicBezTo>
                <a:cubicBezTo>
                  <a:pt x="3563880" y="5915847"/>
                  <a:pt x="3570994" y="5908754"/>
                  <a:pt x="3570994" y="5908754"/>
                </a:cubicBezTo>
                <a:cubicBezTo>
                  <a:pt x="3570994" y="5908754"/>
                  <a:pt x="3585221" y="5894567"/>
                  <a:pt x="3599448" y="5887474"/>
                </a:cubicBezTo>
                <a:cubicBezTo>
                  <a:pt x="3599448" y="5887474"/>
                  <a:pt x="3620789" y="5880381"/>
                  <a:pt x="3620789" y="5873286"/>
                </a:cubicBezTo>
                <a:cubicBezTo>
                  <a:pt x="3620789" y="5873286"/>
                  <a:pt x="3620789" y="5852006"/>
                  <a:pt x="3620789" y="5844913"/>
                </a:cubicBezTo>
                <a:cubicBezTo>
                  <a:pt x="3606561" y="5738513"/>
                  <a:pt x="3606561" y="5738513"/>
                  <a:pt x="3606561" y="5738513"/>
                </a:cubicBezTo>
                <a:cubicBezTo>
                  <a:pt x="3606561" y="5738513"/>
                  <a:pt x="3606561" y="5731420"/>
                  <a:pt x="3613675" y="5738513"/>
                </a:cubicBezTo>
                <a:cubicBezTo>
                  <a:pt x="3613675" y="5738513"/>
                  <a:pt x="3620789" y="5738513"/>
                  <a:pt x="3627902" y="5738513"/>
                </a:cubicBezTo>
                <a:cubicBezTo>
                  <a:pt x="3627902" y="5738513"/>
                  <a:pt x="3642129" y="5731420"/>
                  <a:pt x="3649243" y="5759793"/>
                </a:cubicBezTo>
                <a:cubicBezTo>
                  <a:pt x="3649243" y="5759793"/>
                  <a:pt x="3663470" y="5788167"/>
                  <a:pt x="3670583" y="5816540"/>
                </a:cubicBezTo>
                <a:cubicBezTo>
                  <a:pt x="3670583" y="5816540"/>
                  <a:pt x="3670583" y="5852006"/>
                  <a:pt x="3670583" y="5859101"/>
                </a:cubicBezTo>
                <a:cubicBezTo>
                  <a:pt x="3670583" y="5859101"/>
                  <a:pt x="3670583" y="5873286"/>
                  <a:pt x="3684811" y="5873286"/>
                </a:cubicBezTo>
                <a:cubicBezTo>
                  <a:pt x="3684811" y="5873286"/>
                  <a:pt x="3699038" y="5873286"/>
                  <a:pt x="3720379" y="5873286"/>
                </a:cubicBezTo>
                <a:cubicBezTo>
                  <a:pt x="3748832" y="5880381"/>
                  <a:pt x="3777286" y="5880381"/>
                  <a:pt x="3791514" y="5880381"/>
                </a:cubicBezTo>
                <a:cubicBezTo>
                  <a:pt x="3791514" y="5880381"/>
                  <a:pt x="3819968" y="5887474"/>
                  <a:pt x="3848421" y="5922940"/>
                </a:cubicBezTo>
                <a:cubicBezTo>
                  <a:pt x="3848421" y="5922940"/>
                  <a:pt x="3855536" y="5922940"/>
                  <a:pt x="3841308" y="5944220"/>
                </a:cubicBezTo>
                <a:close/>
                <a:moveTo>
                  <a:pt x="4296574" y="5738513"/>
                </a:moveTo>
                <a:cubicBezTo>
                  <a:pt x="4296574" y="5738513"/>
                  <a:pt x="4289461" y="5738513"/>
                  <a:pt x="4289461" y="5752700"/>
                </a:cubicBezTo>
                <a:cubicBezTo>
                  <a:pt x="4289461" y="5752700"/>
                  <a:pt x="4282347" y="5773980"/>
                  <a:pt x="4289461" y="5788167"/>
                </a:cubicBezTo>
                <a:cubicBezTo>
                  <a:pt x="4289461" y="5788167"/>
                  <a:pt x="4289461" y="5802353"/>
                  <a:pt x="4282347" y="5823633"/>
                </a:cubicBezTo>
                <a:cubicBezTo>
                  <a:pt x="4282347" y="5823633"/>
                  <a:pt x="4253893" y="5859101"/>
                  <a:pt x="4275234" y="5894567"/>
                </a:cubicBezTo>
                <a:cubicBezTo>
                  <a:pt x="4275234" y="5894567"/>
                  <a:pt x="4296574" y="5915847"/>
                  <a:pt x="4275234" y="5930034"/>
                </a:cubicBezTo>
                <a:cubicBezTo>
                  <a:pt x="4275234" y="5930034"/>
                  <a:pt x="4268121" y="5937127"/>
                  <a:pt x="4261006" y="5958407"/>
                </a:cubicBezTo>
                <a:cubicBezTo>
                  <a:pt x="4261006" y="5958407"/>
                  <a:pt x="4261006" y="5972594"/>
                  <a:pt x="4261006" y="5972594"/>
                </a:cubicBezTo>
                <a:cubicBezTo>
                  <a:pt x="4261006" y="5972594"/>
                  <a:pt x="4253893" y="5986780"/>
                  <a:pt x="4253893" y="5993873"/>
                </a:cubicBezTo>
                <a:cubicBezTo>
                  <a:pt x="4253893" y="5993873"/>
                  <a:pt x="4253893" y="6008060"/>
                  <a:pt x="4232553" y="6015153"/>
                </a:cubicBezTo>
                <a:cubicBezTo>
                  <a:pt x="4232553" y="6015153"/>
                  <a:pt x="4218325" y="6029340"/>
                  <a:pt x="4211212" y="6036433"/>
                </a:cubicBezTo>
                <a:cubicBezTo>
                  <a:pt x="4211212" y="6036433"/>
                  <a:pt x="4204099" y="6050620"/>
                  <a:pt x="4196986" y="6050620"/>
                </a:cubicBezTo>
                <a:cubicBezTo>
                  <a:pt x="4196986" y="6050620"/>
                  <a:pt x="4196986" y="6050620"/>
                  <a:pt x="4196986" y="6057713"/>
                </a:cubicBezTo>
                <a:cubicBezTo>
                  <a:pt x="4196986" y="6057713"/>
                  <a:pt x="4189871" y="6071900"/>
                  <a:pt x="4168531" y="6078993"/>
                </a:cubicBezTo>
                <a:cubicBezTo>
                  <a:pt x="4168531" y="6078993"/>
                  <a:pt x="4168531" y="6029340"/>
                  <a:pt x="4168531" y="6015153"/>
                </a:cubicBezTo>
                <a:cubicBezTo>
                  <a:pt x="4168531" y="6015153"/>
                  <a:pt x="4168531" y="5993873"/>
                  <a:pt x="4168531" y="5979687"/>
                </a:cubicBezTo>
                <a:cubicBezTo>
                  <a:pt x="4168531" y="5979687"/>
                  <a:pt x="4168531" y="5958407"/>
                  <a:pt x="4182758" y="5958407"/>
                </a:cubicBezTo>
                <a:cubicBezTo>
                  <a:pt x="4182758" y="5958407"/>
                  <a:pt x="4182758" y="5965500"/>
                  <a:pt x="4182758" y="5958407"/>
                </a:cubicBezTo>
                <a:cubicBezTo>
                  <a:pt x="4182758" y="5958407"/>
                  <a:pt x="4196986" y="5930034"/>
                  <a:pt x="4196986" y="5922940"/>
                </a:cubicBezTo>
                <a:cubicBezTo>
                  <a:pt x="4196986" y="5922940"/>
                  <a:pt x="4182758" y="5915847"/>
                  <a:pt x="4182758" y="5915847"/>
                </a:cubicBezTo>
                <a:cubicBezTo>
                  <a:pt x="4182758" y="5915847"/>
                  <a:pt x="4175644" y="5908754"/>
                  <a:pt x="4175644" y="5901660"/>
                </a:cubicBezTo>
                <a:cubicBezTo>
                  <a:pt x="4175644" y="5901660"/>
                  <a:pt x="4175644" y="5901660"/>
                  <a:pt x="4168531" y="5894567"/>
                </a:cubicBezTo>
                <a:cubicBezTo>
                  <a:pt x="4168531" y="5894567"/>
                  <a:pt x="4154303" y="5887474"/>
                  <a:pt x="4154303" y="5894567"/>
                </a:cubicBezTo>
                <a:cubicBezTo>
                  <a:pt x="4154303" y="5894567"/>
                  <a:pt x="4154303" y="5894567"/>
                  <a:pt x="4140077" y="5894567"/>
                </a:cubicBezTo>
                <a:cubicBezTo>
                  <a:pt x="4140077" y="5894567"/>
                  <a:pt x="4076055" y="5880381"/>
                  <a:pt x="4104509" y="5866194"/>
                </a:cubicBezTo>
                <a:cubicBezTo>
                  <a:pt x="4104509" y="5866194"/>
                  <a:pt x="4140077" y="5866194"/>
                  <a:pt x="4161417" y="5830726"/>
                </a:cubicBezTo>
                <a:cubicBezTo>
                  <a:pt x="4161417" y="5830726"/>
                  <a:pt x="4168531" y="5830726"/>
                  <a:pt x="4175644" y="5773980"/>
                </a:cubicBezTo>
                <a:cubicBezTo>
                  <a:pt x="4175644" y="5773980"/>
                  <a:pt x="4175644" y="5766887"/>
                  <a:pt x="4168531" y="5766887"/>
                </a:cubicBezTo>
                <a:cubicBezTo>
                  <a:pt x="4168531" y="5766887"/>
                  <a:pt x="4161417" y="5759793"/>
                  <a:pt x="4168531" y="5759793"/>
                </a:cubicBezTo>
                <a:cubicBezTo>
                  <a:pt x="4168531" y="5759793"/>
                  <a:pt x="4168531" y="5752700"/>
                  <a:pt x="4161417" y="5745607"/>
                </a:cubicBezTo>
                <a:cubicBezTo>
                  <a:pt x="4161417" y="5745607"/>
                  <a:pt x="4154303" y="5738513"/>
                  <a:pt x="4161417" y="5731420"/>
                </a:cubicBezTo>
                <a:cubicBezTo>
                  <a:pt x="4161417" y="5731420"/>
                  <a:pt x="4161417" y="5724327"/>
                  <a:pt x="4154303" y="5717233"/>
                </a:cubicBezTo>
                <a:cubicBezTo>
                  <a:pt x="4154303" y="5717233"/>
                  <a:pt x="4154303" y="5717233"/>
                  <a:pt x="4154303" y="5710140"/>
                </a:cubicBezTo>
                <a:cubicBezTo>
                  <a:pt x="4154303" y="5710140"/>
                  <a:pt x="4154303" y="5710140"/>
                  <a:pt x="4147190" y="5695953"/>
                </a:cubicBezTo>
                <a:cubicBezTo>
                  <a:pt x="4147190" y="5695953"/>
                  <a:pt x="4147190" y="5695953"/>
                  <a:pt x="4154303" y="5688860"/>
                </a:cubicBezTo>
                <a:cubicBezTo>
                  <a:pt x="4154303" y="5688860"/>
                  <a:pt x="4161417" y="5695953"/>
                  <a:pt x="4154303" y="5681767"/>
                </a:cubicBezTo>
                <a:cubicBezTo>
                  <a:pt x="4154303" y="5681767"/>
                  <a:pt x="4147190" y="5674674"/>
                  <a:pt x="4140077" y="5667579"/>
                </a:cubicBezTo>
                <a:cubicBezTo>
                  <a:pt x="4132964" y="5660487"/>
                  <a:pt x="4132964" y="5660487"/>
                  <a:pt x="4132964" y="5660487"/>
                </a:cubicBezTo>
                <a:cubicBezTo>
                  <a:pt x="4104509" y="5610833"/>
                  <a:pt x="4104509" y="5610833"/>
                  <a:pt x="4104509" y="5610833"/>
                </a:cubicBezTo>
                <a:cubicBezTo>
                  <a:pt x="4104509" y="5610833"/>
                  <a:pt x="4083168" y="5589553"/>
                  <a:pt x="4111622" y="5596646"/>
                </a:cubicBezTo>
                <a:cubicBezTo>
                  <a:pt x="4111622" y="5596646"/>
                  <a:pt x="4132964" y="5589553"/>
                  <a:pt x="4154303" y="5596646"/>
                </a:cubicBezTo>
                <a:cubicBezTo>
                  <a:pt x="4154303" y="5596646"/>
                  <a:pt x="4175644" y="5596646"/>
                  <a:pt x="4189871" y="5596646"/>
                </a:cubicBezTo>
                <a:cubicBezTo>
                  <a:pt x="4189871" y="5596646"/>
                  <a:pt x="4196986" y="5589553"/>
                  <a:pt x="4204099" y="5617926"/>
                </a:cubicBezTo>
                <a:cubicBezTo>
                  <a:pt x="4204099" y="5617926"/>
                  <a:pt x="4218325" y="5639206"/>
                  <a:pt x="4218325" y="5639206"/>
                </a:cubicBezTo>
                <a:cubicBezTo>
                  <a:pt x="4218325" y="5639206"/>
                  <a:pt x="4253893" y="5646299"/>
                  <a:pt x="4261006" y="5653394"/>
                </a:cubicBezTo>
                <a:cubicBezTo>
                  <a:pt x="4261006" y="5653394"/>
                  <a:pt x="4261006" y="5653394"/>
                  <a:pt x="4261006" y="5646299"/>
                </a:cubicBezTo>
                <a:cubicBezTo>
                  <a:pt x="4261006" y="5646299"/>
                  <a:pt x="4275234" y="5646299"/>
                  <a:pt x="4289461" y="5660487"/>
                </a:cubicBezTo>
                <a:cubicBezTo>
                  <a:pt x="4289461" y="5660487"/>
                  <a:pt x="4282347" y="5674674"/>
                  <a:pt x="4296574" y="5667579"/>
                </a:cubicBezTo>
                <a:cubicBezTo>
                  <a:pt x="4296574" y="5667579"/>
                  <a:pt x="4310802" y="5667579"/>
                  <a:pt x="4310802" y="5688860"/>
                </a:cubicBezTo>
                <a:cubicBezTo>
                  <a:pt x="4310802" y="5688860"/>
                  <a:pt x="4317915" y="5717233"/>
                  <a:pt x="4296574" y="5738513"/>
                </a:cubicBezTo>
                <a:close/>
                <a:moveTo>
                  <a:pt x="4495753" y="5915847"/>
                </a:moveTo>
                <a:cubicBezTo>
                  <a:pt x="4495753" y="5915847"/>
                  <a:pt x="4488640" y="5937127"/>
                  <a:pt x="4467299" y="5944220"/>
                </a:cubicBezTo>
                <a:cubicBezTo>
                  <a:pt x="4467299" y="5944220"/>
                  <a:pt x="4453072" y="5951314"/>
                  <a:pt x="4438846" y="5951314"/>
                </a:cubicBezTo>
                <a:cubicBezTo>
                  <a:pt x="4438846" y="5951314"/>
                  <a:pt x="4424618" y="5951314"/>
                  <a:pt x="4424618" y="5944220"/>
                </a:cubicBezTo>
                <a:cubicBezTo>
                  <a:pt x="4424618" y="5944220"/>
                  <a:pt x="4417504" y="5944220"/>
                  <a:pt x="4410391" y="5951314"/>
                </a:cubicBezTo>
                <a:cubicBezTo>
                  <a:pt x="4410391" y="5951314"/>
                  <a:pt x="4403278" y="5951314"/>
                  <a:pt x="4396163" y="5937127"/>
                </a:cubicBezTo>
                <a:cubicBezTo>
                  <a:pt x="4396163" y="5937127"/>
                  <a:pt x="4381937" y="5930034"/>
                  <a:pt x="4381937" y="5915847"/>
                </a:cubicBezTo>
                <a:cubicBezTo>
                  <a:pt x="4381937" y="5915847"/>
                  <a:pt x="4381937" y="5894567"/>
                  <a:pt x="4374824" y="5880381"/>
                </a:cubicBezTo>
                <a:cubicBezTo>
                  <a:pt x="4374824" y="5880381"/>
                  <a:pt x="4360596" y="5844913"/>
                  <a:pt x="4381937" y="5852006"/>
                </a:cubicBezTo>
                <a:cubicBezTo>
                  <a:pt x="4381937" y="5852006"/>
                  <a:pt x="4389050" y="5852006"/>
                  <a:pt x="4403278" y="5844913"/>
                </a:cubicBezTo>
                <a:cubicBezTo>
                  <a:pt x="4403278" y="5844913"/>
                  <a:pt x="4424618" y="5852006"/>
                  <a:pt x="4453072" y="5859101"/>
                </a:cubicBezTo>
                <a:cubicBezTo>
                  <a:pt x="4453072" y="5859101"/>
                  <a:pt x="4474413" y="5873286"/>
                  <a:pt x="4481526" y="5873286"/>
                </a:cubicBezTo>
                <a:cubicBezTo>
                  <a:pt x="4481526" y="5873286"/>
                  <a:pt x="4495753" y="5873286"/>
                  <a:pt x="4495753" y="5894567"/>
                </a:cubicBezTo>
                <a:cubicBezTo>
                  <a:pt x="4495753" y="5894567"/>
                  <a:pt x="4495753" y="5901660"/>
                  <a:pt x="4495753" y="5908754"/>
                </a:cubicBezTo>
                <a:cubicBezTo>
                  <a:pt x="4495753" y="5908754"/>
                  <a:pt x="4495753" y="5915847"/>
                  <a:pt x="4495753" y="5915847"/>
                </a:cubicBezTo>
                <a:close/>
                <a:moveTo>
                  <a:pt x="4744726" y="5483153"/>
                </a:moveTo>
                <a:cubicBezTo>
                  <a:pt x="4744726" y="5483153"/>
                  <a:pt x="4730500" y="5476060"/>
                  <a:pt x="4723387" y="5476060"/>
                </a:cubicBezTo>
                <a:cubicBezTo>
                  <a:pt x="4723387" y="5476060"/>
                  <a:pt x="4709159" y="5461872"/>
                  <a:pt x="4709159" y="5483153"/>
                </a:cubicBezTo>
                <a:cubicBezTo>
                  <a:pt x="4709159" y="5483153"/>
                  <a:pt x="4666478" y="5518620"/>
                  <a:pt x="4666478" y="5554086"/>
                </a:cubicBezTo>
                <a:cubicBezTo>
                  <a:pt x="4666478" y="5554086"/>
                  <a:pt x="4666478" y="5561180"/>
                  <a:pt x="4673591" y="5568273"/>
                </a:cubicBezTo>
                <a:cubicBezTo>
                  <a:pt x="4673591" y="5568273"/>
                  <a:pt x="4673591" y="5589553"/>
                  <a:pt x="4666478" y="5596646"/>
                </a:cubicBezTo>
                <a:cubicBezTo>
                  <a:pt x="4666478" y="5596646"/>
                  <a:pt x="4666478" y="5617926"/>
                  <a:pt x="4659365" y="5625019"/>
                </a:cubicBezTo>
                <a:cubicBezTo>
                  <a:pt x="4659365" y="5625019"/>
                  <a:pt x="4652251" y="5625019"/>
                  <a:pt x="4645138" y="5632113"/>
                </a:cubicBezTo>
                <a:cubicBezTo>
                  <a:pt x="4645138" y="5632113"/>
                  <a:pt x="4645138" y="5632113"/>
                  <a:pt x="4638023" y="5632113"/>
                </a:cubicBezTo>
                <a:cubicBezTo>
                  <a:pt x="4638023" y="5632113"/>
                  <a:pt x="4602456" y="5632113"/>
                  <a:pt x="4609570" y="5610833"/>
                </a:cubicBezTo>
                <a:cubicBezTo>
                  <a:pt x="4609570" y="5610833"/>
                  <a:pt x="4609570" y="5582460"/>
                  <a:pt x="4609570" y="5568273"/>
                </a:cubicBezTo>
                <a:cubicBezTo>
                  <a:pt x="4609570" y="5568273"/>
                  <a:pt x="4595343" y="5546993"/>
                  <a:pt x="4616684" y="5539900"/>
                </a:cubicBezTo>
                <a:cubicBezTo>
                  <a:pt x="4616684" y="5539900"/>
                  <a:pt x="4630910" y="5532806"/>
                  <a:pt x="4638023" y="5532806"/>
                </a:cubicBezTo>
                <a:cubicBezTo>
                  <a:pt x="4638023" y="5532806"/>
                  <a:pt x="4645138" y="5532806"/>
                  <a:pt x="4652251" y="5525713"/>
                </a:cubicBezTo>
                <a:cubicBezTo>
                  <a:pt x="4652251" y="5525713"/>
                  <a:pt x="4687819" y="5483153"/>
                  <a:pt x="4702045" y="5461872"/>
                </a:cubicBezTo>
                <a:cubicBezTo>
                  <a:pt x="4702045" y="5461872"/>
                  <a:pt x="4709159" y="5454780"/>
                  <a:pt x="4694932" y="5440592"/>
                </a:cubicBezTo>
                <a:cubicBezTo>
                  <a:pt x="4694932" y="5440592"/>
                  <a:pt x="4652251" y="5405126"/>
                  <a:pt x="4623797" y="5390939"/>
                </a:cubicBezTo>
                <a:cubicBezTo>
                  <a:pt x="4623797" y="5390939"/>
                  <a:pt x="4588229" y="5376753"/>
                  <a:pt x="4566888" y="5383846"/>
                </a:cubicBezTo>
                <a:cubicBezTo>
                  <a:pt x="4566888" y="5383846"/>
                  <a:pt x="4509981" y="5376753"/>
                  <a:pt x="4552662" y="5362566"/>
                </a:cubicBezTo>
                <a:cubicBezTo>
                  <a:pt x="4552662" y="5362566"/>
                  <a:pt x="4588229" y="5348379"/>
                  <a:pt x="4652251" y="5390939"/>
                </a:cubicBezTo>
                <a:cubicBezTo>
                  <a:pt x="4652251" y="5390939"/>
                  <a:pt x="4694932" y="5419312"/>
                  <a:pt x="4702045" y="5440592"/>
                </a:cubicBezTo>
                <a:cubicBezTo>
                  <a:pt x="4702045" y="5440592"/>
                  <a:pt x="4709159" y="5447687"/>
                  <a:pt x="4716273" y="5440592"/>
                </a:cubicBezTo>
                <a:cubicBezTo>
                  <a:pt x="4716273" y="5440592"/>
                  <a:pt x="4737613" y="5426406"/>
                  <a:pt x="4723387" y="5412219"/>
                </a:cubicBezTo>
                <a:cubicBezTo>
                  <a:pt x="4723387" y="5412219"/>
                  <a:pt x="4702045" y="5369659"/>
                  <a:pt x="4623797" y="5320006"/>
                </a:cubicBezTo>
                <a:cubicBezTo>
                  <a:pt x="4623797" y="5320006"/>
                  <a:pt x="4595343" y="5298726"/>
                  <a:pt x="4581116" y="5305820"/>
                </a:cubicBezTo>
                <a:cubicBezTo>
                  <a:pt x="4581116" y="5305820"/>
                  <a:pt x="4566888" y="5298726"/>
                  <a:pt x="4581116" y="5298726"/>
                </a:cubicBezTo>
                <a:cubicBezTo>
                  <a:pt x="4581116" y="5298726"/>
                  <a:pt x="4616684" y="5284540"/>
                  <a:pt x="4666478" y="5320006"/>
                </a:cubicBezTo>
                <a:cubicBezTo>
                  <a:pt x="4666478" y="5320006"/>
                  <a:pt x="4702045" y="5348379"/>
                  <a:pt x="4723387" y="5376753"/>
                </a:cubicBezTo>
                <a:cubicBezTo>
                  <a:pt x="4723387" y="5376753"/>
                  <a:pt x="4737613" y="5390939"/>
                  <a:pt x="4730500" y="5376753"/>
                </a:cubicBezTo>
                <a:cubicBezTo>
                  <a:pt x="4730500" y="5376753"/>
                  <a:pt x="4723387" y="5362566"/>
                  <a:pt x="4730500" y="5355473"/>
                </a:cubicBezTo>
                <a:cubicBezTo>
                  <a:pt x="4730500" y="5355473"/>
                  <a:pt x="4730500" y="5355473"/>
                  <a:pt x="4730500" y="5348379"/>
                </a:cubicBezTo>
                <a:cubicBezTo>
                  <a:pt x="4730500" y="5348379"/>
                  <a:pt x="4723387" y="5341286"/>
                  <a:pt x="4723387" y="5334193"/>
                </a:cubicBezTo>
                <a:cubicBezTo>
                  <a:pt x="4723387" y="5334193"/>
                  <a:pt x="4730500" y="5334193"/>
                  <a:pt x="4716273" y="5334193"/>
                </a:cubicBezTo>
                <a:cubicBezTo>
                  <a:pt x="4716273" y="5334193"/>
                  <a:pt x="4709159" y="5327099"/>
                  <a:pt x="4702045" y="5327099"/>
                </a:cubicBezTo>
                <a:cubicBezTo>
                  <a:pt x="4702045" y="5327099"/>
                  <a:pt x="4666478" y="5327099"/>
                  <a:pt x="4694932" y="5320006"/>
                </a:cubicBezTo>
                <a:cubicBezTo>
                  <a:pt x="4694932" y="5320006"/>
                  <a:pt x="4702045" y="5320006"/>
                  <a:pt x="4716273" y="5320006"/>
                </a:cubicBezTo>
                <a:cubicBezTo>
                  <a:pt x="4716273" y="5320006"/>
                  <a:pt x="4723387" y="5320006"/>
                  <a:pt x="4716273" y="5312913"/>
                </a:cubicBezTo>
                <a:cubicBezTo>
                  <a:pt x="4716273" y="5312913"/>
                  <a:pt x="4702045" y="5284540"/>
                  <a:pt x="4702045" y="5277446"/>
                </a:cubicBezTo>
                <a:cubicBezTo>
                  <a:pt x="4702045" y="5277446"/>
                  <a:pt x="4694932" y="5263260"/>
                  <a:pt x="4694932" y="5277446"/>
                </a:cubicBezTo>
                <a:cubicBezTo>
                  <a:pt x="4694932" y="5277446"/>
                  <a:pt x="4687819" y="5291633"/>
                  <a:pt x="4666478" y="5277446"/>
                </a:cubicBezTo>
                <a:cubicBezTo>
                  <a:pt x="4666478" y="5277446"/>
                  <a:pt x="4630910" y="5277446"/>
                  <a:pt x="4630910" y="5256166"/>
                </a:cubicBezTo>
                <a:cubicBezTo>
                  <a:pt x="4630910" y="5256166"/>
                  <a:pt x="4638023" y="5227792"/>
                  <a:pt x="4616684" y="5227792"/>
                </a:cubicBezTo>
                <a:cubicBezTo>
                  <a:pt x="4616684" y="5227792"/>
                  <a:pt x="4595343" y="5220699"/>
                  <a:pt x="4616684" y="5213607"/>
                </a:cubicBezTo>
                <a:cubicBezTo>
                  <a:pt x="4616684" y="5213607"/>
                  <a:pt x="4638023" y="5206512"/>
                  <a:pt x="4666478" y="5213607"/>
                </a:cubicBezTo>
                <a:cubicBezTo>
                  <a:pt x="4666478" y="5213607"/>
                  <a:pt x="4666478" y="5220699"/>
                  <a:pt x="4680706" y="5213607"/>
                </a:cubicBezTo>
                <a:cubicBezTo>
                  <a:pt x="4680706" y="5213607"/>
                  <a:pt x="4744726" y="5185232"/>
                  <a:pt x="4751841" y="5227792"/>
                </a:cubicBezTo>
                <a:cubicBezTo>
                  <a:pt x="4751841" y="5227792"/>
                  <a:pt x="4744726" y="5256166"/>
                  <a:pt x="4758954" y="5277446"/>
                </a:cubicBezTo>
                <a:cubicBezTo>
                  <a:pt x="4758954" y="5277446"/>
                  <a:pt x="4758954" y="5291633"/>
                  <a:pt x="4758954" y="5298726"/>
                </a:cubicBezTo>
                <a:cubicBezTo>
                  <a:pt x="4758954" y="5298726"/>
                  <a:pt x="4758954" y="5305820"/>
                  <a:pt x="4766067" y="5320006"/>
                </a:cubicBezTo>
                <a:cubicBezTo>
                  <a:pt x="4766067" y="5320006"/>
                  <a:pt x="4773181" y="5320006"/>
                  <a:pt x="4766067" y="5327099"/>
                </a:cubicBezTo>
                <a:cubicBezTo>
                  <a:pt x="4766067" y="5327099"/>
                  <a:pt x="4766067" y="5341286"/>
                  <a:pt x="4766067" y="5355473"/>
                </a:cubicBezTo>
                <a:cubicBezTo>
                  <a:pt x="4766067" y="5355473"/>
                  <a:pt x="4758954" y="5376753"/>
                  <a:pt x="4773181" y="5362566"/>
                </a:cubicBezTo>
                <a:cubicBezTo>
                  <a:pt x="4773181" y="5362566"/>
                  <a:pt x="4808748" y="5312913"/>
                  <a:pt x="4822976" y="5291633"/>
                </a:cubicBezTo>
                <a:cubicBezTo>
                  <a:pt x="4822976" y="5291633"/>
                  <a:pt x="4837203" y="5277446"/>
                  <a:pt x="4815863" y="5277446"/>
                </a:cubicBezTo>
                <a:cubicBezTo>
                  <a:pt x="4815863" y="5277446"/>
                  <a:pt x="4794522" y="5270353"/>
                  <a:pt x="4780295" y="5263260"/>
                </a:cubicBezTo>
                <a:cubicBezTo>
                  <a:pt x="4780295" y="5263260"/>
                  <a:pt x="4766067" y="5256166"/>
                  <a:pt x="4780295" y="5249073"/>
                </a:cubicBezTo>
                <a:cubicBezTo>
                  <a:pt x="4780295" y="5249073"/>
                  <a:pt x="4794522" y="5256166"/>
                  <a:pt x="4794522" y="5249073"/>
                </a:cubicBezTo>
                <a:cubicBezTo>
                  <a:pt x="4794522" y="5249073"/>
                  <a:pt x="4787409" y="5241980"/>
                  <a:pt x="4794522" y="5241980"/>
                </a:cubicBezTo>
                <a:cubicBezTo>
                  <a:pt x="4794522" y="5241980"/>
                  <a:pt x="4808748" y="5241980"/>
                  <a:pt x="4808748" y="5227792"/>
                </a:cubicBezTo>
                <a:cubicBezTo>
                  <a:pt x="4808748" y="5227792"/>
                  <a:pt x="4801635" y="5206512"/>
                  <a:pt x="4794522" y="5213607"/>
                </a:cubicBezTo>
                <a:cubicBezTo>
                  <a:pt x="4794522" y="5213607"/>
                  <a:pt x="4766067" y="5213607"/>
                  <a:pt x="4758954" y="5199419"/>
                </a:cubicBezTo>
                <a:cubicBezTo>
                  <a:pt x="4758954" y="5199419"/>
                  <a:pt x="4744726" y="5192326"/>
                  <a:pt x="4744726" y="5185232"/>
                </a:cubicBezTo>
                <a:cubicBezTo>
                  <a:pt x="4744726" y="5185232"/>
                  <a:pt x="4744726" y="5178139"/>
                  <a:pt x="4758954" y="5185232"/>
                </a:cubicBezTo>
                <a:cubicBezTo>
                  <a:pt x="4758954" y="5185232"/>
                  <a:pt x="4787409" y="5199419"/>
                  <a:pt x="4773181" y="5178139"/>
                </a:cubicBezTo>
                <a:cubicBezTo>
                  <a:pt x="4758954" y="5163952"/>
                  <a:pt x="4758954" y="5163952"/>
                  <a:pt x="4758954" y="5163952"/>
                </a:cubicBezTo>
                <a:cubicBezTo>
                  <a:pt x="4758954" y="5163952"/>
                  <a:pt x="4758954" y="5149766"/>
                  <a:pt x="4737613" y="5163952"/>
                </a:cubicBezTo>
                <a:cubicBezTo>
                  <a:pt x="4737613" y="5163952"/>
                  <a:pt x="4694932" y="5171046"/>
                  <a:pt x="4709159" y="5156859"/>
                </a:cubicBezTo>
                <a:cubicBezTo>
                  <a:pt x="4709159" y="5156859"/>
                  <a:pt x="4723387" y="5149766"/>
                  <a:pt x="4716273" y="5142672"/>
                </a:cubicBezTo>
                <a:cubicBezTo>
                  <a:pt x="4716273" y="5142672"/>
                  <a:pt x="4716273" y="5135579"/>
                  <a:pt x="4730500" y="5128486"/>
                </a:cubicBezTo>
                <a:cubicBezTo>
                  <a:pt x="4730500" y="5128486"/>
                  <a:pt x="4737613" y="5121393"/>
                  <a:pt x="4730500" y="5114299"/>
                </a:cubicBezTo>
                <a:cubicBezTo>
                  <a:pt x="4730500" y="5114299"/>
                  <a:pt x="4730500" y="5114299"/>
                  <a:pt x="4751841" y="5107206"/>
                </a:cubicBezTo>
                <a:cubicBezTo>
                  <a:pt x="4751841" y="5107206"/>
                  <a:pt x="4808748" y="5085926"/>
                  <a:pt x="4815863" y="5114299"/>
                </a:cubicBezTo>
                <a:cubicBezTo>
                  <a:pt x="4815863" y="5114299"/>
                  <a:pt x="4822976" y="5128486"/>
                  <a:pt x="4815863" y="5142672"/>
                </a:cubicBezTo>
                <a:cubicBezTo>
                  <a:pt x="4815863" y="5142672"/>
                  <a:pt x="4808748" y="5142672"/>
                  <a:pt x="4815863" y="5171046"/>
                </a:cubicBezTo>
                <a:cubicBezTo>
                  <a:pt x="4815863" y="5171046"/>
                  <a:pt x="4815863" y="5185232"/>
                  <a:pt x="4830089" y="5192326"/>
                </a:cubicBezTo>
                <a:cubicBezTo>
                  <a:pt x="4830089" y="5192326"/>
                  <a:pt x="4837203" y="5206512"/>
                  <a:pt x="4844316" y="5220699"/>
                </a:cubicBezTo>
                <a:cubicBezTo>
                  <a:pt x="4844316" y="5220699"/>
                  <a:pt x="4858544" y="5241980"/>
                  <a:pt x="4858544" y="5249073"/>
                </a:cubicBezTo>
                <a:cubicBezTo>
                  <a:pt x="4858544" y="5249073"/>
                  <a:pt x="4858544" y="5263260"/>
                  <a:pt x="4865657" y="5256166"/>
                </a:cubicBezTo>
                <a:cubicBezTo>
                  <a:pt x="4865657" y="5256166"/>
                  <a:pt x="4922566" y="5185232"/>
                  <a:pt x="4965247" y="5206512"/>
                </a:cubicBezTo>
                <a:cubicBezTo>
                  <a:pt x="4965247" y="5206512"/>
                  <a:pt x="4986588" y="5199419"/>
                  <a:pt x="4958133" y="5234885"/>
                </a:cubicBezTo>
                <a:cubicBezTo>
                  <a:pt x="4958133" y="5234885"/>
                  <a:pt x="4951020" y="5249073"/>
                  <a:pt x="4943906" y="5249073"/>
                </a:cubicBezTo>
                <a:cubicBezTo>
                  <a:pt x="4894111" y="5270353"/>
                  <a:pt x="4894111" y="5270353"/>
                  <a:pt x="4894111" y="5270353"/>
                </a:cubicBezTo>
                <a:cubicBezTo>
                  <a:pt x="4894111" y="5270353"/>
                  <a:pt x="4879884" y="5277446"/>
                  <a:pt x="4901225" y="5263260"/>
                </a:cubicBezTo>
                <a:cubicBezTo>
                  <a:pt x="4901225" y="5263260"/>
                  <a:pt x="4922566" y="5241980"/>
                  <a:pt x="4922566" y="5234885"/>
                </a:cubicBezTo>
                <a:cubicBezTo>
                  <a:pt x="4922566" y="5234885"/>
                  <a:pt x="4922566" y="5220699"/>
                  <a:pt x="4915451" y="5234885"/>
                </a:cubicBezTo>
                <a:cubicBezTo>
                  <a:pt x="4915451" y="5234885"/>
                  <a:pt x="4886998" y="5256166"/>
                  <a:pt x="4879884" y="5263260"/>
                </a:cubicBezTo>
                <a:cubicBezTo>
                  <a:pt x="4879884" y="5263260"/>
                  <a:pt x="4865657" y="5270353"/>
                  <a:pt x="4872770" y="5284540"/>
                </a:cubicBezTo>
                <a:cubicBezTo>
                  <a:pt x="4872770" y="5284540"/>
                  <a:pt x="4872770" y="5291633"/>
                  <a:pt x="4872770" y="5291633"/>
                </a:cubicBezTo>
                <a:cubicBezTo>
                  <a:pt x="4872770" y="5291633"/>
                  <a:pt x="4872770" y="5298726"/>
                  <a:pt x="4872770" y="5298726"/>
                </a:cubicBezTo>
                <a:cubicBezTo>
                  <a:pt x="4872770" y="5298726"/>
                  <a:pt x="4886998" y="5327099"/>
                  <a:pt x="4865657" y="5327099"/>
                </a:cubicBezTo>
                <a:cubicBezTo>
                  <a:pt x="4865657" y="5327099"/>
                  <a:pt x="4844316" y="5327099"/>
                  <a:pt x="4837203" y="5312913"/>
                </a:cubicBezTo>
                <a:cubicBezTo>
                  <a:pt x="4837203" y="5312913"/>
                  <a:pt x="4830089" y="5298726"/>
                  <a:pt x="4822976" y="5320006"/>
                </a:cubicBezTo>
                <a:cubicBezTo>
                  <a:pt x="4822976" y="5320006"/>
                  <a:pt x="4801635" y="5355473"/>
                  <a:pt x="4787409" y="5369659"/>
                </a:cubicBezTo>
                <a:cubicBezTo>
                  <a:pt x="4787409" y="5369659"/>
                  <a:pt x="4751841" y="5405126"/>
                  <a:pt x="4758954" y="5412219"/>
                </a:cubicBezTo>
                <a:cubicBezTo>
                  <a:pt x="4758954" y="5412219"/>
                  <a:pt x="4773181" y="5426406"/>
                  <a:pt x="4766067" y="5426406"/>
                </a:cubicBezTo>
                <a:cubicBezTo>
                  <a:pt x="4766067" y="5426406"/>
                  <a:pt x="4758954" y="5433499"/>
                  <a:pt x="4744726" y="5426406"/>
                </a:cubicBezTo>
                <a:cubicBezTo>
                  <a:pt x="4744726" y="5426406"/>
                  <a:pt x="4744726" y="5426406"/>
                  <a:pt x="4737613" y="5440592"/>
                </a:cubicBezTo>
                <a:cubicBezTo>
                  <a:pt x="4737613" y="5440592"/>
                  <a:pt x="4716273" y="5461872"/>
                  <a:pt x="4730500" y="5468967"/>
                </a:cubicBezTo>
                <a:cubicBezTo>
                  <a:pt x="4730500" y="5468967"/>
                  <a:pt x="4737613" y="5468967"/>
                  <a:pt x="4744726" y="5476060"/>
                </a:cubicBezTo>
                <a:cubicBezTo>
                  <a:pt x="4744726" y="5476060"/>
                  <a:pt x="4758954" y="5476060"/>
                  <a:pt x="4744726" y="5483153"/>
                </a:cubicBezTo>
                <a:close/>
                <a:moveTo>
                  <a:pt x="5022155" y="5646299"/>
                </a:moveTo>
                <a:cubicBezTo>
                  <a:pt x="5022155" y="5646299"/>
                  <a:pt x="5022155" y="5653394"/>
                  <a:pt x="5022155" y="5667579"/>
                </a:cubicBezTo>
                <a:cubicBezTo>
                  <a:pt x="5022155" y="5667579"/>
                  <a:pt x="5022155" y="5674674"/>
                  <a:pt x="5015041" y="5681767"/>
                </a:cubicBezTo>
                <a:cubicBezTo>
                  <a:pt x="4943906" y="5731420"/>
                  <a:pt x="4943906" y="5731420"/>
                  <a:pt x="4943906" y="5731420"/>
                </a:cubicBezTo>
                <a:cubicBezTo>
                  <a:pt x="4943906" y="5731420"/>
                  <a:pt x="4936792" y="5724327"/>
                  <a:pt x="4929679" y="5738513"/>
                </a:cubicBezTo>
                <a:cubicBezTo>
                  <a:pt x="4929679" y="5738513"/>
                  <a:pt x="4929679" y="5731420"/>
                  <a:pt x="4922566" y="5731420"/>
                </a:cubicBezTo>
                <a:cubicBezTo>
                  <a:pt x="4922566" y="5731420"/>
                  <a:pt x="4922566" y="5731420"/>
                  <a:pt x="4922566" y="5738513"/>
                </a:cubicBezTo>
                <a:cubicBezTo>
                  <a:pt x="4922566" y="5738513"/>
                  <a:pt x="4908338" y="5731420"/>
                  <a:pt x="4908338" y="5738513"/>
                </a:cubicBezTo>
                <a:cubicBezTo>
                  <a:pt x="4865657" y="5745607"/>
                  <a:pt x="4865657" y="5745607"/>
                  <a:pt x="4865657" y="5745607"/>
                </a:cubicBezTo>
                <a:cubicBezTo>
                  <a:pt x="4865657" y="5745607"/>
                  <a:pt x="4851430" y="5745607"/>
                  <a:pt x="4872770" y="5738513"/>
                </a:cubicBezTo>
                <a:cubicBezTo>
                  <a:pt x="4872770" y="5738513"/>
                  <a:pt x="4922566" y="5724327"/>
                  <a:pt x="4894111" y="5724327"/>
                </a:cubicBezTo>
                <a:cubicBezTo>
                  <a:pt x="4894111" y="5724327"/>
                  <a:pt x="4879884" y="5717233"/>
                  <a:pt x="4894111" y="5717233"/>
                </a:cubicBezTo>
                <a:cubicBezTo>
                  <a:pt x="4894111" y="5717233"/>
                  <a:pt x="4943906" y="5681767"/>
                  <a:pt x="4958133" y="5646299"/>
                </a:cubicBezTo>
                <a:cubicBezTo>
                  <a:pt x="4958133" y="5646299"/>
                  <a:pt x="5007927" y="5568273"/>
                  <a:pt x="4943906" y="5525713"/>
                </a:cubicBezTo>
                <a:cubicBezTo>
                  <a:pt x="4943906" y="5525713"/>
                  <a:pt x="4915451" y="5525713"/>
                  <a:pt x="4894111" y="5561180"/>
                </a:cubicBezTo>
                <a:cubicBezTo>
                  <a:pt x="4894111" y="5561180"/>
                  <a:pt x="4879884" y="5596646"/>
                  <a:pt x="4858544" y="5603739"/>
                </a:cubicBezTo>
                <a:cubicBezTo>
                  <a:pt x="4858544" y="5603739"/>
                  <a:pt x="4822976" y="5596646"/>
                  <a:pt x="4801635" y="5582460"/>
                </a:cubicBezTo>
                <a:cubicBezTo>
                  <a:pt x="4801635" y="5582460"/>
                  <a:pt x="4780295" y="5575366"/>
                  <a:pt x="4801635" y="5575366"/>
                </a:cubicBezTo>
                <a:cubicBezTo>
                  <a:pt x="4801635" y="5575366"/>
                  <a:pt x="4808748" y="5575366"/>
                  <a:pt x="4822976" y="5561180"/>
                </a:cubicBezTo>
                <a:cubicBezTo>
                  <a:pt x="4822976" y="5561180"/>
                  <a:pt x="4844316" y="5554086"/>
                  <a:pt x="4844316" y="5546993"/>
                </a:cubicBezTo>
                <a:cubicBezTo>
                  <a:pt x="4844316" y="5546993"/>
                  <a:pt x="4858544" y="5525713"/>
                  <a:pt x="4872770" y="5511526"/>
                </a:cubicBezTo>
                <a:cubicBezTo>
                  <a:pt x="4872770" y="5511526"/>
                  <a:pt x="4894111" y="5497340"/>
                  <a:pt x="4901225" y="5483153"/>
                </a:cubicBezTo>
                <a:cubicBezTo>
                  <a:pt x="4901225" y="5483153"/>
                  <a:pt x="4901225" y="5468967"/>
                  <a:pt x="4886998" y="5476060"/>
                </a:cubicBezTo>
                <a:cubicBezTo>
                  <a:pt x="4886998" y="5476060"/>
                  <a:pt x="4858544" y="5504433"/>
                  <a:pt x="4830089" y="5454780"/>
                </a:cubicBezTo>
                <a:cubicBezTo>
                  <a:pt x="4830089" y="5454780"/>
                  <a:pt x="4830089" y="5398033"/>
                  <a:pt x="4822976" y="5419312"/>
                </a:cubicBezTo>
                <a:cubicBezTo>
                  <a:pt x="4822976" y="5419312"/>
                  <a:pt x="4808748" y="5454780"/>
                  <a:pt x="4787409" y="5461872"/>
                </a:cubicBezTo>
                <a:cubicBezTo>
                  <a:pt x="4787409" y="5461872"/>
                  <a:pt x="4773181" y="5468967"/>
                  <a:pt x="4758954" y="5461872"/>
                </a:cubicBezTo>
                <a:cubicBezTo>
                  <a:pt x="4758954" y="5461872"/>
                  <a:pt x="4737613" y="5454780"/>
                  <a:pt x="4758954" y="5454780"/>
                </a:cubicBezTo>
                <a:cubicBezTo>
                  <a:pt x="4758954" y="5454780"/>
                  <a:pt x="4780295" y="5447687"/>
                  <a:pt x="4794522" y="5419312"/>
                </a:cubicBezTo>
                <a:cubicBezTo>
                  <a:pt x="4794522" y="5419312"/>
                  <a:pt x="4808748" y="5398033"/>
                  <a:pt x="4808748" y="5383846"/>
                </a:cubicBezTo>
                <a:cubicBezTo>
                  <a:pt x="4808748" y="5383846"/>
                  <a:pt x="4801635" y="5376753"/>
                  <a:pt x="4822976" y="5369659"/>
                </a:cubicBezTo>
                <a:cubicBezTo>
                  <a:pt x="4822976" y="5369659"/>
                  <a:pt x="4865657" y="5334193"/>
                  <a:pt x="4894111" y="5355473"/>
                </a:cubicBezTo>
                <a:cubicBezTo>
                  <a:pt x="4894111" y="5355473"/>
                  <a:pt x="4901225" y="5369659"/>
                  <a:pt x="4894111" y="5390939"/>
                </a:cubicBezTo>
                <a:cubicBezTo>
                  <a:pt x="4894111" y="5390939"/>
                  <a:pt x="4886998" y="5405126"/>
                  <a:pt x="4908338" y="5426406"/>
                </a:cubicBezTo>
                <a:cubicBezTo>
                  <a:pt x="4908338" y="5426406"/>
                  <a:pt x="4936792" y="5440592"/>
                  <a:pt x="4943906" y="5433499"/>
                </a:cubicBezTo>
                <a:cubicBezTo>
                  <a:pt x="4943906" y="5433499"/>
                  <a:pt x="4979473" y="5405126"/>
                  <a:pt x="4993701" y="5412219"/>
                </a:cubicBezTo>
                <a:cubicBezTo>
                  <a:pt x="4993701" y="5412219"/>
                  <a:pt x="5022155" y="5412219"/>
                  <a:pt x="5015041" y="5433499"/>
                </a:cubicBezTo>
                <a:cubicBezTo>
                  <a:pt x="5015041" y="5433499"/>
                  <a:pt x="5007927" y="5447687"/>
                  <a:pt x="5007927" y="5454780"/>
                </a:cubicBezTo>
                <a:cubicBezTo>
                  <a:pt x="5007927" y="5454780"/>
                  <a:pt x="5007927" y="5454780"/>
                  <a:pt x="4993701" y="5461872"/>
                </a:cubicBezTo>
                <a:cubicBezTo>
                  <a:pt x="4993701" y="5461872"/>
                  <a:pt x="4972360" y="5476060"/>
                  <a:pt x="4993701" y="5497340"/>
                </a:cubicBezTo>
                <a:cubicBezTo>
                  <a:pt x="5029269" y="5546993"/>
                  <a:pt x="5029269" y="5546993"/>
                  <a:pt x="5029269" y="5546993"/>
                </a:cubicBezTo>
                <a:cubicBezTo>
                  <a:pt x="5029269" y="5546993"/>
                  <a:pt x="5043495" y="5589553"/>
                  <a:pt x="5036382" y="5625019"/>
                </a:cubicBezTo>
                <a:cubicBezTo>
                  <a:pt x="5036382" y="5625019"/>
                  <a:pt x="5029269" y="5639206"/>
                  <a:pt x="5022155" y="5646299"/>
                </a:cubicBezTo>
                <a:close/>
                <a:moveTo>
                  <a:pt x="3215317" y="5582460"/>
                </a:moveTo>
                <a:cubicBezTo>
                  <a:pt x="1906427" y="5582460"/>
                  <a:pt x="846511" y="4525552"/>
                  <a:pt x="846511" y="3220377"/>
                </a:cubicBezTo>
                <a:cubicBezTo>
                  <a:pt x="846511" y="1915202"/>
                  <a:pt x="1906427" y="858294"/>
                  <a:pt x="3215317" y="858294"/>
                </a:cubicBezTo>
                <a:cubicBezTo>
                  <a:pt x="4524207" y="858294"/>
                  <a:pt x="5584124" y="1915202"/>
                  <a:pt x="5584124" y="3220377"/>
                </a:cubicBezTo>
                <a:cubicBezTo>
                  <a:pt x="5584124" y="4525552"/>
                  <a:pt x="4524207" y="5582460"/>
                  <a:pt x="3215317" y="5582460"/>
                </a:cubicBezTo>
                <a:close/>
                <a:moveTo>
                  <a:pt x="5541443" y="2255683"/>
                </a:moveTo>
                <a:cubicBezTo>
                  <a:pt x="5520102" y="2198936"/>
                  <a:pt x="5512989" y="2149282"/>
                  <a:pt x="5534330" y="2099629"/>
                </a:cubicBezTo>
                <a:cubicBezTo>
                  <a:pt x="5548556" y="2057069"/>
                  <a:pt x="5584124" y="2021603"/>
                  <a:pt x="5641033" y="2000322"/>
                </a:cubicBezTo>
                <a:cubicBezTo>
                  <a:pt x="5676600" y="1986135"/>
                  <a:pt x="5705055" y="1979042"/>
                  <a:pt x="5733508" y="1979042"/>
                </a:cubicBezTo>
                <a:cubicBezTo>
                  <a:pt x="5754849" y="1979042"/>
                  <a:pt x="5776190" y="1986135"/>
                  <a:pt x="5797530" y="1993229"/>
                </a:cubicBezTo>
                <a:cubicBezTo>
                  <a:pt x="5811757" y="2007415"/>
                  <a:pt x="5833097" y="2014510"/>
                  <a:pt x="5847325" y="2028695"/>
                </a:cubicBezTo>
                <a:cubicBezTo>
                  <a:pt x="5861552" y="2049976"/>
                  <a:pt x="5882893" y="2078349"/>
                  <a:pt x="5890006" y="2106723"/>
                </a:cubicBezTo>
                <a:cubicBezTo>
                  <a:pt x="5918460" y="2163469"/>
                  <a:pt x="5918460" y="2213122"/>
                  <a:pt x="5897119" y="2255683"/>
                </a:cubicBezTo>
                <a:cubicBezTo>
                  <a:pt x="5882893" y="2305336"/>
                  <a:pt x="5847325" y="2340803"/>
                  <a:pt x="5790416" y="2362083"/>
                </a:cubicBezTo>
                <a:cubicBezTo>
                  <a:pt x="5733508" y="2383363"/>
                  <a:pt x="5683714" y="2383363"/>
                  <a:pt x="5641033" y="2362083"/>
                </a:cubicBezTo>
                <a:cubicBezTo>
                  <a:pt x="5598350" y="2347896"/>
                  <a:pt x="5562783" y="2305336"/>
                  <a:pt x="5541443" y="2255683"/>
                </a:cubicBezTo>
                <a:close/>
                <a:moveTo>
                  <a:pt x="5982482" y="2390456"/>
                </a:moveTo>
                <a:cubicBezTo>
                  <a:pt x="6003822" y="2468482"/>
                  <a:pt x="6003822" y="2468482"/>
                  <a:pt x="6003822" y="2468482"/>
                </a:cubicBezTo>
                <a:cubicBezTo>
                  <a:pt x="5712168" y="2539416"/>
                  <a:pt x="5712168" y="2539416"/>
                  <a:pt x="5712168" y="2539416"/>
                </a:cubicBezTo>
                <a:cubicBezTo>
                  <a:pt x="5761962" y="2738030"/>
                  <a:pt x="5761962" y="2738030"/>
                  <a:pt x="5761962" y="2738030"/>
                </a:cubicBezTo>
                <a:cubicBezTo>
                  <a:pt x="5697940" y="2752217"/>
                  <a:pt x="5697940" y="2752217"/>
                  <a:pt x="5697940" y="2752217"/>
                </a:cubicBezTo>
                <a:cubicBezTo>
                  <a:pt x="5633918" y="2475577"/>
                  <a:pt x="5633918" y="2475577"/>
                  <a:pt x="5633918" y="2475577"/>
                </a:cubicBezTo>
                <a:lnTo>
                  <a:pt x="5982482" y="2390456"/>
                </a:lnTo>
                <a:close/>
                <a:moveTo>
                  <a:pt x="6060731" y="3724004"/>
                </a:moveTo>
                <a:cubicBezTo>
                  <a:pt x="5804643" y="3745285"/>
                  <a:pt x="5804643" y="3745285"/>
                  <a:pt x="5804643" y="3745285"/>
                </a:cubicBezTo>
                <a:cubicBezTo>
                  <a:pt x="6032276" y="3865871"/>
                  <a:pt x="6032276" y="3865871"/>
                  <a:pt x="6032276" y="3865871"/>
                </a:cubicBezTo>
                <a:cubicBezTo>
                  <a:pt x="6010935" y="3986458"/>
                  <a:pt x="6010935" y="3986458"/>
                  <a:pt x="6010935" y="3986458"/>
                </a:cubicBezTo>
                <a:cubicBezTo>
                  <a:pt x="5648146" y="3915524"/>
                  <a:pt x="5648146" y="3915524"/>
                  <a:pt x="5648146" y="3915524"/>
                </a:cubicBezTo>
                <a:cubicBezTo>
                  <a:pt x="5662372" y="3837498"/>
                  <a:pt x="5662372" y="3837498"/>
                  <a:pt x="5662372" y="3837498"/>
                </a:cubicBezTo>
                <a:cubicBezTo>
                  <a:pt x="5946915" y="3894244"/>
                  <a:pt x="5946915" y="3894244"/>
                  <a:pt x="5946915" y="3894244"/>
                </a:cubicBezTo>
                <a:cubicBezTo>
                  <a:pt x="5676600" y="3759471"/>
                  <a:pt x="5676600" y="3759471"/>
                  <a:pt x="5676600" y="3759471"/>
                </a:cubicBezTo>
                <a:cubicBezTo>
                  <a:pt x="5697940" y="3681444"/>
                  <a:pt x="5697940" y="3681444"/>
                  <a:pt x="5697940" y="3681444"/>
                </a:cubicBezTo>
                <a:cubicBezTo>
                  <a:pt x="5996709" y="3660164"/>
                  <a:pt x="5996709" y="3660164"/>
                  <a:pt x="5996709" y="3660164"/>
                </a:cubicBezTo>
                <a:cubicBezTo>
                  <a:pt x="5712168" y="3603418"/>
                  <a:pt x="5712168" y="3603418"/>
                  <a:pt x="5712168" y="3603418"/>
                </a:cubicBezTo>
                <a:cubicBezTo>
                  <a:pt x="5726394" y="3532483"/>
                  <a:pt x="5726394" y="3532483"/>
                  <a:pt x="5726394" y="3532483"/>
                </a:cubicBezTo>
                <a:cubicBezTo>
                  <a:pt x="6089185" y="3603418"/>
                  <a:pt x="6089185" y="3603418"/>
                  <a:pt x="6089185" y="3603418"/>
                </a:cubicBezTo>
                <a:lnTo>
                  <a:pt x="6060731" y="3724004"/>
                </a:lnTo>
                <a:close/>
                <a:moveTo>
                  <a:pt x="5804643" y="3362244"/>
                </a:moveTo>
                <a:cubicBezTo>
                  <a:pt x="5811757" y="3376431"/>
                  <a:pt x="5818871" y="3383524"/>
                  <a:pt x="5833097" y="3383524"/>
                </a:cubicBezTo>
                <a:cubicBezTo>
                  <a:pt x="5847325" y="3390617"/>
                  <a:pt x="5868665" y="3390617"/>
                  <a:pt x="5897119" y="3390617"/>
                </a:cubicBezTo>
                <a:cubicBezTo>
                  <a:pt x="6103412" y="3397711"/>
                  <a:pt x="6103412" y="3397711"/>
                  <a:pt x="6103412" y="3397711"/>
                </a:cubicBezTo>
                <a:cubicBezTo>
                  <a:pt x="6096298" y="3482830"/>
                  <a:pt x="6096298" y="3482830"/>
                  <a:pt x="6096298" y="3482830"/>
                </a:cubicBezTo>
                <a:cubicBezTo>
                  <a:pt x="5904233" y="3475737"/>
                  <a:pt x="5904233" y="3475737"/>
                  <a:pt x="5904233" y="3475737"/>
                </a:cubicBezTo>
                <a:cubicBezTo>
                  <a:pt x="5861552" y="3475737"/>
                  <a:pt x="5825984" y="3468644"/>
                  <a:pt x="5811757" y="3461550"/>
                </a:cubicBezTo>
                <a:cubicBezTo>
                  <a:pt x="5790416" y="3461550"/>
                  <a:pt x="5776190" y="3447364"/>
                  <a:pt x="5769075" y="3440270"/>
                </a:cubicBezTo>
                <a:cubicBezTo>
                  <a:pt x="5754849" y="3426084"/>
                  <a:pt x="5747736" y="3411897"/>
                  <a:pt x="5740622" y="3390617"/>
                </a:cubicBezTo>
                <a:cubicBezTo>
                  <a:pt x="5733508" y="3369337"/>
                  <a:pt x="5726394" y="3340964"/>
                  <a:pt x="5726394" y="3312591"/>
                </a:cubicBezTo>
                <a:cubicBezTo>
                  <a:pt x="5733508" y="3270030"/>
                  <a:pt x="5733508" y="3241657"/>
                  <a:pt x="5747736" y="3227470"/>
                </a:cubicBezTo>
                <a:cubicBezTo>
                  <a:pt x="5754849" y="3206190"/>
                  <a:pt x="5761962" y="3192004"/>
                  <a:pt x="5776190" y="3177817"/>
                </a:cubicBezTo>
                <a:cubicBezTo>
                  <a:pt x="5790416" y="3170724"/>
                  <a:pt x="5804643" y="3163630"/>
                  <a:pt x="5818871" y="3156537"/>
                </a:cubicBezTo>
                <a:cubicBezTo>
                  <a:pt x="5840211" y="3149444"/>
                  <a:pt x="5868665" y="3149444"/>
                  <a:pt x="5911347" y="3149444"/>
                </a:cubicBezTo>
                <a:cubicBezTo>
                  <a:pt x="6110525" y="3156537"/>
                  <a:pt x="6110525" y="3156537"/>
                  <a:pt x="6110525" y="3156537"/>
                </a:cubicBezTo>
                <a:cubicBezTo>
                  <a:pt x="6103412" y="3241657"/>
                  <a:pt x="6103412" y="3241657"/>
                  <a:pt x="6103412" y="3241657"/>
                </a:cubicBezTo>
                <a:cubicBezTo>
                  <a:pt x="5904233" y="3234564"/>
                  <a:pt x="5904233" y="3234564"/>
                  <a:pt x="5904233" y="3234564"/>
                </a:cubicBezTo>
                <a:cubicBezTo>
                  <a:pt x="5875779" y="3234564"/>
                  <a:pt x="5854438" y="3234564"/>
                  <a:pt x="5847325" y="3234564"/>
                </a:cubicBezTo>
                <a:cubicBezTo>
                  <a:pt x="5825984" y="3234564"/>
                  <a:pt x="5818871" y="3241657"/>
                  <a:pt x="5804643" y="3255843"/>
                </a:cubicBezTo>
                <a:cubicBezTo>
                  <a:pt x="5797530" y="3270030"/>
                  <a:pt x="5790416" y="3291310"/>
                  <a:pt x="5790416" y="3312591"/>
                </a:cubicBezTo>
                <a:cubicBezTo>
                  <a:pt x="5790416" y="3333871"/>
                  <a:pt x="5797530" y="3355151"/>
                  <a:pt x="5804643" y="3362244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1397000" y="1041400"/>
            <a:ext cx="158355" cy="152265"/>
          </a:xfrm>
          <a:custGeom>
            <a:avLst/>
            <a:gdLst/>
            <a:ahLst/>
            <a:cxnLst/>
            <a:rect l="l" t="t" r="r" b="b"/>
            <a:pathLst>
              <a:path w="158355" h="152265">
                <a:moveTo>
                  <a:pt x="93574" y="145015"/>
                </a:moveTo>
                <a:cubicBezTo>
                  <a:pt x="100772" y="152265"/>
                  <a:pt x="115167" y="152265"/>
                  <a:pt x="122366" y="145015"/>
                </a:cubicBezTo>
                <a:cubicBezTo>
                  <a:pt x="136761" y="145015"/>
                  <a:pt x="143960" y="137765"/>
                  <a:pt x="151157" y="123262"/>
                </a:cubicBezTo>
                <a:cubicBezTo>
                  <a:pt x="158355" y="116012"/>
                  <a:pt x="158355" y="101511"/>
                  <a:pt x="158355" y="94259"/>
                </a:cubicBezTo>
                <a:cubicBezTo>
                  <a:pt x="158355" y="79759"/>
                  <a:pt x="151157" y="65256"/>
                  <a:pt x="136761" y="58006"/>
                </a:cubicBezTo>
                <a:cubicBezTo>
                  <a:pt x="129563" y="50756"/>
                  <a:pt x="115167" y="36253"/>
                  <a:pt x="93574" y="21753"/>
                </a:cubicBezTo>
                <a:cubicBezTo>
                  <a:pt x="57583" y="0"/>
                  <a:pt x="57583" y="0"/>
                  <a:pt x="57583" y="0"/>
                </a:cubicBezTo>
                <a:cubicBezTo>
                  <a:pt x="0" y="87009"/>
                  <a:pt x="0" y="87009"/>
                  <a:pt x="0" y="87009"/>
                </a:cubicBezTo>
                <a:cubicBezTo>
                  <a:pt x="35989" y="116012"/>
                  <a:pt x="35989" y="116012"/>
                  <a:pt x="35989" y="116012"/>
                </a:cubicBezTo>
                <a:cubicBezTo>
                  <a:pt x="64781" y="130514"/>
                  <a:pt x="79177" y="145015"/>
                  <a:pt x="93574" y="145015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368300" y="6083300"/>
            <a:ext cx="127904" cy="200991"/>
          </a:xfrm>
          <a:custGeom>
            <a:avLst/>
            <a:gdLst/>
            <a:ahLst/>
            <a:cxnLst/>
            <a:rect l="l" t="t" r="r" b="b"/>
            <a:pathLst>
              <a:path w="127904" h="200991">
                <a:moveTo>
                  <a:pt x="21317" y="21534"/>
                </a:moveTo>
                <a:cubicBezTo>
                  <a:pt x="28423" y="28713"/>
                  <a:pt x="35530" y="43070"/>
                  <a:pt x="35530" y="43070"/>
                </a:cubicBezTo>
                <a:cubicBezTo>
                  <a:pt x="42635" y="57426"/>
                  <a:pt x="49741" y="57426"/>
                  <a:pt x="49741" y="57426"/>
                </a:cubicBezTo>
                <a:cubicBezTo>
                  <a:pt x="56846" y="64604"/>
                  <a:pt x="49741" y="78961"/>
                  <a:pt x="49741" y="78961"/>
                </a:cubicBezTo>
                <a:cubicBezTo>
                  <a:pt x="42635" y="86139"/>
                  <a:pt x="42635" y="93317"/>
                  <a:pt x="42635" y="93317"/>
                </a:cubicBezTo>
                <a:cubicBezTo>
                  <a:pt x="35530" y="114852"/>
                  <a:pt x="14211" y="136387"/>
                  <a:pt x="14211" y="136387"/>
                </a:cubicBezTo>
                <a:cubicBezTo>
                  <a:pt x="0" y="150743"/>
                  <a:pt x="21317" y="179456"/>
                  <a:pt x="21317" y="179456"/>
                </a:cubicBezTo>
                <a:cubicBezTo>
                  <a:pt x="28423" y="200991"/>
                  <a:pt x="56846" y="157922"/>
                  <a:pt x="56846" y="157922"/>
                </a:cubicBezTo>
                <a:cubicBezTo>
                  <a:pt x="56846" y="150743"/>
                  <a:pt x="63952" y="150743"/>
                  <a:pt x="63952" y="150743"/>
                </a:cubicBezTo>
                <a:cubicBezTo>
                  <a:pt x="71058" y="143565"/>
                  <a:pt x="71058" y="136387"/>
                  <a:pt x="71058" y="136387"/>
                </a:cubicBezTo>
                <a:cubicBezTo>
                  <a:pt x="85269" y="114852"/>
                  <a:pt x="99480" y="93317"/>
                  <a:pt x="99480" y="93317"/>
                </a:cubicBezTo>
                <a:cubicBezTo>
                  <a:pt x="106587" y="86139"/>
                  <a:pt x="120799" y="43070"/>
                  <a:pt x="120799" y="43070"/>
                </a:cubicBezTo>
                <a:cubicBezTo>
                  <a:pt x="127904" y="43070"/>
                  <a:pt x="120799" y="28713"/>
                  <a:pt x="120799" y="28713"/>
                </a:cubicBezTo>
                <a:cubicBezTo>
                  <a:pt x="120799" y="21534"/>
                  <a:pt x="85269" y="7178"/>
                  <a:pt x="85269" y="7178"/>
                </a:cubicBezTo>
                <a:cubicBezTo>
                  <a:pt x="78163" y="7178"/>
                  <a:pt x="63952" y="0"/>
                  <a:pt x="49741" y="0"/>
                </a:cubicBezTo>
                <a:cubicBezTo>
                  <a:pt x="42635" y="0"/>
                  <a:pt x="28423" y="0"/>
                  <a:pt x="28423" y="0"/>
                </a:cubicBezTo>
                <a:cubicBezTo>
                  <a:pt x="7106" y="7178"/>
                  <a:pt x="21317" y="21534"/>
                  <a:pt x="21317" y="21534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Freeform 44"/>
          <p:cNvSpPr/>
          <p:nvPr/>
        </p:nvSpPr>
        <p:spPr>
          <a:xfrm>
            <a:off x="2286000" y="2247900"/>
            <a:ext cx="261897" cy="243623"/>
          </a:xfrm>
          <a:custGeom>
            <a:avLst/>
            <a:gdLst/>
            <a:ahLst/>
            <a:cxnLst/>
            <a:rect l="l" t="t" r="r" b="b"/>
            <a:pathLst>
              <a:path w="261897" h="243623">
                <a:moveTo>
                  <a:pt x="176958" y="229292"/>
                </a:moveTo>
                <a:cubicBezTo>
                  <a:pt x="212349" y="207796"/>
                  <a:pt x="240662" y="186300"/>
                  <a:pt x="247740" y="164804"/>
                </a:cubicBezTo>
                <a:cubicBezTo>
                  <a:pt x="261897" y="136143"/>
                  <a:pt x="261897" y="107481"/>
                  <a:pt x="247740" y="71653"/>
                </a:cubicBezTo>
                <a:cubicBezTo>
                  <a:pt x="233583" y="42992"/>
                  <a:pt x="219427" y="21496"/>
                  <a:pt x="191113" y="14331"/>
                </a:cubicBezTo>
                <a:cubicBezTo>
                  <a:pt x="162801" y="0"/>
                  <a:pt x="127409" y="0"/>
                  <a:pt x="92018" y="21496"/>
                </a:cubicBezTo>
                <a:cubicBezTo>
                  <a:pt x="49548" y="35827"/>
                  <a:pt x="28313" y="57323"/>
                  <a:pt x="14157" y="85984"/>
                </a:cubicBezTo>
                <a:cubicBezTo>
                  <a:pt x="0" y="114647"/>
                  <a:pt x="0" y="143308"/>
                  <a:pt x="14157" y="171969"/>
                </a:cubicBezTo>
                <a:cubicBezTo>
                  <a:pt x="28313" y="200631"/>
                  <a:pt x="49548" y="222127"/>
                  <a:pt x="77861" y="236457"/>
                </a:cubicBezTo>
                <a:cubicBezTo>
                  <a:pt x="99096" y="243623"/>
                  <a:pt x="134488" y="243623"/>
                  <a:pt x="176958" y="229292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45"/>
          <p:cNvSpPr/>
          <p:nvPr/>
        </p:nvSpPr>
        <p:spPr>
          <a:xfrm>
            <a:off x="1041400" y="1765300"/>
            <a:ext cx="9753600" cy="1320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8000" b="0" i="0" u="none" strike="noStrike">
                <a:latin typeface="Impact"/>
                <a:ea typeface="Impact"/>
                <a:cs typeface="Impact"/>
                <a:sym typeface="Impact"/>
              </a:rPr>
              <a:t>THANKS FOR LISTENING</a:t>
            </a:r>
            <a:endParaRPr lang="en-US" sz="1100"/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105400" y="5575300"/>
            <a:ext cx="1993900" cy="469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47" name="Connector 47"/>
          <p:cNvCxnSpPr/>
          <p:nvPr/>
        </p:nvCxnSpPr>
        <p:spPr>
          <a:xfrm>
            <a:off x="5181600" y="3632200"/>
            <a:ext cx="18288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48" name="AutoShape 48"/>
          <p:cNvSpPr/>
          <p:nvPr/>
        </p:nvSpPr>
        <p:spPr>
          <a:xfrm>
            <a:off x="2006600" y="2336800"/>
            <a:ext cx="81915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0" rtlCol="0" anchor="b" anchorCtr="0"/>
          <a:lstStyle/>
          <a:p>
            <a:pPr marL="0" indent="0" algn="ctr">
              <a:lnSpc>
                <a:spcPct val="91666"/>
              </a:lnSpc>
              <a:defRPr/>
            </a:pPr>
            <a:r>
              <a:rPr lang="en-US" sz="44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谢谢聆听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2006600" y="4013200"/>
            <a:ext cx="81915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ct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8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恳请各位评委老师批评指正</a:t>
            </a:r>
            <a:endParaRPr lang="en-US" sz="1100"/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UPC专属模板配色方案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3778"/>
      </a:accent1>
      <a:accent2>
        <a:srgbClr val="D00746"/>
      </a:accent2>
      <a:accent3>
        <a:srgbClr val="FEA200"/>
      </a:accent3>
      <a:accent4>
        <a:srgbClr val="14BAB0"/>
      </a:accent4>
      <a:accent5>
        <a:srgbClr val="CFDC2A"/>
      </a:accent5>
      <a:accent6>
        <a:srgbClr val="73B1C8"/>
      </a:accent6>
      <a:hlink>
        <a:srgbClr val="4472C4"/>
      </a:hlink>
      <a:folHlink>
        <a:srgbClr val="BFBFBF"/>
      </a:folHlink>
    </a:clrScheme>
    <a:fontScheme name="UPC专属模板字体方案">
      <a:majorFont>
        <a:latin typeface="Segoe UI"/>
        <a:ea typeface="微软雅黑"/>
        <a:cs typeface=""/>
      </a:majorFont>
      <a:minorFont>
        <a:latin typeface="Segoe UI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2132</Words>
  <Application>Microsoft Office PowerPoint</Application>
  <PresentationFormat>宽屏</PresentationFormat>
  <Paragraphs>288</Paragraphs>
  <Slides>28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28</vt:i4>
      </vt:variant>
    </vt:vector>
  </HeadingPairs>
  <TitlesOfParts>
    <vt:vector size="41" baseType="lpstr">
      <vt:lpstr>Microsoft YaHei UI</vt:lpstr>
      <vt:lpstr>Noto Sans SC</vt:lpstr>
      <vt:lpstr>微软雅黑</vt:lpstr>
      <vt:lpstr>微软雅黑 Light</vt:lpstr>
      <vt:lpstr>Arial</vt:lpstr>
      <vt:lpstr>Impact</vt:lpstr>
      <vt:lpstr>Roboto Light</vt:lpstr>
      <vt:lpstr>Segoe UI</vt:lpstr>
      <vt:lpstr>Segoe UI Light</vt:lpstr>
      <vt:lpstr>Office 主题​​</vt:lpstr>
      <vt:lpstr>默认主题</vt:lpstr>
      <vt:lpstr>默认主题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引擎主循环与 ECS 更新</vt:lpstr>
      <vt:lpstr>PowerPoint 演示文稿</vt:lpstr>
      <vt:lpstr>PowerPoint 演示文稿</vt:lpstr>
      <vt:lpstr>PowerPoint 演示文稿</vt:lpstr>
      <vt:lpstr>系统五层分层架构</vt:lpstr>
      <vt:lpstr>系统主要交互时序</vt:lpstr>
      <vt:lpstr>PowerPoint 演示文稿</vt:lpstr>
      <vt:lpstr>PowerPoint 演示文稿</vt:lpstr>
      <vt:lpstr>技能效果执行链</vt:lpstr>
      <vt:lpstr>PowerPoint 演示文稿</vt:lpstr>
      <vt:lpstr>PowerPoint 演示文稿</vt:lpstr>
      <vt:lpstr>Tab 技能装配交互时序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</cp:lastModifiedBy>
  <cp:revision>5</cp:revision>
  <dcterms:modified xsi:type="dcterms:W3CDTF">2026-06-12T10:29:09Z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{"Label":"1","ContentProducer":"001191110102MACQD9K64010000","ProduceID":"7648627998049356772","ReservedCode1":"","ContentPropagator":"","PropagateID":"","ReservedCode2":""}</vt:lpwstr>
  </property>
</Properties>
</file>